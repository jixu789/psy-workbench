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66" r:id="rId4"/>
    <p:sldId id="267" r:id="rId5"/>
    <p:sldId id="257" r:id="rId6"/>
    <p:sldId id="258" r:id="rId7"/>
    <p:sldId id="260" r:id="rId8"/>
    <p:sldId id="268" r:id="rId9"/>
    <p:sldId id="259" r:id="rId10"/>
    <p:sldId id="261" r:id="rId11"/>
    <p:sldId id="269" r:id="rId12"/>
    <p:sldId id="262" r:id="rId13"/>
    <p:sldId id="263" r:id="rId14"/>
    <p:sldId id="270" r:id="rId15"/>
    <p:sldId id="264" r:id="rId16"/>
    <p:sldId id="265" r:id="rId17"/>
    <p:sldId id="271" r:id="rId18"/>
    <p:sldId id="274" r:id="rId19"/>
    <p:sldId id="275" r:id="rId20"/>
    <p:sldId id="276" r:id="rId21"/>
    <p:sldId id="277" r:id="rId22"/>
  </p:sldIdLst>
  <p:sldSz cx="12192000" cy="6858000"/>
  <p:notesSz cx="6858000" cy="9144000"/>
  <p:embeddedFontLst>
    <p:embeddedFont>
      <p:font typeface="851tegakizatsu" panose="02000600000000000000" pitchFamily="2" charset="-122"/>
      <p:regular r:id="rId26"/>
    </p:embeddedFont>
    <p:embeddedFont>
      <p:font typeface="OPPOSans R" panose="00020600040101010101" pitchFamily="18" charset="-122"/>
      <p:regular r:id="rId27"/>
    </p:embeddedFont>
    <p:embeddedFont>
      <p:font typeface="等线 Light" panose="02010600030101010101" charset="-122"/>
      <p:regular r:id="rId28"/>
    </p:embeddedFont>
    <p:embeddedFont>
      <p:font typeface="等线" panose="02010600030101010101" charset="-122"/>
      <p:regular r:id="rId29"/>
      <p:bold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35" y="48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6C630-C1FA-456C-9D83-76947A144D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AC8D8-00EE-4E21-8ED2-0359EA9A93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://chn.docer.com/works?userid=199329941" TargetMode="Externa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564" y="897592"/>
            <a:ext cx="6774872" cy="3289434"/>
          </a:xfrm>
          <a:prstGeom prst="rect">
            <a:avLst/>
          </a:prstGeom>
        </p:spPr>
      </p:pic>
      <p:sp>
        <p:nvSpPr>
          <p:cNvPr id="6" name="稻壳儿春秋广告/盗版必究        原创来源：http://chn.docer.com/works?userid=199329941#!/work_time"/>
          <p:cNvSpPr txBox="1"/>
          <p:nvPr/>
        </p:nvSpPr>
        <p:spPr>
          <a:xfrm>
            <a:off x="3249613" y="5110825"/>
            <a:ext cx="5692774" cy="48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Thank you for downloading, </a:t>
            </a:r>
            <a:r>
              <a:rPr kumimoji="0" lang="en-US" altLang="zh-CN" sz="9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Bazhong</a:t>
            </a:r>
            <a:r>
              <a:rPr kumimoji="0" lang="en-US" altLang="zh-CN" sz="9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 City, Sichuan Province Spring and Autumn ads main graphic design, there are any questions, please contact the rice hull my business number.</a:t>
            </a:r>
            <a:endParaRPr kumimoji="0" lang="en-US" altLang="zh-CN" sz="9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>
            <a:off x="3249613" y="4279828"/>
            <a:ext cx="5692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小清新动物教学通用</a:t>
            </a:r>
            <a:endParaRPr lang="en-US" altLang="zh-CN" sz="48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5396753" y="5852520"/>
            <a:ext cx="1398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老师：赵美丽</a:t>
            </a:r>
            <a:endParaRPr lang="zh-CN" altLang="en-US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54" y="801011"/>
            <a:ext cx="3373120" cy="3000458"/>
          </a:xfrm>
          <a:prstGeom prst="rect">
            <a:avLst/>
          </a:prstGeom>
        </p:spPr>
      </p:pic>
      <p:sp>
        <p:nvSpPr>
          <p:cNvPr id="9" name="稻壳儿春秋广告/盗版必究        原创来源：http://chn.docer.com/works?userid=199329941#!/work_time"/>
          <p:cNvSpPr>
            <a:spLocks noChangeArrowheads="1"/>
          </p:cNvSpPr>
          <p:nvPr/>
        </p:nvSpPr>
        <p:spPr bwMode="auto">
          <a:xfrm>
            <a:off x="2553666" y="3959543"/>
            <a:ext cx="1957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3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目  录</a:t>
            </a:r>
            <a:endParaRPr lang="en-US" altLang="zh-CN" sz="3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851tegakizatsu" panose="02000600000000000000" pitchFamily="2" charset="-122"/>
            </a:endParaRPr>
          </a:p>
        </p:txBody>
      </p:sp>
      <p:sp>
        <p:nvSpPr>
          <p:cNvPr id="10" name="稻壳儿春秋广告/盗版必究        原创来源：http://chn.docer.com/works?userid=199329941#!/work_time"/>
          <p:cNvSpPr txBox="1"/>
          <p:nvPr/>
        </p:nvSpPr>
        <p:spPr>
          <a:xfrm flipH="1">
            <a:off x="695325" y="4544318"/>
            <a:ext cx="5674178" cy="51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en-US" altLang="zh-CN" sz="1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Thank you for downloading, </a:t>
            </a:r>
            <a:r>
              <a:rPr lang="en-US" altLang="zh-CN" sz="10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Bazhong</a:t>
            </a:r>
            <a:r>
              <a:rPr lang="en-US" altLang="zh-CN" sz="1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 City, Sichuan Province Spring and Autumn ads main graphic design, </a:t>
            </a:r>
            <a:endParaRPr lang="en-US" altLang="zh-CN" sz="1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851tegakizatsu" panose="02000600000000000000" pitchFamily="2" charset="-122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/>
          <p:nvPr/>
        </p:nvSpPr>
        <p:spPr bwMode="auto">
          <a:xfrm>
            <a:off x="7692371" y="1478663"/>
            <a:ext cx="736176" cy="637474"/>
          </a:xfrm>
          <a:custGeom>
            <a:avLst/>
            <a:gdLst>
              <a:gd name="T0" fmla="*/ 14 w 340"/>
              <a:gd name="T1" fmla="*/ 43 h 294"/>
              <a:gd name="T2" fmla="*/ 42 w 340"/>
              <a:gd name="T3" fmla="*/ 12 h 294"/>
              <a:gd name="T4" fmla="*/ 98 w 340"/>
              <a:gd name="T5" fmla="*/ 3 h 294"/>
              <a:gd name="T6" fmla="*/ 176 w 340"/>
              <a:gd name="T7" fmla="*/ 89 h 294"/>
              <a:gd name="T8" fmla="*/ 211 w 340"/>
              <a:gd name="T9" fmla="*/ 68 h 294"/>
              <a:gd name="T10" fmla="*/ 331 w 340"/>
              <a:gd name="T11" fmla="*/ 127 h 294"/>
              <a:gd name="T12" fmla="*/ 294 w 340"/>
              <a:gd name="T13" fmla="*/ 216 h 294"/>
              <a:gd name="T14" fmla="*/ 239 w 340"/>
              <a:gd name="T15" fmla="*/ 252 h 294"/>
              <a:gd name="T16" fmla="*/ 107 w 340"/>
              <a:gd name="T17" fmla="*/ 293 h 294"/>
              <a:gd name="T18" fmla="*/ 93 w 340"/>
              <a:gd name="T19" fmla="*/ 289 h 294"/>
              <a:gd name="T20" fmla="*/ 6 w 340"/>
              <a:gd name="T21" fmla="*/ 123 h 294"/>
              <a:gd name="T22" fmla="*/ 14 w 340"/>
              <a:gd name="T23" fmla="*/ 43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0" h="294">
                <a:moveTo>
                  <a:pt x="14" y="43"/>
                </a:moveTo>
                <a:cubicBezTo>
                  <a:pt x="20" y="30"/>
                  <a:pt x="30" y="19"/>
                  <a:pt x="42" y="12"/>
                </a:cubicBezTo>
                <a:cubicBezTo>
                  <a:pt x="60" y="2"/>
                  <a:pt x="79" y="0"/>
                  <a:pt x="98" y="3"/>
                </a:cubicBezTo>
                <a:cubicBezTo>
                  <a:pt x="142" y="10"/>
                  <a:pt x="164" y="35"/>
                  <a:pt x="176" y="89"/>
                </a:cubicBezTo>
                <a:cubicBezTo>
                  <a:pt x="187" y="80"/>
                  <a:pt x="198" y="73"/>
                  <a:pt x="211" y="68"/>
                </a:cubicBezTo>
                <a:cubicBezTo>
                  <a:pt x="260" y="53"/>
                  <a:pt x="318" y="81"/>
                  <a:pt x="331" y="127"/>
                </a:cubicBezTo>
                <a:cubicBezTo>
                  <a:pt x="340" y="160"/>
                  <a:pt x="317" y="195"/>
                  <a:pt x="294" y="216"/>
                </a:cubicBezTo>
                <a:cubicBezTo>
                  <a:pt x="277" y="231"/>
                  <a:pt x="258" y="243"/>
                  <a:pt x="239" y="252"/>
                </a:cubicBezTo>
                <a:cubicBezTo>
                  <a:pt x="198" y="272"/>
                  <a:pt x="153" y="284"/>
                  <a:pt x="107" y="293"/>
                </a:cubicBezTo>
                <a:cubicBezTo>
                  <a:pt x="101" y="294"/>
                  <a:pt x="97" y="294"/>
                  <a:pt x="93" y="289"/>
                </a:cubicBezTo>
                <a:cubicBezTo>
                  <a:pt x="54" y="237"/>
                  <a:pt x="20" y="184"/>
                  <a:pt x="6" y="123"/>
                </a:cubicBezTo>
                <a:cubicBezTo>
                  <a:pt x="0" y="98"/>
                  <a:pt x="2" y="67"/>
                  <a:pt x="14" y="43"/>
                </a:cubicBezTo>
                <a:close/>
              </a:path>
            </a:pathLst>
          </a:custGeom>
          <a:solidFill>
            <a:srgbClr val="FFF0F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稻壳儿春秋广告/盗版必究        原创来源：http://chn.docer.com/works?userid=199329941#!/work_time"/>
          <p:cNvSpPr/>
          <p:nvPr/>
        </p:nvSpPr>
        <p:spPr>
          <a:xfrm>
            <a:off x="8439109" y="1868496"/>
            <a:ext cx="2085827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Textbook Course Analysis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 txBox="1"/>
          <p:nvPr/>
        </p:nvSpPr>
        <p:spPr>
          <a:xfrm>
            <a:off x="8439109" y="1468386"/>
            <a:ext cx="26369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教材课程分析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14" name="稻壳儿春秋广告/盗版必究        原创来源：http://chn.docer.com/works?userid=199329941#!/work_time"/>
          <p:cNvSpPr/>
          <p:nvPr/>
        </p:nvSpPr>
        <p:spPr>
          <a:xfrm>
            <a:off x="8439109" y="4031242"/>
            <a:ext cx="2470548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The Whole Process Of Teaching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 txBox="1"/>
          <p:nvPr/>
        </p:nvSpPr>
        <p:spPr>
          <a:xfrm>
            <a:off x="8439109" y="3631132"/>
            <a:ext cx="26369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教学整个过程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16" name="稻壳儿春秋广告/盗版必究        原创来源：http://chn.docer.com/works?userid=199329941#!/work_time"/>
          <p:cNvSpPr/>
          <p:nvPr/>
        </p:nvSpPr>
        <p:spPr bwMode="auto">
          <a:xfrm>
            <a:off x="7692371" y="3649980"/>
            <a:ext cx="736176" cy="637474"/>
          </a:xfrm>
          <a:custGeom>
            <a:avLst/>
            <a:gdLst>
              <a:gd name="T0" fmla="*/ 14 w 340"/>
              <a:gd name="T1" fmla="*/ 43 h 294"/>
              <a:gd name="T2" fmla="*/ 42 w 340"/>
              <a:gd name="T3" fmla="*/ 12 h 294"/>
              <a:gd name="T4" fmla="*/ 98 w 340"/>
              <a:gd name="T5" fmla="*/ 3 h 294"/>
              <a:gd name="T6" fmla="*/ 176 w 340"/>
              <a:gd name="T7" fmla="*/ 89 h 294"/>
              <a:gd name="T8" fmla="*/ 211 w 340"/>
              <a:gd name="T9" fmla="*/ 68 h 294"/>
              <a:gd name="T10" fmla="*/ 331 w 340"/>
              <a:gd name="T11" fmla="*/ 127 h 294"/>
              <a:gd name="T12" fmla="*/ 294 w 340"/>
              <a:gd name="T13" fmla="*/ 216 h 294"/>
              <a:gd name="T14" fmla="*/ 239 w 340"/>
              <a:gd name="T15" fmla="*/ 252 h 294"/>
              <a:gd name="T16" fmla="*/ 107 w 340"/>
              <a:gd name="T17" fmla="*/ 293 h 294"/>
              <a:gd name="T18" fmla="*/ 93 w 340"/>
              <a:gd name="T19" fmla="*/ 289 h 294"/>
              <a:gd name="T20" fmla="*/ 6 w 340"/>
              <a:gd name="T21" fmla="*/ 123 h 294"/>
              <a:gd name="T22" fmla="*/ 14 w 340"/>
              <a:gd name="T23" fmla="*/ 43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0" h="294">
                <a:moveTo>
                  <a:pt x="14" y="43"/>
                </a:moveTo>
                <a:cubicBezTo>
                  <a:pt x="20" y="30"/>
                  <a:pt x="30" y="19"/>
                  <a:pt x="42" y="12"/>
                </a:cubicBezTo>
                <a:cubicBezTo>
                  <a:pt x="60" y="2"/>
                  <a:pt x="79" y="0"/>
                  <a:pt x="98" y="3"/>
                </a:cubicBezTo>
                <a:cubicBezTo>
                  <a:pt x="142" y="10"/>
                  <a:pt x="164" y="35"/>
                  <a:pt x="176" y="89"/>
                </a:cubicBezTo>
                <a:cubicBezTo>
                  <a:pt x="187" y="80"/>
                  <a:pt x="198" y="73"/>
                  <a:pt x="211" y="68"/>
                </a:cubicBezTo>
                <a:cubicBezTo>
                  <a:pt x="260" y="53"/>
                  <a:pt x="318" y="81"/>
                  <a:pt x="331" y="127"/>
                </a:cubicBezTo>
                <a:cubicBezTo>
                  <a:pt x="340" y="160"/>
                  <a:pt x="317" y="195"/>
                  <a:pt x="294" y="216"/>
                </a:cubicBezTo>
                <a:cubicBezTo>
                  <a:pt x="277" y="231"/>
                  <a:pt x="258" y="243"/>
                  <a:pt x="239" y="252"/>
                </a:cubicBezTo>
                <a:cubicBezTo>
                  <a:pt x="198" y="272"/>
                  <a:pt x="153" y="284"/>
                  <a:pt x="107" y="293"/>
                </a:cubicBezTo>
                <a:cubicBezTo>
                  <a:pt x="101" y="294"/>
                  <a:pt x="97" y="294"/>
                  <a:pt x="93" y="289"/>
                </a:cubicBezTo>
                <a:cubicBezTo>
                  <a:pt x="54" y="237"/>
                  <a:pt x="20" y="184"/>
                  <a:pt x="6" y="123"/>
                </a:cubicBezTo>
                <a:cubicBezTo>
                  <a:pt x="0" y="98"/>
                  <a:pt x="2" y="67"/>
                  <a:pt x="14" y="43"/>
                </a:cubicBezTo>
                <a:close/>
              </a:path>
            </a:pathLst>
          </a:custGeom>
          <a:solidFill>
            <a:srgbClr val="FFF0F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稻壳儿春秋广告/盗版必究        原创来源：http://chn.docer.com/works?userid=199329941#!/work_time"/>
          <p:cNvSpPr/>
          <p:nvPr/>
        </p:nvSpPr>
        <p:spPr>
          <a:xfrm>
            <a:off x="8393415" y="2949869"/>
            <a:ext cx="2239716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Teaching Curriculum Design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18" name="稻壳儿春秋广告/盗版必究        原创来源：http://chn.docer.com/works?userid=199329941#!/work_time"/>
          <p:cNvSpPr txBox="1"/>
          <p:nvPr/>
        </p:nvSpPr>
        <p:spPr>
          <a:xfrm>
            <a:off x="8393415" y="2549759"/>
            <a:ext cx="26369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教学课程设计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19" name="稻壳儿春秋广告/盗版必究        原创来源：http://chn.docer.com/works?userid=199329941#!/work_time"/>
          <p:cNvSpPr/>
          <p:nvPr/>
        </p:nvSpPr>
        <p:spPr bwMode="auto">
          <a:xfrm>
            <a:off x="7692371" y="2560037"/>
            <a:ext cx="736176" cy="637474"/>
          </a:xfrm>
          <a:custGeom>
            <a:avLst/>
            <a:gdLst>
              <a:gd name="T0" fmla="*/ 14 w 340"/>
              <a:gd name="T1" fmla="*/ 43 h 294"/>
              <a:gd name="T2" fmla="*/ 42 w 340"/>
              <a:gd name="T3" fmla="*/ 12 h 294"/>
              <a:gd name="T4" fmla="*/ 98 w 340"/>
              <a:gd name="T5" fmla="*/ 3 h 294"/>
              <a:gd name="T6" fmla="*/ 176 w 340"/>
              <a:gd name="T7" fmla="*/ 89 h 294"/>
              <a:gd name="T8" fmla="*/ 211 w 340"/>
              <a:gd name="T9" fmla="*/ 68 h 294"/>
              <a:gd name="T10" fmla="*/ 331 w 340"/>
              <a:gd name="T11" fmla="*/ 127 h 294"/>
              <a:gd name="T12" fmla="*/ 294 w 340"/>
              <a:gd name="T13" fmla="*/ 216 h 294"/>
              <a:gd name="T14" fmla="*/ 239 w 340"/>
              <a:gd name="T15" fmla="*/ 252 h 294"/>
              <a:gd name="T16" fmla="*/ 107 w 340"/>
              <a:gd name="T17" fmla="*/ 293 h 294"/>
              <a:gd name="T18" fmla="*/ 93 w 340"/>
              <a:gd name="T19" fmla="*/ 289 h 294"/>
              <a:gd name="T20" fmla="*/ 6 w 340"/>
              <a:gd name="T21" fmla="*/ 123 h 294"/>
              <a:gd name="T22" fmla="*/ 14 w 340"/>
              <a:gd name="T23" fmla="*/ 43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0" h="294">
                <a:moveTo>
                  <a:pt x="14" y="43"/>
                </a:moveTo>
                <a:cubicBezTo>
                  <a:pt x="20" y="30"/>
                  <a:pt x="30" y="19"/>
                  <a:pt x="42" y="12"/>
                </a:cubicBezTo>
                <a:cubicBezTo>
                  <a:pt x="60" y="2"/>
                  <a:pt x="79" y="0"/>
                  <a:pt x="98" y="3"/>
                </a:cubicBezTo>
                <a:cubicBezTo>
                  <a:pt x="142" y="10"/>
                  <a:pt x="164" y="35"/>
                  <a:pt x="176" y="89"/>
                </a:cubicBezTo>
                <a:cubicBezTo>
                  <a:pt x="187" y="80"/>
                  <a:pt x="198" y="73"/>
                  <a:pt x="211" y="68"/>
                </a:cubicBezTo>
                <a:cubicBezTo>
                  <a:pt x="260" y="53"/>
                  <a:pt x="318" y="81"/>
                  <a:pt x="331" y="127"/>
                </a:cubicBezTo>
                <a:cubicBezTo>
                  <a:pt x="340" y="160"/>
                  <a:pt x="317" y="195"/>
                  <a:pt x="294" y="216"/>
                </a:cubicBezTo>
                <a:cubicBezTo>
                  <a:pt x="277" y="231"/>
                  <a:pt x="258" y="243"/>
                  <a:pt x="239" y="252"/>
                </a:cubicBezTo>
                <a:cubicBezTo>
                  <a:pt x="198" y="272"/>
                  <a:pt x="153" y="284"/>
                  <a:pt x="107" y="293"/>
                </a:cubicBezTo>
                <a:cubicBezTo>
                  <a:pt x="101" y="294"/>
                  <a:pt x="97" y="294"/>
                  <a:pt x="93" y="289"/>
                </a:cubicBezTo>
                <a:cubicBezTo>
                  <a:pt x="54" y="237"/>
                  <a:pt x="20" y="184"/>
                  <a:pt x="6" y="123"/>
                </a:cubicBezTo>
                <a:cubicBezTo>
                  <a:pt x="0" y="98"/>
                  <a:pt x="2" y="67"/>
                  <a:pt x="14" y="43"/>
                </a:cubicBezTo>
                <a:close/>
              </a:path>
            </a:pathLst>
          </a:custGeom>
          <a:solidFill>
            <a:srgbClr val="FFF0F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稻壳儿春秋广告/盗版必究        原创来源：http://chn.docer.com/works?userid=199329941#!/work_time"/>
          <p:cNvSpPr/>
          <p:nvPr/>
        </p:nvSpPr>
        <p:spPr>
          <a:xfrm>
            <a:off x="8393415" y="5112616"/>
            <a:ext cx="2624436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After-class Teaching Reflection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21" name="稻壳儿春秋广告/盗版必究        原创来源：http://chn.docer.com/works?userid=199329941#!/work_time"/>
          <p:cNvSpPr txBox="1"/>
          <p:nvPr/>
        </p:nvSpPr>
        <p:spPr>
          <a:xfrm>
            <a:off x="8393415" y="4712506"/>
            <a:ext cx="26369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课后教学反思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22" name="稻壳儿春秋广告/盗版必究        原创来源：http://chn.docer.com/works?userid=199329941#!/work_time"/>
          <p:cNvSpPr/>
          <p:nvPr/>
        </p:nvSpPr>
        <p:spPr bwMode="auto">
          <a:xfrm>
            <a:off x="7692371" y="4731354"/>
            <a:ext cx="736176" cy="637474"/>
          </a:xfrm>
          <a:custGeom>
            <a:avLst/>
            <a:gdLst>
              <a:gd name="T0" fmla="*/ 14 w 340"/>
              <a:gd name="T1" fmla="*/ 43 h 294"/>
              <a:gd name="T2" fmla="*/ 42 w 340"/>
              <a:gd name="T3" fmla="*/ 12 h 294"/>
              <a:gd name="T4" fmla="*/ 98 w 340"/>
              <a:gd name="T5" fmla="*/ 3 h 294"/>
              <a:gd name="T6" fmla="*/ 176 w 340"/>
              <a:gd name="T7" fmla="*/ 89 h 294"/>
              <a:gd name="T8" fmla="*/ 211 w 340"/>
              <a:gd name="T9" fmla="*/ 68 h 294"/>
              <a:gd name="T10" fmla="*/ 331 w 340"/>
              <a:gd name="T11" fmla="*/ 127 h 294"/>
              <a:gd name="T12" fmla="*/ 294 w 340"/>
              <a:gd name="T13" fmla="*/ 216 h 294"/>
              <a:gd name="T14" fmla="*/ 239 w 340"/>
              <a:gd name="T15" fmla="*/ 252 h 294"/>
              <a:gd name="T16" fmla="*/ 107 w 340"/>
              <a:gd name="T17" fmla="*/ 293 h 294"/>
              <a:gd name="T18" fmla="*/ 93 w 340"/>
              <a:gd name="T19" fmla="*/ 289 h 294"/>
              <a:gd name="T20" fmla="*/ 6 w 340"/>
              <a:gd name="T21" fmla="*/ 123 h 294"/>
              <a:gd name="T22" fmla="*/ 14 w 340"/>
              <a:gd name="T23" fmla="*/ 43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0" h="294">
                <a:moveTo>
                  <a:pt x="14" y="43"/>
                </a:moveTo>
                <a:cubicBezTo>
                  <a:pt x="20" y="30"/>
                  <a:pt x="30" y="19"/>
                  <a:pt x="42" y="12"/>
                </a:cubicBezTo>
                <a:cubicBezTo>
                  <a:pt x="60" y="2"/>
                  <a:pt x="79" y="0"/>
                  <a:pt x="98" y="3"/>
                </a:cubicBezTo>
                <a:cubicBezTo>
                  <a:pt x="142" y="10"/>
                  <a:pt x="164" y="35"/>
                  <a:pt x="176" y="89"/>
                </a:cubicBezTo>
                <a:cubicBezTo>
                  <a:pt x="187" y="80"/>
                  <a:pt x="198" y="73"/>
                  <a:pt x="211" y="68"/>
                </a:cubicBezTo>
                <a:cubicBezTo>
                  <a:pt x="260" y="53"/>
                  <a:pt x="318" y="81"/>
                  <a:pt x="331" y="127"/>
                </a:cubicBezTo>
                <a:cubicBezTo>
                  <a:pt x="340" y="160"/>
                  <a:pt x="317" y="195"/>
                  <a:pt x="294" y="216"/>
                </a:cubicBezTo>
                <a:cubicBezTo>
                  <a:pt x="277" y="231"/>
                  <a:pt x="258" y="243"/>
                  <a:pt x="239" y="252"/>
                </a:cubicBezTo>
                <a:cubicBezTo>
                  <a:pt x="198" y="272"/>
                  <a:pt x="153" y="284"/>
                  <a:pt x="107" y="293"/>
                </a:cubicBezTo>
                <a:cubicBezTo>
                  <a:pt x="101" y="294"/>
                  <a:pt x="97" y="294"/>
                  <a:pt x="93" y="289"/>
                </a:cubicBezTo>
                <a:cubicBezTo>
                  <a:pt x="54" y="237"/>
                  <a:pt x="20" y="184"/>
                  <a:pt x="6" y="123"/>
                </a:cubicBezTo>
                <a:cubicBezTo>
                  <a:pt x="0" y="98"/>
                  <a:pt x="2" y="67"/>
                  <a:pt x="14" y="43"/>
                </a:cubicBezTo>
                <a:close/>
              </a:path>
            </a:pathLst>
          </a:custGeom>
          <a:solidFill>
            <a:srgbClr val="FFF0F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277" y="1546861"/>
            <a:ext cx="5635398" cy="3764278"/>
          </a:xfrm>
          <a:prstGeom prst="rect">
            <a:avLst/>
          </a:prstGeom>
        </p:spPr>
      </p:pic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4512901"/>
            <a:ext cx="5004435" cy="451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40000"/>
              </a:lnSpc>
              <a:defRPr/>
            </a:pPr>
            <a:r>
              <a:rPr lang="en-US" altLang="zh-CN" sz="9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Thank you for downloading, </a:t>
            </a:r>
            <a:r>
              <a:rPr lang="en-US" altLang="zh-CN" sz="9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Bazhong</a:t>
            </a:r>
            <a:r>
              <a:rPr lang="en-US" altLang="zh-CN" sz="9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 City, Sichuan Province Spring and Autumn ads main graphic design, there are any questions, </a:t>
            </a:r>
            <a:endParaRPr lang="en-US" altLang="zh-CN" sz="9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 txBox="1"/>
          <p:nvPr/>
        </p:nvSpPr>
        <p:spPr>
          <a:xfrm>
            <a:off x="695325" y="3607895"/>
            <a:ext cx="319482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教材课程分析</a:t>
            </a:r>
            <a:endParaRPr lang="zh-CN" altLang="en-US" sz="24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 txBox="1"/>
          <p:nvPr/>
        </p:nvSpPr>
        <p:spPr>
          <a:xfrm flipH="1">
            <a:off x="695325" y="2899752"/>
            <a:ext cx="2433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PART 01</a:t>
            </a:r>
            <a:endParaRPr lang="zh-CN" altLang="en-US" sz="3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6" name="稻壳儿春秋广告/盗版必究        原创来源：http://chn.docer.com/works?userid=199329941#!/work_time"/>
          <p:cNvSpPr/>
          <p:nvPr/>
        </p:nvSpPr>
        <p:spPr>
          <a:xfrm>
            <a:off x="695325" y="4112534"/>
            <a:ext cx="2031326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Textbook Course Analysis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838" y="1176408"/>
            <a:ext cx="1854326" cy="3090540"/>
          </a:xfrm>
          <a:prstGeom prst="rect">
            <a:avLst/>
          </a:prstGeom>
        </p:spPr>
      </p:pic>
      <p:pic>
        <p:nvPicPr>
          <p:cNvPr id="9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047" y="1158944"/>
            <a:ext cx="1931154" cy="3108004"/>
          </a:xfrm>
          <a:prstGeom prst="rect">
            <a:avLst/>
          </a:prstGeom>
        </p:spPr>
      </p:pic>
      <p:pic>
        <p:nvPicPr>
          <p:cNvPr id="11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293" y="1270694"/>
            <a:ext cx="1924170" cy="2996254"/>
          </a:xfrm>
          <a:prstGeom prst="rect">
            <a:avLst/>
          </a:prstGeom>
        </p:spPr>
      </p:pic>
      <p:sp>
        <p:nvSpPr>
          <p:cNvPr id="12" name="稻壳儿春秋广告/盗版必究        原创来源：http://chn.docer.com/works?userid=199329941#!/work_time"/>
          <p:cNvSpPr txBox="1"/>
          <p:nvPr/>
        </p:nvSpPr>
        <p:spPr>
          <a:xfrm>
            <a:off x="1606744" y="4429081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 txBox="1"/>
          <p:nvPr/>
        </p:nvSpPr>
        <p:spPr>
          <a:xfrm>
            <a:off x="695325" y="4829191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4" name="稻壳儿春秋广告/盗版必究        原创来源：http://chn.docer.com/works?userid=199329941#!/work_time"/>
          <p:cNvSpPr txBox="1"/>
          <p:nvPr/>
        </p:nvSpPr>
        <p:spPr>
          <a:xfrm>
            <a:off x="9161990" y="4429081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 txBox="1"/>
          <p:nvPr/>
        </p:nvSpPr>
        <p:spPr>
          <a:xfrm>
            <a:off x="8250571" y="4829191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6" name="稻壳儿春秋广告/盗版必究        原创来源：http://chn.docer.com/works?userid=199329941#!/work_time"/>
          <p:cNvSpPr txBox="1"/>
          <p:nvPr/>
        </p:nvSpPr>
        <p:spPr>
          <a:xfrm>
            <a:off x="5384367" y="4429081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7" name="稻壳儿春秋广告/盗版必究        原创来源：http://chn.docer.com/works?userid=199329941#!/work_time"/>
          <p:cNvSpPr txBox="1"/>
          <p:nvPr/>
        </p:nvSpPr>
        <p:spPr>
          <a:xfrm>
            <a:off x="4472948" y="4829191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332" y="2330244"/>
            <a:ext cx="4855336" cy="3554362"/>
          </a:xfrm>
          <a:prstGeom prst="rect">
            <a:avLst/>
          </a:prstGeom>
        </p:spPr>
      </p:pic>
      <p:sp>
        <p:nvSpPr>
          <p:cNvPr id="4" name="稻壳儿春秋广告/盗版必究        原创来源：http://chn.docer.com/works?userid=199329941#!/work_time"/>
          <p:cNvSpPr txBox="1"/>
          <p:nvPr/>
        </p:nvSpPr>
        <p:spPr>
          <a:xfrm>
            <a:off x="2838490" y="2878751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5" name="稻壳儿春秋广告/盗版必究        原创来源：http://chn.docer.com/works?userid=199329941#!/work_time"/>
          <p:cNvSpPr txBox="1"/>
          <p:nvPr/>
        </p:nvSpPr>
        <p:spPr>
          <a:xfrm>
            <a:off x="695326" y="3278861"/>
            <a:ext cx="3566432" cy="11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6" name="稻壳儿春秋广告/盗版必究        原创来源：http://chn.docer.com/works?userid=199329941#!/work_time"/>
          <p:cNvSpPr txBox="1"/>
          <p:nvPr/>
        </p:nvSpPr>
        <p:spPr>
          <a:xfrm>
            <a:off x="7930244" y="2878751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>
            <a:off x="7930244" y="3278861"/>
            <a:ext cx="3566432" cy="11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5384366" y="887719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 txBox="1"/>
          <p:nvPr/>
        </p:nvSpPr>
        <p:spPr>
          <a:xfrm>
            <a:off x="2210613" y="1287829"/>
            <a:ext cx="7770774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404" y="884903"/>
            <a:ext cx="2325664" cy="3406880"/>
          </a:xfrm>
          <a:prstGeom prst="rect">
            <a:avLst/>
          </a:prstGeom>
        </p:spPr>
      </p:pic>
      <p:sp>
        <p:nvSpPr>
          <p:cNvPr id="4" name="稻壳儿春秋广告/盗版必究        原创来源：http://chn.docer.com/works?userid=199329941#!/work_time"/>
          <p:cNvSpPr txBox="1"/>
          <p:nvPr/>
        </p:nvSpPr>
        <p:spPr>
          <a:xfrm>
            <a:off x="2386602" y="4505634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5" name="稻壳儿春秋广告/盗版必究        原创来源：http://chn.docer.com/works?userid=199329941#!/work_time"/>
          <p:cNvSpPr txBox="1"/>
          <p:nvPr/>
        </p:nvSpPr>
        <p:spPr>
          <a:xfrm>
            <a:off x="695325" y="4905744"/>
            <a:ext cx="4805823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pic>
        <p:nvPicPr>
          <p:cNvPr id="6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934" y="884903"/>
            <a:ext cx="2325664" cy="3406880"/>
          </a:xfrm>
          <a:prstGeom prst="rect">
            <a:avLst/>
          </a:prstGeom>
        </p:spPr>
      </p:pic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>
            <a:off x="8382132" y="4505634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6690855" y="4905744"/>
            <a:ext cx="4805823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277" y="1546861"/>
            <a:ext cx="5635398" cy="3764278"/>
          </a:xfrm>
          <a:prstGeom prst="rect">
            <a:avLst/>
          </a:prstGeom>
        </p:spPr>
      </p:pic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4512901"/>
            <a:ext cx="5004435" cy="451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40000"/>
              </a:lnSpc>
              <a:defRPr/>
            </a:pPr>
            <a:r>
              <a:rPr lang="en-US" altLang="zh-CN" sz="9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Thank you for downloading, </a:t>
            </a:r>
            <a:r>
              <a:rPr lang="en-US" altLang="zh-CN" sz="9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Bazhong</a:t>
            </a:r>
            <a:r>
              <a:rPr lang="en-US" altLang="zh-CN" sz="9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 City, Sichuan Province Spring and Autumn ads main graphic design, there are any questions, </a:t>
            </a:r>
            <a:endParaRPr lang="en-US" altLang="zh-CN" sz="9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 txBox="1"/>
          <p:nvPr/>
        </p:nvSpPr>
        <p:spPr>
          <a:xfrm>
            <a:off x="695325" y="3607895"/>
            <a:ext cx="319482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教学课程设计</a:t>
            </a:r>
            <a:endParaRPr lang="zh-CN" altLang="en-US" sz="24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 txBox="1"/>
          <p:nvPr/>
        </p:nvSpPr>
        <p:spPr>
          <a:xfrm flipH="1">
            <a:off x="695325" y="2899752"/>
            <a:ext cx="2433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PART 02</a:t>
            </a:r>
            <a:endParaRPr lang="zh-CN" altLang="en-US" sz="3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6" name="稻壳儿春秋广告/盗版必究        原创来源：http://chn.docer.com/works?userid=199329941#!/work_time"/>
          <p:cNvSpPr/>
          <p:nvPr/>
        </p:nvSpPr>
        <p:spPr>
          <a:xfrm>
            <a:off x="695325" y="4112534"/>
            <a:ext cx="2185214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Teaching Curriculum Design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稻壳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912" y="1088131"/>
            <a:ext cx="5635763" cy="4681738"/>
          </a:xfrm>
          <a:prstGeom prst="rect">
            <a:avLst/>
          </a:prstGeom>
        </p:spPr>
      </p:pic>
      <p:sp>
        <p:nvSpPr>
          <p:cNvPr id="4" name="稻壳儿春秋广告/盗版必究        原创来源：http://chn.docer.com/works?userid=199329941#!/work_time"/>
          <p:cNvSpPr txBox="1"/>
          <p:nvPr/>
        </p:nvSpPr>
        <p:spPr>
          <a:xfrm>
            <a:off x="695324" y="2373422"/>
            <a:ext cx="1758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5" name="稻壳儿春秋广告/盗版必究        原创来源：http://chn.docer.com/works?userid=199329941#!/work_time"/>
          <p:cNvSpPr txBox="1"/>
          <p:nvPr/>
        </p:nvSpPr>
        <p:spPr>
          <a:xfrm>
            <a:off x="695324" y="2773532"/>
            <a:ext cx="4975431" cy="171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660" y="3429000"/>
            <a:ext cx="1630683" cy="1716027"/>
          </a:xfrm>
          <a:prstGeom prst="rect">
            <a:avLst/>
          </a:prstGeom>
        </p:spPr>
      </p:pic>
      <p:pic>
        <p:nvPicPr>
          <p:cNvPr id="5" name="稻壳儿春秋广告/盗版必究        原创来源：http://chn.docer.com/works?userid=199329941#!/work_time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022" y="3387851"/>
            <a:ext cx="1981204" cy="1798324"/>
          </a:xfrm>
          <a:prstGeom prst="rect">
            <a:avLst/>
          </a:prstGeom>
        </p:spPr>
      </p:pic>
      <p:pic>
        <p:nvPicPr>
          <p:cNvPr id="7" name="稻壳儿春秋广告/盗版必究        原创来源：http://chn.docer.com/works?userid=199329941#!/work_time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060" y="3396995"/>
            <a:ext cx="2008636" cy="1780036"/>
          </a:xfrm>
          <a:prstGeom prst="rect">
            <a:avLst/>
          </a:prstGeom>
        </p:spPr>
      </p:pic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1606744" y="1936057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 txBox="1"/>
          <p:nvPr/>
        </p:nvSpPr>
        <p:spPr>
          <a:xfrm>
            <a:off x="695325" y="2336167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0" name="稻壳儿春秋广告/盗版必究        原创来源：http://chn.docer.com/works?userid=199329941#!/work_time"/>
          <p:cNvSpPr txBox="1"/>
          <p:nvPr/>
        </p:nvSpPr>
        <p:spPr>
          <a:xfrm>
            <a:off x="9161990" y="1936057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 txBox="1"/>
          <p:nvPr/>
        </p:nvSpPr>
        <p:spPr>
          <a:xfrm>
            <a:off x="8250571" y="2336167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 txBox="1"/>
          <p:nvPr/>
        </p:nvSpPr>
        <p:spPr>
          <a:xfrm>
            <a:off x="5384367" y="1936057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 txBox="1"/>
          <p:nvPr/>
        </p:nvSpPr>
        <p:spPr>
          <a:xfrm>
            <a:off x="4472948" y="2336167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277" y="1546861"/>
            <a:ext cx="5635398" cy="3764278"/>
          </a:xfrm>
          <a:prstGeom prst="rect">
            <a:avLst/>
          </a:prstGeom>
        </p:spPr>
      </p:pic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4512901"/>
            <a:ext cx="5004435" cy="451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40000"/>
              </a:lnSpc>
              <a:defRPr/>
            </a:pPr>
            <a:r>
              <a:rPr lang="en-US" altLang="zh-CN" sz="9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Thank you for downloading, </a:t>
            </a:r>
            <a:r>
              <a:rPr lang="en-US" altLang="zh-CN" sz="9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Bazhong</a:t>
            </a:r>
            <a:r>
              <a:rPr lang="en-US" altLang="zh-CN" sz="9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 City, Sichuan Province Spring and Autumn ads main graphic design, there are any questions, </a:t>
            </a:r>
            <a:endParaRPr lang="en-US" altLang="zh-CN" sz="9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 txBox="1"/>
          <p:nvPr/>
        </p:nvSpPr>
        <p:spPr>
          <a:xfrm>
            <a:off x="695325" y="3607895"/>
            <a:ext cx="319482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教学整个过程</a:t>
            </a:r>
            <a:endParaRPr lang="zh-CN" altLang="en-US" sz="24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 txBox="1"/>
          <p:nvPr/>
        </p:nvSpPr>
        <p:spPr>
          <a:xfrm flipH="1">
            <a:off x="695325" y="2899752"/>
            <a:ext cx="2433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PART 03</a:t>
            </a:r>
            <a:endParaRPr lang="zh-CN" altLang="en-US" sz="3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6" name="稻壳儿春秋广告/盗版必究        原创来源：http://chn.docer.com/works?userid=199329941#!/work_time"/>
          <p:cNvSpPr/>
          <p:nvPr/>
        </p:nvSpPr>
        <p:spPr>
          <a:xfrm>
            <a:off x="695325" y="4112534"/>
            <a:ext cx="2416046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The Whole Process Of Teaching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519574"/>
            <a:ext cx="5138936" cy="5338914"/>
          </a:xfrm>
          <a:prstGeom prst="rect">
            <a:avLst/>
          </a:prstGeom>
        </p:spPr>
      </p:pic>
      <p:sp>
        <p:nvSpPr>
          <p:cNvPr id="4" name="稻壳儿春秋广告/盗版必究        原创来源：http://chn.docer.com/works?userid=199329941#!/work_time"/>
          <p:cNvSpPr txBox="1"/>
          <p:nvPr/>
        </p:nvSpPr>
        <p:spPr>
          <a:xfrm>
            <a:off x="6096000" y="1245871"/>
            <a:ext cx="17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851tegakizatsu" panose="02000600000000000000" pitchFamily="2" charset="-122"/>
            </a:endParaRPr>
          </a:p>
        </p:txBody>
      </p:sp>
      <p:sp>
        <p:nvSpPr>
          <p:cNvPr id="5" name="稻壳儿春秋广告/盗版必究        原创来源：http://chn.docer.com/works?userid=199329941#!/work_time"/>
          <p:cNvSpPr txBox="1"/>
          <p:nvPr/>
        </p:nvSpPr>
        <p:spPr>
          <a:xfrm>
            <a:off x="6096000" y="1645981"/>
            <a:ext cx="5400675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851tegakizatsu" panose="02000600000000000000" pitchFamily="2" charset="-122"/>
            </a:endParaRPr>
          </a:p>
        </p:txBody>
      </p:sp>
      <p:sp>
        <p:nvSpPr>
          <p:cNvPr id="6" name="稻壳儿春秋广告/盗版必究        原创来源：http://chn.docer.com/works?userid=199329941#!/work_time"/>
          <p:cNvSpPr txBox="1"/>
          <p:nvPr/>
        </p:nvSpPr>
        <p:spPr>
          <a:xfrm>
            <a:off x="6096000" y="2788921"/>
            <a:ext cx="17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851tegakizatsu" panose="02000600000000000000" pitchFamily="2" charset="-122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>
            <a:off x="6096000" y="3189031"/>
            <a:ext cx="5400675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851tegakizatsu" panose="02000600000000000000" pitchFamily="2" charset="-122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6096000" y="4331971"/>
            <a:ext cx="17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851tegakizatsu" panose="02000600000000000000" pitchFamily="2" charset="-122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 txBox="1"/>
          <p:nvPr/>
        </p:nvSpPr>
        <p:spPr>
          <a:xfrm>
            <a:off x="6096000" y="4732081"/>
            <a:ext cx="5400675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851tegakizatsu" panose="02000600000000000000" pitchFamily="2" charset="-122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851tegakizatsu" panose="020006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178" y="1554480"/>
            <a:ext cx="4083644" cy="3749040"/>
          </a:xfrm>
          <a:prstGeom prst="rect">
            <a:avLst/>
          </a:prstGeom>
        </p:spPr>
      </p:pic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2555053" y="4091124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 txBox="1"/>
          <p:nvPr/>
        </p:nvSpPr>
        <p:spPr>
          <a:xfrm>
            <a:off x="695324" y="4491234"/>
            <a:ext cx="3282997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0" name="稻壳儿春秋广告/盗版必究        原创来源：http://chn.docer.com/works?userid=199329941#!/work_time"/>
          <p:cNvSpPr txBox="1"/>
          <p:nvPr/>
        </p:nvSpPr>
        <p:spPr>
          <a:xfrm>
            <a:off x="8213679" y="4091124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 txBox="1"/>
          <p:nvPr/>
        </p:nvSpPr>
        <p:spPr>
          <a:xfrm>
            <a:off x="8213679" y="4491234"/>
            <a:ext cx="3282997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 txBox="1"/>
          <p:nvPr/>
        </p:nvSpPr>
        <p:spPr>
          <a:xfrm>
            <a:off x="2555053" y="1486717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 txBox="1"/>
          <p:nvPr/>
        </p:nvSpPr>
        <p:spPr>
          <a:xfrm>
            <a:off x="695324" y="1886827"/>
            <a:ext cx="3282997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4" name="稻壳儿春秋广告/盗版必究        原创来源：http://chn.docer.com/works?userid=199329941#!/work_time"/>
          <p:cNvSpPr txBox="1"/>
          <p:nvPr/>
        </p:nvSpPr>
        <p:spPr>
          <a:xfrm>
            <a:off x="8213679" y="1486717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5" name="稻壳儿春秋广告/盗版必究        原创来源：http://chn.docer.com/works?userid=199329941#!/work_time"/>
          <p:cNvSpPr txBox="1"/>
          <p:nvPr/>
        </p:nvSpPr>
        <p:spPr>
          <a:xfrm>
            <a:off x="8213679" y="1886827"/>
            <a:ext cx="3282997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277" y="1546861"/>
            <a:ext cx="5635398" cy="3764278"/>
          </a:xfrm>
          <a:prstGeom prst="rect">
            <a:avLst/>
          </a:prstGeom>
        </p:spPr>
      </p:pic>
      <p:sp>
        <p:nvSpPr>
          <p:cNvPr id="23" name="稻壳儿春秋广告/盗版必究        原创来源：http://chn.docer.com/works?userid=199329941#!/work_time"/>
          <p:cNvSpPr txBox="1"/>
          <p:nvPr/>
        </p:nvSpPr>
        <p:spPr>
          <a:xfrm flipH="1">
            <a:off x="695325" y="4512901"/>
            <a:ext cx="5004435" cy="451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40000"/>
              </a:lnSpc>
              <a:defRPr/>
            </a:pPr>
            <a:r>
              <a:rPr lang="en-US" altLang="zh-CN" sz="9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Thank you for downloading, </a:t>
            </a:r>
            <a:r>
              <a:rPr lang="en-US" altLang="zh-CN" sz="9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Bazhong</a:t>
            </a:r>
            <a:r>
              <a:rPr lang="en-US" altLang="zh-CN" sz="9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 City, Sichuan Province Spring and Autumn ads main graphic design, there are any questions, </a:t>
            </a:r>
            <a:endParaRPr lang="en-US" altLang="zh-CN" sz="9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4" name="稻壳儿春秋广告/盗版必究        原创来源：http://chn.docer.com/works?userid=199329941#!/work_time"/>
          <p:cNvSpPr txBox="1"/>
          <p:nvPr/>
        </p:nvSpPr>
        <p:spPr>
          <a:xfrm>
            <a:off x="695325" y="3607895"/>
            <a:ext cx="319482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课后教学反思</a:t>
            </a:r>
            <a:endParaRPr lang="zh-CN" altLang="en-US" sz="24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5" name="稻壳儿春秋广告/盗版必究        原创来源：http://chn.docer.com/works?userid=199329941#!/work_time"/>
          <p:cNvSpPr txBox="1"/>
          <p:nvPr/>
        </p:nvSpPr>
        <p:spPr>
          <a:xfrm flipH="1">
            <a:off x="695325" y="2899752"/>
            <a:ext cx="2433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PART 04</a:t>
            </a:r>
            <a:endParaRPr lang="zh-CN" altLang="en-US" sz="3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  <p:sp>
        <p:nvSpPr>
          <p:cNvPr id="26" name="稻壳儿春秋广告/盗版必究        原创来源：http://chn.docer.com/works?userid=199329941#!/work_time"/>
          <p:cNvSpPr/>
          <p:nvPr/>
        </p:nvSpPr>
        <p:spPr>
          <a:xfrm>
            <a:off x="695325" y="4112534"/>
            <a:ext cx="2569934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</a:rPr>
              <a:t>After-class Teaching Reflection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141305"/>
            <a:ext cx="1889762" cy="2055710"/>
          </a:xfrm>
          <a:prstGeom prst="rect">
            <a:avLst/>
          </a:prstGeom>
        </p:spPr>
      </p:pic>
      <p:sp>
        <p:nvSpPr>
          <p:cNvPr id="4" name="稻壳儿春秋广告/盗版必究        原创来源：http://chn.docer.com/works?userid=199329941#!/work_time"/>
          <p:cNvSpPr txBox="1"/>
          <p:nvPr/>
        </p:nvSpPr>
        <p:spPr>
          <a:xfrm>
            <a:off x="2873705" y="1831202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5" name="稻壳儿春秋广告/盗版必究        原创来源：http://chn.docer.com/works?userid=199329941#!/work_time"/>
          <p:cNvSpPr txBox="1"/>
          <p:nvPr/>
        </p:nvSpPr>
        <p:spPr>
          <a:xfrm>
            <a:off x="2873705" y="2231312"/>
            <a:ext cx="8622970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pic>
        <p:nvPicPr>
          <p:cNvPr id="6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3579705"/>
            <a:ext cx="1889762" cy="2055710"/>
          </a:xfrm>
          <a:prstGeom prst="rect">
            <a:avLst/>
          </a:prstGeom>
        </p:spPr>
      </p:pic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>
            <a:off x="2873705" y="4269602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2873705" y="4669712"/>
            <a:ext cx="8622970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I am from Chunqiu Advertising Design Studio in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Province. 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875" y="1071275"/>
            <a:ext cx="1914252" cy="3481798"/>
          </a:xfrm>
          <a:prstGeom prst="rect">
            <a:avLst/>
          </a:prstGeom>
        </p:spPr>
      </p:pic>
      <p:pic>
        <p:nvPicPr>
          <p:cNvPr id="5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468" y="1456709"/>
            <a:ext cx="2718312" cy="2710932"/>
          </a:xfrm>
          <a:prstGeom prst="rect">
            <a:avLst/>
          </a:prstGeom>
        </p:spPr>
      </p:pic>
      <p:pic>
        <p:nvPicPr>
          <p:cNvPr id="7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057" y="1132133"/>
            <a:ext cx="1980642" cy="3360082"/>
          </a:xfrm>
          <a:prstGeom prst="rect">
            <a:avLst/>
          </a:prstGeom>
        </p:spPr>
      </p:pic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1606744" y="4092105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9" name="稻壳儿春秋广告/盗版必究        原创来源：http://chn.docer.com/works?userid=199329941#!/work_time"/>
          <p:cNvSpPr txBox="1"/>
          <p:nvPr/>
        </p:nvSpPr>
        <p:spPr>
          <a:xfrm>
            <a:off x="695325" y="4492215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0" name="稻壳儿春秋广告/盗版必究        原创来源：http://chn.docer.com/works?userid=199329941#!/work_time"/>
          <p:cNvSpPr txBox="1"/>
          <p:nvPr/>
        </p:nvSpPr>
        <p:spPr>
          <a:xfrm>
            <a:off x="9161990" y="4092105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1" name="稻壳儿春秋广告/盗版必究        原创来源：http://chn.docer.com/works?userid=199329941#!/work_time"/>
          <p:cNvSpPr txBox="1"/>
          <p:nvPr/>
        </p:nvSpPr>
        <p:spPr>
          <a:xfrm>
            <a:off x="8250571" y="4492215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2" name="稻壳儿春秋广告/盗版必究        原创来源：http://chn.docer.com/works?userid=199329941#!/work_time"/>
          <p:cNvSpPr txBox="1"/>
          <p:nvPr/>
        </p:nvSpPr>
        <p:spPr>
          <a:xfrm>
            <a:off x="5384367" y="4092105"/>
            <a:ext cx="142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添加标题</a:t>
            </a:r>
            <a:endParaRPr lang="zh-CN" altLang="en-US" sz="20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  <p:sp>
        <p:nvSpPr>
          <p:cNvPr id="13" name="稻壳儿春秋广告/盗版必究        原创来源：http://chn.docer.com/works?userid=199329941#!/work_time"/>
          <p:cNvSpPr txBox="1"/>
          <p:nvPr/>
        </p:nvSpPr>
        <p:spPr>
          <a:xfrm>
            <a:off x="4472948" y="4492215"/>
            <a:ext cx="3246106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Thank you for downloading, </a:t>
            </a:r>
            <a:r>
              <a:rPr lang="en-US" altLang="zh-CN" sz="1200" dirty="0" err="1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Bazhong</a:t>
            </a:r>
            <a:r>
              <a:rPr lang="en-US" altLang="zh-CN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+mn-lt"/>
              </a:rPr>
              <a:t> City, Sichuan Province Spring and Autumn ads main graphic design.</a:t>
            </a:r>
            <a:endParaRPr lang="en-US" altLang="zh-CN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564" y="897592"/>
            <a:ext cx="6774872" cy="3289434"/>
          </a:xfrm>
          <a:prstGeom prst="rect">
            <a:avLst/>
          </a:prstGeom>
        </p:spPr>
      </p:pic>
      <p:sp>
        <p:nvSpPr>
          <p:cNvPr id="6" name="稻壳儿春秋广告/盗版必究        原创来源：http://chn.docer.com/works?userid=199329941#!/work_time"/>
          <p:cNvSpPr txBox="1"/>
          <p:nvPr/>
        </p:nvSpPr>
        <p:spPr>
          <a:xfrm>
            <a:off x="3249613" y="5110825"/>
            <a:ext cx="5692774" cy="48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Thank you for downloading, </a:t>
            </a:r>
            <a:r>
              <a:rPr kumimoji="0" lang="en-US" altLang="zh-CN" sz="9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Bazhong</a:t>
            </a:r>
            <a:r>
              <a:rPr kumimoji="0" lang="en-US" altLang="zh-CN" sz="9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 City, Sichuan Province Spring and Autumn ads main graphic design, there are any questions, please contact the rice hull my business number.</a:t>
            </a:r>
            <a:endParaRPr kumimoji="0" lang="en-US" altLang="zh-CN" sz="9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7" name="稻壳儿春秋广告/盗版必究        原创来源：http://chn.docer.com/works?userid=199329941#!/work_time"/>
          <p:cNvSpPr txBox="1"/>
          <p:nvPr/>
        </p:nvSpPr>
        <p:spPr>
          <a:xfrm>
            <a:off x="3249613" y="4279828"/>
            <a:ext cx="5692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感谢您们的观看支持</a:t>
            </a:r>
            <a:endParaRPr lang="zh-CN" altLang="en-US" sz="48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  <p:sp>
        <p:nvSpPr>
          <p:cNvPr id="8" name="稻壳儿春秋广告/盗版必究        原创来源：http://chn.docer.com/works?userid=199329941#!/work_time"/>
          <p:cNvSpPr txBox="1"/>
          <p:nvPr/>
        </p:nvSpPr>
        <p:spPr>
          <a:xfrm>
            <a:off x="5396753" y="5852520"/>
            <a:ext cx="1398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851tegakizatsu" panose="02000600000000000000" pitchFamily="2" charset="-122"/>
                <a:ea typeface="851tegakizatsu" panose="02000600000000000000" pitchFamily="2" charset="-122"/>
                <a:cs typeface="851tegakizatsu" panose="02000600000000000000" pitchFamily="2" charset="-122"/>
                <a:sym typeface="OPPOSans R" panose="00020600040101010101" pitchFamily="18" charset="-122"/>
              </a:rPr>
              <a:t>老师：赵美丽</a:t>
            </a:r>
            <a:endParaRPr lang="zh-CN" altLang="en-US" sz="1200" dirty="0">
              <a:latin typeface="851tegakizatsu" panose="02000600000000000000" pitchFamily="2" charset="-122"/>
              <a:ea typeface="851tegakizatsu" panose="02000600000000000000" pitchFamily="2" charset="-122"/>
              <a:cs typeface="851tegakizatsu" panose="02000600000000000000" pitchFamily="2" charset="-122"/>
              <a:sym typeface="OPPOSans R" panose="00020600040101010101" pitchFamily="18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88966"/>
            <a:ext cx="1776280" cy="1021754"/>
          </a:xfrm>
          <a:prstGeom prst="rect">
            <a:avLst/>
          </a:prstGeom>
        </p:spPr>
      </p:pic>
      <p:sp>
        <p:nvSpPr>
          <p:cNvPr id="53" name="稻壳儿春秋广告/盗版必究        原创来源：http://chn.docer.com/works?userid=199329941#!/work_time"/>
          <p:cNvSpPr txBox="1"/>
          <p:nvPr/>
        </p:nvSpPr>
        <p:spPr>
          <a:xfrm>
            <a:off x="3536514" y="5203073"/>
            <a:ext cx="2361580" cy="596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rgbClr val="FFFF00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  <a:hlinkClick r:id="rId2"/>
              </a:rPr>
              <a:t>http://chn.docer.com/works?userid=199329941</a:t>
            </a:r>
            <a:endParaRPr lang="zh-CN" altLang="en-US" sz="1400" dirty="0">
              <a:solidFill>
                <a:srgbClr val="FFFF00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54" name="稻壳儿春秋广告/盗版必究        原创来源：http://chn.docer.com/works?userid=199329941#!/work_time"/>
          <p:cNvSpPr/>
          <p:nvPr/>
        </p:nvSpPr>
        <p:spPr>
          <a:xfrm>
            <a:off x="4363599" y="3876268"/>
            <a:ext cx="707410" cy="707410"/>
          </a:xfrm>
          <a:prstGeom prst="ellipse">
            <a:avLst/>
          </a:prstGeom>
          <a:solidFill>
            <a:srgbClr val="EE2B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66" name="稻壳儿春秋广告/盗版必究        原创来源：http://chn.docer.com/works?userid=199329941#!/work_time"/>
          <p:cNvSpPr/>
          <p:nvPr/>
        </p:nvSpPr>
        <p:spPr>
          <a:xfrm>
            <a:off x="3536513" y="3429000"/>
            <a:ext cx="2361582" cy="271109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89" name="稻壳儿春秋广告/盗版必究        原创来源：http://chn.docer.com/works?userid=199329941#!/work_time"/>
          <p:cNvSpPr txBox="1"/>
          <p:nvPr/>
        </p:nvSpPr>
        <p:spPr>
          <a:xfrm>
            <a:off x="3536514" y="5828020"/>
            <a:ext cx="23615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i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（此处网页可直接复制粘贴）</a:t>
            </a:r>
            <a:endParaRPr lang="zh-CN" altLang="en-US" sz="900" i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102" name="稻壳儿春秋广告/盗版必究        原创来源：http://chn.docer.com/works?userid=199329941#!/work_time"/>
          <p:cNvSpPr txBox="1"/>
          <p:nvPr/>
        </p:nvSpPr>
        <p:spPr>
          <a:xfrm>
            <a:off x="3536514" y="4753558"/>
            <a:ext cx="2361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春秋广告店铺地址</a:t>
            </a:r>
            <a:endParaRPr lang="zh-CN" altLang="en-US" sz="1600" b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grpSp>
        <p:nvGrpSpPr>
          <p:cNvPr id="84" name="稻壳儿春秋广告/盗版必究        原创来源：http://chn.docer.com/works?userid=199329941#!/work_time"/>
          <p:cNvGrpSpPr/>
          <p:nvPr/>
        </p:nvGrpSpPr>
        <p:grpSpPr>
          <a:xfrm>
            <a:off x="9878384" y="3876268"/>
            <a:ext cx="707410" cy="707410"/>
            <a:chOff x="10034628" y="4330505"/>
            <a:chExt cx="796706" cy="796706"/>
          </a:xfrm>
        </p:grpSpPr>
        <p:sp>
          <p:nvSpPr>
            <p:cNvPr id="85" name="稻壳儿春秋广告/盗版必究        原创来源：http://chn.docer.com/works?userid=199329941#!/work_time"/>
            <p:cNvSpPr/>
            <p:nvPr/>
          </p:nvSpPr>
          <p:spPr>
            <a:xfrm>
              <a:off x="10034628" y="4330505"/>
              <a:ext cx="796706" cy="796706"/>
            </a:xfrm>
            <a:prstGeom prst="ellipse">
              <a:avLst/>
            </a:prstGeom>
            <a:solidFill>
              <a:srgbClr val="EE2B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86" name="稻壳儿春秋广告/盗版必究        原创来源：http://chn.docer.com/works?userid=199329941#!/work_time"/>
            <p:cNvSpPr>
              <a:spLocks noEditPoints="1"/>
            </p:cNvSpPr>
            <p:nvPr/>
          </p:nvSpPr>
          <p:spPr bwMode="auto">
            <a:xfrm>
              <a:off x="10236867" y="4512694"/>
              <a:ext cx="392229" cy="432329"/>
            </a:xfrm>
            <a:custGeom>
              <a:avLst/>
              <a:gdLst>
                <a:gd name="T0" fmla="*/ 60 w 746"/>
                <a:gd name="T1" fmla="*/ 656 h 821"/>
                <a:gd name="T2" fmla="*/ 5 w 746"/>
                <a:gd name="T3" fmla="*/ 561 h 821"/>
                <a:gd name="T4" fmla="*/ 61 w 746"/>
                <a:gd name="T5" fmla="*/ 365 h 821"/>
                <a:gd name="T6" fmla="*/ 70 w 746"/>
                <a:gd name="T7" fmla="*/ 342 h 821"/>
                <a:gd name="T8" fmla="*/ 107 w 746"/>
                <a:gd name="T9" fmla="*/ 194 h 821"/>
                <a:gd name="T10" fmla="*/ 395 w 746"/>
                <a:gd name="T11" fmla="*/ 13 h 821"/>
                <a:gd name="T12" fmla="*/ 649 w 746"/>
                <a:gd name="T13" fmla="*/ 250 h 821"/>
                <a:gd name="T14" fmla="*/ 670 w 746"/>
                <a:gd name="T15" fmla="*/ 351 h 821"/>
                <a:gd name="T16" fmla="*/ 681 w 746"/>
                <a:gd name="T17" fmla="*/ 370 h 821"/>
                <a:gd name="T18" fmla="*/ 729 w 746"/>
                <a:gd name="T19" fmla="*/ 587 h 821"/>
                <a:gd name="T20" fmla="*/ 688 w 746"/>
                <a:gd name="T21" fmla="*/ 650 h 821"/>
                <a:gd name="T22" fmla="*/ 681 w 746"/>
                <a:gd name="T23" fmla="*/ 666 h 821"/>
                <a:gd name="T24" fmla="*/ 608 w 746"/>
                <a:gd name="T25" fmla="*/ 789 h 821"/>
                <a:gd name="T26" fmla="*/ 387 w 746"/>
                <a:gd name="T27" fmla="*/ 786 h 821"/>
                <a:gd name="T28" fmla="*/ 350 w 746"/>
                <a:gd name="T29" fmla="*/ 786 h 821"/>
                <a:gd name="T30" fmla="*/ 132 w 746"/>
                <a:gd name="T31" fmla="*/ 790 h 821"/>
                <a:gd name="T32" fmla="*/ 60 w 746"/>
                <a:gd name="T33" fmla="*/ 656 h 821"/>
                <a:gd name="T34" fmla="*/ 63 w 746"/>
                <a:gd name="T35" fmla="*/ 537 h 821"/>
                <a:gd name="T36" fmla="*/ 71 w 746"/>
                <a:gd name="T37" fmla="*/ 579 h 821"/>
                <a:gd name="T38" fmla="*/ 113 w 746"/>
                <a:gd name="T39" fmla="*/ 593 h 821"/>
                <a:gd name="T40" fmla="*/ 136 w 746"/>
                <a:gd name="T41" fmla="*/ 577 h 821"/>
                <a:gd name="T42" fmla="*/ 180 w 746"/>
                <a:gd name="T43" fmla="*/ 584 h 821"/>
                <a:gd name="T44" fmla="*/ 173 w 746"/>
                <a:gd name="T45" fmla="*/ 629 h 821"/>
                <a:gd name="T46" fmla="*/ 146 w 746"/>
                <a:gd name="T47" fmla="*/ 647 h 821"/>
                <a:gd name="T48" fmla="*/ 148 w 746"/>
                <a:gd name="T49" fmla="*/ 728 h 821"/>
                <a:gd name="T50" fmla="*/ 335 w 746"/>
                <a:gd name="T51" fmla="*/ 726 h 821"/>
                <a:gd name="T52" fmla="*/ 404 w 746"/>
                <a:gd name="T53" fmla="*/ 726 h 821"/>
                <a:gd name="T54" fmla="*/ 594 w 746"/>
                <a:gd name="T55" fmla="*/ 729 h 821"/>
                <a:gd name="T56" fmla="*/ 597 w 746"/>
                <a:gd name="T57" fmla="*/ 648 h 821"/>
                <a:gd name="T58" fmla="*/ 568 w 746"/>
                <a:gd name="T59" fmla="*/ 630 h 821"/>
                <a:gd name="T60" fmla="*/ 559 w 746"/>
                <a:gd name="T61" fmla="*/ 586 h 821"/>
                <a:gd name="T62" fmla="*/ 605 w 746"/>
                <a:gd name="T63" fmla="*/ 578 h 821"/>
                <a:gd name="T64" fmla="*/ 621 w 746"/>
                <a:gd name="T65" fmla="*/ 589 h 821"/>
                <a:gd name="T66" fmla="*/ 673 w 746"/>
                <a:gd name="T67" fmla="*/ 568 h 821"/>
                <a:gd name="T68" fmla="*/ 633 w 746"/>
                <a:gd name="T69" fmla="*/ 406 h 821"/>
                <a:gd name="T70" fmla="*/ 609 w 746"/>
                <a:gd name="T71" fmla="*/ 344 h 821"/>
                <a:gd name="T72" fmla="*/ 600 w 746"/>
                <a:gd name="T73" fmla="*/ 314 h 821"/>
                <a:gd name="T74" fmla="*/ 594 w 746"/>
                <a:gd name="T75" fmla="*/ 289 h 821"/>
                <a:gd name="T76" fmla="*/ 417 w 746"/>
                <a:gd name="T77" fmla="*/ 77 h 821"/>
                <a:gd name="T78" fmla="*/ 171 w 746"/>
                <a:gd name="T79" fmla="*/ 196 h 821"/>
                <a:gd name="T80" fmla="*/ 132 w 746"/>
                <a:gd name="T81" fmla="*/ 364 h 821"/>
                <a:gd name="T82" fmla="*/ 123 w 746"/>
                <a:gd name="T83" fmla="*/ 383 h 821"/>
                <a:gd name="T84" fmla="*/ 63 w 746"/>
                <a:gd name="T85" fmla="*/ 537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46" h="821">
                  <a:moveTo>
                    <a:pt x="60" y="656"/>
                  </a:moveTo>
                  <a:cubicBezTo>
                    <a:pt x="23" y="634"/>
                    <a:pt x="7" y="601"/>
                    <a:pt x="5" y="561"/>
                  </a:cubicBezTo>
                  <a:cubicBezTo>
                    <a:pt x="0" y="489"/>
                    <a:pt x="16" y="423"/>
                    <a:pt x="61" y="365"/>
                  </a:cubicBezTo>
                  <a:cubicBezTo>
                    <a:pt x="66" y="359"/>
                    <a:pt x="68" y="350"/>
                    <a:pt x="70" y="342"/>
                  </a:cubicBezTo>
                  <a:cubicBezTo>
                    <a:pt x="82" y="293"/>
                    <a:pt x="90" y="241"/>
                    <a:pt x="107" y="194"/>
                  </a:cubicBezTo>
                  <a:cubicBezTo>
                    <a:pt x="149" y="76"/>
                    <a:pt x="273" y="0"/>
                    <a:pt x="395" y="13"/>
                  </a:cubicBezTo>
                  <a:cubicBezTo>
                    <a:pt x="526" y="28"/>
                    <a:pt x="628" y="123"/>
                    <a:pt x="649" y="250"/>
                  </a:cubicBezTo>
                  <a:cubicBezTo>
                    <a:pt x="655" y="284"/>
                    <a:pt x="662" y="318"/>
                    <a:pt x="670" y="351"/>
                  </a:cubicBezTo>
                  <a:cubicBezTo>
                    <a:pt x="671" y="358"/>
                    <a:pt x="677" y="364"/>
                    <a:pt x="681" y="370"/>
                  </a:cubicBezTo>
                  <a:cubicBezTo>
                    <a:pt x="728" y="435"/>
                    <a:pt x="746" y="507"/>
                    <a:pt x="729" y="587"/>
                  </a:cubicBezTo>
                  <a:cubicBezTo>
                    <a:pt x="724" y="613"/>
                    <a:pt x="710" y="635"/>
                    <a:pt x="688" y="650"/>
                  </a:cubicBezTo>
                  <a:cubicBezTo>
                    <a:pt x="684" y="653"/>
                    <a:pt x="680" y="661"/>
                    <a:pt x="681" y="666"/>
                  </a:cubicBezTo>
                  <a:cubicBezTo>
                    <a:pt x="686" y="726"/>
                    <a:pt x="664" y="765"/>
                    <a:pt x="608" y="789"/>
                  </a:cubicBezTo>
                  <a:cubicBezTo>
                    <a:pt x="535" y="821"/>
                    <a:pt x="460" y="819"/>
                    <a:pt x="387" y="786"/>
                  </a:cubicBezTo>
                  <a:cubicBezTo>
                    <a:pt x="374" y="780"/>
                    <a:pt x="364" y="780"/>
                    <a:pt x="350" y="786"/>
                  </a:cubicBezTo>
                  <a:cubicBezTo>
                    <a:pt x="278" y="819"/>
                    <a:pt x="205" y="821"/>
                    <a:pt x="132" y="790"/>
                  </a:cubicBezTo>
                  <a:cubicBezTo>
                    <a:pt x="71" y="764"/>
                    <a:pt x="49" y="721"/>
                    <a:pt x="60" y="656"/>
                  </a:cubicBezTo>
                  <a:close/>
                  <a:moveTo>
                    <a:pt x="63" y="537"/>
                  </a:moveTo>
                  <a:cubicBezTo>
                    <a:pt x="65" y="551"/>
                    <a:pt x="67" y="566"/>
                    <a:pt x="71" y="579"/>
                  </a:cubicBezTo>
                  <a:cubicBezTo>
                    <a:pt x="79" y="602"/>
                    <a:pt x="93" y="606"/>
                    <a:pt x="113" y="593"/>
                  </a:cubicBezTo>
                  <a:cubicBezTo>
                    <a:pt x="121" y="588"/>
                    <a:pt x="128" y="582"/>
                    <a:pt x="136" y="577"/>
                  </a:cubicBezTo>
                  <a:cubicBezTo>
                    <a:pt x="152" y="567"/>
                    <a:pt x="170" y="570"/>
                    <a:pt x="180" y="584"/>
                  </a:cubicBezTo>
                  <a:cubicBezTo>
                    <a:pt x="191" y="598"/>
                    <a:pt x="188" y="618"/>
                    <a:pt x="173" y="629"/>
                  </a:cubicBezTo>
                  <a:cubicBezTo>
                    <a:pt x="164" y="636"/>
                    <a:pt x="155" y="641"/>
                    <a:pt x="146" y="647"/>
                  </a:cubicBezTo>
                  <a:cubicBezTo>
                    <a:pt x="107" y="672"/>
                    <a:pt x="106" y="707"/>
                    <a:pt x="148" y="728"/>
                  </a:cubicBezTo>
                  <a:cubicBezTo>
                    <a:pt x="210" y="760"/>
                    <a:pt x="274" y="759"/>
                    <a:pt x="335" y="726"/>
                  </a:cubicBezTo>
                  <a:cubicBezTo>
                    <a:pt x="359" y="714"/>
                    <a:pt x="382" y="714"/>
                    <a:pt x="404" y="726"/>
                  </a:cubicBezTo>
                  <a:cubicBezTo>
                    <a:pt x="467" y="759"/>
                    <a:pt x="531" y="760"/>
                    <a:pt x="594" y="729"/>
                  </a:cubicBezTo>
                  <a:cubicBezTo>
                    <a:pt x="634" y="709"/>
                    <a:pt x="634" y="672"/>
                    <a:pt x="597" y="648"/>
                  </a:cubicBezTo>
                  <a:cubicBezTo>
                    <a:pt x="588" y="641"/>
                    <a:pt x="578" y="636"/>
                    <a:pt x="568" y="630"/>
                  </a:cubicBezTo>
                  <a:cubicBezTo>
                    <a:pt x="553" y="619"/>
                    <a:pt x="549" y="601"/>
                    <a:pt x="559" y="586"/>
                  </a:cubicBezTo>
                  <a:cubicBezTo>
                    <a:pt x="569" y="571"/>
                    <a:pt x="588" y="567"/>
                    <a:pt x="605" y="578"/>
                  </a:cubicBezTo>
                  <a:cubicBezTo>
                    <a:pt x="610" y="581"/>
                    <a:pt x="615" y="585"/>
                    <a:pt x="621" y="589"/>
                  </a:cubicBezTo>
                  <a:cubicBezTo>
                    <a:pt x="650" y="610"/>
                    <a:pt x="668" y="603"/>
                    <a:pt x="673" y="568"/>
                  </a:cubicBezTo>
                  <a:cubicBezTo>
                    <a:pt x="683" y="509"/>
                    <a:pt x="670" y="454"/>
                    <a:pt x="633" y="406"/>
                  </a:cubicBezTo>
                  <a:cubicBezTo>
                    <a:pt x="619" y="387"/>
                    <a:pt x="606" y="370"/>
                    <a:pt x="609" y="344"/>
                  </a:cubicBezTo>
                  <a:cubicBezTo>
                    <a:pt x="610" y="335"/>
                    <a:pt x="603" y="324"/>
                    <a:pt x="600" y="314"/>
                  </a:cubicBezTo>
                  <a:cubicBezTo>
                    <a:pt x="597" y="306"/>
                    <a:pt x="594" y="298"/>
                    <a:pt x="594" y="289"/>
                  </a:cubicBezTo>
                  <a:cubicBezTo>
                    <a:pt x="591" y="187"/>
                    <a:pt x="519" y="101"/>
                    <a:pt x="417" y="77"/>
                  </a:cubicBezTo>
                  <a:cubicBezTo>
                    <a:pt x="320" y="55"/>
                    <a:pt x="216" y="105"/>
                    <a:pt x="171" y="196"/>
                  </a:cubicBezTo>
                  <a:cubicBezTo>
                    <a:pt x="145" y="249"/>
                    <a:pt x="146" y="308"/>
                    <a:pt x="132" y="364"/>
                  </a:cubicBezTo>
                  <a:cubicBezTo>
                    <a:pt x="130" y="371"/>
                    <a:pt x="128" y="379"/>
                    <a:pt x="123" y="383"/>
                  </a:cubicBezTo>
                  <a:cubicBezTo>
                    <a:pt x="83" y="426"/>
                    <a:pt x="66" y="478"/>
                    <a:pt x="63" y="5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sp>
        <p:nvSpPr>
          <p:cNvPr id="87" name="稻壳儿春秋广告/盗版必究        原创来源：http://chn.docer.com/works?userid=199329941#!/work_time"/>
          <p:cNvSpPr/>
          <p:nvPr/>
        </p:nvSpPr>
        <p:spPr>
          <a:xfrm>
            <a:off x="9051298" y="3429000"/>
            <a:ext cx="2361582" cy="271109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90" name="稻壳儿春秋广告/盗版必究        原创来源：http://chn.docer.com/works?userid=199329941#!/work_time"/>
          <p:cNvSpPr txBox="1"/>
          <p:nvPr/>
        </p:nvSpPr>
        <p:spPr>
          <a:xfrm>
            <a:off x="9051300" y="5828020"/>
            <a:ext cx="23615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i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（此处数字可直接复制粘贴）</a:t>
            </a:r>
            <a:endParaRPr lang="zh-CN" altLang="en-US" sz="900" i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103" name="稻壳儿春秋广告/盗版必究        原创来源：http://chn.docer.com/works?userid=199329941#!/work_time"/>
          <p:cNvSpPr txBox="1"/>
          <p:nvPr/>
        </p:nvSpPr>
        <p:spPr>
          <a:xfrm>
            <a:off x="9051300" y="4753558"/>
            <a:ext cx="2361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PPT</a:t>
            </a:r>
            <a:r>
              <a:rPr lang="zh-CN" altLang="en-US" sz="16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官方定制</a:t>
            </a:r>
            <a:r>
              <a:rPr lang="en-US" altLang="zh-CN" sz="16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QQ</a:t>
            </a:r>
            <a:endParaRPr lang="zh-CN" altLang="en-US" sz="1600" b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45" name="稻壳儿春秋广告/盗版必究        原创来源：http://chn.docer.com/works?userid=199329941#!/work_time"/>
          <p:cNvSpPr txBox="1"/>
          <p:nvPr/>
        </p:nvSpPr>
        <p:spPr>
          <a:xfrm>
            <a:off x="1508506" y="5203073"/>
            <a:ext cx="902811" cy="338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春秋广告</a:t>
            </a:r>
            <a:endParaRPr lang="zh-CN" altLang="en-US" sz="1400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46" name="椭圆 24稻壳儿春秋广告/盗版必究        原创来源：http://chn.docer.com/works?userid=199329941#!/work_time"/>
          <p:cNvSpPr/>
          <p:nvPr/>
        </p:nvSpPr>
        <p:spPr>
          <a:xfrm>
            <a:off x="1606206" y="3876268"/>
            <a:ext cx="707410" cy="707410"/>
          </a:xfrm>
          <a:prstGeom prst="ellipse">
            <a:avLst/>
          </a:prstGeom>
          <a:solidFill>
            <a:srgbClr val="EE2B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grpSp>
        <p:nvGrpSpPr>
          <p:cNvPr id="47" name="稻壳儿春秋广告/盗版必究        原创来源：http://chn.docer.com/works?userid=199329941#!/work_time"/>
          <p:cNvGrpSpPr>
            <a:grpSpLocks noChangeAspect="1"/>
          </p:cNvGrpSpPr>
          <p:nvPr/>
        </p:nvGrpSpPr>
        <p:grpSpPr bwMode="auto">
          <a:xfrm>
            <a:off x="1791941" y="4062469"/>
            <a:ext cx="335940" cy="335009"/>
            <a:chOff x="4081" y="368"/>
            <a:chExt cx="721" cy="719"/>
          </a:xfrm>
          <a:solidFill>
            <a:schemeClr val="bg1"/>
          </a:solidFill>
        </p:grpSpPr>
        <p:sp>
          <p:nvSpPr>
            <p:cNvPr id="48" name="稻壳儿春秋广告/盗版必究        原创来源：http://chn.docer.com/works?userid=199329941#!/work_time"/>
            <p:cNvSpPr>
              <a:spLocks noEditPoints="1"/>
            </p:cNvSpPr>
            <p:nvPr/>
          </p:nvSpPr>
          <p:spPr bwMode="auto">
            <a:xfrm>
              <a:off x="4081" y="368"/>
              <a:ext cx="721" cy="719"/>
            </a:xfrm>
            <a:custGeom>
              <a:avLst/>
              <a:gdLst>
                <a:gd name="T0" fmla="*/ 634 w 835"/>
                <a:gd name="T1" fmla="*/ 550 h 831"/>
                <a:gd name="T2" fmla="*/ 734 w 835"/>
                <a:gd name="T3" fmla="*/ 605 h 831"/>
                <a:gd name="T4" fmla="*/ 799 w 835"/>
                <a:gd name="T5" fmla="*/ 670 h 831"/>
                <a:gd name="T6" fmla="*/ 823 w 835"/>
                <a:gd name="T7" fmla="*/ 765 h 831"/>
                <a:gd name="T8" fmla="*/ 747 w 835"/>
                <a:gd name="T9" fmla="*/ 827 h 831"/>
                <a:gd name="T10" fmla="*/ 678 w 835"/>
                <a:gd name="T11" fmla="*/ 806 h 831"/>
                <a:gd name="T12" fmla="*/ 574 w 835"/>
                <a:gd name="T13" fmla="*/ 701 h 831"/>
                <a:gd name="T14" fmla="*/ 544 w 835"/>
                <a:gd name="T15" fmla="*/ 637 h 831"/>
                <a:gd name="T16" fmla="*/ 230 w 835"/>
                <a:gd name="T17" fmla="*/ 665 h 831"/>
                <a:gd name="T18" fmla="*/ 70 w 835"/>
                <a:gd name="T19" fmla="*/ 518 h 831"/>
                <a:gd name="T20" fmla="*/ 134 w 835"/>
                <a:gd name="T21" fmla="*/ 121 h 831"/>
                <a:gd name="T22" fmla="*/ 545 w 835"/>
                <a:gd name="T23" fmla="*/ 87 h 831"/>
                <a:gd name="T24" fmla="*/ 685 w 835"/>
                <a:gd name="T25" fmla="*/ 299 h 831"/>
                <a:gd name="T26" fmla="*/ 634 w 835"/>
                <a:gd name="T27" fmla="*/ 550 h 831"/>
                <a:gd name="T28" fmla="*/ 362 w 835"/>
                <a:gd name="T29" fmla="*/ 83 h 831"/>
                <a:gd name="T30" fmla="*/ 83 w 835"/>
                <a:gd name="T31" fmla="*/ 360 h 831"/>
                <a:gd name="T32" fmla="*/ 360 w 835"/>
                <a:gd name="T33" fmla="*/ 639 h 831"/>
                <a:gd name="T34" fmla="*/ 640 w 835"/>
                <a:gd name="T35" fmla="*/ 361 h 831"/>
                <a:gd name="T36" fmla="*/ 362 w 835"/>
                <a:gd name="T37" fmla="*/ 83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5" h="831">
                  <a:moveTo>
                    <a:pt x="634" y="550"/>
                  </a:moveTo>
                  <a:cubicBezTo>
                    <a:pt x="680" y="549"/>
                    <a:pt x="707" y="577"/>
                    <a:pt x="734" y="605"/>
                  </a:cubicBezTo>
                  <a:cubicBezTo>
                    <a:pt x="755" y="627"/>
                    <a:pt x="777" y="648"/>
                    <a:pt x="799" y="670"/>
                  </a:cubicBezTo>
                  <a:cubicBezTo>
                    <a:pt x="826" y="697"/>
                    <a:pt x="835" y="729"/>
                    <a:pt x="823" y="765"/>
                  </a:cubicBezTo>
                  <a:cubicBezTo>
                    <a:pt x="811" y="802"/>
                    <a:pt x="784" y="822"/>
                    <a:pt x="747" y="827"/>
                  </a:cubicBezTo>
                  <a:cubicBezTo>
                    <a:pt x="721" y="831"/>
                    <a:pt x="697" y="823"/>
                    <a:pt x="678" y="806"/>
                  </a:cubicBezTo>
                  <a:cubicBezTo>
                    <a:pt x="643" y="772"/>
                    <a:pt x="607" y="738"/>
                    <a:pt x="574" y="701"/>
                  </a:cubicBezTo>
                  <a:cubicBezTo>
                    <a:pt x="560" y="684"/>
                    <a:pt x="554" y="660"/>
                    <a:pt x="544" y="637"/>
                  </a:cubicBezTo>
                  <a:cubicBezTo>
                    <a:pt x="447" y="698"/>
                    <a:pt x="340" y="710"/>
                    <a:pt x="230" y="665"/>
                  </a:cubicBezTo>
                  <a:cubicBezTo>
                    <a:pt x="159" y="636"/>
                    <a:pt x="107" y="585"/>
                    <a:pt x="70" y="518"/>
                  </a:cubicBezTo>
                  <a:cubicBezTo>
                    <a:pt x="0" y="390"/>
                    <a:pt x="27" y="219"/>
                    <a:pt x="134" y="121"/>
                  </a:cubicBezTo>
                  <a:cubicBezTo>
                    <a:pt x="251" y="15"/>
                    <a:pt x="418" y="0"/>
                    <a:pt x="545" y="87"/>
                  </a:cubicBezTo>
                  <a:cubicBezTo>
                    <a:pt x="620" y="138"/>
                    <a:pt x="668" y="209"/>
                    <a:pt x="685" y="299"/>
                  </a:cubicBezTo>
                  <a:cubicBezTo>
                    <a:pt x="703" y="388"/>
                    <a:pt x="683" y="471"/>
                    <a:pt x="634" y="550"/>
                  </a:cubicBezTo>
                  <a:close/>
                  <a:moveTo>
                    <a:pt x="362" y="83"/>
                  </a:moveTo>
                  <a:cubicBezTo>
                    <a:pt x="208" y="83"/>
                    <a:pt x="83" y="207"/>
                    <a:pt x="83" y="360"/>
                  </a:cubicBezTo>
                  <a:cubicBezTo>
                    <a:pt x="82" y="514"/>
                    <a:pt x="205" y="638"/>
                    <a:pt x="360" y="639"/>
                  </a:cubicBezTo>
                  <a:cubicBezTo>
                    <a:pt x="514" y="640"/>
                    <a:pt x="641" y="514"/>
                    <a:pt x="640" y="361"/>
                  </a:cubicBezTo>
                  <a:cubicBezTo>
                    <a:pt x="639" y="207"/>
                    <a:pt x="516" y="84"/>
                    <a:pt x="362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50" name="稻壳儿春秋广告/盗版必究        原创来源：http://chn.docer.com/works?userid=199329941#!/work_time"/>
            <p:cNvSpPr/>
            <p:nvPr/>
          </p:nvSpPr>
          <p:spPr bwMode="auto">
            <a:xfrm>
              <a:off x="4174" y="463"/>
              <a:ext cx="264" cy="262"/>
            </a:xfrm>
            <a:custGeom>
              <a:avLst/>
              <a:gdLst>
                <a:gd name="T0" fmla="*/ 27 w 305"/>
                <a:gd name="T1" fmla="*/ 303 h 303"/>
                <a:gd name="T2" fmla="*/ 305 w 305"/>
                <a:gd name="T3" fmla="*/ 24 h 303"/>
                <a:gd name="T4" fmla="*/ 27 w 305"/>
                <a:gd name="T5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5" h="303">
                  <a:moveTo>
                    <a:pt x="27" y="303"/>
                  </a:moveTo>
                  <a:cubicBezTo>
                    <a:pt x="0" y="159"/>
                    <a:pt x="133" y="0"/>
                    <a:pt x="305" y="24"/>
                  </a:cubicBezTo>
                  <a:cubicBezTo>
                    <a:pt x="164" y="70"/>
                    <a:pt x="72" y="162"/>
                    <a:pt x="27" y="3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sp>
        <p:nvSpPr>
          <p:cNvPr id="51" name="稻壳儿春秋广告/盗版必究        原创来源：http://chn.docer.com/works?userid=199329941#!/work_time"/>
          <p:cNvSpPr/>
          <p:nvPr/>
        </p:nvSpPr>
        <p:spPr>
          <a:xfrm>
            <a:off x="779120" y="3429000"/>
            <a:ext cx="2361582" cy="271109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91" name="稻壳儿春秋广告/盗版必究        原创来源：http://chn.docer.com/works?userid=199329941#!/work_time"/>
          <p:cNvSpPr txBox="1"/>
          <p:nvPr/>
        </p:nvSpPr>
        <p:spPr>
          <a:xfrm>
            <a:off x="779121" y="5828020"/>
            <a:ext cx="23615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i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（可下载更多优秀作品）</a:t>
            </a:r>
            <a:endParaRPr lang="zh-CN" altLang="en-US" sz="900" i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104" name="稻壳儿春秋广告/盗版必究        原创来源：http://chn.docer.com/works?userid=199329941#!/work_time"/>
          <p:cNvSpPr txBox="1"/>
          <p:nvPr/>
        </p:nvSpPr>
        <p:spPr>
          <a:xfrm>
            <a:off x="779121" y="4753558"/>
            <a:ext cx="2361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WPS</a:t>
            </a:r>
            <a:r>
              <a:rPr lang="zh-CN" altLang="en-US" sz="16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办公软件搜索</a:t>
            </a:r>
            <a:endParaRPr lang="zh-CN" altLang="en-US" sz="1600" b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69" name="稻壳儿春秋广告/盗版必究        原创来源：http://chn.docer.com/works?userid=199329941#!/work_time"/>
          <p:cNvSpPr/>
          <p:nvPr/>
        </p:nvSpPr>
        <p:spPr>
          <a:xfrm>
            <a:off x="7120992" y="3876268"/>
            <a:ext cx="707410" cy="707410"/>
          </a:xfrm>
          <a:prstGeom prst="ellipse">
            <a:avLst/>
          </a:prstGeom>
          <a:solidFill>
            <a:srgbClr val="EE2B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grpSp>
        <p:nvGrpSpPr>
          <p:cNvPr id="70" name="稻壳儿春秋广告/盗版必究        原创来源：http://chn.docer.com/works?userid=199329941#!/work_time"/>
          <p:cNvGrpSpPr>
            <a:grpSpLocks noChangeAspect="1"/>
          </p:cNvGrpSpPr>
          <p:nvPr/>
        </p:nvGrpSpPr>
        <p:grpSpPr bwMode="auto">
          <a:xfrm>
            <a:off x="7306192" y="4074298"/>
            <a:ext cx="337011" cy="311351"/>
            <a:chOff x="1" y="4"/>
            <a:chExt cx="1668" cy="1541"/>
          </a:xfrm>
          <a:solidFill>
            <a:schemeClr val="bg1"/>
          </a:solidFill>
        </p:grpSpPr>
        <p:sp>
          <p:nvSpPr>
            <p:cNvPr id="71" name="稻壳儿春秋广告/盗版必究        原创来源：http://chn.docer.com/works?userid=199329941#!/work_time"/>
            <p:cNvSpPr/>
            <p:nvPr/>
          </p:nvSpPr>
          <p:spPr bwMode="auto">
            <a:xfrm>
              <a:off x="1" y="4"/>
              <a:ext cx="1099" cy="1528"/>
            </a:xfrm>
            <a:custGeom>
              <a:avLst/>
              <a:gdLst>
                <a:gd name="T0" fmla="*/ 295 w 524"/>
                <a:gd name="T1" fmla="*/ 727 h 727"/>
                <a:gd name="T2" fmla="*/ 295 w 524"/>
                <a:gd name="T3" fmla="*/ 60 h 727"/>
                <a:gd name="T4" fmla="*/ 524 w 524"/>
                <a:gd name="T5" fmla="*/ 60 h 727"/>
                <a:gd name="T6" fmla="*/ 524 w 524"/>
                <a:gd name="T7" fmla="*/ 0 h 727"/>
                <a:gd name="T8" fmla="*/ 0 w 524"/>
                <a:gd name="T9" fmla="*/ 0 h 727"/>
                <a:gd name="T10" fmla="*/ 0 w 524"/>
                <a:gd name="T11" fmla="*/ 62 h 727"/>
                <a:gd name="T12" fmla="*/ 230 w 524"/>
                <a:gd name="T13" fmla="*/ 62 h 727"/>
                <a:gd name="T14" fmla="*/ 230 w 524"/>
                <a:gd name="T15" fmla="*/ 727 h 727"/>
                <a:gd name="T16" fmla="*/ 295 w 524"/>
                <a:gd name="T17" fmla="*/ 727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27">
                  <a:moveTo>
                    <a:pt x="295" y="727"/>
                  </a:moveTo>
                  <a:cubicBezTo>
                    <a:pt x="295" y="504"/>
                    <a:pt x="295" y="283"/>
                    <a:pt x="295" y="60"/>
                  </a:cubicBezTo>
                  <a:cubicBezTo>
                    <a:pt x="373" y="60"/>
                    <a:pt x="449" y="60"/>
                    <a:pt x="524" y="60"/>
                  </a:cubicBezTo>
                  <a:cubicBezTo>
                    <a:pt x="524" y="38"/>
                    <a:pt x="524" y="19"/>
                    <a:pt x="524" y="0"/>
                  </a:cubicBezTo>
                  <a:cubicBezTo>
                    <a:pt x="348" y="0"/>
                    <a:pt x="174" y="0"/>
                    <a:pt x="0" y="0"/>
                  </a:cubicBezTo>
                  <a:cubicBezTo>
                    <a:pt x="0" y="21"/>
                    <a:pt x="0" y="40"/>
                    <a:pt x="0" y="62"/>
                  </a:cubicBezTo>
                  <a:cubicBezTo>
                    <a:pt x="77" y="62"/>
                    <a:pt x="152" y="62"/>
                    <a:pt x="230" y="62"/>
                  </a:cubicBezTo>
                  <a:cubicBezTo>
                    <a:pt x="230" y="285"/>
                    <a:pt x="230" y="505"/>
                    <a:pt x="230" y="727"/>
                  </a:cubicBezTo>
                  <a:cubicBezTo>
                    <a:pt x="252" y="727"/>
                    <a:pt x="272" y="727"/>
                    <a:pt x="295" y="7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74" name="稻壳儿春秋广告/盗版必究        原创来源：http://chn.docer.com/works?userid=199329941#!/work_time"/>
            <p:cNvSpPr/>
            <p:nvPr/>
          </p:nvSpPr>
          <p:spPr bwMode="auto">
            <a:xfrm>
              <a:off x="1" y="4"/>
              <a:ext cx="1099" cy="1528"/>
            </a:xfrm>
            <a:custGeom>
              <a:avLst/>
              <a:gdLst>
                <a:gd name="T0" fmla="*/ 295 w 524"/>
                <a:gd name="T1" fmla="*/ 727 h 727"/>
                <a:gd name="T2" fmla="*/ 230 w 524"/>
                <a:gd name="T3" fmla="*/ 727 h 727"/>
                <a:gd name="T4" fmla="*/ 230 w 524"/>
                <a:gd name="T5" fmla="*/ 62 h 727"/>
                <a:gd name="T6" fmla="*/ 0 w 524"/>
                <a:gd name="T7" fmla="*/ 62 h 727"/>
                <a:gd name="T8" fmla="*/ 0 w 524"/>
                <a:gd name="T9" fmla="*/ 0 h 727"/>
                <a:gd name="T10" fmla="*/ 524 w 524"/>
                <a:gd name="T11" fmla="*/ 0 h 727"/>
                <a:gd name="T12" fmla="*/ 524 w 524"/>
                <a:gd name="T13" fmla="*/ 60 h 727"/>
                <a:gd name="T14" fmla="*/ 295 w 524"/>
                <a:gd name="T15" fmla="*/ 60 h 727"/>
                <a:gd name="T16" fmla="*/ 295 w 524"/>
                <a:gd name="T17" fmla="*/ 727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27">
                  <a:moveTo>
                    <a:pt x="295" y="727"/>
                  </a:moveTo>
                  <a:cubicBezTo>
                    <a:pt x="272" y="727"/>
                    <a:pt x="252" y="727"/>
                    <a:pt x="230" y="727"/>
                  </a:cubicBezTo>
                  <a:cubicBezTo>
                    <a:pt x="230" y="505"/>
                    <a:pt x="230" y="285"/>
                    <a:pt x="230" y="62"/>
                  </a:cubicBezTo>
                  <a:cubicBezTo>
                    <a:pt x="152" y="62"/>
                    <a:pt x="77" y="62"/>
                    <a:pt x="0" y="62"/>
                  </a:cubicBezTo>
                  <a:cubicBezTo>
                    <a:pt x="0" y="40"/>
                    <a:pt x="0" y="21"/>
                    <a:pt x="0" y="0"/>
                  </a:cubicBezTo>
                  <a:cubicBezTo>
                    <a:pt x="174" y="0"/>
                    <a:pt x="348" y="0"/>
                    <a:pt x="524" y="0"/>
                  </a:cubicBezTo>
                  <a:cubicBezTo>
                    <a:pt x="524" y="19"/>
                    <a:pt x="524" y="38"/>
                    <a:pt x="524" y="60"/>
                  </a:cubicBezTo>
                  <a:cubicBezTo>
                    <a:pt x="449" y="60"/>
                    <a:pt x="373" y="60"/>
                    <a:pt x="295" y="60"/>
                  </a:cubicBezTo>
                  <a:cubicBezTo>
                    <a:pt x="295" y="283"/>
                    <a:pt x="295" y="504"/>
                    <a:pt x="295" y="7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76" name="稻壳儿春秋广告/盗版必究        原创来源：http://chn.docer.com/works?userid=199329941#!/work_time"/>
            <p:cNvSpPr>
              <a:spLocks noEditPoints="1"/>
            </p:cNvSpPr>
            <p:nvPr/>
          </p:nvSpPr>
          <p:spPr bwMode="auto">
            <a:xfrm>
              <a:off x="1010" y="792"/>
              <a:ext cx="659" cy="753"/>
            </a:xfrm>
            <a:custGeom>
              <a:avLst/>
              <a:gdLst>
                <a:gd name="T0" fmla="*/ 314 w 314"/>
                <a:gd name="T1" fmla="*/ 350 h 358"/>
                <a:gd name="T2" fmla="*/ 310 w 314"/>
                <a:gd name="T3" fmla="*/ 352 h 358"/>
                <a:gd name="T4" fmla="*/ 251 w 314"/>
                <a:gd name="T5" fmla="*/ 315 h 358"/>
                <a:gd name="T6" fmla="*/ 222 w 314"/>
                <a:gd name="T7" fmla="*/ 249 h 358"/>
                <a:gd name="T8" fmla="*/ 152 w 314"/>
                <a:gd name="T9" fmla="*/ 246 h 358"/>
                <a:gd name="T10" fmla="*/ 84 w 314"/>
                <a:gd name="T11" fmla="*/ 250 h 358"/>
                <a:gd name="T12" fmla="*/ 59 w 314"/>
                <a:gd name="T13" fmla="*/ 311 h 358"/>
                <a:gd name="T14" fmla="*/ 55 w 314"/>
                <a:gd name="T15" fmla="*/ 322 h 358"/>
                <a:gd name="T16" fmla="*/ 0 w 314"/>
                <a:gd name="T17" fmla="*/ 350 h 358"/>
                <a:gd name="T18" fmla="*/ 6 w 314"/>
                <a:gd name="T19" fmla="*/ 331 h 358"/>
                <a:gd name="T20" fmla="*/ 121 w 314"/>
                <a:gd name="T21" fmla="*/ 23 h 358"/>
                <a:gd name="T22" fmla="*/ 147 w 314"/>
                <a:gd name="T23" fmla="*/ 5 h 358"/>
                <a:gd name="T24" fmla="*/ 184 w 314"/>
                <a:gd name="T25" fmla="*/ 21 h 358"/>
                <a:gd name="T26" fmla="*/ 308 w 314"/>
                <a:gd name="T27" fmla="*/ 332 h 358"/>
                <a:gd name="T28" fmla="*/ 314 w 314"/>
                <a:gd name="T29" fmla="*/ 350 h 358"/>
                <a:gd name="T30" fmla="*/ 97 w 314"/>
                <a:gd name="T31" fmla="*/ 209 h 358"/>
                <a:gd name="T32" fmla="*/ 212 w 314"/>
                <a:gd name="T33" fmla="*/ 209 h 358"/>
                <a:gd name="T34" fmla="*/ 153 w 314"/>
                <a:gd name="T35" fmla="*/ 46 h 358"/>
                <a:gd name="T36" fmla="*/ 97 w 314"/>
                <a:gd name="T37" fmla="*/ 209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4" h="358">
                  <a:moveTo>
                    <a:pt x="314" y="350"/>
                  </a:moveTo>
                  <a:cubicBezTo>
                    <a:pt x="311" y="352"/>
                    <a:pt x="311" y="352"/>
                    <a:pt x="310" y="352"/>
                  </a:cubicBezTo>
                  <a:cubicBezTo>
                    <a:pt x="266" y="356"/>
                    <a:pt x="266" y="356"/>
                    <a:pt x="251" y="315"/>
                  </a:cubicBezTo>
                  <a:cubicBezTo>
                    <a:pt x="242" y="292"/>
                    <a:pt x="239" y="261"/>
                    <a:pt x="222" y="249"/>
                  </a:cubicBezTo>
                  <a:cubicBezTo>
                    <a:pt x="206" y="238"/>
                    <a:pt x="176" y="246"/>
                    <a:pt x="152" y="246"/>
                  </a:cubicBezTo>
                  <a:cubicBezTo>
                    <a:pt x="128" y="246"/>
                    <a:pt x="100" y="239"/>
                    <a:pt x="84" y="250"/>
                  </a:cubicBezTo>
                  <a:cubicBezTo>
                    <a:pt x="68" y="260"/>
                    <a:pt x="66" y="290"/>
                    <a:pt x="59" y="311"/>
                  </a:cubicBezTo>
                  <a:cubicBezTo>
                    <a:pt x="57" y="315"/>
                    <a:pt x="56" y="318"/>
                    <a:pt x="55" y="322"/>
                  </a:cubicBezTo>
                  <a:cubicBezTo>
                    <a:pt x="42" y="357"/>
                    <a:pt x="41" y="358"/>
                    <a:pt x="0" y="350"/>
                  </a:cubicBezTo>
                  <a:cubicBezTo>
                    <a:pt x="2" y="344"/>
                    <a:pt x="4" y="338"/>
                    <a:pt x="6" y="331"/>
                  </a:cubicBezTo>
                  <a:cubicBezTo>
                    <a:pt x="44" y="229"/>
                    <a:pt x="83" y="126"/>
                    <a:pt x="121" y="23"/>
                  </a:cubicBezTo>
                  <a:cubicBezTo>
                    <a:pt x="126" y="10"/>
                    <a:pt x="132" y="3"/>
                    <a:pt x="147" y="5"/>
                  </a:cubicBezTo>
                  <a:cubicBezTo>
                    <a:pt x="161" y="7"/>
                    <a:pt x="176" y="0"/>
                    <a:pt x="184" y="21"/>
                  </a:cubicBezTo>
                  <a:cubicBezTo>
                    <a:pt x="224" y="125"/>
                    <a:pt x="267" y="229"/>
                    <a:pt x="308" y="332"/>
                  </a:cubicBezTo>
                  <a:cubicBezTo>
                    <a:pt x="310" y="338"/>
                    <a:pt x="312" y="344"/>
                    <a:pt x="314" y="350"/>
                  </a:cubicBezTo>
                  <a:close/>
                  <a:moveTo>
                    <a:pt x="97" y="209"/>
                  </a:moveTo>
                  <a:cubicBezTo>
                    <a:pt x="135" y="209"/>
                    <a:pt x="173" y="209"/>
                    <a:pt x="212" y="209"/>
                  </a:cubicBezTo>
                  <a:cubicBezTo>
                    <a:pt x="191" y="153"/>
                    <a:pt x="172" y="98"/>
                    <a:pt x="153" y="46"/>
                  </a:cubicBezTo>
                  <a:cubicBezTo>
                    <a:pt x="134" y="99"/>
                    <a:pt x="116" y="154"/>
                    <a:pt x="97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sp>
        <p:nvSpPr>
          <p:cNvPr id="78" name="稻壳儿春秋广告/盗版必究        原创来源：http://chn.docer.com/works?userid=199329941#!/work_time"/>
          <p:cNvSpPr/>
          <p:nvPr/>
        </p:nvSpPr>
        <p:spPr>
          <a:xfrm>
            <a:off x="6293906" y="3429000"/>
            <a:ext cx="2361582" cy="271109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92" name="稻壳儿春秋广告/盗版必究        原创来源：http://chn.docer.com/works?userid=199329941#!/work_time"/>
          <p:cNvSpPr txBox="1"/>
          <p:nvPr/>
        </p:nvSpPr>
        <p:spPr>
          <a:xfrm>
            <a:off x="6293907" y="5828020"/>
            <a:ext cx="23615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i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（自行下载，字体如商用请自行购买）</a:t>
            </a:r>
            <a:endParaRPr lang="zh-CN" altLang="en-US" sz="900" i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105" name="稻壳儿春秋广告/盗版必究        原创来源：http://chn.docer.com/works?userid=199329941#!/work_time"/>
          <p:cNvSpPr txBox="1"/>
          <p:nvPr/>
        </p:nvSpPr>
        <p:spPr>
          <a:xfrm>
            <a:off x="6293907" y="4753558"/>
            <a:ext cx="2361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模板使用字体</a:t>
            </a:r>
            <a:endParaRPr lang="zh-CN" altLang="en-US" sz="1600" b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106" name="稻壳儿春秋广告/盗版必究        原创来源：http://chn.docer.com/works?userid=199329941#!/work_time"/>
          <p:cNvSpPr/>
          <p:nvPr/>
        </p:nvSpPr>
        <p:spPr bwMode="auto">
          <a:xfrm>
            <a:off x="4533386" y="4046055"/>
            <a:ext cx="367837" cy="367836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7428" y="17466"/>
                </a:moveTo>
                <a:cubicBezTo>
                  <a:pt x="16669" y="16923"/>
                  <a:pt x="15846" y="16465"/>
                  <a:pt x="14963" y="16121"/>
                </a:cubicBezTo>
                <a:cubicBezTo>
                  <a:pt x="15595" y="14609"/>
                  <a:pt x="15967" y="12928"/>
                  <a:pt x="16010" y="11148"/>
                </a:cubicBezTo>
                <a:lnTo>
                  <a:pt x="20188" y="11148"/>
                </a:lnTo>
                <a:cubicBezTo>
                  <a:pt x="20097" y="13612"/>
                  <a:pt x="19065" y="15838"/>
                  <a:pt x="17428" y="17466"/>
                </a:cubicBezTo>
                <a:moveTo>
                  <a:pt x="1411" y="11148"/>
                </a:moveTo>
                <a:lnTo>
                  <a:pt x="5589" y="11148"/>
                </a:lnTo>
                <a:cubicBezTo>
                  <a:pt x="5632" y="12928"/>
                  <a:pt x="6004" y="14609"/>
                  <a:pt x="6636" y="16121"/>
                </a:cubicBezTo>
                <a:cubicBezTo>
                  <a:pt x="5753" y="16465"/>
                  <a:pt x="4931" y="16923"/>
                  <a:pt x="4171" y="17466"/>
                </a:cubicBezTo>
                <a:cubicBezTo>
                  <a:pt x="2534" y="15838"/>
                  <a:pt x="1502" y="13612"/>
                  <a:pt x="1411" y="11148"/>
                </a:cubicBezTo>
                <a:moveTo>
                  <a:pt x="3785" y="4553"/>
                </a:moveTo>
                <a:cubicBezTo>
                  <a:pt x="4579" y="5170"/>
                  <a:pt x="5448" y="5691"/>
                  <a:pt x="6388" y="6084"/>
                </a:cubicBezTo>
                <a:cubicBezTo>
                  <a:pt x="5901" y="7433"/>
                  <a:pt x="5627" y="8908"/>
                  <a:pt x="5589" y="10451"/>
                </a:cubicBezTo>
                <a:lnTo>
                  <a:pt x="1411" y="10451"/>
                </a:lnTo>
                <a:cubicBezTo>
                  <a:pt x="1494" y="8190"/>
                  <a:pt x="2376" y="6135"/>
                  <a:pt x="3785" y="4553"/>
                </a:cubicBezTo>
                <a:moveTo>
                  <a:pt x="11148" y="10451"/>
                </a:moveTo>
                <a:lnTo>
                  <a:pt x="11148" y="6950"/>
                </a:lnTo>
                <a:cubicBezTo>
                  <a:pt x="12339" y="6913"/>
                  <a:pt x="13484" y="6696"/>
                  <a:pt x="14558" y="6324"/>
                </a:cubicBezTo>
                <a:cubicBezTo>
                  <a:pt x="15018" y="7598"/>
                  <a:pt x="15276" y="8992"/>
                  <a:pt x="15314" y="10451"/>
                </a:cubicBezTo>
                <a:cubicBezTo>
                  <a:pt x="15314" y="10451"/>
                  <a:pt x="11148" y="10451"/>
                  <a:pt x="11148" y="10451"/>
                </a:cubicBezTo>
                <a:close/>
                <a:moveTo>
                  <a:pt x="14311" y="15882"/>
                </a:moveTo>
                <a:cubicBezTo>
                  <a:pt x="13309" y="15559"/>
                  <a:pt x="12247" y="15380"/>
                  <a:pt x="11148" y="15346"/>
                </a:cubicBezTo>
                <a:lnTo>
                  <a:pt x="11148" y="11148"/>
                </a:lnTo>
                <a:lnTo>
                  <a:pt x="15314" y="11148"/>
                </a:lnTo>
                <a:cubicBezTo>
                  <a:pt x="15270" y="12844"/>
                  <a:pt x="14914" y="14445"/>
                  <a:pt x="14311" y="15882"/>
                </a:cubicBezTo>
                <a:moveTo>
                  <a:pt x="14683" y="16757"/>
                </a:moveTo>
                <a:cubicBezTo>
                  <a:pt x="15476" y="17063"/>
                  <a:pt x="16218" y="17466"/>
                  <a:pt x="16904" y="17941"/>
                </a:cubicBezTo>
                <a:cubicBezTo>
                  <a:pt x="15632" y="19031"/>
                  <a:pt x="14067" y="19781"/>
                  <a:pt x="12344" y="20068"/>
                </a:cubicBezTo>
                <a:cubicBezTo>
                  <a:pt x="13280" y="19136"/>
                  <a:pt x="14076" y="18017"/>
                  <a:pt x="14683" y="16757"/>
                </a:cubicBezTo>
                <a:moveTo>
                  <a:pt x="11148" y="20188"/>
                </a:moveTo>
                <a:lnTo>
                  <a:pt x="11148" y="16043"/>
                </a:lnTo>
                <a:cubicBezTo>
                  <a:pt x="12146" y="16075"/>
                  <a:pt x="13113" y="16231"/>
                  <a:pt x="14025" y="16516"/>
                </a:cubicBezTo>
                <a:cubicBezTo>
                  <a:pt x="13314" y="17970"/>
                  <a:pt x="12343" y="19223"/>
                  <a:pt x="11185" y="20186"/>
                </a:cubicBezTo>
                <a:cubicBezTo>
                  <a:pt x="11185" y="20186"/>
                  <a:pt x="11148" y="20188"/>
                  <a:pt x="11148" y="20188"/>
                </a:cubicBezTo>
                <a:close/>
                <a:moveTo>
                  <a:pt x="9255" y="20068"/>
                </a:moveTo>
                <a:cubicBezTo>
                  <a:pt x="7532" y="19781"/>
                  <a:pt x="5967" y="19031"/>
                  <a:pt x="4695" y="17941"/>
                </a:cubicBezTo>
                <a:cubicBezTo>
                  <a:pt x="5381" y="17466"/>
                  <a:pt x="6123" y="17063"/>
                  <a:pt x="6916" y="16757"/>
                </a:cubicBezTo>
                <a:cubicBezTo>
                  <a:pt x="7523" y="18017"/>
                  <a:pt x="8319" y="19136"/>
                  <a:pt x="9255" y="20068"/>
                </a:cubicBezTo>
                <a:moveTo>
                  <a:pt x="10451" y="11148"/>
                </a:moveTo>
                <a:lnTo>
                  <a:pt x="10451" y="15346"/>
                </a:lnTo>
                <a:cubicBezTo>
                  <a:pt x="9352" y="15380"/>
                  <a:pt x="8290" y="15559"/>
                  <a:pt x="7288" y="15882"/>
                </a:cubicBezTo>
                <a:cubicBezTo>
                  <a:pt x="6685" y="14445"/>
                  <a:pt x="6329" y="12844"/>
                  <a:pt x="6285" y="11148"/>
                </a:cubicBezTo>
                <a:cubicBezTo>
                  <a:pt x="6285" y="11148"/>
                  <a:pt x="10451" y="11148"/>
                  <a:pt x="10451" y="11148"/>
                </a:cubicBezTo>
                <a:close/>
                <a:moveTo>
                  <a:pt x="7041" y="6324"/>
                </a:moveTo>
                <a:cubicBezTo>
                  <a:pt x="8115" y="6696"/>
                  <a:pt x="9260" y="6913"/>
                  <a:pt x="10451" y="6950"/>
                </a:cubicBezTo>
                <a:lnTo>
                  <a:pt x="10451" y="10451"/>
                </a:lnTo>
                <a:lnTo>
                  <a:pt x="6285" y="10451"/>
                </a:lnTo>
                <a:cubicBezTo>
                  <a:pt x="6324" y="8992"/>
                  <a:pt x="6581" y="7598"/>
                  <a:pt x="7041" y="6324"/>
                </a:cubicBezTo>
                <a:moveTo>
                  <a:pt x="6651" y="5442"/>
                </a:moveTo>
                <a:cubicBezTo>
                  <a:pt x="5790" y="5084"/>
                  <a:pt x="4993" y="4609"/>
                  <a:pt x="4263" y="4050"/>
                </a:cubicBezTo>
                <a:cubicBezTo>
                  <a:pt x="5606" y="2749"/>
                  <a:pt x="7332" y="1851"/>
                  <a:pt x="9255" y="1531"/>
                </a:cubicBezTo>
                <a:cubicBezTo>
                  <a:pt x="8175" y="2610"/>
                  <a:pt x="7286" y="3939"/>
                  <a:pt x="6651" y="5442"/>
                </a:cubicBezTo>
                <a:moveTo>
                  <a:pt x="10451" y="1411"/>
                </a:moveTo>
                <a:lnTo>
                  <a:pt x="10451" y="6253"/>
                </a:lnTo>
                <a:cubicBezTo>
                  <a:pt x="9352" y="6217"/>
                  <a:pt x="8296" y="6021"/>
                  <a:pt x="7303" y="5681"/>
                </a:cubicBezTo>
                <a:cubicBezTo>
                  <a:pt x="8029" y="3972"/>
                  <a:pt x="9101" y="2507"/>
                  <a:pt x="10415" y="1413"/>
                </a:cubicBezTo>
                <a:cubicBezTo>
                  <a:pt x="10427" y="1412"/>
                  <a:pt x="10439" y="1411"/>
                  <a:pt x="10451" y="1411"/>
                </a:cubicBezTo>
                <a:moveTo>
                  <a:pt x="12344" y="1531"/>
                </a:moveTo>
                <a:cubicBezTo>
                  <a:pt x="14267" y="1851"/>
                  <a:pt x="15993" y="2749"/>
                  <a:pt x="17336" y="4050"/>
                </a:cubicBezTo>
                <a:cubicBezTo>
                  <a:pt x="16606" y="4609"/>
                  <a:pt x="15809" y="5084"/>
                  <a:pt x="14948" y="5442"/>
                </a:cubicBezTo>
                <a:cubicBezTo>
                  <a:pt x="14313" y="3939"/>
                  <a:pt x="13424" y="2610"/>
                  <a:pt x="12344" y="1531"/>
                </a:cubicBezTo>
                <a:moveTo>
                  <a:pt x="11184" y="1413"/>
                </a:moveTo>
                <a:cubicBezTo>
                  <a:pt x="12498" y="2507"/>
                  <a:pt x="13570" y="3972"/>
                  <a:pt x="14296" y="5681"/>
                </a:cubicBezTo>
                <a:cubicBezTo>
                  <a:pt x="13303" y="6021"/>
                  <a:pt x="12247" y="6217"/>
                  <a:pt x="11148" y="6253"/>
                </a:cubicBezTo>
                <a:lnTo>
                  <a:pt x="11148" y="1411"/>
                </a:lnTo>
                <a:cubicBezTo>
                  <a:pt x="11160" y="1411"/>
                  <a:pt x="11172" y="1412"/>
                  <a:pt x="11184" y="1413"/>
                </a:cubicBezTo>
                <a:moveTo>
                  <a:pt x="10414" y="20186"/>
                </a:moveTo>
                <a:cubicBezTo>
                  <a:pt x="9256" y="19223"/>
                  <a:pt x="8285" y="17970"/>
                  <a:pt x="7574" y="16516"/>
                </a:cubicBezTo>
                <a:cubicBezTo>
                  <a:pt x="8486" y="16231"/>
                  <a:pt x="9453" y="16075"/>
                  <a:pt x="10451" y="16043"/>
                </a:cubicBezTo>
                <a:lnTo>
                  <a:pt x="10451" y="20188"/>
                </a:lnTo>
                <a:cubicBezTo>
                  <a:pt x="10451" y="20188"/>
                  <a:pt x="10414" y="20186"/>
                  <a:pt x="10414" y="20186"/>
                </a:cubicBezTo>
                <a:close/>
                <a:moveTo>
                  <a:pt x="20188" y="10451"/>
                </a:moveTo>
                <a:lnTo>
                  <a:pt x="16010" y="10451"/>
                </a:lnTo>
                <a:cubicBezTo>
                  <a:pt x="15972" y="8908"/>
                  <a:pt x="15698" y="7433"/>
                  <a:pt x="15211" y="6084"/>
                </a:cubicBezTo>
                <a:cubicBezTo>
                  <a:pt x="16151" y="5691"/>
                  <a:pt x="17020" y="5170"/>
                  <a:pt x="17814" y="4553"/>
                </a:cubicBezTo>
                <a:cubicBezTo>
                  <a:pt x="19223" y="6135"/>
                  <a:pt x="20105" y="8190"/>
                  <a:pt x="20188" y="10451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defTabSz="608965">
              <a:defRPr/>
            </a:pPr>
            <a:endParaRPr lang="en-US" sz="4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56" name="稻壳儿春秋广告/盗版必究        原创来源：http://chn.docer.com/works?userid=199329941#!/work_time"/>
          <p:cNvSpPr txBox="1"/>
          <p:nvPr/>
        </p:nvSpPr>
        <p:spPr>
          <a:xfrm>
            <a:off x="3403600" y="1917604"/>
            <a:ext cx="5384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8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原创作品   盗版必究</a:t>
            </a:r>
            <a:endParaRPr lang="zh-CN" altLang="en-US" sz="3800" b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57" name="稻壳儿春秋广告/盗版必究        原创来源：http://chn.docer.com/works?userid=199329941#!/work_time"/>
          <p:cNvSpPr txBox="1"/>
          <p:nvPr/>
        </p:nvSpPr>
        <p:spPr>
          <a:xfrm>
            <a:off x="3886200" y="1609827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SPRING AND AUTUMN ADVERTISEMENT</a:t>
            </a:r>
            <a:endParaRPr lang="zh-CN" altLang="en-US" sz="1400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33" name="稻壳儿春秋广告/盗版必究        原创来源：http://chn.docer.com/works?userid=199329941#!/work_time"/>
          <p:cNvSpPr txBox="1"/>
          <p:nvPr/>
        </p:nvSpPr>
        <p:spPr>
          <a:xfrm>
            <a:off x="6733149" y="5203073"/>
            <a:ext cx="1483098" cy="338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851tegakizatsu</a:t>
            </a:r>
            <a:endParaRPr lang="zh-CN" altLang="en-US" sz="1400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春秋广告/盗版必究        原创来源：http://chn.docer.com/works?userid=199329941#!/work_time"/>
          <p:cNvSpPr/>
          <p:nvPr/>
        </p:nvSpPr>
        <p:spPr>
          <a:xfrm>
            <a:off x="695325" y="2366495"/>
            <a:ext cx="3168207" cy="1782116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  <a:effectLst>
            <a:outerShdw blurRad="1905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40" name="稻壳儿春秋广告/盗版必究        原创来源：http://chn.docer.com/works?userid=199329941#!/work_time"/>
          <p:cNvSpPr/>
          <p:nvPr/>
        </p:nvSpPr>
        <p:spPr>
          <a:xfrm>
            <a:off x="8328468" y="2366495"/>
            <a:ext cx="3168207" cy="178211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1905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46" name="稻壳儿春秋广告/盗版必究        原创来源：http://chn.docer.com/works?userid=199329941#!/work_time"/>
          <p:cNvSpPr/>
          <p:nvPr/>
        </p:nvSpPr>
        <p:spPr>
          <a:xfrm>
            <a:off x="8328468" y="4566770"/>
            <a:ext cx="3168207" cy="178211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905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48" name="稻壳儿春秋广告/盗版必究        原创来源：http://chn.docer.com/works?userid=199329941#!/work_time"/>
          <p:cNvSpPr txBox="1"/>
          <p:nvPr/>
        </p:nvSpPr>
        <p:spPr>
          <a:xfrm>
            <a:off x="695325" y="1399686"/>
            <a:ext cx="1080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感谢您的购买，更多最新优质</a:t>
            </a:r>
            <a:r>
              <a:rPr lang="en-US" altLang="zh-CN" sz="1600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模板，年卡会员免费下载哦！</a:t>
            </a:r>
            <a:r>
              <a:rPr lang="en-US" altLang="zh-CN" sz="1600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           </a:t>
            </a:r>
            <a:r>
              <a:rPr lang="zh-CN" altLang="en-US" sz="1600" dirty="0">
                <a:solidFill>
                  <a:srgbClr val="FFFF00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请复制下面稻壳儿春秋广告店铺网址访问 </a:t>
            </a:r>
            <a:endParaRPr lang="zh-CN" altLang="en-US" sz="1600" dirty="0">
              <a:solidFill>
                <a:srgbClr val="FFFF00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sp>
        <p:nvSpPr>
          <p:cNvPr id="50" name="稻壳儿春秋广告/盗版必究        原创来源：http://chn.docer.com/works?userid=199329941#!/work_time"/>
          <p:cNvSpPr txBox="1"/>
          <p:nvPr/>
        </p:nvSpPr>
        <p:spPr>
          <a:xfrm>
            <a:off x="695325" y="1738240"/>
            <a:ext cx="10801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http://chn.docer.com/works?userid=199329941</a:t>
            </a:r>
            <a:endParaRPr lang="zh-CN" altLang="en-US" sz="2800" b="1" dirty="0">
              <a:solidFill>
                <a:srgbClr val="FFFF00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pic>
        <p:nvPicPr>
          <p:cNvPr id="12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88966"/>
            <a:ext cx="1776280" cy="1021754"/>
          </a:xfrm>
          <a:prstGeom prst="rect">
            <a:avLst/>
          </a:prstGeom>
        </p:spPr>
      </p:pic>
      <p:pic>
        <p:nvPicPr>
          <p:cNvPr id="4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896" y="2366495"/>
            <a:ext cx="3168207" cy="1782117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  <a:effectLst>
            <a:outerShdw blurRad="190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896" y="4567255"/>
            <a:ext cx="3168207" cy="178211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90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4566769"/>
            <a:ext cx="3168206" cy="178211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190500" dist="1270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稻壳儿春秋广告/盗版必究        原创来源：http://chn.docer.com/works?userid=199329941#!/work_ti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稻壳儿春秋广告/盗版必究        原创来源：http://chn.docer.com/works?userid=199329941#!/work_tim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6" name="稻壳儿春秋广告/盗版必究        原创来源：http://chn.docer.com/works?userid=199329941#!/work_time"/>
            <p:cNvSpPr>
              <a:spLocks noEditPoints="1"/>
            </p:cNvSpPr>
            <p:nvPr/>
          </p:nvSpPr>
          <p:spPr bwMode="auto">
            <a:xfrm rot="12345688">
              <a:off x="8392936" y="385686"/>
              <a:ext cx="2041043" cy="744894"/>
            </a:xfrm>
            <a:custGeom>
              <a:avLst/>
              <a:gdLst>
                <a:gd name="T0" fmla="*/ 436 w 445"/>
                <a:gd name="T1" fmla="*/ 2 h 160"/>
                <a:gd name="T2" fmla="*/ 369 w 445"/>
                <a:gd name="T3" fmla="*/ 52 h 160"/>
                <a:gd name="T4" fmla="*/ 373 w 445"/>
                <a:gd name="T5" fmla="*/ 59 h 160"/>
                <a:gd name="T6" fmla="*/ 397 w 445"/>
                <a:gd name="T7" fmla="*/ 52 h 160"/>
                <a:gd name="T8" fmla="*/ 291 w 445"/>
                <a:gd name="T9" fmla="*/ 126 h 160"/>
                <a:gd name="T10" fmla="*/ 142 w 445"/>
                <a:gd name="T11" fmla="*/ 120 h 160"/>
                <a:gd name="T12" fmla="*/ 137 w 445"/>
                <a:gd name="T13" fmla="*/ 114 h 160"/>
                <a:gd name="T14" fmla="*/ 191 w 445"/>
                <a:gd name="T15" fmla="*/ 90 h 160"/>
                <a:gd name="T16" fmla="*/ 188 w 445"/>
                <a:gd name="T17" fmla="*/ 45 h 160"/>
                <a:gd name="T18" fmla="*/ 123 w 445"/>
                <a:gd name="T19" fmla="*/ 106 h 160"/>
                <a:gd name="T20" fmla="*/ 6 w 445"/>
                <a:gd name="T21" fmla="*/ 42 h 160"/>
                <a:gd name="T22" fmla="*/ 1 w 445"/>
                <a:gd name="T23" fmla="*/ 45 h 160"/>
                <a:gd name="T24" fmla="*/ 127 w 445"/>
                <a:gd name="T25" fmla="*/ 114 h 160"/>
                <a:gd name="T26" fmla="*/ 261 w 445"/>
                <a:gd name="T27" fmla="*/ 143 h 160"/>
                <a:gd name="T28" fmla="*/ 404 w 445"/>
                <a:gd name="T29" fmla="*/ 57 h 160"/>
                <a:gd name="T30" fmla="*/ 404 w 445"/>
                <a:gd name="T31" fmla="*/ 83 h 160"/>
                <a:gd name="T32" fmla="*/ 412 w 445"/>
                <a:gd name="T33" fmla="*/ 85 h 160"/>
                <a:gd name="T34" fmla="*/ 444 w 445"/>
                <a:gd name="T35" fmla="*/ 7 h 160"/>
                <a:gd name="T36" fmla="*/ 436 w 445"/>
                <a:gd name="T37" fmla="*/ 2 h 160"/>
                <a:gd name="T38" fmla="*/ 167 w 445"/>
                <a:gd name="T39" fmla="*/ 47 h 160"/>
                <a:gd name="T40" fmla="*/ 175 w 445"/>
                <a:gd name="T41" fmla="*/ 94 h 160"/>
                <a:gd name="T42" fmla="*/ 133 w 445"/>
                <a:gd name="T43" fmla="*/ 105 h 160"/>
                <a:gd name="T44" fmla="*/ 167 w 445"/>
                <a:gd name="T45" fmla="*/ 47 h 160"/>
                <a:gd name="T46" fmla="*/ 410 w 445"/>
                <a:gd name="T47" fmla="*/ 41 h 160"/>
                <a:gd name="T48" fmla="*/ 406 w 445"/>
                <a:gd name="T49" fmla="*/ 40 h 160"/>
                <a:gd name="T50" fmla="*/ 403 w 445"/>
                <a:gd name="T51" fmla="*/ 41 h 160"/>
                <a:gd name="T52" fmla="*/ 429 w 445"/>
                <a:gd name="T53" fmla="*/ 21 h 160"/>
                <a:gd name="T54" fmla="*/ 413 w 445"/>
                <a:gd name="T55" fmla="*/ 62 h 160"/>
                <a:gd name="T56" fmla="*/ 413 w 445"/>
                <a:gd name="T57" fmla="*/ 45 h 160"/>
                <a:gd name="T58" fmla="*/ 410 w 445"/>
                <a:gd name="T59" fmla="*/ 4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45" h="160">
                  <a:moveTo>
                    <a:pt x="436" y="2"/>
                  </a:moveTo>
                  <a:cubicBezTo>
                    <a:pt x="417" y="22"/>
                    <a:pt x="394" y="39"/>
                    <a:pt x="369" y="52"/>
                  </a:cubicBezTo>
                  <a:cubicBezTo>
                    <a:pt x="365" y="54"/>
                    <a:pt x="368" y="61"/>
                    <a:pt x="373" y="59"/>
                  </a:cubicBezTo>
                  <a:cubicBezTo>
                    <a:pt x="381" y="57"/>
                    <a:pt x="389" y="54"/>
                    <a:pt x="397" y="52"/>
                  </a:cubicBezTo>
                  <a:cubicBezTo>
                    <a:pt x="372" y="89"/>
                    <a:pt x="333" y="112"/>
                    <a:pt x="291" y="126"/>
                  </a:cubicBezTo>
                  <a:cubicBezTo>
                    <a:pt x="247" y="141"/>
                    <a:pt x="178" y="158"/>
                    <a:pt x="142" y="120"/>
                  </a:cubicBezTo>
                  <a:cubicBezTo>
                    <a:pt x="140" y="118"/>
                    <a:pt x="138" y="116"/>
                    <a:pt x="137" y="114"/>
                  </a:cubicBezTo>
                  <a:cubicBezTo>
                    <a:pt x="157" y="112"/>
                    <a:pt x="179" y="107"/>
                    <a:pt x="191" y="90"/>
                  </a:cubicBezTo>
                  <a:cubicBezTo>
                    <a:pt x="201" y="76"/>
                    <a:pt x="202" y="55"/>
                    <a:pt x="188" y="45"/>
                  </a:cubicBezTo>
                  <a:cubicBezTo>
                    <a:pt x="151" y="16"/>
                    <a:pt x="111" y="71"/>
                    <a:pt x="123" y="106"/>
                  </a:cubicBezTo>
                  <a:cubicBezTo>
                    <a:pt x="76" y="105"/>
                    <a:pt x="33" y="80"/>
                    <a:pt x="6" y="42"/>
                  </a:cubicBezTo>
                  <a:cubicBezTo>
                    <a:pt x="4" y="40"/>
                    <a:pt x="0" y="42"/>
                    <a:pt x="1" y="45"/>
                  </a:cubicBezTo>
                  <a:cubicBezTo>
                    <a:pt x="28" y="88"/>
                    <a:pt x="76" y="115"/>
                    <a:pt x="127" y="114"/>
                  </a:cubicBezTo>
                  <a:cubicBezTo>
                    <a:pt x="151" y="160"/>
                    <a:pt x="218" y="153"/>
                    <a:pt x="261" y="143"/>
                  </a:cubicBezTo>
                  <a:cubicBezTo>
                    <a:pt x="317" y="131"/>
                    <a:pt x="371" y="104"/>
                    <a:pt x="404" y="57"/>
                  </a:cubicBezTo>
                  <a:cubicBezTo>
                    <a:pt x="404" y="66"/>
                    <a:pt x="404" y="75"/>
                    <a:pt x="404" y="83"/>
                  </a:cubicBezTo>
                  <a:cubicBezTo>
                    <a:pt x="404" y="87"/>
                    <a:pt x="410" y="89"/>
                    <a:pt x="412" y="85"/>
                  </a:cubicBezTo>
                  <a:cubicBezTo>
                    <a:pt x="423" y="59"/>
                    <a:pt x="434" y="33"/>
                    <a:pt x="444" y="7"/>
                  </a:cubicBezTo>
                  <a:cubicBezTo>
                    <a:pt x="445" y="2"/>
                    <a:pt x="439" y="0"/>
                    <a:pt x="436" y="2"/>
                  </a:cubicBezTo>
                  <a:close/>
                  <a:moveTo>
                    <a:pt x="167" y="47"/>
                  </a:moveTo>
                  <a:cubicBezTo>
                    <a:pt x="197" y="47"/>
                    <a:pt x="193" y="81"/>
                    <a:pt x="175" y="94"/>
                  </a:cubicBezTo>
                  <a:cubicBezTo>
                    <a:pt x="163" y="102"/>
                    <a:pt x="147" y="105"/>
                    <a:pt x="133" y="105"/>
                  </a:cubicBezTo>
                  <a:cubicBezTo>
                    <a:pt x="124" y="80"/>
                    <a:pt x="136" y="47"/>
                    <a:pt x="167" y="47"/>
                  </a:cubicBezTo>
                  <a:close/>
                  <a:moveTo>
                    <a:pt x="410" y="41"/>
                  </a:moveTo>
                  <a:cubicBezTo>
                    <a:pt x="409" y="40"/>
                    <a:pt x="408" y="40"/>
                    <a:pt x="406" y="40"/>
                  </a:cubicBezTo>
                  <a:cubicBezTo>
                    <a:pt x="405" y="41"/>
                    <a:pt x="404" y="41"/>
                    <a:pt x="403" y="41"/>
                  </a:cubicBezTo>
                  <a:cubicBezTo>
                    <a:pt x="412" y="35"/>
                    <a:pt x="421" y="28"/>
                    <a:pt x="429" y="21"/>
                  </a:cubicBezTo>
                  <a:cubicBezTo>
                    <a:pt x="424" y="35"/>
                    <a:pt x="418" y="48"/>
                    <a:pt x="413" y="62"/>
                  </a:cubicBezTo>
                  <a:cubicBezTo>
                    <a:pt x="413" y="56"/>
                    <a:pt x="413" y="51"/>
                    <a:pt x="413" y="45"/>
                  </a:cubicBezTo>
                  <a:cubicBezTo>
                    <a:pt x="413" y="43"/>
                    <a:pt x="412" y="41"/>
                    <a:pt x="410" y="41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7" name="稻壳儿春秋广告/盗版必究        原创来源：http://chn.docer.com/works?userid=199329941#!/work_time"/>
            <p:cNvSpPr txBox="1"/>
            <p:nvPr/>
          </p:nvSpPr>
          <p:spPr>
            <a:xfrm>
              <a:off x="9413458" y="1493860"/>
              <a:ext cx="2471228" cy="1027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R" panose="00020600040101010101" pitchFamily="18" charset="-122"/>
                </a:rPr>
                <a:t>WPS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R" panose="00020600040101010101" pitchFamily="18" charset="-122"/>
                </a:rPr>
                <a:t>客户端点击您下载模板右上角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R" panose="00020600040101010101" pitchFamily="18" charset="-122"/>
                </a:rPr>
                <a:t>“春秋广告”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R" panose="00020600040101010101" pitchFamily="18" charset="-122"/>
                </a:rPr>
                <a:t>可以获得更多最新精美模板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稻壳儿春秋广告/盗版必究        原创来源：http://chn.docer.com/works?userid=199329941#!/work_time"/>
          <p:cNvSpPr txBox="1"/>
          <p:nvPr/>
        </p:nvSpPr>
        <p:spPr>
          <a:xfrm>
            <a:off x="4051300" y="1913083"/>
            <a:ext cx="408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商务通用可编辑颜色图标</a:t>
            </a:r>
            <a:endParaRPr lang="zh-CN" altLang="en-US" sz="2400" b="1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pic>
        <p:nvPicPr>
          <p:cNvPr id="200" name="稻壳儿春秋广告/盗版必究        原创来源：http://chn.docer.com/works?userid=199329941#!/work_tim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88966"/>
            <a:ext cx="1776280" cy="1021754"/>
          </a:xfrm>
          <a:prstGeom prst="rect">
            <a:avLst/>
          </a:prstGeom>
        </p:spPr>
      </p:pic>
      <p:sp>
        <p:nvSpPr>
          <p:cNvPr id="202" name="稻壳儿春秋广告/盗版必究        原创来源：http://chn.docer.com/works?userid=199329941#!/work_time"/>
          <p:cNvSpPr txBox="1"/>
          <p:nvPr/>
        </p:nvSpPr>
        <p:spPr>
          <a:xfrm>
            <a:off x="3886200" y="1609827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rPr>
              <a:t>SPRING AND AUTUMN ADVERTISEMENT ICON</a:t>
            </a:r>
            <a:endParaRPr lang="zh-CN" altLang="en-US" sz="1400" dirty="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R" panose="00020600040101010101" pitchFamily="18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30400" y="3443721"/>
            <a:ext cx="8331200" cy="1998152"/>
            <a:chOff x="1930400" y="3443721"/>
            <a:chExt cx="8331200" cy="1998152"/>
          </a:xfrm>
        </p:grpSpPr>
        <p:sp>
          <p:nvSpPr>
            <p:cNvPr id="86" name="稻壳儿春秋广告/盗版必究        原创来源：http://chn.docer.com/works?userid=199329941#!/work_time"/>
            <p:cNvSpPr/>
            <p:nvPr/>
          </p:nvSpPr>
          <p:spPr>
            <a:xfrm>
              <a:off x="8951250" y="3444140"/>
              <a:ext cx="310890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5" y="11475"/>
                  </a:moveTo>
                  <a:cubicBezTo>
                    <a:pt x="17888" y="11475"/>
                    <a:pt x="17550" y="11813"/>
                    <a:pt x="17550" y="12150"/>
                  </a:cubicBezTo>
                  <a:cubicBezTo>
                    <a:pt x="17550" y="12488"/>
                    <a:pt x="17550" y="12656"/>
                    <a:pt x="17550" y="12656"/>
                  </a:cubicBezTo>
                  <a:cubicBezTo>
                    <a:pt x="17550" y="18900"/>
                    <a:pt x="17550" y="18900"/>
                    <a:pt x="17550" y="18900"/>
                  </a:cubicBezTo>
                  <a:cubicBezTo>
                    <a:pt x="17550" y="19744"/>
                    <a:pt x="16875" y="20250"/>
                    <a:pt x="16200" y="20250"/>
                  </a:cubicBezTo>
                  <a:cubicBezTo>
                    <a:pt x="2700" y="20250"/>
                    <a:pt x="2700" y="20250"/>
                    <a:pt x="2700" y="20250"/>
                  </a:cubicBezTo>
                  <a:cubicBezTo>
                    <a:pt x="2025" y="20250"/>
                    <a:pt x="1350" y="19744"/>
                    <a:pt x="1350" y="18900"/>
                  </a:cubicBezTo>
                  <a:cubicBezTo>
                    <a:pt x="1350" y="5400"/>
                    <a:pt x="1350" y="5400"/>
                    <a:pt x="1350" y="5400"/>
                  </a:cubicBezTo>
                  <a:cubicBezTo>
                    <a:pt x="1350" y="4725"/>
                    <a:pt x="2025" y="4050"/>
                    <a:pt x="2700" y="4050"/>
                  </a:cubicBezTo>
                  <a:cubicBezTo>
                    <a:pt x="8269" y="4050"/>
                    <a:pt x="8269" y="4050"/>
                    <a:pt x="8269" y="4050"/>
                  </a:cubicBezTo>
                  <a:cubicBezTo>
                    <a:pt x="8269" y="4050"/>
                    <a:pt x="8438" y="4050"/>
                    <a:pt x="8775" y="4050"/>
                  </a:cubicBezTo>
                  <a:cubicBezTo>
                    <a:pt x="9113" y="4050"/>
                    <a:pt x="9450" y="3713"/>
                    <a:pt x="9450" y="3375"/>
                  </a:cubicBezTo>
                  <a:cubicBezTo>
                    <a:pt x="9450" y="3038"/>
                    <a:pt x="9113" y="2700"/>
                    <a:pt x="8775" y="2700"/>
                  </a:cubicBezTo>
                  <a:cubicBezTo>
                    <a:pt x="2025" y="2700"/>
                    <a:pt x="2025" y="2700"/>
                    <a:pt x="2025" y="2700"/>
                  </a:cubicBezTo>
                  <a:cubicBezTo>
                    <a:pt x="844" y="2700"/>
                    <a:pt x="0" y="3544"/>
                    <a:pt x="0" y="4725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756"/>
                    <a:pt x="844" y="21600"/>
                    <a:pt x="2025" y="21600"/>
                  </a:cubicBezTo>
                  <a:cubicBezTo>
                    <a:pt x="16875" y="21600"/>
                    <a:pt x="16875" y="21600"/>
                    <a:pt x="16875" y="21600"/>
                  </a:cubicBezTo>
                  <a:cubicBezTo>
                    <a:pt x="18056" y="21600"/>
                    <a:pt x="18900" y="20756"/>
                    <a:pt x="18900" y="19575"/>
                  </a:cubicBezTo>
                  <a:cubicBezTo>
                    <a:pt x="18900" y="12150"/>
                    <a:pt x="18900" y="12150"/>
                    <a:pt x="18900" y="12150"/>
                  </a:cubicBezTo>
                  <a:cubicBezTo>
                    <a:pt x="18900" y="11813"/>
                    <a:pt x="18562" y="11475"/>
                    <a:pt x="18225" y="11475"/>
                  </a:cubicBezTo>
                  <a:close/>
                  <a:moveTo>
                    <a:pt x="20925" y="0"/>
                  </a:moveTo>
                  <a:cubicBezTo>
                    <a:pt x="14175" y="0"/>
                    <a:pt x="14175" y="0"/>
                    <a:pt x="14175" y="0"/>
                  </a:cubicBezTo>
                  <a:cubicBezTo>
                    <a:pt x="13838" y="0"/>
                    <a:pt x="13500" y="337"/>
                    <a:pt x="13500" y="675"/>
                  </a:cubicBezTo>
                  <a:cubicBezTo>
                    <a:pt x="13500" y="1012"/>
                    <a:pt x="13838" y="1350"/>
                    <a:pt x="14175" y="1350"/>
                  </a:cubicBezTo>
                  <a:cubicBezTo>
                    <a:pt x="19238" y="1350"/>
                    <a:pt x="19238" y="1350"/>
                    <a:pt x="19238" y="1350"/>
                  </a:cubicBezTo>
                  <a:cubicBezTo>
                    <a:pt x="10294" y="10294"/>
                    <a:pt x="10294" y="10294"/>
                    <a:pt x="10294" y="10294"/>
                  </a:cubicBezTo>
                  <a:cubicBezTo>
                    <a:pt x="9956" y="10631"/>
                    <a:pt x="9956" y="10969"/>
                    <a:pt x="10294" y="11306"/>
                  </a:cubicBezTo>
                  <a:cubicBezTo>
                    <a:pt x="10631" y="11475"/>
                    <a:pt x="10969" y="11475"/>
                    <a:pt x="11306" y="11306"/>
                  </a:cubicBezTo>
                  <a:cubicBezTo>
                    <a:pt x="20250" y="2363"/>
                    <a:pt x="20250" y="2363"/>
                    <a:pt x="20250" y="2363"/>
                  </a:cubicBezTo>
                  <a:cubicBezTo>
                    <a:pt x="20250" y="6750"/>
                    <a:pt x="20250" y="6750"/>
                    <a:pt x="20250" y="6750"/>
                  </a:cubicBezTo>
                  <a:cubicBezTo>
                    <a:pt x="20250" y="7088"/>
                    <a:pt x="20588" y="7425"/>
                    <a:pt x="20925" y="7425"/>
                  </a:cubicBezTo>
                  <a:cubicBezTo>
                    <a:pt x="21263" y="7425"/>
                    <a:pt x="21600" y="7088"/>
                    <a:pt x="21600" y="6750"/>
                  </a:cubicBezTo>
                  <a:cubicBezTo>
                    <a:pt x="21600" y="675"/>
                    <a:pt x="21600" y="675"/>
                    <a:pt x="21600" y="675"/>
                  </a:cubicBezTo>
                  <a:cubicBezTo>
                    <a:pt x="21600" y="337"/>
                    <a:pt x="21263" y="0"/>
                    <a:pt x="20925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87" name="稻壳儿春秋广告/盗版必究        原创来源：http://chn.docer.com/works?userid=199329941#!/work_time"/>
            <p:cNvSpPr/>
            <p:nvPr/>
          </p:nvSpPr>
          <p:spPr>
            <a:xfrm>
              <a:off x="9095483" y="4295187"/>
              <a:ext cx="213417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82" y="18900"/>
                  </a:moveTo>
                  <a:cubicBezTo>
                    <a:pt x="11782" y="20250"/>
                    <a:pt x="11782" y="20250"/>
                    <a:pt x="11782" y="20250"/>
                  </a:cubicBezTo>
                  <a:cubicBezTo>
                    <a:pt x="12764" y="20250"/>
                    <a:pt x="12764" y="20250"/>
                    <a:pt x="12764" y="20250"/>
                  </a:cubicBezTo>
                  <a:cubicBezTo>
                    <a:pt x="13255" y="20250"/>
                    <a:pt x="13745" y="20588"/>
                    <a:pt x="13745" y="20925"/>
                  </a:cubicBezTo>
                  <a:cubicBezTo>
                    <a:pt x="13745" y="21263"/>
                    <a:pt x="13255" y="21600"/>
                    <a:pt x="12764" y="21600"/>
                  </a:cubicBezTo>
                  <a:cubicBezTo>
                    <a:pt x="11782" y="21600"/>
                    <a:pt x="11782" y="21600"/>
                    <a:pt x="11782" y="21600"/>
                  </a:cubicBezTo>
                  <a:cubicBezTo>
                    <a:pt x="9818" y="21600"/>
                    <a:pt x="9818" y="21600"/>
                    <a:pt x="9818" y="21600"/>
                  </a:cubicBezTo>
                  <a:cubicBezTo>
                    <a:pt x="8836" y="21600"/>
                    <a:pt x="8836" y="21600"/>
                    <a:pt x="8836" y="21600"/>
                  </a:cubicBezTo>
                  <a:cubicBezTo>
                    <a:pt x="8345" y="21600"/>
                    <a:pt x="7855" y="21263"/>
                    <a:pt x="7855" y="20925"/>
                  </a:cubicBezTo>
                  <a:cubicBezTo>
                    <a:pt x="7855" y="20588"/>
                    <a:pt x="8345" y="20250"/>
                    <a:pt x="8836" y="20250"/>
                  </a:cubicBezTo>
                  <a:cubicBezTo>
                    <a:pt x="9818" y="20250"/>
                    <a:pt x="9818" y="20250"/>
                    <a:pt x="9818" y="20250"/>
                  </a:cubicBezTo>
                  <a:cubicBezTo>
                    <a:pt x="9818" y="18900"/>
                    <a:pt x="9818" y="18900"/>
                    <a:pt x="9818" y="18900"/>
                  </a:cubicBezTo>
                  <a:cubicBezTo>
                    <a:pt x="4909" y="18562"/>
                    <a:pt x="982" y="16031"/>
                    <a:pt x="0" y="12825"/>
                  </a:cubicBezTo>
                  <a:cubicBezTo>
                    <a:pt x="1964" y="12825"/>
                    <a:pt x="1964" y="12825"/>
                    <a:pt x="1964" y="12825"/>
                  </a:cubicBezTo>
                  <a:cubicBezTo>
                    <a:pt x="2945" y="15525"/>
                    <a:pt x="6627" y="17550"/>
                    <a:pt x="10800" y="17550"/>
                  </a:cubicBezTo>
                  <a:cubicBezTo>
                    <a:pt x="14973" y="17550"/>
                    <a:pt x="18655" y="15525"/>
                    <a:pt x="19636" y="12825"/>
                  </a:cubicBezTo>
                  <a:cubicBezTo>
                    <a:pt x="21600" y="12825"/>
                    <a:pt x="21600" y="12825"/>
                    <a:pt x="21600" y="12825"/>
                  </a:cubicBezTo>
                  <a:cubicBezTo>
                    <a:pt x="20618" y="16031"/>
                    <a:pt x="16691" y="18562"/>
                    <a:pt x="11782" y="18900"/>
                  </a:cubicBezTo>
                  <a:close/>
                  <a:moveTo>
                    <a:pt x="10800" y="16200"/>
                  </a:moveTo>
                  <a:cubicBezTo>
                    <a:pt x="7118" y="16200"/>
                    <a:pt x="3927" y="14175"/>
                    <a:pt x="3927" y="11475"/>
                  </a:cubicBezTo>
                  <a:cubicBezTo>
                    <a:pt x="3927" y="4725"/>
                    <a:pt x="3927" y="4725"/>
                    <a:pt x="3927" y="4725"/>
                  </a:cubicBezTo>
                  <a:cubicBezTo>
                    <a:pt x="3927" y="2194"/>
                    <a:pt x="7118" y="0"/>
                    <a:pt x="10800" y="0"/>
                  </a:cubicBezTo>
                  <a:cubicBezTo>
                    <a:pt x="14482" y="0"/>
                    <a:pt x="17673" y="2194"/>
                    <a:pt x="17673" y="4725"/>
                  </a:cubicBezTo>
                  <a:cubicBezTo>
                    <a:pt x="17673" y="11475"/>
                    <a:pt x="17673" y="11475"/>
                    <a:pt x="17673" y="11475"/>
                  </a:cubicBezTo>
                  <a:cubicBezTo>
                    <a:pt x="17673" y="14175"/>
                    <a:pt x="14482" y="16200"/>
                    <a:pt x="10800" y="16200"/>
                  </a:cubicBezTo>
                  <a:close/>
                  <a:moveTo>
                    <a:pt x="15709" y="4725"/>
                  </a:moveTo>
                  <a:cubicBezTo>
                    <a:pt x="15709" y="2869"/>
                    <a:pt x="13500" y="1350"/>
                    <a:pt x="10800" y="1350"/>
                  </a:cubicBezTo>
                  <a:cubicBezTo>
                    <a:pt x="8100" y="1350"/>
                    <a:pt x="5891" y="2869"/>
                    <a:pt x="5891" y="4725"/>
                  </a:cubicBezTo>
                  <a:cubicBezTo>
                    <a:pt x="5891" y="11475"/>
                    <a:pt x="5891" y="11475"/>
                    <a:pt x="5891" y="11475"/>
                  </a:cubicBezTo>
                  <a:cubicBezTo>
                    <a:pt x="5891" y="13331"/>
                    <a:pt x="8100" y="14850"/>
                    <a:pt x="10800" y="14850"/>
                  </a:cubicBezTo>
                  <a:cubicBezTo>
                    <a:pt x="13500" y="14850"/>
                    <a:pt x="15709" y="13331"/>
                    <a:pt x="15709" y="11475"/>
                  </a:cubicBezTo>
                  <a:cubicBezTo>
                    <a:pt x="15709" y="4725"/>
                    <a:pt x="15709" y="4725"/>
                    <a:pt x="15709" y="4725"/>
                  </a:cubicBezTo>
                  <a:close/>
                  <a:moveTo>
                    <a:pt x="0" y="12825"/>
                  </a:moveTo>
                  <a:cubicBezTo>
                    <a:pt x="0" y="12488"/>
                    <a:pt x="491" y="12150"/>
                    <a:pt x="982" y="12150"/>
                  </a:cubicBezTo>
                  <a:cubicBezTo>
                    <a:pt x="1473" y="12150"/>
                    <a:pt x="1964" y="12488"/>
                    <a:pt x="1964" y="12825"/>
                  </a:cubicBezTo>
                  <a:cubicBezTo>
                    <a:pt x="736" y="12825"/>
                    <a:pt x="982" y="12825"/>
                    <a:pt x="0" y="12825"/>
                  </a:cubicBezTo>
                  <a:close/>
                  <a:moveTo>
                    <a:pt x="19636" y="12825"/>
                  </a:moveTo>
                  <a:cubicBezTo>
                    <a:pt x="19636" y="12488"/>
                    <a:pt x="20127" y="12150"/>
                    <a:pt x="20618" y="12150"/>
                  </a:cubicBezTo>
                  <a:cubicBezTo>
                    <a:pt x="21109" y="12150"/>
                    <a:pt x="21600" y="12488"/>
                    <a:pt x="21600" y="12825"/>
                  </a:cubicBezTo>
                  <a:cubicBezTo>
                    <a:pt x="20618" y="12825"/>
                    <a:pt x="20618" y="12825"/>
                    <a:pt x="19636" y="1282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88" name="稻壳儿春秋广告/盗版必究        原创来源：http://chn.docer.com/works?userid=199329941#!/work_time"/>
            <p:cNvSpPr/>
            <p:nvPr/>
          </p:nvSpPr>
          <p:spPr>
            <a:xfrm>
              <a:off x="8085329" y="5131287"/>
              <a:ext cx="310890" cy="310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8" extrusionOk="0">
                  <a:moveTo>
                    <a:pt x="19575" y="21558"/>
                  </a:moveTo>
                  <a:cubicBezTo>
                    <a:pt x="2025" y="21558"/>
                    <a:pt x="2025" y="21558"/>
                    <a:pt x="2025" y="21558"/>
                  </a:cubicBezTo>
                  <a:cubicBezTo>
                    <a:pt x="844" y="21558"/>
                    <a:pt x="0" y="20714"/>
                    <a:pt x="0" y="19533"/>
                  </a:cubicBezTo>
                  <a:cubicBezTo>
                    <a:pt x="0" y="7383"/>
                    <a:pt x="0" y="7383"/>
                    <a:pt x="0" y="7383"/>
                  </a:cubicBezTo>
                  <a:cubicBezTo>
                    <a:pt x="0" y="6371"/>
                    <a:pt x="844" y="5358"/>
                    <a:pt x="2025" y="5358"/>
                  </a:cubicBezTo>
                  <a:cubicBezTo>
                    <a:pt x="11138" y="5358"/>
                    <a:pt x="11138" y="5358"/>
                    <a:pt x="11138" y="5358"/>
                  </a:cubicBezTo>
                  <a:cubicBezTo>
                    <a:pt x="6919" y="1139"/>
                    <a:pt x="6919" y="1139"/>
                    <a:pt x="6919" y="1139"/>
                  </a:cubicBezTo>
                  <a:cubicBezTo>
                    <a:pt x="6750" y="802"/>
                    <a:pt x="6750" y="464"/>
                    <a:pt x="6919" y="127"/>
                  </a:cubicBezTo>
                  <a:cubicBezTo>
                    <a:pt x="7256" y="-42"/>
                    <a:pt x="7594" y="-42"/>
                    <a:pt x="7931" y="127"/>
                  </a:cubicBezTo>
                  <a:cubicBezTo>
                    <a:pt x="12488" y="4683"/>
                    <a:pt x="12488" y="4683"/>
                    <a:pt x="12488" y="4683"/>
                  </a:cubicBezTo>
                  <a:cubicBezTo>
                    <a:pt x="17044" y="296"/>
                    <a:pt x="17044" y="296"/>
                    <a:pt x="17044" y="296"/>
                  </a:cubicBezTo>
                  <a:cubicBezTo>
                    <a:pt x="17381" y="-42"/>
                    <a:pt x="17719" y="-42"/>
                    <a:pt x="18056" y="296"/>
                  </a:cubicBezTo>
                  <a:cubicBezTo>
                    <a:pt x="18225" y="464"/>
                    <a:pt x="18225" y="971"/>
                    <a:pt x="18056" y="1139"/>
                  </a:cubicBezTo>
                  <a:cubicBezTo>
                    <a:pt x="13838" y="5358"/>
                    <a:pt x="13838" y="5358"/>
                    <a:pt x="13838" y="5358"/>
                  </a:cubicBezTo>
                  <a:cubicBezTo>
                    <a:pt x="19575" y="5358"/>
                    <a:pt x="19575" y="5358"/>
                    <a:pt x="19575" y="5358"/>
                  </a:cubicBezTo>
                  <a:cubicBezTo>
                    <a:pt x="20756" y="5358"/>
                    <a:pt x="21600" y="6371"/>
                    <a:pt x="21600" y="7383"/>
                  </a:cubicBezTo>
                  <a:cubicBezTo>
                    <a:pt x="21600" y="19533"/>
                    <a:pt x="21600" y="19533"/>
                    <a:pt x="21600" y="19533"/>
                  </a:cubicBezTo>
                  <a:cubicBezTo>
                    <a:pt x="21600" y="20714"/>
                    <a:pt x="20756" y="21558"/>
                    <a:pt x="19575" y="21558"/>
                  </a:cubicBezTo>
                  <a:close/>
                  <a:moveTo>
                    <a:pt x="20250" y="8058"/>
                  </a:moveTo>
                  <a:cubicBezTo>
                    <a:pt x="20250" y="7383"/>
                    <a:pt x="19575" y="6708"/>
                    <a:pt x="18900" y="6708"/>
                  </a:cubicBezTo>
                  <a:cubicBezTo>
                    <a:pt x="2700" y="6708"/>
                    <a:pt x="2700" y="6708"/>
                    <a:pt x="2700" y="6708"/>
                  </a:cubicBezTo>
                  <a:cubicBezTo>
                    <a:pt x="2025" y="6708"/>
                    <a:pt x="1350" y="7383"/>
                    <a:pt x="1350" y="8058"/>
                  </a:cubicBezTo>
                  <a:cubicBezTo>
                    <a:pt x="1350" y="18858"/>
                    <a:pt x="1350" y="18858"/>
                    <a:pt x="1350" y="18858"/>
                  </a:cubicBezTo>
                  <a:cubicBezTo>
                    <a:pt x="1350" y="19702"/>
                    <a:pt x="2025" y="20208"/>
                    <a:pt x="2700" y="20208"/>
                  </a:cubicBezTo>
                  <a:cubicBezTo>
                    <a:pt x="18900" y="20208"/>
                    <a:pt x="18900" y="20208"/>
                    <a:pt x="18900" y="20208"/>
                  </a:cubicBezTo>
                  <a:cubicBezTo>
                    <a:pt x="19575" y="20208"/>
                    <a:pt x="20250" y="19702"/>
                    <a:pt x="20250" y="18858"/>
                  </a:cubicBezTo>
                  <a:cubicBezTo>
                    <a:pt x="20250" y="8058"/>
                    <a:pt x="20250" y="8058"/>
                    <a:pt x="20250" y="8058"/>
                  </a:cubicBezTo>
                  <a:close/>
                  <a:moveTo>
                    <a:pt x="18225" y="18858"/>
                  </a:moveTo>
                  <a:cubicBezTo>
                    <a:pt x="15525" y="18858"/>
                    <a:pt x="15525" y="18858"/>
                    <a:pt x="15525" y="18858"/>
                  </a:cubicBezTo>
                  <a:cubicBezTo>
                    <a:pt x="15188" y="18858"/>
                    <a:pt x="14850" y="18521"/>
                    <a:pt x="14850" y="18183"/>
                  </a:cubicBezTo>
                  <a:cubicBezTo>
                    <a:pt x="14850" y="17846"/>
                    <a:pt x="15188" y="17508"/>
                    <a:pt x="15525" y="17508"/>
                  </a:cubicBezTo>
                  <a:cubicBezTo>
                    <a:pt x="18225" y="17508"/>
                    <a:pt x="18225" y="17508"/>
                    <a:pt x="18225" y="17508"/>
                  </a:cubicBezTo>
                  <a:cubicBezTo>
                    <a:pt x="18562" y="17508"/>
                    <a:pt x="18900" y="17846"/>
                    <a:pt x="18900" y="18183"/>
                  </a:cubicBezTo>
                  <a:cubicBezTo>
                    <a:pt x="18900" y="18521"/>
                    <a:pt x="18562" y="18858"/>
                    <a:pt x="18225" y="18858"/>
                  </a:cubicBezTo>
                  <a:close/>
                  <a:moveTo>
                    <a:pt x="18225" y="16833"/>
                  </a:moveTo>
                  <a:cubicBezTo>
                    <a:pt x="15525" y="16833"/>
                    <a:pt x="15525" y="16833"/>
                    <a:pt x="15525" y="16833"/>
                  </a:cubicBezTo>
                  <a:cubicBezTo>
                    <a:pt x="15188" y="16833"/>
                    <a:pt x="14850" y="16496"/>
                    <a:pt x="14850" y="16158"/>
                  </a:cubicBezTo>
                  <a:cubicBezTo>
                    <a:pt x="14850" y="15821"/>
                    <a:pt x="15188" y="15483"/>
                    <a:pt x="15525" y="15483"/>
                  </a:cubicBezTo>
                  <a:cubicBezTo>
                    <a:pt x="18225" y="15483"/>
                    <a:pt x="18225" y="15483"/>
                    <a:pt x="18225" y="15483"/>
                  </a:cubicBezTo>
                  <a:cubicBezTo>
                    <a:pt x="18562" y="15483"/>
                    <a:pt x="18900" y="15821"/>
                    <a:pt x="18900" y="16158"/>
                  </a:cubicBezTo>
                  <a:cubicBezTo>
                    <a:pt x="18900" y="16496"/>
                    <a:pt x="18562" y="16833"/>
                    <a:pt x="18225" y="16833"/>
                  </a:cubicBezTo>
                  <a:close/>
                  <a:moveTo>
                    <a:pt x="16875" y="12108"/>
                  </a:moveTo>
                  <a:cubicBezTo>
                    <a:pt x="15694" y="12108"/>
                    <a:pt x="14850" y="11264"/>
                    <a:pt x="14850" y="10083"/>
                  </a:cubicBezTo>
                  <a:cubicBezTo>
                    <a:pt x="14850" y="9071"/>
                    <a:pt x="15694" y="8058"/>
                    <a:pt x="16875" y="8058"/>
                  </a:cubicBezTo>
                  <a:cubicBezTo>
                    <a:pt x="18056" y="8058"/>
                    <a:pt x="18900" y="9071"/>
                    <a:pt x="18900" y="10083"/>
                  </a:cubicBezTo>
                  <a:cubicBezTo>
                    <a:pt x="18900" y="11264"/>
                    <a:pt x="18056" y="12108"/>
                    <a:pt x="16875" y="12108"/>
                  </a:cubicBezTo>
                  <a:close/>
                  <a:moveTo>
                    <a:pt x="16875" y="9408"/>
                  </a:moveTo>
                  <a:cubicBezTo>
                    <a:pt x="16538" y="9408"/>
                    <a:pt x="16200" y="9746"/>
                    <a:pt x="16200" y="10083"/>
                  </a:cubicBezTo>
                  <a:cubicBezTo>
                    <a:pt x="16200" y="10421"/>
                    <a:pt x="16538" y="10758"/>
                    <a:pt x="16875" y="10758"/>
                  </a:cubicBezTo>
                  <a:cubicBezTo>
                    <a:pt x="17213" y="10758"/>
                    <a:pt x="17550" y="10421"/>
                    <a:pt x="17550" y="10083"/>
                  </a:cubicBezTo>
                  <a:cubicBezTo>
                    <a:pt x="17550" y="9746"/>
                    <a:pt x="17213" y="9408"/>
                    <a:pt x="16875" y="9408"/>
                  </a:cubicBezTo>
                  <a:close/>
                  <a:moveTo>
                    <a:pt x="12150" y="18858"/>
                  </a:moveTo>
                  <a:cubicBezTo>
                    <a:pt x="4050" y="18858"/>
                    <a:pt x="4050" y="18858"/>
                    <a:pt x="4050" y="18858"/>
                  </a:cubicBezTo>
                  <a:cubicBezTo>
                    <a:pt x="3375" y="18858"/>
                    <a:pt x="2700" y="18352"/>
                    <a:pt x="2700" y="17508"/>
                  </a:cubicBezTo>
                  <a:cubicBezTo>
                    <a:pt x="2700" y="9408"/>
                    <a:pt x="2700" y="9408"/>
                    <a:pt x="2700" y="9408"/>
                  </a:cubicBezTo>
                  <a:cubicBezTo>
                    <a:pt x="2700" y="8733"/>
                    <a:pt x="3375" y="8058"/>
                    <a:pt x="4050" y="8058"/>
                  </a:cubicBezTo>
                  <a:cubicBezTo>
                    <a:pt x="12150" y="8058"/>
                    <a:pt x="12150" y="8058"/>
                    <a:pt x="12150" y="8058"/>
                  </a:cubicBezTo>
                  <a:cubicBezTo>
                    <a:pt x="12825" y="8058"/>
                    <a:pt x="13500" y="8733"/>
                    <a:pt x="13500" y="9408"/>
                  </a:cubicBezTo>
                  <a:cubicBezTo>
                    <a:pt x="13500" y="17508"/>
                    <a:pt x="13500" y="17508"/>
                    <a:pt x="13500" y="17508"/>
                  </a:cubicBezTo>
                  <a:cubicBezTo>
                    <a:pt x="13500" y="18352"/>
                    <a:pt x="12825" y="18858"/>
                    <a:pt x="12150" y="18858"/>
                  </a:cubicBezTo>
                  <a:close/>
                  <a:moveTo>
                    <a:pt x="12150" y="10083"/>
                  </a:moveTo>
                  <a:cubicBezTo>
                    <a:pt x="12150" y="9746"/>
                    <a:pt x="11813" y="9408"/>
                    <a:pt x="11475" y="9408"/>
                  </a:cubicBezTo>
                  <a:cubicBezTo>
                    <a:pt x="4725" y="9408"/>
                    <a:pt x="4725" y="9408"/>
                    <a:pt x="4725" y="9408"/>
                  </a:cubicBezTo>
                  <a:cubicBezTo>
                    <a:pt x="4388" y="9408"/>
                    <a:pt x="4050" y="9746"/>
                    <a:pt x="4050" y="10083"/>
                  </a:cubicBezTo>
                  <a:cubicBezTo>
                    <a:pt x="4050" y="16833"/>
                    <a:pt x="4050" y="16833"/>
                    <a:pt x="4050" y="16833"/>
                  </a:cubicBezTo>
                  <a:cubicBezTo>
                    <a:pt x="4050" y="17171"/>
                    <a:pt x="4388" y="17508"/>
                    <a:pt x="4725" y="17508"/>
                  </a:cubicBezTo>
                  <a:cubicBezTo>
                    <a:pt x="11475" y="17508"/>
                    <a:pt x="11475" y="17508"/>
                    <a:pt x="11475" y="17508"/>
                  </a:cubicBezTo>
                  <a:cubicBezTo>
                    <a:pt x="11813" y="17508"/>
                    <a:pt x="12150" y="17171"/>
                    <a:pt x="12150" y="16833"/>
                  </a:cubicBezTo>
                  <a:cubicBezTo>
                    <a:pt x="12150" y="10083"/>
                    <a:pt x="12150" y="10083"/>
                    <a:pt x="12150" y="10083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89" name="稻壳儿春秋广告/盗版必究        原创来源：http://chn.docer.com/works?userid=199329941#!/work_time"/>
            <p:cNvSpPr/>
            <p:nvPr/>
          </p:nvSpPr>
          <p:spPr>
            <a:xfrm>
              <a:off x="8085329" y="3444140"/>
              <a:ext cx="252405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85" y="16200"/>
                  </a:moveTo>
                  <a:cubicBezTo>
                    <a:pt x="5815" y="16200"/>
                    <a:pt x="5815" y="16200"/>
                    <a:pt x="5815" y="16200"/>
                  </a:cubicBezTo>
                  <a:cubicBezTo>
                    <a:pt x="5400" y="16200"/>
                    <a:pt x="4985" y="16538"/>
                    <a:pt x="4985" y="16875"/>
                  </a:cubicBezTo>
                  <a:cubicBezTo>
                    <a:pt x="4985" y="17213"/>
                    <a:pt x="5400" y="17550"/>
                    <a:pt x="5815" y="17550"/>
                  </a:cubicBezTo>
                  <a:cubicBezTo>
                    <a:pt x="15785" y="17550"/>
                    <a:pt x="15785" y="17550"/>
                    <a:pt x="15785" y="17550"/>
                  </a:cubicBezTo>
                  <a:cubicBezTo>
                    <a:pt x="16200" y="17550"/>
                    <a:pt x="16615" y="17213"/>
                    <a:pt x="16615" y="16875"/>
                  </a:cubicBezTo>
                  <a:cubicBezTo>
                    <a:pt x="16615" y="16538"/>
                    <a:pt x="16200" y="16200"/>
                    <a:pt x="15785" y="16200"/>
                  </a:cubicBezTo>
                  <a:close/>
                  <a:moveTo>
                    <a:pt x="19108" y="3375"/>
                  </a:moveTo>
                  <a:cubicBezTo>
                    <a:pt x="17446" y="3375"/>
                    <a:pt x="17446" y="3375"/>
                    <a:pt x="17446" y="3375"/>
                  </a:cubicBezTo>
                  <a:cubicBezTo>
                    <a:pt x="17446" y="2700"/>
                    <a:pt x="16615" y="2025"/>
                    <a:pt x="15785" y="2025"/>
                  </a:cubicBezTo>
                  <a:cubicBezTo>
                    <a:pt x="14954" y="2025"/>
                    <a:pt x="14954" y="2025"/>
                    <a:pt x="14954" y="2025"/>
                  </a:cubicBezTo>
                  <a:cubicBezTo>
                    <a:pt x="14954" y="1350"/>
                    <a:pt x="14954" y="1350"/>
                    <a:pt x="14954" y="1350"/>
                  </a:cubicBezTo>
                  <a:cubicBezTo>
                    <a:pt x="14954" y="675"/>
                    <a:pt x="14123" y="0"/>
                    <a:pt x="13292" y="0"/>
                  </a:cubicBezTo>
                  <a:cubicBezTo>
                    <a:pt x="8308" y="0"/>
                    <a:pt x="8308" y="0"/>
                    <a:pt x="8308" y="0"/>
                  </a:cubicBezTo>
                  <a:cubicBezTo>
                    <a:pt x="7477" y="0"/>
                    <a:pt x="6646" y="675"/>
                    <a:pt x="6646" y="1350"/>
                  </a:cubicBezTo>
                  <a:cubicBezTo>
                    <a:pt x="6646" y="2025"/>
                    <a:pt x="6646" y="2025"/>
                    <a:pt x="6646" y="2025"/>
                  </a:cubicBezTo>
                  <a:cubicBezTo>
                    <a:pt x="5815" y="2025"/>
                    <a:pt x="5815" y="2025"/>
                    <a:pt x="5815" y="2025"/>
                  </a:cubicBezTo>
                  <a:cubicBezTo>
                    <a:pt x="4985" y="2025"/>
                    <a:pt x="4154" y="2700"/>
                    <a:pt x="4154" y="3375"/>
                  </a:cubicBezTo>
                  <a:cubicBezTo>
                    <a:pt x="2492" y="3375"/>
                    <a:pt x="2492" y="3375"/>
                    <a:pt x="2492" y="3375"/>
                  </a:cubicBezTo>
                  <a:cubicBezTo>
                    <a:pt x="1038" y="3375"/>
                    <a:pt x="0" y="4219"/>
                    <a:pt x="0" y="5400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756"/>
                    <a:pt x="1038" y="21600"/>
                    <a:pt x="2492" y="21600"/>
                  </a:cubicBezTo>
                  <a:cubicBezTo>
                    <a:pt x="19108" y="21600"/>
                    <a:pt x="19108" y="21600"/>
                    <a:pt x="19108" y="21600"/>
                  </a:cubicBezTo>
                  <a:cubicBezTo>
                    <a:pt x="20562" y="21600"/>
                    <a:pt x="21600" y="20756"/>
                    <a:pt x="21600" y="19575"/>
                  </a:cubicBezTo>
                  <a:cubicBezTo>
                    <a:pt x="21600" y="5400"/>
                    <a:pt x="21600" y="5400"/>
                    <a:pt x="21600" y="5400"/>
                  </a:cubicBezTo>
                  <a:cubicBezTo>
                    <a:pt x="21600" y="4219"/>
                    <a:pt x="20562" y="3375"/>
                    <a:pt x="19108" y="3375"/>
                  </a:cubicBezTo>
                  <a:close/>
                  <a:moveTo>
                    <a:pt x="7062" y="3375"/>
                  </a:moveTo>
                  <a:cubicBezTo>
                    <a:pt x="8308" y="3375"/>
                    <a:pt x="8308" y="3375"/>
                    <a:pt x="8308" y="3375"/>
                  </a:cubicBezTo>
                  <a:cubicBezTo>
                    <a:pt x="8308" y="2700"/>
                    <a:pt x="8308" y="2700"/>
                    <a:pt x="8308" y="2700"/>
                  </a:cubicBezTo>
                  <a:cubicBezTo>
                    <a:pt x="8308" y="2025"/>
                    <a:pt x="9138" y="1350"/>
                    <a:pt x="9969" y="1350"/>
                  </a:cubicBezTo>
                  <a:cubicBezTo>
                    <a:pt x="11631" y="1350"/>
                    <a:pt x="11631" y="1350"/>
                    <a:pt x="11631" y="1350"/>
                  </a:cubicBezTo>
                  <a:cubicBezTo>
                    <a:pt x="12462" y="1350"/>
                    <a:pt x="13292" y="2025"/>
                    <a:pt x="13292" y="2700"/>
                  </a:cubicBezTo>
                  <a:cubicBezTo>
                    <a:pt x="13292" y="3375"/>
                    <a:pt x="13292" y="3375"/>
                    <a:pt x="13292" y="3375"/>
                  </a:cubicBezTo>
                  <a:cubicBezTo>
                    <a:pt x="14538" y="3375"/>
                    <a:pt x="14538" y="3375"/>
                    <a:pt x="14538" y="3375"/>
                  </a:cubicBezTo>
                  <a:cubicBezTo>
                    <a:pt x="15162" y="3375"/>
                    <a:pt x="15785" y="3881"/>
                    <a:pt x="15785" y="4388"/>
                  </a:cubicBezTo>
                  <a:cubicBezTo>
                    <a:pt x="15785" y="4894"/>
                    <a:pt x="15162" y="5400"/>
                    <a:pt x="14538" y="5400"/>
                  </a:cubicBezTo>
                  <a:cubicBezTo>
                    <a:pt x="7062" y="5400"/>
                    <a:pt x="7062" y="5400"/>
                    <a:pt x="7062" y="5400"/>
                  </a:cubicBezTo>
                  <a:cubicBezTo>
                    <a:pt x="6438" y="5400"/>
                    <a:pt x="5815" y="4894"/>
                    <a:pt x="5815" y="4388"/>
                  </a:cubicBezTo>
                  <a:cubicBezTo>
                    <a:pt x="5815" y="3881"/>
                    <a:pt x="6438" y="3375"/>
                    <a:pt x="7062" y="3375"/>
                  </a:cubicBezTo>
                  <a:close/>
                  <a:moveTo>
                    <a:pt x="19938" y="18900"/>
                  </a:moveTo>
                  <a:cubicBezTo>
                    <a:pt x="19938" y="19744"/>
                    <a:pt x="19108" y="20250"/>
                    <a:pt x="18277" y="20250"/>
                  </a:cubicBezTo>
                  <a:cubicBezTo>
                    <a:pt x="3323" y="20250"/>
                    <a:pt x="3323" y="20250"/>
                    <a:pt x="3323" y="20250"/>
                  </a:cubicBezTo>
                  <a:cubicBezTo>
                    <a:pt x="2492" y="20250"/>
                    <a:pt x="1662" y="19744"/>
                    <a:pt x="1662" y="18900"/>
                  </a:cubicBezTo>
                  <a:cubicBezTo>
                    <a:pt x="1662" y="6075"/>
                    <a:pt x="1662" y="6075"/>
                    <a:pt x="1662" y="6075"/>
                  </a:cubicBezTo>
                  <a:cubicBezTo>
                    <a:pt x="1662" y="5400"/>
                    <a:pt x="2492" y="4725"/>
                    <a:pt x="3323" y="4725"/>
                  </a:cubicBezTo>
                  <a:cubicBezTo>
                    <a:pt x="4154" y="4725"/>
                    <a:pt x="4154" y="4725"/>
                    <a:pt x="4154" y="4725"/>
                  </a:cubicBezTo>
                  <a:cubicBezTo>
                    <a:pt x="4154" y="5400"/>
                    <a:pt x="4154" y="5400"/>
                    <a:pt x="4154" y="5400"/>
                  </a:cubicBezTo>
                  <a:cubicBezTo>
                    <a:pt x="4154" y="6244"/>
                    <a:pt x="4985" y="6750"/>
                    <a:pt x="5815" y="6750"/>
                  </a:cubicBezTo>
                  <a:cubicBezTo>
                    <a:pt x="15785" y="6750"/>
                    <a:pt x="15785" y="6750"/>
                    <a:pt x="15785" y="6750"/>
                  </a:cubicBezTo>
                  <a:cubicBezTo>
                    <a:pt x="16823" y="6750"/>
                    <a:pt x="17238" y="6075"/>
                    <a:pt x="17446" y="5400"/>
                  </a:cubicBezTo>
                  <a:cubicBezTo>
                    <a:pt x="17446" y="5231"/>
                    <a:pt x="17446" y="4894"/>
                    <a:pt x="17446" y="4725"/>
                  </a:cubicBezTo>
                  <a:cubicBezTo>
                    <a:pt x="18277" y="4725"/>
                    <a:pt x="18277" y="4725"/>
                    <a:pt x="18277" y="4725"/>
                  </a:cubicBezTo>
                  <a:cubicBezTo>
                    <a:pt x="19108" y="4725"/>
                    <a:pt x="19938" y="5400"/>
                    <a:pt x="19938" y="6075"/>
                  </a:cubicBezTo>
                  <a:cubicBezTo>
                    <a:pt x="19938" y="18900"/>
                    <a:pt x="19938" y="18900"/>
                    <a:pt x="19938" y="18900"/>
                  </a:cubicBezTo>
                  <a:close/>
                  <a:moveTo>
                    <a:pt x="15785" y="12825"/>
                  </a:moveTo>
                  <a:cubicBezTo>
                    <a:pt x="5815" y="12825"/>
                    <a:pt x="5815" y="12825"/>
                    <a:pt x="5815" y="12825"/>
                  </a:cubicBezTo>
                  <a:cubicBezTo>
                    <a:pt x="5400" y="12825"/>
                    <a:pt x="4985" y="13162"/>
                    <a:pt x="4985" y="13500"/>
                  </a:cubicBezTo>
                  <a:cubicBezTo>
                    <a:pt x="4985" y="13838"/>
                    <a:pt x="5400" y="14175"/>
                    <a:pt x="5815" y="14175"/>
                  </a:cubicBezTo>
                  <a:cubicBezTo>
                    <a:pt x="15785" y="14175"/>
                    <a:pt x="15785" y="14175"/>
                    <a:pt x="15785" y="14175"/>
                  </a:cubicBezTo>
                  <a:cubicBezTo>
                    <a:pt x="16200" y="14175"/>
                    <a:pt x="16615" y="13838"/>
                    <a:pt x="16615" y="13500"/>
                  </a:cubicBezTo>
                  <a:cubicBezTo>
                    <a:pt x="16615" y="13162"/>
                    <a:pt x="16200" y="12825"/>
                    <a:pt x="15785" y="12825"/>
                  </a:cubicBezTo>
                  <a:close/>
                  <a:moveTo>
                    <a:pt x="15785" y="9450"/>
                  </a:moveTo>
                  <a:cubicBezTo>
                    <a:pt x="5815" y="9450"/>
                    <a:pt x="5815" y="9450"/>
                    <a:pt x="5815" y="9450"/>
                  </a:cubicBezTo>
                  <a:cubicBezTo>
                    <a:pt x="5400" y="9450"/>
                    <a:pt x="4985" y="9788"/>
                    <a:pt x="4985" y="10125"/>
                  </a:cubicBezTo>
                  <a:cubicBezTo>
                    <a:pt x="4985" y="10462"/>
                    <a:pt x="5400" y="10800"/>
                    <a:pt x="5815" y="10800"/>
                  </a:cubicBezTo>
                  <a:cubicBezTo>
                    <a:pt x="15785" y="10800"/>
                    <a:pt x="15785" y="10800"/>
                    <a:pt x="15785" y="10800"/>
                  </a:cubicBezTo>
                  <a:cubicBezTo>
                    <a:pt x="16200" y="10800"/>
                    <a:pt x="16615" y="10462"/>
                    <a:pt x="16615" y="10125"/>
                  </a:cubicBezTo>
                  <a:cubicBezTo>
                    <a:pt x="16615" y="9788"/>
                    <a:pt x="16200" y="9450"/>
                    <a:pt x="15785" y="945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0" name="稻壳儿春秋广告/盗版必究        原创来源：http://chn.docer.com/works?userid=199329941#!/work_time"/>
            <p:cNvSpPr/>
            <p:nvPr/>
          </p:nvSpPr>
          <p:spPr>
            <a:xfrm>
              <a:off x="7031201" y="4295187"/>
              <a:ext cx="301656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19" y="13500"/>
                  </a:moveTo>
                  <a:cubicBezTo>
                    <a:pt x="16026" y="13500"/>
                    <a:pt x="14632" y="14175"/>
                    <a:pt x="13935" y="15356"/>
                  </a:cubicBezTo>
                  <a:cubicBezTo>
                    <a:pt x="7839" y="12656"/>
                    <a:pt x="7839" y="12656"/>
                    <a:pt x="7839" y="12656"/>
                  </a:cubicBezTo>
                  <a:cubicBezTo>
                    <a:pt x="8187" y="12150"/>
                    <a:pt x="8361" y="11475"/>
                    <a:pt x="8361" y="10800"/>
                  </a:cubicBezTo>
                  <a:cubicBezTo>
                    <a:pt x="8361" y="10125"/>
                    <a:pt x="8187" y="9619"/>
                    <a:pt x="8013" y="9113"/>
                  </a:cubicBezTo>
                  <a:cubicBezTo>
                    <a:pt x="14110" y="6412"/>
                    <a:pt x="14110" y="6412"/>
                    <a:pt x="14110" y="6412"/>
                  </a:cubicBezTo>
                  <a:cubicBezTo>
                    <a:pt x="14806" y="7425"/>
                    <a:pt x="16026" y="8100"/>
                    <a:pt x="17419" y="8100"/>
                  </a:cubicBezTo>
                  <a:cubicBezTo>
                    <a:pt x="19684" y="8100"/>
                    <a:pt x="21600" y="6244"/>
                    <a:pt x="21600" y="4050"/>
                  </a:cubicBezTo>
                  <a:cubicBezTo>
                    <a:pt x="21600" y="1856"/>
                    <a:pt x="19684" y="0"/>
                    <a:pt x="17419" y="0"/>
                  </a:cubicBezTo>
                  <a:cubicBezTo>
                    <a:pt x="15155" y="0"/>
                    <a:pt x="13239" y="1856"/>
                    <a:pt x="13239" y="4050"/>
                  </a:cubicBezTo>
                  <a:cubicBezTo>
                    <a:pt x="13239" y="4388"/>
                    <a:pt x="13239" y="4894"/>
                    <a:pt x="13413" y="5231"/>
                  </a:cubicBezTo>
                  <a:cubicBezTo>
                    <a:pt x="7142" y="7931"/>
                    <a:pt x="7142" y="7931"/>
                    <a:pt x="7142" y="7931"/>
                  </a:cubicBezTo>
                  <a:cubicBezTo>
                    <a:pt x="6445" y="7256"/>
                    <a:pt x="5400" y="6750"/>
                    <a:pt x="4181" y="6750"/>
                  </a:cubicBezTo>
                  <a:cubicBezTo>
                    <a:pt x="1916" y="6750"/>
                    <a:pt x="0" y="8606"/>
                    <a:pt x="0" y="10800"/>
                  </a:cubicBezTo>
                  <a:cubicBezTo>
                    <a:pt x="0" y="12994"/>
                    <a:pt x="1916" y="14850"/>
                    <a:pt x="4181" y="14850"/>
                  </a:cubicBezTo>
                  <a:cubicBezTo>
                    <a:pt x="5226" y="14850"/>
                    <a:pt x="6271" y="14513"/>
                    <a:pt x="6968" y="13838"/>
                  </a:cubicBezTo>
                  <a:cubicBezTo>
                    <a:pt x="13413" y="16538"/>
                    <a:pt x="13413" y="16538"/>
                    <a:pt x="13413" y="16538"/>
                  </a:cubicBezTo>
                  <a:cubicBezTo>
                    <a:pt x="13239" y="16875"/>
                    <a:pt x="13239" y="17213"/>
                    <a:pt x="13239" y="17550"/>
                  </a:cubicBezTo>
                  <a:cubicBezTo>
                    <a:pt x="13239" y="19744"/>
                    <a:pt x="15155" y="21600"/>
                    <a:pt x="17419" y="21600"/>
                  </a:cubicBezTo>
                  <a:cubicBezTo>
                    <a:pt x="19684" y="21600"/>
                    <a:pt x="21600" y="19744"/>
                    <a:pt x="21600" y="17550"/>
                  </a:cubicBezTo>
                  <a:cubicBezTo>
                    <a:pt x="21600" y="15356"/>
                    <a:pt x="19684" y="13500"/>
                    <a:pt x="17419" y="13500"/>
                  </a:cubicBezTo>
                  <a:close/>
                  <a:moveTo>
                    <a:pt x="17419" y="1350"/>
                  </a:moveTo>
                  <a:cubicBezTo>
                    <a:pt x="18987" y="1350"/>
                    <a:pt x="20206" y="2531"/>
                    <a:pt x="20206" y="4050"/>
                  </a:cubicBezTo>
                  <a:cubicBezTo>
                    <a:pt x="20206" y="5569"/>
                    <a:pt x="18987" y="6750"/>
                    <a:pt x="17419" y="6750"/>
                  </a:cubicBezTo>
                  <a:cubicBezTo>
                    <a:pt x="15852" y="6750"/>
                    <a:pt x="14632" y="5569"/>
                    <a:pt x="14632" y="4050"/>
                  </a:cubicBezTo>
                  <a:cubicBezTo>
                    <a:pt x="14632" y="2531"/>
                    <a:pt x="15852" y="1350"/>
                    <a:pt x="17419" y="1350"/>
                  </a:cubicBezTo>
                  <a:close/>
                  <a:moveTo>
                    <a:pt x="4181" y="13500"/>
                  </a:moveTo>
                  <a:cubicBezTo>
                    <a:pt x="2613" y="13500"/>
                    <a:pt x="1394" y="12319"/>
                    <a:pt x="1394" y="10800"/>
                  </a:cubicBezTo>
                  <a:cubicBezTo>
                    <a:pt x="1394" y="9281"/>
                    <a:pt x="2613" y="8100"/>
                    <a:pt x="4181" y="8100"/>
                  </a:cubicBezTo>
                  <a:cubicBezTo>
                    <a:pt x="5748" y="8100"/>
                    <a:pt x="6968" y="9281"/>
                    <a:pt x="6968" y="10800"/>
                  </a:cubicBezTo>
                  <a:cubicBezTo>
                    <a:pt x="6968" y="12319"/>
                    <a:pt x="5748" y="13500"/>
                    <a:pt x="4181" y="13500"/>
                  </a:cubicBezTo>
                  <a:close/>
                  <a:moveTo>
                    <a:pt x="17419" y="20250"/>
                  </a:moveTo>
                  <a:cubicBezTo>
                    <a:pt x="15852" y="20250"/>
                    <a:pt x="14632" y="19069"/>
                    <a:pt x="14632" y="17550"/>
                  </a:cubicBezTo>
                  <a:cubicBezTo>
                    <a:pt x="14632" y="16031"/>
                    <a:pt x="15852" y="14850"/>
                    <a:pt x="17419" y="14850"/>
                  </a:cubicBezTo>
                  <a:cubicBezTo>
                    <a:pt x="18987" y="14850"/>
                    <a:pt x="20206" y="16031"/>
                    <a:pt x="20206" y="17550"/>
                  </a:cubicBezTo>
                  <a:cubicBezTo>
                    <a:pt x="20206" y="19069"/>
                    <a:pt x="18987" y="20250"/>
                    <a:pt x="17419" y="2025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1" name="稻壳儿春秋广告/盗版必究        原创来源：http://chn.docer.com/works?userid=199329941#!/work_time"/>
            <p:cNvSpPr/>
            <p:nvPr/>
          </p:nvSpPr>
          <p:spPr>
            <a:xfrm>
              <a:off x="9084110" y="5131496"/>
              <a:ext cx="281715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2" h="21600" extrusionOk="0">
                  <a:moveTo>
                    <a:pt x="1982" y="11138"/>
                  </a:moveTo>
                  <a:cubicBezTo>
                    <a:pt x="1802" y="11306"/>
                    <a:pt x="1802" y="11306"/>
                    <a:pt x="1802" y="11306"/>
                  </a:cubicBezTo>
                  <a:cubicBezTo>
                    <a:pt x="-718" y="13669"/>
                    <a:pt x="-538" y="17550"/>
                    <a:pt x="1982" y="19913"/>
                  </a:cubicBezTo>
                  <a:cubicBezTo>
                    <a:pt x="3062" y="20925"/>
                    <a:pt x="4862" y="21600"/>
                    <a:pt x="6482" y="21600"/>
                  </a:cubicBezTo>
                  <a:cubicBezTo>
                    <a:pt x="8282" y="21600"/>
                    <a:pt x="9902" y="20925"/>
                    <a:pt x="11162" y="19913"/>
                  </a:cubicBezTo>
                  <a:cubicBezTo>
                    <a:pt x="11342" y="19744"/>
                    <a:pt x="11342" y="19744"/>
                    <a:pt x="11342" y="19744"/>
                  </a:cubicBezTo>
                  <a:cubicBezTo>
                    <a:pt x="11342" y="19744"/>
                    <a:pt x="11342" y="19744"/>
                    <a:pt x="11342" y="19744"/>
                  </a:cubicBezTo>
                  <a:cubicBezTo>
                    <a:pt x="20522" y="11138"/>
                    <a:pt x="20522" y="11138"/>
                    <a:pt x="20522" y="11138"/>
                  </a:cubicBezTo>
                  <a:cubicBezTo>
                    <a:pt x="19622" y="10294"/>
                    <a:pt x="19622" y="10294"/>
                    <a:pt x="19622" y="10294"/>
                  </a:cubicBezTo>
                  <a:cubicBezTo>
                    <a:pt x="10262" y="19069"/>
                    <a:pt x="10262" y="19069"/>
                    <a:pt x="10262" y="19069"/>
                  </a:cubicBezTo>
                  <a:cubicBezTo>
                    <a:pt x="9182" y="19913"/>
                    <a:pt x="7922" y="20419"/>
                    <a:pt x="6482" y="20419"/>
                  </a:cubicBezTo>
                  <a:cubicBezTo>
                    <a:pt x="5042" y="20419"/>
                    <a:pt x="3782" y="19913"/>
                    <a:pt x="2882" y="19069"/>
                  </a:cubicBezTo>
                  <a:cubicBezTo>
                    <a:pt x="1802" y="18056"/>
                    <a:pt x="1262" y="16875"/>
                    <a:pt x="1262" y="15525"/>
                  </a:cubicBezTo>
                  <a:cubicBezTo>
                    <a:pt x="1262" y="14344"/>
                    <a:pt x="1802" y="12994"/>
                    <a:pt x="2882" y="12150"/>
                  </a:cubicBezTo>
                  <a:cubicBezTo>
                    <a:pt x="13682" y="2025"/>
                    <a:pt x="13682" y="2025"/>
                    <a:pt x="13682" y="2025"/>
                  </a:cubicBezTo>
                  <a:cubicBezTo>
                    <a:pt x="13682" y="2194"/>
                    <a:pt x="13682" y="2194"/>
                    <a:pt x="13682" y="2194"/>
                  </a:cubicBezTo>
                  <a:cubicBezTo>
                    <a:pt x="14222" y="1519"/>
                    <a:pt x="15122" y="1181"/>
                    <a:pt x="16022" y="1181"/>
                  </a:cubicBezTo>
                  <a:cubicBezTo>
                    <a:pt x="16922" y="1181"/>
                    <a:pt x="17822" y="1519"/>
                    <a:pt x="18542" y="2194"/>
                  </a:cubicBezTo>
                  <a:cubicBezTo>
                    <a:pt x="19262" y="2869"/>
                    <a:pt x="19622" y="3712"/>
                    <a:pt x="19622" y="4556"/>
                  </a:cubicBezTo>
                  <a:cubicBezTo>
                    <a:pt x="19622" y="5400"/>
                    <a:pt x="19262" y="6075"/>
                    <a:pt x="18722" y="6750"/>
                  </a:cubicBezTo>
                  <a:cubicBezTo>
                    <a:pt x="18722" y="6750"/>
                    <a:pt x="18722" y="6750"/>
                    <a:pt x="18722" y="6750"/>
                  </a:cubicBezTo>
                  <a:cubicBezTo>
                    <a:pt x="18722" y="6750"/>
                    <a:pt x="18722" y="6750"/>
                    <a:pt x="18722" y="6750"/>
                  </a:cubicBezTo>
                  <a:cubicBezTo>
                    <a:pt x="18542" y="6750"/>
                    <a:pt x="18542" y="6750"/>
                    <a:pt x="18542" y="6919"/>
                  </a:cubicBezTo>
                  <a:cubicBezTo>
                    <a:pt x="18542" y="6919"/>
                    <a:pt x="18542" y="6919"/>
                    <a:pt x="18542" y="6919"/>
                  </a:cubicBezTo>
                  <a:cubicBezTo>
                    <a:pt x="8102" y="16537"/>
                    <a:pt x="8102" y="16537"/>
                    <a:pt x="8102" y="16537"/>
                  </a:cubicBezTo>
                  <a:cubicBezTo>
                    <a:pt x="7382" y="17213"/>
                    <a:pt x="6122" y="17213"/>
                    <a:pt x="5402" y="16537"/>
                  </a:cubicBezTo>
                  <a:cubicBezTo>
                    <a:pt x="5042" y="16200"/>
                    <a:pt x="4862" y="15862"/>
                    <a:pt x="4862" y="15356"/>
                  </a:cubicBezTo>
                  <a:cubicBezTo>
                    <a:pt x="4862" y="14850"/>
                    <a:pt x="5042" y="14512"/>
                    <a:pt x="5402" y="14175"/>
                  </a:cubicBezTo>
                  <a:cubicBezTo>
                    <a:pt x="12422" y="7762"/>
                    <a:pt x="12422" y="7762"/>
                    <a:pt x="12422" y="7762"/>
                  </a:cubicBezTo>
                  <a:cubicBezTo>
                    <a:pt x="11342" y="6919"/>
                    <a:pt x="11342" y="6919"/>
                    <a:pt x="11342" y="6919"/>
                  </a:cubicBezTo>
                  <a:cubicBezTo>
                    <a:pt x="4502" y="13331"/>
                    <a:pt x="4502" y="13331"/>
                    <a:pt x="4502" y="13331"/>
                  </a:cubicBezTo>
                  <a:cubicBezTo>
                    <a:pt x="3422" y="14344"/>
                    <a:pt x="3422" y="16200"/>
                    <a:pt x="4682" y="17381"/>
                  </a:cubicBezTo>
                  <a:cubicBezTo>
                    <a:pt x="5222" y="17887"/>
                    <a:pt x="5942" y="18225"/>
                    <a:pt x="6842" y="18225"/>
                  </a:cubicBezTo>
                  <a:cubicBezTo>
                    <a:pt x="7562" y="18225"/>
                    <a:pt x="8462" y="17887"/>
                    <a:pt x="9002" y="17381"/>
                  </a:cubicBezTo>
                  <a:cubicBezTo>
                    <a:pt x="9182" y="17213"/>
                    <a:pt x="9182" y="17213"/>
                    <a:pt x="9182" y="17213"/>
                  </a:cubicBezTo>
                  <a:cubicBezTo>
                    <a:pt x="9182" y="17213"/>
                    <a:pt x="9182" y="17213"/>
                    <a:pt x="9182" y="17213"/>
                  </a:cubicBezTo>
                  <a:cubicBezTo>
                    <a:pt x="19442" y="7762"/>
                    <a:pt x="19442" y="7762"/>
                    <a:pt x="19442" y="7762"/>
                  </a:cubicBezTo>
                  <a:cubicBezTo>
                    <a:pt x="20342" y="6919"/>
                    <a:pt x="20882" y="5737"/>
                    <a:pt x="20882" y="4556"/>
                  </a:cubicBezTo>
                  <a:cubicBezTo>
                    <a:pt x="20882" y="3375"/>
                    <a:pt x="20342" y="2194"/>
                    <a:pt x="19442" y="1350"/>
                  </a:cubicBezTo>
                  <a:cubicBezTo>
                    <a:pt x="18542" y="506"/>
                    <a:pt x="17282" y="0"/>
                    <a:pt x="16022" y="0"/>
                  </a:cubicBezTo>
                  <a:cubicBezTo>
                    <a:pt x="14762" y="0"/>
                    <a:pt x="13502" y="506"/>
                    <a:pt x="12602" y="1350"/>
                  </a:cubicBezTo>
                  <a:cubicBezTo>
                    <a:pt x="1982" y="11138"/>
                    <a:pt x="1982" y="11138"/>
                    <a:pt x="1982" y="1113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2" name="稻壳儿春秋广告/盗版必究        原创来源：http://chn.docer.com/works?userid=199329941#!/work_time"/>
            <p:cNvSpPr/>
            <p:nvPr/>
          </p:nvSpPr>
          <p:spPr>
            <a:xfrm>
              <a:off x="8056087" y="4295701"/>
              <a:ext cx="310890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06" y="13838"/>
                  </a:moveTo>
                  <a:cubicBezTo>
                    <a:pt x="19238" y="13838"/>
                    <a:pt x="19238" y="13838"/>
                    <a:pt x="19238" y="13838"/>
                  </a:cubicBezTo>
                  <a:cubicBezTo>
                    <a:pt x="19238" y="14175"/>
                    <a:pt x="19069" y="14344"/>
                    <a:pt x="18900" y="14681"/>
                  </a:cubicBezTo>
                  <a:cubicBezTo>
                    <a:pt x="19069" y="14850"/>
                    <a:pt x="19069" y="14850"/>
                    <a:pt x="19069" y="14850"/>
                  </a:cubicBezTo>
                  <a:cubicBezTo>
                    <a:pt x="19406" y="15188"/>
                    <a:pt x="19575" y="15694"/>
                    <a:pt x="19575" y="16369"/>
                  </a:cubicBezTo>
                  <a:cubicBezTo>
                    <a:pt x="19575" y="17044"/>
                    <a:pt x="19238" y="17550"/>
                    <a:pt x="18900" y="18056"/>
                  </a:cubicBezTo>
                  <a:cubicBezTo>
                    <a:pt x="18056" y="18900"/>
                    <a:pt x="18056" y="18900"/>
                    <a:pt x="18056" y="18900"/>
                  </a:cubicBezTo>
                  <a:cubicBezTo>
                    <a:pt x="17550" y="19406"/>
                    <a:pt x="16875" y="19575"/>
                    <a:pt x="16369" y="19575"/>
                  </a:cubicBezTo>
                  <a:cubicBezTo>
                    <a:pt x="15694" y="19575"/>
                    <a:pt x="15188" y="19406"/>
                    <a:pt x="14850" y="19069"/>
                  </a:cubicBezTo>
                  <a:cubicBezTo>
                    <a:pt x="14681" y="18900"/>
                    <a:pt x="14681" y="18900"/>
                    <a:pt x="14681" y="18900"/>
                  </a:cubicBezTo>
                  <a:cubicBezTo>
                    <a:pt x="14344" y="19069"/>
                    <a:pt x="14175" y="19237"/>
                    <a:pt x="13838" y="19237"/>
                  </a:cubicBezTo>
                  <a:cubicBezTo>
                    <a:pt x="13838" y="19406"/>
                    <a:pt x="13838" y="19406"/>
                    <a:pt x="13838" y="19406"/>
                  </a:cubicBezTo>
                  <a:cubicBezTo>
                    <a:pt x="13669" y="20588"/>
                    <a:pt x="12656" y="21600"/>
                    <a:pt x="11475" y="21600"/>
                  </a:cubicBezTo>
                  <a:cubicBezTo>
                    <a:pt x="10125" y="21600"/>
                    <a:pt x="10125" y="21600"/>
                    <a:pt x="10125" y="21600"/>
                  </a:cubicBezTo>
                  <a:cubicBezTo>
                    <a:pt x="8944" y="21600"/>
                    <a:pt x="7931" y="20588"/>
                    <a:pt x="7762" y="19406"/>
                  </a:cubicBezTo>
                  <a:cubicBezTo>
                    <a:pt x="7762" y="19237"/>
                    <a:pt x="7762" y="19237"/>
                    <a:pt x="7762" y="19237"/>
                  </a:cubicBezTo>
                  <a:cubicBezTo>
                    <a:pt x="7425" y="19237"/>
                    <a:pt x="7256" y="19069"/>
                    <a:pt x="6919" y="18900"/>
                  </a:cubicBezTo>
                  <a:cubicBezTo>
                    <a:pt x="6750" y="19069"/>
                    <a:pt x="6750" y="19069"/>
                    <a:pt x="6750" y="19069"/>
                  </a:cubicBezTo>
                  <a:cubicBezTo>
                    <a:pt x="6412" y="19406"/>
                    <a:pt x="5906" y="19575"/>
                    <a:pt x="5231" y="19575"/>
                  </a:cubicBezTo>
                  <a:cubicBezTo>
                    <a:pt x="4725" y="19575"/>
                    <a:pt x="4050" y="19406"/>
                    <a:pt x="3544" y="18900"/>
                  </a:cubicBezTo>
                  <a:cubicBezTo>
                    <a:pt x="2700" y="18056"/>
                    <a:pt x="2700" y="18056"/>
                    <a:pt x="2700" y="18056"/>
                  </a:cubicBezTo>
                  <a:cubicBezTo>
                    <a:pt x="2363" y="17550"/>
                    <a:pt x="2025" y="17044"/>
                    <a:pt x="2025" y="16369"/>
                  </a:cubicBezTo>
                  <a:cubicBezTo>
                    <a:pt x="2025" y="15694"/>
                    <a:pt x="2194" y="15188"/>
                    <a:pt x="2531" y="14850"/>
                  </a:cubicBezTo>
                  <a:cubicBezTo>
                    <a:pt x="2700" y="14681"/>
                    <a:pt x="2700" y="14681"/>
                    <a:pt x="2700" y="14681"/>
                  </a:cubicBezTo>
                  <a:cubicBezTo>
                    <a:pt x="2531" y="14344"/>
                    <a:pt x="2363" y="14175"/>
                    <a:pt x="2363" y="13838"/>
                  </a:cubicBezTo>
                  <a:cubicBezTo>
                    <a:pt x="2194" y="13838"/>
                    <a:pt x="2194" y="13838"/>
                    <a:pt x="2194" y="13838"/>
                  </a:cubicBezTo>
                  <a:cubicBezTo>
                    <a:pt x="1012" y="13669"/>
                    <a:pt x="0" y="12656"/>
                    <a:pt x="0" y="11475"/>
                  </a:cubicBezTo>
                  <a:cubicBezTo>
                    <a:pt x="0" y="10294"/>
                    <a:pt x="0" y="10294"/>
                    <a:pt x="0" y="10294"/>
                  </a:cubicBezTo>
                  <a:cubicBezTo>
                    <a:pt x="0" y="8944"/>
                    <a:pt x="1012" y="7931"/>
                    <a:pt x="2194" y="7762"/>
                  </a:cubicBezTo>
                  <a:cubicBezTo>
                    <a:pt x="2363" y="7762"/>
                    <a:pt x="2363" y="7762"/>
                    <a:pt x="2363" y="7762"/>
                  </a:cubicBezTo>
                  <a:cubicBezTo>
                    <a:pt x="2363" y="7425"/>
                    <a:pt x="2531" y="7256"/>
                    <a:pt x="2700" y="6919"/>
                  </a:cubicBezTo>
                  <a:cubicBezTo>
                    <a:pt x="2531" y="6750"/>
                    <a:pt x="2531" y="6750"/>
                    <a:pt x="2531" y="6750"/>
                  </a:cubicBezTo>
                  <a:cubicBezTo>
                    <a:pt x="2194" y="6412"/>
                    <a:pt x="2025" y="5906"/>
                    <a:pt x="2025" y="5231"/>
                  </a:cubicBezTo>
                  <a:cubicBezTo>
                    <a:pt x="2025" y="4725"/>
                    <a:pt x="2363" y="4050"/>
                    <a:pt x="2700" y="3544"/>
                  </a:cubicBezTo>
                  <a:cubicBezTo>
                    <a:pt x="3544" y="2700"/>
                    <a:pt x="3544" y="2700"/>
                    <a:pt x="3544" y="2700"/>
                  </a:cubicBezTo>
                  <a:cubicBezTo>
                    <a:pt x="4050" y="2362"/>
                    <a:pt x="4725" y="2025"/>
                    <a:pt x="5231" y="2025"/>
                  </a:cubicBezTo>
                  <a:cubicBezTo>
                    <a:pt x="5906" y="2025"/>
                    <a:pt x="6412" y="2194"/>
                    <a:pt x="6750" y="2531"/>
                  </a:cubicBezTo>
                  <a:cubicBezTo>
                    <a:pt x="6919" y="2700"/>
                    <a:pt x="6919" y="2700"/>
                    <a:pt x="6919" y="2700"/>
                  </a:cubicBezTo>
                  <a:cubicBezTo>
                    <a:pt x="7256" y="2531"/>
                    <a:pt x="7425" y="2531"/>
                    <a:pt x="7762" y="2362"/>
                  </a:cubicBezTo>
                  <a:cubicBezTo>
                    <a:pt x="7762" y="2194"/>
                    <a:pt x="7762" y="2194"/>
                    <a:pt x="7762" y="2194"/>
                  </a:cubicBezTo>
                  <a:cubicBezTo>
                    <a:pt x="7931" y="1012"/>
                    <a:pt x="8944" y="0"/>
                    <a:pt x="10125" y="0"/>
                  </a:cubicBezTo>
                  <a:cubicBezTo>
                    <a:pt x="11475" y="0"/>
                    <a:pt x="11475" y="0"/>
                    <a:pt x="11475" y="0"/>
                  </a:cubicBezTo>
                  <a:cubicBezTo>
                    <a:pt x="12656" y="0"/>
                    <a:pt x="13669" y="1012"/>
                    <a:pt x="13838" y="2194"/>
                  </a:cubicBezTo>
                  <a:cubicBezTo>
                    <a:pt x="13838" y="2362"/>
                    <a:pt x="13838" y="2362"/>
                    <a:pt x="13838" y="2362"/>
                  </a:cubicBezTo>
                  <a:cubicBezTo>
                    <a:pt x="14175" y="2531"/>
                    <a:pt x="14344" y="2531"/>
                    <a:pt x="14681" y="2700"/>
                  </a:cubicBezTo>
                  <a:cubicBezTo>
                    <a:pt x="14850" y="2531"/>
                    <a:pt x="14850" y="2531"/>
                    <a:pt x="14850" y="2531"/>
                  </a:cubicBezTo>
                  <a:cubicBezTo>
                    <a:pt x="15188" y="2194"/>
                    <a:pt x="15694" y="2025"/>
                    <a:pt x="16369" y="2025"/>
                  </a:cubicBezTo>
                  <a:cubicBezTo>
                    <a:pt x="16875" y="2025"/>
                    <a:pt x="17550" y="2362"/>
                    <a:pt x="18056" y="2700"/>
                  </a:cubicBezTo>
                  <a:cubicBezTo>
                    <a:pt x="18900" y="3544"/>
                    <a:pt x="18900" y="3544"/>
                    <a:pt x="18900" y="3544"/>
                  </a:cubicBezTo>
                  <a:cubicBezTo>
                    <a:pt x="19238" y="4050"/>
                    <a:pt x="19575" y="4725"/>
                    <a:pt x="19575" y="5231"/>
                  </a:cubicBezTo>
                  <a:cubicBezTo>
                    <a:pt x="19575" y="5906"/>
                    <a:pt x="19406" y="6412"/>
                    <a:pt x="19069" y="6919"/>
                  </a:cubicBezTo>
                  <a:cubicBezTo>
                    <a:pt x="18900" y="6919"/>
                    <a:pt x="18900" y="6919"/>
                    <a:pt x="18900" y="6919"/>
                  </a:cubicBezTo>
                  <a:cubicBezTo>
                    <a:pt x="19069" y="7256"/>
                    <a:pt x="19238" y="7594"/>
                    <a:pt x="19238" y="7762"/>
                  </a:cubicBezTo>
                  <a:cubicBezTo>
                    <a:pt x="19406" y="7762"/>
                    <a:pt x="19406" y="7762"/>
                    <a:pt x="19406" y="7762"/>
                  </a:cubicBezTo>
                  <a:cubicBezTo>
                    <a:pt x="20588" y="7931"/>
                    <a:pt x="21600" y="8944"/>
                    <a:pt x="21600" y="10294"/>
                  </a:cubicBezTo>
                  <a:cubicBezTo>
                    <a:pt x="21600" y="11475"/>
                    <a:pt x="21600" y="11475"/>
                    <a:pt x="21600" y="11475"/>
                  </a:cubicBezTo>
                  <a:cubicBezTo>
                    <a:pt x="21600" y="12656"/>
                    <a:pt x="20588" y="13669"/>
                    <a:pt x="19406" y="13838"/>
                  </a:cubicBezTo>
                  <a:close/>
                  <a:moveTo>
                    <a:pt x="20250" y="10294"/>
                  </a:moveTo>
                  <a:cubicBezTo>
                    <a:pt x="20250" y="9619"/>
                    <a:pt x="19744" y="9112"/>
                    <a:pt x="19069" y="9112"/>
                  </a:cubicBezTo>
                  <a:cubicBezTo>
                    <a:pt x="18225" y="8775"/>
                    <a:pt x="18225" y="8775"/>
                    <a:pt x="18225" y="8775"/>
                  </a:cubicBezTo>
                  <a:cubicBezTo>
                    <a:pt x="18056" y="8100"/>
                    <a:pt x="17719" y="7594"/>
                    <a:pt x="17550" y="7087"/>
                  </a:cubicBezTo>
                  <a:cubicBezTo>
                    <a:pt x="17888" y="6244"/>
                    <a:pt x="17888" y="6244"/>
                    <a:pt x="17888" y="6244"/>
                  </a:cubicBezTo>
                  <a:cubicBezTo>
                    <a:pt x="18394" y="5737"/>
                    <a:pt x="18394" y="5062"/>
                    <a:pt x="17888" y="4556"/>
                  </a:cubicBezTo>
                  <a:cubicBezTo>
                    <a:pt x="17044" y="3712"/>
                    <a:pt x="17044" y="3712"/>
                    <a:pt x="17044" y="3712"/>
                  </a:cubicBezTo>
                  <a:cubicBezTo>
                    <a:pt x="16875" y="3544"/>
                    <a:pt x="16706" y="3206"/>
                    <a:pt x="16369" y="3206"/>
                  </a:cubicBezTo>
                  <a:cubicBezTo>
                    <a:pt x="16031" y="3206"/>
                    <a:pt x="15694" y="3544"/>
                    <a:pt x="15356" y="3712"/>
                  </a:cubicBezTo>
                  <a:cubicBezTo>
                    <a:pt x="14513" y="4219"/>
                    <a:pt x="14513" y="4219"/>
                    <a:pt x="14513" y="4219"/>
                  </a:cubicBezTo>
                  <a:cubicBezTo>
                    <a:pt x="14006" y="3881"/>
                    <a:pt x="13500" y="3544"/>
                    <a:pt x="12825" y="3375"/>
                  </a:cubicBezTo>
                  <a:cubicBezTo>
                    <a:pt x="12656" y="2531"/>
                    <a:pt x="12656" y="2531"/>
                    <a:pt x="12656" y="2531"/>
                  </a:cubicBezTo>
                  <a:cubicBezTo>
                    <a:pt x="12656" y="1856"/>
                    <a:pt x="11981" y="1350"/>
                    <a:pt x="11306" y="1350"/>
                  </a:cubicBezTo>
                  <a:cubicBezTo>
                    <a:pt x="10294" y="1350"/>
                    <a:pt x="10294" y="1350"/>
                    <a:pt x="10294" y="1350"/>
                  </a:cubicBezTo>
                  <a:cubicBezTo>
                    <a:pt x="9619" y="1350"/>
                    <a:pt x="8944" y="1856"/>
                    <a:pt x="8944" y="2531"/>
                  </a:cubicBezTo>
                  <a:cubicBezTo>
                    <a:pt x="8775" y="3375"/>
                    <a:pt x="8775" y="3375"/>
                    <a:pt x="8775" y="3375"/>
                  </a:cubicBezTo>
                  <a:cubicBezTo>
                    <a:pt x="8100" y="3544"/>
                    <a:pt x="7594" y="3712"/>
                    <a:pt x="6919" y="4050"/>
                  </a:cubicBezTo>
                  <a:cubicBezTo>
                    <a:pt x="6075" y="3544"/>
                    <a:pt x="6075" y="3544"/>
                    <a:pt x="6075" y="3544"/>
                  </a:cubicBezTo>
                  <a:cubicBezTo>
                    <a:pt x="5906" y="3375"/>
                    <a:pt x="5738" y="3375"/>
                    <a:pt x="5400" y="3375"/>
                  </a:cubicBezTo>
                  <a:cubicBezTo>
                    <a:pt x="5062" y="3375"/>
                    <a:pt x="4725" y="3544"/>
                    <a:pt x="4556" y="3712"/>
                  </a:cubicBezTo>
                  <a:cubicBezTo>
                    <a:pt x="3713" y="4556"/>
                    <a:pt x="3713" y="4556"/>
                    <a:pt x="3713" y="4556"/>
                  </a:cubicBezTo>
                  <a:cubicBezTo>
                    <a:pt x="3206" y="5062"/>
                    <a:pt x="3206" y="5737"/>
                    <a:pt x="3713" y="6244"/>
                  </a:cubicBezTo>
                  <a:cubicBezTo>
                    <a:pt x="4050" y="7087"/>
                    <a:pt x="4050" y="7087"/>
                    <a:pt x="4050" y="7087"/>
                  </a:cubicBezTo>
                  <a:cubicBezTo>
                    <a:pt x="3881" y="7594"/>
                    <a:pt x="3544" y="8100"/>
                    <a:pt x="3375" y="8775"/>
                  </a:cubicBezTo>
                  <a:cubicBezTo>
                    <a:pt x="2531" y="9112"/>
                    <a:pt x="2531" y="9112"/>
                    <a:pt x="2531" y="9112"/>
                  </a:cubicBezTo>
                  <a:cubicBezTo>
                    <a:pt x="1856" y="9112"/>
                    <a:pt x="1350" y="9619"/>
                    <a:pt x="1350" y="10294"/>
                  </a:cubicBezTo>
                  <a:cubicBezTo>
                    <a:pt x="1350" y="11475"/>
                    <a:pt x="1350" y="11475"/>
                    <a:pt x="1350" y="11475"/>
                  </a:cubicBezTo>
                  <a:cubicBezTo>
                    <a:pt x="1350" y="11981"/>
                    <a:pt x="1856" y="12656"/>
                    <a:pt x="2531" y="12656"/>
                  </a:cubicBezTo>
                  <a:cubicBezTo>
                    <a:pt x="3375" y="12825"/>
                    <a:pt x="3375" y="12825"/>
                    <a:pt x="3375" y="12825"/>
                  </a:cubicBezTo>
                  <a:cubicBezTo>
                    <a:pt x="3544" y="13500"/>
                    <a:pt x="3881" y="14006"/>
                    <a:pt x="4050" y="14512"/>
                  </a:cubicBezTo>
                  <a:cubicBezTo>
                    <a:pt x="3713" y="15356"/>
                    <a:pt x="3713" y="15356"/>
                    <a:pt x="3713" y="15356"/>
                  </a:cubicBezTo>
                  <a:cubicBezTo>
                    <a:pt x="3206" y="15862"/>
                    <a:pt x="3206" y="16706"/>
                    <a:pt x="3713" y="17044"/>
                  </a:cubicBezTo>
                  <a:cubicBezTo>
                    <a:pt x="4556" y="17887"/>
                    <a:pt x="4556" y="17887"/>
                    <a:pt x="4556" y="17887"/>
                  </a:cubicBezTo>
                  <a:cubicBezTo>
                    <a:pt x="4725" y="18225"/>
                    <a:pt x="5062" y="18225"/>
                    <a:pt x="5400" y="18225"/>
                  </a:cubicBezTo>
                  <a:cubicBezTo>
                    <a:pt x="5738" y="18225"/>
                    <a:pt x="5906" y="18225"/>
                    <a:pt x="6244" y="17887"/>
                  </a:cubicBezTo>
                  <a:cubicBezTo>
                    <a:pt x="7088" y="17550"/>
                    <a:pt x="7088" y="17550"/>
                    <a:pt x="7088" y="17550"/>
                  </a:cubicBezTo>
                  <a:cubicBezTo>
                    <a:pt x="7594" y="17887"/>
                    <a:pt x="8100" y="18056"/>
                    <a:pt x="8775" y="18225"/>
                  </a:cubicBezTo>
                  <a:cubicBezTo>
                    <a:pt x="8944" y="19069"/>
                    <a:pt x="8944" y="19069"/>
                    <a:pt x="8944" y="19069"/>
                  </a:cubicBezTo>
                  <a:cubicBezTo>
                    <a:pt x="8944" y="19744"/>
                    <a:pt x="9619" y="20250"/>
                    <a:pt x="10294" y="20250"/>
                  </a:cubicBezTo>
                  <a:cubicBezTo>
                    <a:pt x="11306" y="20250"/>
                    <a:pt x="11306" y="20250"/>
                    <a:pt x="11306" y="20250"/>
                  </a:cubicBezTo>
                  <a:cubicBezTo>
                    <a:pt x="11981" y="20250"/>
                    <a:pt x="12656" y="19744"/>
                    <a:pt x="12656" y="19069"/>
                  </a:cubicBezTo>
                  <a:cubicBezTo>
                    <a:pt x="12825" y="18225"/>
                    <a:pt x="12825" y="18225"/>
                    <a:pt x="12825" y="18225"/>
                  </a:cubicBezTo>
                  <a:cubicBezTo>
                    <a:pt x="13500" y="18056"/>
                    <a:pt x="14006" y="17887"/>
                    <a:pt x="14513" y="17550"/>
                  </a:cubicBezTo>
                  <a:cubicBezTo>
                    <a:pt x="15356" y="17887"/>
                    <a:pt x="15356" y="17887"/>
                    <a:pt x="15356" y="17887"/>
                  </a:cubicBezTo>
                  <a:cubicBezTo>
                    <a:pt x="15694" y="18225"/>
                    <a:pt x="15862" y="18225"/>
                    <a:pt x="16200" y="18225"/>
                  </a:cubicBezTo>
                  <a:cubicBezTo>
                    <a:pt x="16538" y="18225"/>
                    <a:pt x="16875" y="18225"/>
                    <a:pt x="17044" y="17887"/>
                  </a:cubicBezTo>
                  <a:cubicBezTo>
                    <a:pt x="17888" y="17044"/>
                    <a:pt x="17888" y="17044"/>
                    <a:pt x="17888" y="17044"/>
                  </a:cubicBezTo>
                  <a:cubicBezTo>
                    <a:pt x="18394" y="16706"/>
                    <a:pt x="18394" y="15862"/>
                    <a:pt x="17888" y="15356"/>
                  </a:cubicBezTo>
                  <a:cubicBezTo>
                    <a:pt x="17550" y="14512"/>
                    <a:pt x="17550" y="14512"/>
                    <a:pt x="17550" y="14512"/>
                  </a:cubicBezTo>
                  <a:cubicBezTo>
                    <a:pt x="17719" y="14006"/>
                    <a:pt x="18056" y="13500"/>
                    <a:pt x="18225" y="12825"/>
                  </a:cubicBezTo>
                  <a:cubicBezTo>
                    <a:pt x="19069" y="12656"/>
                    <a:pt x="19069" y="12656"/>
                    <a:pt x="19069" y="12656"/>
                  </a:cubicBezTo>
                  <a:cubicBezTo>
                    <a:pt x="19744" y="12656"/>
                    <a:pt x="20250" y="11981"/>
                    <a:pt x="20250" y="11475"/>
                  </a:cubicBezTo>
                  <a:cubicBezTo>
                    <a:pt x="20250" y="10294"/>
                    <a:pt x="20250" y="10294"/>
                    <a:pt x="20250" y="10294"/>
                  </a:cubicBezTo>
                  <a:close/>
                  <a:moveTo>
                    <a:pt x="10800" y="14175"/>
                  </a:moveTo>
                  <a:cubicBezTo>
                    <a:pt x="8944" y="14175"/>
                    <a:pt x="7425" y="12656"/>
                    <a:pt x="7425" y="10800"/>
                  </a:cubicBezTo>
                  <a:cubicBezTo>
                    <a:pt x="7425" y="8944"/>
                    <a:pt x="8944" y="7425"/>
                    <a:pt x="10800" y="7425"/>
                  </a:cubicBezTo>
                  <a:cubicBezTo>
                    <a:pt x="12656" y="7425"/>
                    <a:pt x="14175" y="8944"/>
                    <a:pt x="14175" y="10800"/>
                  </a:cubicBezTo>
                  <a:cubicBezTo>
                    <a:pt x="14175" y="12656"/>
                    <a:pt x="12656" y="14175"/>
                    <a:pt x="10800" y="14175"/>
                  </a:cubicBezTo>
                  <a:close/>
                  <a:moveTo>
                    <a:pt x="10800" y="8775"/>
                  </a:moveTo>
                  <a:cubicBezTo>
                    <a:pt x="9619" y="8775"/>
                    <a:pt x="8775" y="9619"/>
                    <a:pt x="8775" y="10800"/>
                  </a:cubicBezTo>
                  <a:cubicBezTo>
                    <a:pt x="8775" y="11981"/>
                    <a:pt x="9619" y="12825"/>
                    <a:pt x="10800" y="12825"/>
                  </a:cubicBezTo>
                  <a:cubicBezTo>
                    <a:pt x="11981" y="12825"/>
                    <a:pt x="12825" y="11981"/>
                    <a:pt x="12825" y="10800"/>
                  </a:cubicBezTo>
                  <a:cubicBezTo>
                    <a:pt x="12825" y="9619"/>
                    <a:pt x="11981" y="8775"/>
                    <a:pt x="10800" y="877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3" name="稻壳儿春秋广告/盗版必究        原创来源：http://chn.docer.com/works?userid=199329941#!/work_time"/>
            <p:cNvSpPr/>
            <p:nvPr/>
          </p:nvSpPr>
          <p:spPr>
            <a:xfrm>
              <a:off x="7133146" y="3458123"/>
              <a:ext cx="310890" cy="282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72" extrusionOk="0">
                  <a:moveTo>
                    <a:pt x="14850" y="5040"/>
                  </a:moveTo>
                  <a:cubicBezTo>
                    <a:pt x="2025" y="5040"/>
                    <a:pt x="2025" y="5040"/>
                    <a:pt x="2025" y="5040"/>
                  </a:cubicBezTo>
                  <a:cubicBezTo>
                    <a:pt x="844" y="5040"/>
                    <a:pt x="0" y="6120"/>
                    <a:pt x="0" y="7200"/>
                  </a:cubicBezTo>
                  <a:cubicBezTo>
                    <a:pt x="0" y="15840"/>
                    <a:pt x="0" y="15840"/>
                    <a:pt x="0" y="15840"/>
                  </a:cubicBezTo>
                  <a:cubicBezTo>
                    <a:pt x="0" y="17100"/>
                    <a:pt x="844" y="18000"/>
                    <a:pt x="2025" y="18000"/>
                  </a:cubicBezTo>
                  <a:cubicBezTo>
                    <a:pt x="3375" y="18000"/>
                    <a:pt x="3375" y="18000"/>
                    <a:pt x="3375" y="18000"/>
                  </a:cubicBezTo>
                  <a:cubicBezTo>
                    <a:pt x="3375" y="19620"/>
                    <a:pt x="3375" y="19620"/>
                    <a:pt x="3375" y="19620"/>
                  </a:cubicBezTo>
                  <a:cubicBezTo>
                    <a:pt x="3544" y="20520"/>
                    <a:pt x="4556" y="21600"/>
                    <a:pt x="6075" y="20520"/>
                  </a:cubicBezTo>
                  <a:cubicBezTo>
                    <a:pt x="8606" y="18000"/>
                    <a:pt x="8606" y="18000"/>
                    <a:pt x="8606" y="18000"/>
                  </a:cubicBezTo>
                  <a:cubicBezTo>
                    <a:pt x="14850" y="18000"/>
                    <a:pt x="14850" y="18000"/>
                    <a:pt x="14850" y="18000"/>
                  </a:cubicBezTo>
                  <a:cubicBezTo>
                    <a:pt x="16031" y="18000"/>
                    <a:pt x="16875" y="17100"/>
                    <a:pt x="16875" y="15840"/>
                  </a:cubicBezTo>
                  <a:cubicBezTo>
                    <a:pt x="16875" y="7200"/>
                    <a:pt x="16875" y="7200"/>
                    <a:pt x="16875" y="7200"/>
                  </a:cubicBezTo>
                  <a:cubicBezTo>
                    <a:pt x="16875" y="6120"/>
                    <a:pt x="16031" y="5040"/>
                    <a:pt x="14850" y="5040"/>
                  </a:cubicBezTo>
                  <a:close/>
                  <a:moveTo>
                    <a:pt x="15525" y="15120"/>
                  </a:moveTo>
                  <a:cubicBezTo>
                    <a:pt x="15525" y="16020"/>
                    <a:pt x="14850" y="16560"/>
                    <a:pt x="14175" y="16560"/>
                  </a:cubicBezTo>
                  <a:cubicBezTo>
                    <a:pt x="9788" y="16560"/>
                    <a:pt x="9788" y="16560"/>
                    <a:pt x="9788" y="16560"/>
                  </a:cubicBezTo>
                  <a:cubicBezTo>
                    <a:pt x="8269" y="16560"/>
                    <a:pt x="8269" y="16560"/>
                    <a:pt x="8269" y="16560"/>
                  </a:cubicBezTo>
                  <a:cubicBezTo>
                    <a:pt x="5231" y="19440"/>
                    <a:pt x="5231" y="19440"/>
                    <a:pt x="5231" y="19440"/>
                  </a:cubicBezTo>
                  <a:cubicBezTo>
                    <a:pt x="4725" y="19800"/>
                    <a:pt x="4725" y="18720"/>
                    <a:pt x="4725" y="18720"/>
                  </a:cubicBezTo>
                  <a:cubicBezTo>
                    <a:pt x="4725" y="17640"/>
                    <a:pt x="4725" y="17640"/>
                    <a:pt x="4725" y="17640"/>
                  </a:cubicBezTo>
                  <a:cubicBezTo>
                    <a:pt x="4725" y="17280"/>
                    <a:pt x="4725" y="16560"/>
                    <a:pt x="4725" y="16560"/>
                  </a:cubicBezTo>
                  <a:cubicBezTo>
                    <a:pt x="4725" y="16560"/>
                    <a:pt x="4388" y="16560"/>
                    <a:pt x="4050" y="16560"/>
                  </a:cubicBezTo>
                  <a:cubicBezTo>
                    <a:pt x="2700" y="16560"/>
                    <a:pt x="2700" y="16560"/>
                    <a:pt x="2700" y="16560"/>
                  </a:cubicBezTo>
                  <a:cubicBezTo>
                    <a:pt x="2025" y="16560"/>
                    <a:pt x="1350" y="16020"/>
                    <a:pt x="1350" y="15120"/>
                  </a:cubicBezTo>
                  <a:cubicBezTo>
                    <a:pt x="1350" y="7920"/>
                    <a:pt x="1350" y="7920"/>
                    <a:pt x="1350" y="7920"/>
                  </a:cubicBezTo>
                  <a:cubicBezTo>
                    <a:pt x="1350" y="7200"/>
                    <a:pt x="2025" y="6480"/>
                    <a:pt x="2700" y="6480"/>
                  </a:cubicBezTo>
                  <a:cubicBezTo>
                    <a:pt x="14175" y="6480"/>
                    <a:pt x="14175" y="6480"/>
                    <a:pt x="14175" y="6480"/>
                  </a:cubicBezTo>
                  <a:cubicBezTo>
                    <a:pt x="14850" y="6480"/>
                    <a:pt x="15525" y="7200"/>
                    <a:pt x="15525" y="7920"/>
                  </a:cubicBezTo>
                  <a:cubicBezTo>
                    <a:pt x="15525" y="15120"/>
                    <a:pt x="15525" y="15120"/>
                    <a:pt x="15525" y="15120"/>
                  </a:cubicBezTo>
                  <a:close/>
                  <a:moveTo>
                    <a:pt x="19575" y="0"/>
                  </a:moveTo>
                  <a:cubicBezTo>
                    <a:pt x="7425" y="0"/>
                    <a:pt x="7425" y="0"/>
                    <a:pt x="7425" y="0"/>
                  </a:cubicBezTo>
                  <a:cubicBezTo>
                    <a:pt x="6244" y="0"/>
                    <a:pt x="5400" y="900"/>
                    <a:pt x="5400" y="2160"/>
                  </a:cubicBezTo>
                  <a:cubicBezTo>
                    <a:pt x="5400" y="3600"/>
                    <a:pt x="5400" y="3600"/>
                    <a:pt x="5400" y="3600"/>
                  </a:cubicBezTo>
                  <a:cubicBezTo>
                    <a:pt x="6750" y="3600"/>
                    <a:pt x="6750" y="3600"/>
                    <a:pt x="6750" y="3600"/>
                  </a:cubicBezTo>
                  <a:cubicBezTo>
                    <a:pt x="6750" y="2880"/>
                    <a:pt x="6750" y="2880"/>
                    <a:pt x="6750" y="2880"/>
                  </a:cubicBezTo>
                  <a:cubicBezTo>
                    <a:pt x="6750" y="2160"/>
                    <a:pt x="7425" y="1440"/>
                    <a:pt x="8100" y="1440"/>
                  </a:cubicBezTo>
                  <a:cubicBezTo>
                    <a:pt x="18900" y="1440"/>
                    <a:pt x="18900" y="1440"/>
                    <a:pt x="18900" y="1440"/>
                  </a:cubicBezTo>
                  <a:cubicBezTo>
                    <a:pt x="19575" y="1440"/>
                    <a:pt x="20250" y="2160"/>
                    <a:pt x="20250" y="2880"/>
                  </a:cubicBezTo>
                  <a:cubicBezTo>
                    <a:pt x="20250" y="10080"/>
                    <a:pt x="20250" y="10080"/>
                    <a:pt x="20250" y="10080"/>
                  </a:cubicBezTo>
                  <a:cubicBezTo>
                    <a:pt x="20250" y="10800"/>
                    <a:pt x="19575" y="11520"/>
                    <a:pt x="18900" y="11520"/>
                  </a:cubicBezTo>
                  <a:cubicBezTo>
                    <a:pt x="18225" y="11520"/>
                    <a:pt x="18225" y="11520"/>
                    <a:pt x="18225" y="11520"/>
                  </a:cubicBezTo>
                  <a:cubicBezTo>
                    <a:pt x="18225" y="12960"/>
                    <a:pt x="18225" y="12960"/>
                    <a:pt x="18225" y="12960"/>
                  </a:cubicBezTo>
                  <a:cubicBezTo>
                    <a:pt x="19575" y="12960"/>
                    <a:pt x="19575" y="12960"/>
                    <a:pt x="19575" y="12960"/>
                  </a:cubicBezTo>
                  <a:cubicBezTo>
                    <a:pt x="20756" y="12960"/>
                    <a:pt x="21600" y="12060"/>
                    <a:pt x="21600" y="10800"/>
                  </a:cubicBezTo>
                  <a:cubicBezTo>
                    <a:pt x="21600" y="2160"/>
                    <a:pt x="21600" y="2160"/>
                    <a:pt x="21600" y="2160"/>
                  </a:cubicBezTo>
                  <a:cubicBezTo>
                    <a:pt x="21600" y="900"/>
                    <a:pt x="20756" y="0"/>
                    <a:pt x="19575" y="0"/>
                  </a:cubicBezTo>
                  <a:close/>
                  <a:moveTo>
                    <a:pt x="12150" y="9360"/>
                  </a:moveTo>
                  <a:cubicBezTo>
                    <a:pt x="4725" y="9360"/>
                    <a:pt x="4725" y="9360"/>
                    <a:pt x="4725" y="9360"/>
                  </a:cubicBezTo>
                  <a:cubicBezTo>
                    <a:pt x="4388" y="9360"/>
                    <a:pt x="4050" y="9720"/>
                    <a:pt x="4050" y="10080"/>
                  </a:cubicBezTo>
                  <a:cubicBezTo>
                    <a:pt x="4050" y="10440"/>
                    <a:pt x="4388" y="10800"/>
                    <a:pt x="4725" y="10800"/>
                  </a:cubicBezTo>
                  <a:cubicBezTo>
                    <a:pt x="12150" y="10800"/>
                    <a:pt x="12150" y="10800"/>
                    <a:pt x="12150" y="10800"/>
                  </a:cubicBezTo>
                  <a:cubicBezTo>
                    <a:pt x="12488" y="10800"/>
                    <a:pt x="12825" y="10440"/>
                    <a:pt x="12825" y="10080"/>
                  </a:cubicBezTo>
                  <a:cubicBezTo>
                    <a:pt x="12825" y="9720"/>
                    <a:pt x="12488" y="9360"/>
                    <a:pt x="12150" y="9360"/>
                  </a:cubicBezTo>
                  <a:close/>
                  <a:moveTo>
                    <a:pt x="10800" y="12240"/>
                  </a:moveTo>
                  <a:cubicBezTo>
                    <a:pt x="4725" y="12240"/>
                    <a:pt x="4725" y="12240"/>
                    <a:pt x="4725" y="12240"/>
                  </a:cubicBezTo>
                  <a:cubicBezTo>
                    <a:pt x="4388" y="12240"/>
                    <a:pt x="4050" y="12600"/>
                    <a:pt x="4050" y="12960"/>
                  </a:cubicBezTo>
                  <a:cubicBezTo>
                    <a:pt x="4050" y="13500"/>
                    <a:pt x="4388" y="13680"/>
                    <a:pt x="4725" y="13680"/>
                  </a:cubicBezTo>
                  <a:cubicBezTo>
                    <a:pt x="10800" y="13680"/>
                    <a:pt x="10800" y="13680"/>
                    <a:pt x="10800" y="13680"/>
                  </a:cubicBezTo>
                  <a:cubicBezTo>
                    <a:pt x="11138" y="13680"/>
                    <a:pt x="11475" y="13500"/>
                    <a:pt x="11475" y="12960"/>
                  </a:cubicBezTo>
                  <a:cubicBezTo>
                    <a:pt x="11475" y="12600"/>
                    <a:pt x="11138" y="12240"/>
                    <a:pt x="10800" y="1224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4" name="稻壳儿春秋广告/盗版必究        原创来源：http://chn.docer.com/works?userid=199329941#!/work_time"/>
            <p:cNvSpPr/>
            <p:nvPr/>
          </p:nvSpPr>
          <p:spPr>
            <a:xfrm>
              <a:off x="6230367" y="3458123"/>
              <a:ext cx="310890" cy="282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72" extrusionOk="0">
                  <a:moveTo>
                    <a:pt x="16875" y="7200"/>
                  </a:moveTo>
                  <a:cubicBezTo>
                    <a:pt x="4725" y="7200"/>
                    <a:pt x="4725" y="7200"/>
                    <a:pt x="4725" y="7200"/>
                  </a:cubicBezTo>
                  <a:cubicBezTo>
                    <a:pt x="4388" y="7200"/>
                    <a:pt x="4050" y="7560"/>
                    <a:pt x="4050" y="7920"/>
                  </a:cubicBezTo>
                  <a:cubicBezTo>
                    <a:pt x="4050" y="8280"/>
                    <a:pt x="4388" y="8640"/>
                    <a:pt x="4725" y="8640"/>
                  </a:cubicBezTo>
                  <a:cubicBezTo>
                    <a:pt x="16875" y="8640"/>
                    <a:pt x="16875" y="8640"/>
                    <a:pt x="16875" y="8640"/>
                  </a:cubicBezTo>
                  <a:cubicBezTo>
                    <a:pt x="17213" y="8640"/>
                    <a:pt x="17550" y="8280"/>
                    <a:pt x="17550" y="7920"/>
                  </a:cubicBezTo>
                  <a:cubicBezTo>
                    <a:pt x="17550" y="7560"/>
                    <a:pt x="17213" y="7200"/>
                    <a:pt x="16875" y="7200"/>
                  </a:cubicBezTo>
                  <a:close/>
                  <a:moveTo>
                    <a:pt x="19575" y="0"/>
                  </a:moveTo>
                  <a:cubicBezTo>
                    <a:pt x="2025" y="0"/>
                    <a:pt x="2025" y="0"/>
                    <a:pt x="2025" y="0"/>
                  </a:cubicBezTo>
                  <a:cubicBezTo>
                    <a:pt x="844" y="0"/>
                    <a:pt x="0" y="900"/>
                    <a:pt x="0" y="2160"/>
                  </a:cubicBezTo>
                  <a:cubicBezTo>
                    <a:pt x="0" y="14400"/>
                    <a:pt x="0" y="14400"/>
                    <a:pt x="0" y="14400"/>
                  </a:cubicBezTo>
                  <a:cubicBezTo>
                    <a:pt x="0" y="15660"/>
                    <a:pt x="844" y="16560"/>
                    <a:pt x="2025" y="16560"/>
                  </a:cubicBezTo>
                  <a:cubicBezTo>
                    <a:pt x="4725" y="16560"/>
                    <a:pt x="4725" y="16560"/>
                    <a:pt x="4725" y="16560"/>
                  </a:cubicBezTo>
                  <a:cubicBezTo>
                    <a:pt x="4725" y="19620"/>
                    <a:pt x="4725" y="19620"/>
                    <a:pt x="4725" y="19620"/>
                  </a:cubicBezTo>
                  <a:cubicBezTo>
                    <a:pt x="4894" y="20520"/>
                    <a:pt x="5906" y="21600"/>
                    <a:pt x="7425" y="20520"/>
                  </a:cubicBezTo>
                  <a:cubicBezTo>
                    <a:pt x="11475" y="16560"/>
                    <a:pt x="11475" y="16560"/>
                    <a:pt x="11475" y="16560"/>
                  </a:cubicBezTo>
                  <a:cubicBezTo>
                    <a:pt x="19575" y="16560"/>
                    <a:pt x="19575" y="16560"/>
                    <a:pt x="19575" y="16560"/>
                  </a:cubicBezTo>
                  <a:cubicBezTo>
                    <a:pt x="20756" y="16560"/>
                    <a:pt x="21600" y="15660"/>
                    <a:pt x="21600" y="14400"/>
                  </a:cubicBezTo>
                  <a:cubicBezTo>
                    <a:pt x="21600" y="2160"/>
                    <a:pt x="21600" y="2160"/>
                    <a:pt x="21600" y="2160"/>
                  </a:cubicBezTo>
                  <a:cubicBezTo>
                    <a:pt x="21600" y="900"/>
                    <a:pt x="20756" y="0"/>
                    <a:pt x="19575" y="0"/>
                  </a:cubicBezTo>
                  <a:close/>
                  <a:moveTo>
                    <a:pt x="20250" y="13680"/>
                  </a:moveTo>
                  <a:cubicBezTo>
                    <a:pt x="20250" y="14580"/>
                    <a:pt x="19575" y="15120"/>
                    <a:pt x="18900" y="15120"/>
                  </a:cubicBezTo>
                  <a:cubicBezTo>
                    <a:pt x="11138" y="15120"/>
                    <a:pt x="11138" y="15120"/>
                    <a:pt x="11138" y="15120"/>
                  </a:cubicBezTo>
                  <a:cubicBezTo>
                    <a:pt x="6581" y="19440"/>
                    <a:pt x="6581" y="19440"/>
                    <a:pt x="6581" y="19440"/>
                  </a:cubicBezTo>
                  <a:cubicBezTo>
                    <a:pt x="5906" y="20340"/>
                    <a:pt x="6075" y="17820"/>
                    <a:pt x="6075" y="16560"/>
                  </a:cubicBezTo>
                  <a:cubicBezTo>
                    <a:pt x="6075" y="16560"/>
                    <a:pt x="6075" y="16560"/>
                    <a:pt x="6075" y="16560"/>
                  </a:cubicBezTo>
                  <a:cubicBezTo>
                    <a:pt x="6075" y="15120"/>
                    <a:pt x="6075" y="15120"/>
                    <a:pt x="6075" y="15120"/>
                  </a:cubicBezTo>
                  <a:cubicBezTo>
                    <a:pt x="2700" y="15120"/>
                    <a:pt x="2700" y="15120"/>
                    <a:pt x="2700" y="15120"/>
                  </a:cubicBezTo>
                  <a:cubicBezTo>
                    <a:pt x="2025" y="15120"/>
                    <a:pt x="1350" y="14580"/>
                    <a:pt x="1350" y="13680"/>
                  </a:cubicBezTo>
                  <a:cubicBezTo>
                    <a:pt x="1350" y="2880"/>
                    <a:pt x="1350" y="2880"/>
                    <a:pt x="1350" y="2880"/>
                  </a:cubicBezTo>
                  <a:cubicBezTo>
                    <a:pt x="1350" y="2160"/>
                    <a:pt x="2025" y="1440"/>
                    <a:pt x="2700" y="1440"/>
                  </a:cubicBezTo>
                  <a:cubicBezTo>
                    <a:pt x="18900" y="1440"/>
                    <a:pt x="18900" y="1440"/>
                    <a:pt x="18900" y="1440"/>
                  </a:cubicBezTo>
                  <a:cubicBezTo>
                    <a:pt x="19575" y="1440"/>
                    <a:pt x="20250" y="2160"/>
                    <a:pt x="20250" y="2880"/>
                  </a:cubicBezTo>
                  <a:cubicBezTo>
                    <a:pt x="20250" y="13680"/>
                    <a:pt x="20250" y="13680"/>
                    <a:pt x="20250" y="13680"/>
                  </a:cubicBezTo>
                  <a:close/>
                  <a:moveTo>
                    <a:pt x="16875" y="4320"/>
                  </a:moveTo>
                  <a:cubicBezTo>
                    <a:pt x="4725" y="4320"/>
                    <a:pt x="4725" y="4320"/>
                    <a:pt x="4725" y="4320"/>
                  </a:cubicBezTo>
                  <a:cubicBezTo>
                    <a:pt x="4388" y="4320"/>
                    <a:pt x="4050" y="4680"/>
                    <a:pt x="4050" y="5040"/>
                  </a:cubicBezTo>
                  <a:cubicBezTo>
                    <a:pt x="4050" y="5400"/>
                    <a:pt x="4388" y="5760"/>
                    <a:pt x="4725" y="5760"/>
                  </a:cubicBezTo>
                  <a:cubicBezTo>
                    <a:pt x="16875" y="5760"/>
                    <a:pt x="16875" y="5760"/>
                    <a:pt x="16875" y="5760"/>
                  </a:cubicBezTo>
                  <a:cubicBezTo>
                    <a:pt x="17213" y="5760"/>
                    <a:pt x="17550" y="5400"/>
                    <a:pt x="17550" y="5040"/>
                  </a:cubicBezTo>
                  <a:cubicBezTo>
                    <a:pt x="17550" y="4680"/>
                    <a:pt x="17213" y="4320"/>
                    <a:pt x="16875" y="4320"/>
                  </a:cubicBezTo>
                  <a:close/>
                  <a:moveTo>
                    <a:pt x="12150" y="10080"/>
                  </a:moveTo>
                  <a:cubicBezTo>
                    <a:pt x="4725" y="10080"/>
                    <a:pt x="4725" y="10080"/>
                    <a:pt x="4725" y="10080"/>
                  </a:cubicBezTo>
                  <a:cubicBezTo>
                    <a:pt x="4388" y="10080"/>
                    <a:pt x="4050" y="10440"/>
                    <a:pt x="4050" y="10800"/>
                  </a:cubicBezTo>
                  <a:cubicBezTo>
                    <a:pt x="4050" y="11340"/>
                    <a:pt x="4388" y="11520"/>
                    <a:pt x="4725" y="11520"/>
                  </a:cubicBezTo>
                  <a:cubicBezTo>
                    <a:pt x="12150" y="11520"/>
                    <a:pt x="12150" y="11520"/>
                    <a:pt x="12150" y="11520"/>
                  </a:cubicBezTo>
                  <a:cubicBezTo>
                    <a:pt x="12488" y="11520"/>
                    <a:pt x="12825" y="11340"/>
                    <a:pt x="12825" y="10800"/>
                  </a:cubicBezTo>
                  <a:cubicBezTo>
                    <a:pt x="12825" y="10440"/>
                    <a:pt x="12488" y="10080"/>
                    <a:pt x="12150" y="1008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5" name="稻壳儿春秋广告/盗版必究        原创来源：http://chn.docer.com/works?userid=199329941#!/work_time"/>
            <p:cNvSpPr/>
            <p:nvPr/>
          </p:nvSpPr>
          <p:spPr>
            <a:xfrm>
              <a:off x="9951013" y="3443721"/>
              <a:ext cx="310282" cy="311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516" extrusionOk="0">
                  <a:moveTo>
                    <a:pt x="21431" y="21265"/>
                  </a:moveTo>
                  <a:cubicBezTo>
                    <a:pt x="21094" y="21600"/>
                    <a:pt x="20588" y="21600"/>
                    <a:pt x="20419" y="21265"/>
                  </a:cubicBezTo>
                  <a:cubicBezTo>
                    <a:pt x="14513" y="15405"/>
                    <a:pt x="14513" y="15405"/>
                    <a:pt x="14513" y="15405"/>
                  </a:cubicBezTo>
                  <a:cubicBezTo>
                    <a:pt x="12994" y="16577"/>
                    <a:pt x="10969" y="17414"/>
                    <a:pt x="8775" y="17414"/>
                  </a:cubicBezTo>
                  <a:cubicBezTo>
                    <a:pt x="3881" y="17414"/>
                    <a:pt x="0" y="13563"/>
                    <a:pt x="0" y="8707"/>
                  </a:cubicBezTo>
                  <a:cubicBezTo>
                    <a:pt x="0" y="3851"/>
                    <a:pt x="3881" y="0"/>
                    <a:pt x="8775" y="0"/>
                  </a:cubicBezTo>
                  <a:cubicBezTo>
                    <a:pt x="13669" y="0"/>
                    <a:pt x="17550" y="3851"/>
                    <a:pt x="17550" y="8707"/>
                  </a:cubicBezTo>
                  <a:cubicBezTo>
                    <a:pt x="17550" y="10884"/>
                    <a:pt x="16706" y="12893"/>
                    <a:pt x="15525" y="14400"/>
                  </a:cubicBezTo>
                  <a:cubicBezTo>
                    <a:pt x="21431" y="20260"/>
                    <a:pt x="21431" y="20260"/>
                    <a:pt x="21431" y="20260"/>
                  </a:cubicBezTo>
                  <a:cubicBezTo>
                    <a:pt x="21600" y="20428"/>
                    <a:pt x="21600" y="20930"/>
                    <a:pt x="21431" y="21265"/>
                  </a:cubicBezTo>
                  <a:close/>
                  <a:moveTo>
                    <a:pt x="8775" y="1340"/>
                  </a:moveTo>
                  <a:cubicBezTo>
                    <a:pt x="4725" y="1340"/>
                    <a:pt x="1350" y="4688"/>
                    <a:pt x="1350" y="8707"/>
                  </a:cubicBezTo>
                  <a:cubicBezTo>
                    <a:pt x="1350" y="12726"/>
                    <a:pt x="4725" y="16074"/>
                    <a:pt x="8775" y="16074"/>
                  </a:cubicBezTo>
                  <a:cubicBezTo>
                    <a:pt x="12825" y="16074"/>
                    <a:pt x="16200" y="12726"/>
                    <a:pt x="16200" y="8707"/>
                  </a:cubicBezTo>
                  <a:cubicBezTo>
                    <a:pt x="16200" y="4688"/>
                    <a:pt x="12825" y="1340"/>
                    <a:pt x="8775" y="134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6" name="稻壳儿春秋广告/盗版必究        原创来源：http://chn.docer.com/works?userid=199329941#!/work_time"/>
            <p:cNvSpPr/>
            <p:nvPr/>
          </p:nvSpPr>
          <p:spPr>
            <a:xfrm>
              <a:off x="9950710" y="4295701"/>
              <a:ext cx="310890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75" y="17550"/>
                  </a:moveTo>
                  <a:cubicBezTo>
                    <a:pt x="14175" y="17550"/>
                    <a:pt x="14175" y="17550"/>
                    <a:pt x="14175" y="17550"/>
                  </a:cubicBezTo>
                  <a:cubicBezTo>
                    <a:pt x="14175" y="20250"/>
                    <a:pt x="14175" y="20250"/>
                    <a:pt x="14175" y="20250"/>
                  </a:cubicBezTo>
                  <a:cubicBezTo>
                    <a:pt x="14850" y="20250"/>
                    <a:pt x="14850" y="20250"/>
                    <a:pt x="14850" y="20250"/>
                  </a:cubicBezTo>
                  <a:cubicBezTo>
                    <a:pt x="15188" y="20250"/>
                    <a:pt x="15525" y="20588"/>
                    <a:pt x="15525" y="20925"/>
                  </a:cubicBezTo>
                  <a:cubicBezTo>
                    <a:pt x="15525" y="21262"/>
                    <a:pt x="15188" y="21600"/>
                    <a:pt x="14850" y="21600"/>
                  </a:cubicBezTo>
                  <a:cubicBezTo>
                    <a:pt x="6750" y="21600"/>
                    <a:pt x="6750" y="21600"/>
                    <a:pt x="6750" y="21600"/>
                  </a:cubicBezTo>
                  <a:cubicBezTo>
                    <a:pt x="6412" y="21600"/>
                    <a:pt x="6075" y="21262"/>
                    <a:pt x="6075" y="20925"/>
                  </a:cubicBezTo>
                  <a:cubicBezTo>
                    <a:pt x="6075" y="20588"/>
                    <a:pt x="6412" y="20250"/>
                    <a:pt x="6750" y="20250"/>
                  </a:cubicBezTo>
                  <a:cubicBezTo>
                    <a:pt x="7425" y="20250"/>
                    <a:pt x="7425" y="20250"/>
                    <a:pt x="7425" y="20250"/>
                  </a:cubicBezTo>
                  <a:cubicBezTo>
                    <a:pt x="7425" y="17550"/>
                    <a:pt x="7425" y="17550"/>
                    <a:pt x="7425" y="17550"/>
                  </a:cubicBezTo>
                  <a:cubicBezTo>
                    <a:pt x="2025" y="17550"/>
                    <a:pt x="2025" y="17550"/>
                    <a:pt x="2025" y="17550"/>
                  </a:cubicBezTo>
                  <a:cubicBezTo>
                    <a:pt x="844" y="17550"/>
                    <a:pt x="0" y="16706"/>
                    <a:pt x="0" y="15525"/>
                  </a:cubicBezTo>
                  <a:cubicBezTo>
                    <a:pt x="0" y="2025"/>
                    <a:pt x="0" y="2025"/>
                    <a:pt x="0" y="2025"/>
                  </a:cubicBezTo>
                  <a:cubicBezTo>
                    <a:pt x="0" y="844"/>
                    <a:pt x="844" y="0"/>
                    <a:pt x="2025" y="0"/>
                  </a:cubicBezTo>
                  <a:cubicBezTo>
                    <a:pt x="19575" y="0"/>
                    <a:pt x="19575" y="0"/>
                    <a:pt x="19575" y="0"/>
                  </a:cubicBezTo>
                  <a:cubicBezTo>
                    <a:pt x="20756" y="0"/>
                    <a:pt x="21600" y="844"/>
                    <a:pt x="21600" y="2025"/>
                  </a:cubicBezTo>
                  <a:cubicBezTo>
                    <a:pt x="21600" y="15525"/>
                    <a:pt x="21600" y="15525"/>
                    <a:pt x="21600" y="15525"/>
                  </a:cubicBezTo>
                  <a:cubicBezTo>
                    <a:pt x="21600" y="16706"/>
                    <a:pt x="20756" y="17550"/>
                    <a:pt x="19575" y="17550"/>
                  </a:cubicBezTo>
                  <a:close/>
                  <a:moveTo>
                    <a:pt x="8775" y="20250"/>
                  </a:moveTo>
                  <a:cubicBezTo>
                    <a:pt x="12825" y="20250"/>
                    <a:pt x="12825" y="20250"/>
                    <a:pt x="12825" y="20250"/>
                  </a:cubicBezTo>
                  <a:cubicBezTo>
                    <a:pt x="12825" y="17550"/>
                    <a:pt x="12825" y="17550"/>
                    <a:pt x="12825" y="17550"/>
                  </a:cubicBezTo>
                  <a:cubicBezTo>
                    <a:pt x="8775" y="17550"/>
                    <a:pt x="8775" y="17550"/>
                    <a:pt x="8775" y="17550"/>
                  </a:cubicBezTo>
                  <a:cubicBezTo>
                    <a:pt x="8775" y="20250"/>
                    <a:pt x="8775" y="20250"/>
                    <a:pt x="8775" y="20250"/>
                  </a:cubicBezTo>
                  <a:close/>
                  <a:moveTo>
                    <a:pt x="20250" y="2700"/>
                  </a:moveTo>
                  <a:cubicBezTo>
                    <a:pt x="20250" y="2025"/>
                    <a:pt x="19575" y="1350"/>
                    <a:pt x="18900" y="1350"/>
                  </a:cubicBezTo>
                  <a:cubicBezTo>
                    <a:pt x="2700" y="1350"/>
                    <a:pt x="2700" y="1350"/>
                    <a:pt x="2700" y="1350"/>
                  </a:cubicBezTo>
                  <a:cubicBezTo>
                    <a:pt x="2025" y="1350"/>
                    <a:pt x="1350" y="2025"/>
                    <a:pt x="1350" y="2700"/>
                  </a:cubicBezTo>
                  <a:cubicBezTo>
                    <a:pt x="1350" y="12825"/>
                    <a:pt x="1350" y="12825"/>
                    <a:pt x="1350" y="12825"/>
                  </a:cubicBezTo>
                  <a:cubicBezTo>
                    <a:pt x="20250" y="12825"/>
                    <a:pt x="20250" y="12825"/>
                    <a:pt x="20250" y="12825"/>
                  </a:cubicBezTo>
                  <a:cubicBezTo>
                    <a:pt x="20250" y="2700"/>
                    <a:pt x="20250" y="2700"/>
                    <a:pt x="20250" y="2700"/>
                  </a:cubicBezTo>
                  <a:close/>
                  <a:moveTo>
                    <a:pt x="20250" y="14175"/>
                  </a:moveTo>
                  <a:cubicBezTo>
                    <a:pt x="1350" y="14175"/>
                    <a:pt x="1350" y="14175"/>
                    <a:pt x="1350" y="14175"/>
                  </a:cubicBezTo>
                  <a:cubicBezTo>
                    <a:pt x="1350" y="14850"/>
                    <a:pt x="1350" y="14850"/>
                    <a:pt x="1350" y="14850"/>
                  </a:cubicBezTo>
                  <a:cubicBezTo>
                    <a:pt x="1350" y="15694"/>
                    <a:pt x="2025" y="16200"/>
                    <a:pt x="2700" y="16200"/>
                  </a:cubicBezTo>
                  <a:cubicBezTo>
                    <a:pt x="18900" y="16200"/>
                    <a:pt x="18900" y="16200"/>
                    <a:pt x="18900" y="16200"/>
                  </a:cubicBezTo>
                  <a:cubicBezTo>
                    <a:pt x="19575" y="16200"/>
                    <a:pt x="20250" y="15694"/>
                    <a:pt x="20250" y="14850"/>
                  </a:cubicBezTo>
                  <a:cubicBezTo>
                    <a:pt x="20250" y="14175"/>
                    <a:pt x="20250" y="14175"/>
                    <a:pt x="20250" y="1417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7" name="稻壳儿春秋广告/盗版必究        原创来源：http://chn.docer.com/works?userid=199329941#!/work_time"/>
            <p:cNvSpPr/>
            <p:nvPr/>
          </p:nvSpPr>
          <p:spPr>
            <a:xfrm>
              <a:off x="9950710" y="5131496"/>
              <a:ext cx="310890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94" y="21600"/>
                    <a:pt x="0" y="16706"/>
                    <a:pt x="0" y="10800"/>
                  </a:cubicBezTo>
                  <a:cubicBezTo>
                    <a:pt x="0" y="4894"/>
                    <a:pt x="4894" y="0"/>
                    <a:pt x="10800" y="0"/>
                  </a:cubicBezTo>
                  <a:cubicBezTo>
                    <a:pt x="16706" y="0"/>
                    <a:pt x="21600" y="4894"/>
                    <a:pt x="21600" y="10800"/>
                  </a:cubicBezTo>
                  <a:cubicBezTo>
                    <a:pt x="21600" y="16706"/>
                    <a:pt x="16706" y="21600"/>
                    <a:pt x="10800" y="21600"/>
                  </a:cubicBezTo>
                  <a:close/>
                  <a:moveTo>
                    <a:pt x="10800" y="1350"/>
                  </a:moveTo>
                  <a:cubicBezTo>
                    <a:pt x="5569" y="1350"/>
                    <a:pt x="1350" y="5569"/>
                    <a:pt x="1350" y="10800"/>
                  </a:cubicBezTo>
                  <a:cubicBezTo>
                    <a:pt x="1350" y="16031"/>
                    <a:pt x="5569" y="20250"/>
                    <a:pt x="10800" y="20250"/>
                  </a:cubicBezTo>
                  <a:cubicBezTo>
                    <a:pt x="16031" y="20250"/>
                    <a:pt x="20250" y="16031"/>
                    <a:pt x="20250" y="10800"/>
                  </a:cubicBezTo>
                  <a:cubicBezTo>
                    <a:pt x="20250" y="5569"/>
                    <a:pt x="16031" y="1350"/>
                    <a:pt x="10800" y="1350"/>
                  </a:cubicBezTo>
                  <a:close/>
                  <a:moveTo>
                    <a:pt x="14850" y="11475"/>
                  </a:moveTo>
                  <a:cubicBezTo>
                    <a:pt x="10800" y="11475"/>
                    <a:pt x="10800" y="11475"/>
                    <a:pt x="10800" y="11475"/>
                  </a:cubicBezTo>
                  <a:cubicBezTo>
                    <a:pt x="10462" y="11475"/>
                    <a:pt x="10125" y="11138"/>
                    <a:pt x="10125" y="10800"/>
                  </a:cubicBezTo>
                  <a:cubicBezTo>
                    <a:pt x="10125" y="5400"/>
                    <a:pt x="10125" y="5400"/>
                    <a:pt x="10125" y="5400"/>
                  </a:cubicBezTo>
                  <a:cubicBezTo>
                    <a:pt x="10125" y="5062"/>
                    <a:pt x="10462" y="4725"/>
                    <a:pt x="10800" y="4725"/>
                  </a:cubicBezTo>
                  <a:cubicBezTo>
                    <a:pt x="11138" y="4725"/>
                    <a:pt x="11475" y="5062"/>
                    <a:pt x="11475" y="5400"/>
                  </a:cubicBezTo>
                  <a:cubicBezTo>
                    <a:pt x="11475" y="10125"/>
                    <a:pt x="11475" y="10125"/>
                    <a:pt x="11475" y="10125"/>
                  </a:cubicBezTo>
                  <a:cubicBezTo>
                    <a:pt x="14850" y="10125"/>
                    <a:pt x="14850" y="10125"/>
                    <a:pt x="14850" y="10125"/>
                  </a:cubicBezTo>
                  <a:cubicBezTo>
                    <a:pt x="15188" y="10125"/>
                    <a:pt x="15525" y="10462"/>
                    <a:pt x="15525" y="10800"/>
                  </a:cubicBezTo>
                  <a:cubicBezTo>
                    <a:pt x="15525" y="11138"/>
                    <a:pt x="15188" y="11475"/>
                    <a:pt x="14850" y="1147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8" name="稻壳儿春秋广告/盗版必究        原创来源：http://chn.docer.com/works?userid=199329941#!/work_time"/>
            <p:cNvSpPr/>
            <p:nvPr/>
          </p:nvSpPr>
          <p:spPr>
            <a:xfrm>
              <a:off x="5459602" y="4295701"/>
              <a:ext cx="310890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75" y="17550"/>
                  </a:moveTo>
                  <a:cubicBezTo>
                    <a:pt x="16875" y="17550"/>
                    <a:pt x="16875" y="17550"/>
                    <a:pt x="16875" y="17550"/>
                  </a:cubicBezTo>
                  <a:cubicBezTo>
                    <a:pt x="16875" y="20250"/>
                    <a:pt x="16875" y="20250"/>
                    <a:pt x="16875" y="20250"/>
                  </a:cubicBezTo>
                  <a:cubicBezTo>
                    <a:pt x="16875" y="21094"/>
                    <a:pt x="16200" y="21600"/>
                    <a:pt x="15525" y="21600"/>
                  </a:cubicBezTo>
                  <a:cubicBezTo>
                    <a:pt x="6075" y="21600"/>
                    <a:pt x="6075" y="21600"/>
                    <a:pt x="6075" y="21600"/>
                  </a:cubicBezTo>
                  <a:cubicBezTo>
                    <a:pt x="5400" y="21600"/>
                    <a:pt x="4725" y="21094"/>
                    <a:pt x="4725" y="20250"/>
                  </a:cubicBezTo>
                  <a:cubicBezTo>
                    <a:pt x="4725" y="17550"/>
                    <a:pt x="4725" y="17550"/>
                    <a:pt x="4725" y="17550"/>
                  </a:cubicBezTo>
                  <a:cubicBezTo>
                    <a:pt x="2025" y="17550"/>
                    <a:pt x="2025" y="17550"/>
                    <a:pt x="2025" y="17550"/>
                  </a:cubicBezTo>
                  <a:cubicBezTo>
                    <a:pt x="844" y="17550"/>
                    <a:pt x="0" y="16706"/>
                    <a:pt x="0" y="15525"/>
                  </a:cubicBezTo>
                  <a:cubicBezTo>
                    <a:pt x="0" y="7425"/>
                    <a:pt x="0" y="7425"/>
                    <a:pt x="0" y="7425"/>
                  </a:cubicBezTo>
                  <a:cubicBezTo>
                    <a:pt x="0" y="6244"/>
                    <a:pt x="844" y="5400"/>
                    <a:pt x="2025" y="5400"/>
                  </a:cubicBezTo>
                  <a:cubicBezTo>
                    <a:pt x="4725" y="5400"/>
                    <a:pt x="4725" y="5400"/>
                    <a:pt x="4725" y="5400"/>
                  </a:cubicBezTo>
                  <a:cubicBezTo>
                    <a:pt x="4725" y="1350"/>
                    <a:pt x="4725" y="1350"/>
                    <a:pt x="4725" y="1350"/>
                  </a:cubicBezTo>
                  <a:cubicBezTo>
                    <a:pt x="4725" y="675"/>
                    <a:pt x="5400" y="0"/>
                    <a:pt x="6075" y="0"/>
                  </a:cubicBezTo>
                  <a:cubicBezTo>
                    <a:pt x="15525" y="0"/>
                    <a:pt x="15525" y="0"/>
                    <a:pt x="15525" y="0"/>
                  </a:cubicBezTo>
                  <a:cubicBezTo>
                    <a:pt x="16200" y="0"/>
                    <a:pt x="16875" y="675"/>
                    <a:pt x="16875" y="1350"/>
                  </a:cubicBezTo>
                  <a:cubicBezTo>
                    <a:pt x="16875" y="5400"/>
                    <a:pt x="16875" y="5400"/>
                    <a:pt x="16875" y="5400"/>
                  </a:cubicBezTo>
                  <a:cubicBezTo>
                    <a:pt x="19575" y="5400"/>
                    <a:pt x="19575" y="5400"/>
                    <a:pt x="19575" y="5400"/>
                  </a:cubicBezTo>
                  <a:cubicBezTo>
                    <a:pt x="20756" y="5400"/>
                    <a:pt x="21600" y="6244"/>
                    <a:pt x="21600" y="7425"/>
                  </a:cubicBezTo>
                  <a:cubicBezTo>
                    <a:pt x="21600" y="15525"/>
                    <a:pt x="21600" y="15525"/>
                    <a:pt x="21600" y="15525"/>
                  </a:cubicBezTo>
                  <a:cubicBezTo>
                    <a:pt x="21600" y="16706"/>
                    <a:pt x="20756" y="17550"/>
                    <a:pt x="19575" y="17550"/>
                  </a:cubicBezTo>
                  <a:close/>
                  <a:moveTo>
                    <a:pt x="6075" y="19575"/>
                  </a:moveTo>
                  <a:cubicBezTo>
                    <a:pt x="6075" y="19913"/>
                    <a:pt x="6412" y="20250"/>
                    <a:pt x="6750" y="20250"/>
                  </a:cubicBezTo>
                  <a:cubicBezTo>
                    <a:pt x="14850" y="20250"/>
                    <a:pt x="14850" y="20250"/>
                    <a:pt x="14850" y="20250"/>
                  </a:cubicBezTo>
                  <a:cubicBezTo>
                    <a:pt x="15188" y="20250"/>
                    <a:pt x="15525" y="19913"/>
                    <a:pt x="15525" y="19575"/>
                  </a:cubicBezTo>
                  <a:cubicBezTo>
                    <a:pt x="15525" y="15525"/>
                    <a:pt x="15525" y="15525"/>
                    <a:pt x="15525" y="15525"/>
                  </a:cubicBezTo>
                  <a:cubicBezTo>
                    <a:pt x="15525" y="15188"/>
                    <a:pt x="15188" y="14850"/>
                    <a:pt x="14850" y="14850"/>
                  </a:cubicBezTo>
                  <a:cubicBezTo>
                    <a:pt x="6750" y="14850"/>
                    <a:pt x="6750" y="14850"/>
                    <a:pt x="6750" y="14850"/>
                  </a:cubicBezTo>
                  <a:cubicBezTo>
                    <a:pt x="6412" y="14850"/>
                    <a:pt x="6075" y="15188"/>
                    <a:pt x="6075" y="15525"/>
                  </a:cubicBezTo>
                  <a:cubicBezTo>
                    <a:pt x="6075" y="19575"/>
                    <a:pt x="6075" y="19575"/>
                    <a:pt x="6075" y="19575"/>
                  </a:cubicBezTo>
                  <a:close/>
                  <a:moveTo>
                    <a:pt x="15525" y="2025"/>
                  </a:moveTo>
                  <a:cubicBezTo>
                    <a:pt x="15525" y="1687"/>
                    <a:pt x="15188" y="1350"/>
                    <a:pt x="14850" y="1350"/>
                  </a:cubicBezTo>
                  <a:cubicBezTo>
                    <a:pt x="6750" y="1350"/>
                    <a:pt x="6750" y="1350"/>
                    <a:pt x="6750" y="1350"/>
                  </a:cubicBezTo>
                  <a:cubicBezTo>
                    <a:pt x="6412" y="1350"/>
                    <a:pt x="6075" y="1687"/>
                    <a:pt x="6075" y="2025"/>
                  </a:cubicBezTo>
                  <a:cubicBezTo>
                    <a:pt x="6075" y="5400"/>
                    <a:pt x="6075" y="5400"/>
                    <a:pt x="6075" y="5400"/>
                  </a:cubicBezTo>
                  <a:cubicBezTo>
                    <a:pt x="15525" y="5400"/>
                    <a:pt x="15525" y="5400"/>
                    <a:pt x="15525" y="5400"/>
                  </a:cubicBezTo>
                  <a:cubicBezTo>
                    <a:pt x="15525" y="2025"/>
                    <a:pt x="15525" y="2025"/>
                    <a:pt x="15525" y="2025"/>
                  </a:cubicBezTo>
                  <a:close/>
                  <a:moveTo>
                    <a:pt x="20250" y="8100"/>
                  </a:moveTo>
                  <a:cubicBezTo>
                    <a:pt x="20250" y="7425"/>
                    <a:pt x="19575" y="6750"/>
                    <a:pt x="18900" y="6750"/>
                  </a:cubicBezTo>
                  <a:cubicBezTo>
                    <a:pt x="16875" y="6750"/>
                    <a:pt x="16875" y="6750"/>
                    <a:pt x="16875" y="6750"/>
                  </a:cubicBezTo>
                  <a:cubicBezTo>
                    <a:pt x="14850" y="6750"/>
                    <a:pt x="14850" y="6750"/>
                    <a:pt x="14850" y="6750"/>
                  </a:cubicBezTo>
                  <a:cubicBezTo>
                    <a:pt x="6750" y="6750"/>
                    <a:pt x="6750" y="6750"/>
                    <a:pt x="6750" y="6750"/>
                  </a:cubicBezTo>
                  <a:cubicBezTo>
                    <a:pt x="4725" y="6750"/>
                    <a:pt x="4725" y="6750"/>
                    <a:pt x="4725" y="6750"/>
                  </a:cubicBezTo>
                  <a:cubicBezTo>
                    <a:pt x="2700" y="6750"/>
                    <a:pt x="2700" y="6750"/>
                    <a:pt x="2700" y="6750"/>
                  </a:cubicBezTo>
                  <a:cubicBezTo>
                    <a:pt x="2025" y="6750"/>
                    <a:pt x="1350" y="7425"/>
                    <a:pt x="1350" y="8100"/>
                  </a:cubicBezTo>
                  <a:cubicBezTo>
                    <a:pt x="1350" y="14850"/>
                    <a:pt x="1350" y="14850"/>
                    <a:pt x="1350" y="14850"/>
                  </a:cubicBezTo>
                  <a:cubicBezTo>
                    <a:pt x="1350" y="15694"/>
                    <a:pt x="2025" y="16200"/>
                    <a:pt x="2700" y="16200"/>
                  </a:cubicBezTo>
                  <a:cubicBezTo>
                    <a:pt x="4725" y="16200"/>
                    <a:pt x="4725" y="16200"/>
                    <a:pt x="4725" y="16200"/>
                  </a:cubicBezTo>
                  <a:cubicBezTo>
                    <a:pt x="4725" y="14850"/>
                    <a:pt x="4725" y="14850"/>
                    <a:pt x="4725" y="14850"/>
                  </a:cubicBezTo>
                  <a:cubicBezTo>
                    <a:pt x="4725" y="14175"/>
                    <a:pt x="5400" y="13500"/>
                    <a:pt x="6075" y="13500"/>
                  </a:cubicBezTo>
                  <a:cubicBezTo>
                    <a:pt x="15525" y="13500"/>
                    <a:pt x="15525" y="13500"/>
                    <a:pt x="15525" y="13500"/>
                  </a:cubicBezTo>
                  <a:cubicBezTo>
                    <a:pt x="16200" y="13500"/>
                    <a:pt x="16875" y="14175"/>
                    <a:pt x="16875" y="14850"/>
                  </a:cubicBezTo>
                  <a:cubicBezTo>
                    <a:pt x="16875" y="16200"/>
                    <a:pt x="16875" y="16200"/>
                    <a:pt x="16875" y="16200"/>
                  </a:cubicBezTo>
                  <a:cubicBezTo>
                    <a:pt x="18900" y="16200"/>
                    <a:pt x="18900" y="16200"/>
                    <a:pt x="18900" y="16200"/>
                  </a:cubicBezTo>
                  <a:cubicBezTo>
                    <a:pt x="19575" y="16200"/>
                    <a:pt x="20250" y="15694"/>
                    <a:pt x="20250" y="14850"/>
                  </a:cubicBezTo>
                  <a:cubicBezTo>
                    <a:pt x="20250" y="8100"/>
                    <a:pt x="20250" y="8100"/>
                    <a:pt x="20250" y="8100"/>
                  </a:cubicBezTo>
                  <a:close/>
                  <a:moveTo>
                    <a:pt x="8100" y="10800"/>
                  </a:moveTo>
                  <a:cubicBezTo>
                    <a:pt x="7762" y="10800"/>
                    <a:pt x="7425" y="10462"/>
                    <a:pt x="7425" y="10125"/>
                  </a:cubicBezTo>
                  <a:cubicBezTo>
                    <a:pt x="7425" y="9788"/>
                    <a:pt x="7762" y="9450"/>
                    <a:pt x="8100" y="9450"/>
                  </a:cubicBezTo>
                  <a:cubicBezTo>
                    <a:pt x="8438" y="9450"/>
                    <a:pt x="8775" y="9788"/>
                    <a:pt x="8775" y="10125"/>
                  </a:cubicBezTo>
                  <a:cubicBezTo>
                    <a:pt x="8775" y="10462"/>
                    <a:pt x="8438" y="10800"/>
                    <a:pt x="8100" y="10800"/>
                  </a:cubicBezTo>
                  <a:close/>
                  <a:moveTo>
                    <a:pt x="5400" y="10800"/>
                  </a:moveTo>
                  <a:cubicBezTo>
                    <a:pt x="5062" y="10800"/>
                    <a:pt x="4725" y="10462"/>
                    <a:pt x="4725" y="10125"/>
                  </a:cubicBezTo>
                  <a:cubicBezTo>
                    <a:pt x="4725" y="9788"/>
                    <a:pt x="5062" y="9450"/>
                    <a:pt x="5400" y="9450"/>
                  </a:cubicBezTo>
                  <a:cubicBezTo>
                    <a:pt x="5738" y="9450"/>
                    <a:pt x="6075" y="9788"/>
                    <a:pt x="6075" y="10125"/>
                  </a:cubicBezTo>
                  <a:cubicBezTo>
                    <a:pt x="6075" y="10462"/>
                    <a:pt x="5738" y="10800"/>
                    <a:pt x="5400" y="108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9" name="稻壳儿春秋广告/盗版必究        原创来源：http://chn.docer.com/works?userid=199329941#!/work_time"/>
            <p:cNvSpPr/>
            <p:nvPr/>
          </p:nvSpPr>
          <p:spPr>
            <a:xfrm>
              <a:off x="7123911" y="5130983"/>
              <a:ext cx="310890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75" y="21600"/>
                  </a:moveTo>
                  <a:cubicBezTo>
                    <a:pt x="2025" y="21600"/>
                    <a:pt x="2025" y="21600"/>
                    <a:pt x="2025" y="21600"/>
                  </a:cubicBezTo>
                  <a:cubicBezTo>
                    <a:pt x="844" y="21600"/>
                    <a:pt x="0" y="20756"/>
                    <a:pt x="0" y="19575"/>
                  </a:cubicBezTo>
                  <a:cubicBezTo>
                    <a:pt x="0" y="2025"/>
                    <a:pt x="0" y="2025"/>
                    <a:pt x="0" y="2025"/>
                  </a:cubicBezTo>
                  <a:cubicBezTo>
                    <a:pt x="0" y="844"/>
                    <a:pt x="844" y="0"/>
                    <a:pt x="2025" y="0"/>
                  </a:cubicBezTo>
                  <a:cubicBezTo>
                    <a:pt x="19575" y="0"/>
                    <a:pt x="19575" y="0"/>
                    <a:pt x="19575" y="0"/>
                  </a:cubicBezTo>
                  <a:cubicBezTo>
                    <a:pt x="20756" y="0"/>
                    <a:pt x="21600" y="844"/>
                    <a:pt x="21600" y="2025"/>
                  </a:cubicBezTo>
                  <a:cubicBezTo>
                    <a:pt x="21600" y="19575"/>
                    <a:pt x="21600" y="19575"/>
                    <a:pt x="21600" y="19575"/>
                  </a:cubicBezTo>
                  <a:cubicBezTo>
                    <a:pt x="21600" y="20756"/>
                    <a:pt x="20756" y="21600"/>
                    <a:pt x="19575" y="21600"/>
                  </a:cubicBezTo>
                  <a:close/>
                  <a:moveTo>
                    <a:pt x="20250" y="2700"/>
                  </a:moveTo>
                  <a:cubicBezTo>
                    <a:pt x="20250" y="2025"/>
                    <a:pt x="19575" y="1350"/>
                    <a:pt x="18900" y="1350"/>
                  </a:cubicBezTo>
                  <a:cubicBezTo>
                    <a:pt x="2700" y="1350"/>
                    <a:pt x="2700" y="1350"/>
                    <a:pt x="2700" y="1350"/>
                  </a:cubicBezTo>
                  <a:cubicBezTo>
                    <a:pt x="2025" y="1350"/>
                    <a:pt x="1350" y="2025"/>
                    <a:pt x="1350" y="2700"/>
                  </a:cubicBezTo>
                  <a:cubicBezTo>
                    <a:pt x="1350" y="5400"/>
                    <a:pt x="1350" y="5400"/>
                    <a:pt x="1350" y="5400"/>
                  </a:cubicBezTo>
                  <a:cubicBezTo>
                    <a:pt x="20250" y="5400"/>
                    <a:pt x="20250" y="5400"/>
                    <a:pt x="20250" y="5400"/>
                  </a:cubicBezTo>
                  <a:cubicBezTo>
                    <a:pt x="20250" y="2700"/>
                    <a:pt x="20250" y="2700"/>
                    <a:pt x="20250" y="2700"/>
                  </a:cubicBezTo>
                  <a:close/>
                  <a:moveTo>
                    <a:pt x="20250" y="6750"/>
                  </a:moveTo>
                  <a:cubicBezTo>
                    <a:pt x="1350" y="6750"/>
                    <a:pt x="1350" y="6750"/>
                    <a:pt x="1350" y="6750"/>
                  </a:cubicBezTo>
                  <a:cubicBezTo>
                    <a:pt x="1350" y="18900"/>
                    <a:pt x="1350" y="18900"/>
                    <a:pt x="1350" y="18900"/>
                  </a:cubicBezTo>
                  <a:cubicBezTo>
                    <a:pt x="1350" y="19744"/>
                    <a:pt x="2025" y="20250"/>
                    <a:pt x="2700" y="20250"/>
                  </a:cubicBezTo>
                  <a:cubicBezTo>
                    <a:pt x="18900" y="20250"/>
                    <a:pt x="18900" y="20250"/>
                    <a:pt x="18900" y="20250"/>
                  </a:cubicBezTo>
                  <a:cubicBezTo>
                    <a:pt x="19575" y="20250"/>
                    <a:pt x="20250" y="19744"/>
                    <a:pt x="20250" y="18900"/>
                  </a:cubicBezTo>
                  <a:cubicBezTo>
                    <a:pt x="20250" y="6750"/>
                    <a:pt x="20250" y="6750"/>
                    <a:pt x="20250" y="6750"/>
                  </a:cubicBezTo>
                  <a:close/>
                  <a:moveTo>
                    <a:pt x="3375" y="2700"/>
                  </a:moveTo>
                  <a:cubicBezTo>
                    <a:pt x="3713" y="2700"/>
                    <a:pt x="4050" y="3038"/>
                    <a:pt x="4050" y="3375"/>
                  </a:cubicBezTo>
                  <a:cubicBezTo>
                    <a:pt x="4050" y="3713"/>
                    <a:pt x="3713" y="4050"/>
                    <a:pt x="3375" y="4050"/>
                  </a:cubicBezTo>
                  <a:cubicBezTo>
                    <a:pt x="3038" y="4050"/>
                    <a:pt x="2700" y="3713"/>
                    <a:pt x="2700" y="3375"/>
                  </a:cubicBezTo>
                  <a:cubicBezTo>
                    <a:pt x="2700" y="3038"/>
                    <a:pt x="3038" y="2700"/>
                    <a:pt x="3375" y="2700"/>
                  </a:cubicBezTo>
                  <a:close/>
                  <a:moveTo>
                    <a:pt x="6075" y="2700"/>
                  </a:moveTo>
                  <a:cubicBezTo>
                    <a:pt x="6412" y="2700"/>
                    <a:pt x="6750" y="3038"/>
                    <a:pt x="6750" y="3375"/>
                  </a:cubicBezTo>
                  <a:cubicBezTo>
                    <a:pt x="6750" y="3713"/>
                    <a:pt x="6412" y="4050"/>
                    <a:pt x="6075" y="4050"/>
                  </a:cubicBezTo>
                  <a:cubicBezTo>
                    <a:pt x="5738" y="4050"/>
                    <a:pt x="5400" y="3713"/>
                    <a:pt x="5400" y="3375"/>
                  </a:cubicBezTo>
                  <a:cubicBezTo>
                    <a:pt x="5400" y="3038"/>
                    <a:pt x="5738" y="2700"/>
                    <a:pt x="6075" y="2700"/>
                  </a:cubicBezTo>
                  <a:close/>
                  <a:moveTo>
                    <a:pt x="8775" y="2700"/>
                  </a:moveTo>
                  <a:cubicBezTo>
                    <a:pt x="9113" y="2700"/>
                    <a:pt x="9450" y="3038"/>
                    <a:pt x="9450" y="3375"/>
                  </a:cubicBezTo>
                  <a:cubicBezTo>
                    <a:pt x="9450" y="3713"/>
                    <a:pt x="9113" y="4050"/>
                    <a:pt x="8775" y="4050"/>
                  </a:cubicBezTo>
                  <a:cubicBezTo>
                    <a:pt x="8438" y="4050"/>
                    <a:pt x="8100" y="3713"/>
                    <a:pt x="8100" y="3375"/>
                  </a:cubicBezTo>
                  <a:cubicBezTo>
                    <a:pt x="8100" y="3038"/>
                    <a:pt x="8438" y="2700"/>
                    <a:pt x="8775" y="27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0" name="稻壳儿春秋广告/盗版必究        原创来源：http://chn.docer.com/works?userid=199329941#!/work_time"/>
            <p:cNvSpPr/>
            <p:nvPr/>
          </p:nvSpPr>
          <p:spPr>
            <a:xfrm>
              <a:off x="5479096" y="3444140"/>
              <a:ext cx="271901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286" y="21600"/>
                  </a:moveTo>
                  <a:cubicBezTo>
                    <a:pt x="2314" y="21600"/>
                    <a:pt x="2314" y="21600"/>
                    <a:pt x="2314" y="21600"/>
                  </a:cubicBezTo>
                  <a:cubicBezTo>
                    <a:pt x="964" y="21600"/>
                    <a:pt x="0" y="20756"/>
                    <a:pt x="0" y="19575"/>
                  </a:cubicBezTo>
                  <a:cubicBezTo>
                    <a:pt x="0" y="7425"/>
                    <a:pt x="0" y="7425"/>
                    <a:pt x="0" y="7425"/>
                  </a:cubicBezTo>
                  <a:cubicBezTo>
                    <a:pt x="0" y="6244"/>
                    <a:pt x="964" y="5400"/>
                    <a:pt x="2314" y="5400"/>
                  </a:cubicBezTo>
                  <a:cubicBezTo>
                    <a:pt x="5400" y="5400"/>
                    <a:pt x="5400" y="5400"/>
                    <a:pt x="5400" y="5400"/>
                  </a:cubicBezTo>
                  <a:cubicBezTo>
                    <a:pt x="5400" y="4894"/>
                    <a:pt x="5400" y="4894"/>
                    <a:pt x="5400" y="4894"/>
                  </a:cubicBezTo>
                  <a:cubicBezTo>
                    <a:pt x="5400" y="2194"/>
                    <a:pt x="7714" y="0"/>
                    <a:pt x="10800" y="0"/>
                  </a:cubicBezTo>
                  <a:cubicBezTo>
                    <a:pt x="13886" y="0"/>
                    <a:pt x="16200" y="2194"/>
                    <a:pt x="16200" y="4894"/>
                  </a:cubicBezTo>
                  <a:cubicBezTo>
                    <a:pt x="16200" y="5400"/>
                    <a:pt x="16200" y="5400"/>
                    <a:pt x="16200" y="5400"/>
                  </a:cubicBezTo>
                  <a:cubicBezTo>
                    <a:pt x="19286" y="5400"/>
                    <a:pt x="19286" y="5400"/>
                    <a:pt x="19286" y="5400"/>
                  </a:cubicBezTo>
                  <a:cubicBezTo>
                    <a:pt x="20636" y="5400"/>
                    <a:pt x="21600" y="6244"/>
                    <a:pt x="21600" y="7425"/>
                  </a:cubicBezTo>
                  <a:cubicBezTo>
                    <a:pt x="21600" y="19575"/>
                    <a:pt x="21600" y="19575"/>
                    <a:pt x="21600" y="19575"/>
                  </a:cubicBezTo>
                  <a:cubicBezTo>
                    <a:pt x="21600" y="20756"/>
                    <a:pt x="20636" y="21600"/>
                    <a:pt x="19286" y="21600"/>
                  </a:cubicBezTo>
                  <a:close/>
                  <a:moveTo>
                    <a:pt x="14657" y="4894"/>
                  </a:moveTo>
                  <a:cubicBezTo>
                    <a:pt x="14657" y="3038"/>
                    <a:pt x="13114" y="1350"/>
                    <a:pt x="10800" y="1350"/>
                  </a:cubicBezTo>
                  <a:cubicBezTo>
                    <a:pt x="8486" y="1350"/>
                    <a:pt x="6943" y="3038"/>
                    <a:pt x="6943" y="4894"/>
                  </a:cubicBezTo>
                  <a:cubicBezTo>
                    <a:pt x="6943" y="5400"/>
                    <a:pt x="6943" y="5400"/>
                    <a:pt x="6943" y="5400"/>
                  </a:cubicBezTo>
                  <a:cubicBezTo>
                    <a:pt x="14657" y="5400"/>
                    <a:pt x="14657" y="5400"/>
                    <a:pt x="14657" y="5400"/>
                  </a:cubicBezTo>
                  <a:cubicBezTo>
                    <a:pt x="14657" y="4894"/>
                    <a:pt x="14657" y="4894"/>
                    <a:pt x="14657" y="4894"/>
                  </a:cubicBezTo>
                  <a:close/>
                  <a:moveTo>
                    <a:pt x="20057" y="8100"/>
                  </a:moveTo>
                  <a:cubicBezTo>
                    <a:pt x="20057" y="7425"/>
                    <a:pt x="19286" y="6750"/>
                    <a:pt x="18514" y="6750"/>
                  </a:cubicBezTo>
                  <a:cubicBezTo>
                    <a:pt x="16200" y="6750"/>
                    <a:pt x="16200" y="6750"/>
                    <a:pt x="16200" y="6750"/>
                  </a:cubicBezTo>
                  <a:cubicBezTo>
                    <a:pt x="16200" y="8944"/>
                    <a:pt x="16200" y="8944"/>
                    <a:pt x="16200" y="8944"/>
                  </a:cubicBezTo>
                  <a:cubicBezTo>
                    <a:pt x="16586" y="9281"/>
                    <a:pt x="16971" y="9619"/>
                    <a:pt x="16971" y="10125"/>
                  </a:cubicBezTo>
                  <a:cubicBezTo>
                    <a:pt x="16971" y="10969"/>
                    <a:pt x="16200" y="11475"/>
                    <a:pt x="15429" y="11475"/>
                  </a:cubicBezTo>
                  <a:cubicBezTo>
                    <a:pt x="14657" y="11475"/>
                    <a:pt x="13886" y="10969"/>
                    <a:pt x="13886" y="10125"/>
                  </a:cubicBezTo>
                  <a:cubicBezTo>
                    <a:pt x="13886" y="9619"/>
                    <a:pt x="14271" y="9281"/>
                    <a:pt x="14657" y="8944"/>
                  </a:cubicBezTo>
                  <a:cubicBezTo>
                    <a:pt x="14657" y="6750"/>
                    <a:pt x="14657" y="6750"/>
                    <a:pt x="14657" y="6750"/>
                  </a:cubicBezTo>
                  <a:cubicBezTo>
                    <a:pt x="6943" y="6750"/>
                    <a:pt x="6943" y="6750"/>
                    <a:pt x="6943" y="6750"/>
                  </a:cubicBezTo>
                  <a:cubicBezTo>
                    <a:pt x="6943" y="8944"/>
                    <a:pt x="6943" y="8944"/>
                    <a:pt x="6943" y="8944"/>
                  </a:cubicBezTo>
                  <a:cubicBezTo>
                    <a:pt x="7329" y="9281"/>
                    <a:pt x="7714" y="9619"/>
                    <a:pt x="7714" y="10125"/>
                  </a:cubicBezTo>
                  <a:cubicBezTo>
                    <a:pt x="7714" y="10969"/>
                    <a:pt x="6943" y="11475"/>
                    <a:pt x="6171" y="11475"/>
                  </a:cubicBezTo>
                  <a:cubicBezTo>
                    <a:pt x="5400" y="11475"/>
                    <a:pt x="4629" y="10969"/>
                    <a:pt x="4629" y="10125"/>
                  </a:cubicBezTo>
                  <a:cubicBezTo>
                    <a:pt x="4629" y="9619"/>
                    <a:pt x="5014" y="9281"/>
                    <a:pt x="5400" y="8944"/>
                  </a:cubicBezTo>
                  <a:cubicBezTo>
                    <a:pt x="5400" y="6750"/>
                    <a:pt x="5400" y="6750"/>
                    <a:pt x="5400" y="6750"/>
                  </a:cubicBezTo>
                  <a:cubicBezTo>
                    <a:pt x="3086" y="6750"/>
                    <a:pt x="3086" y="6750"/>
                    <a:pt x="3086" y="6750"/>
                  </a:cubicBezTo>
                  <a:cubicBezTo>
                    <a:pt x="2314" y="6750"/>
                    <a:pt x="1543" y="7425"/>
                    <a:pt x="1543" y="8100"/>
                  </a:cubicBezTo>
                  <a:cubicBezTo>
                    <a:pt x="1543" y="18900"/>
                    <a:pt x="1543" y="18900"/>
                    <a:pt x="1543" y="18900"/>
                  </a:cubicBezTo>
                  <a:cubicBezTo>
                    <a:pt x="1543" y="19744"/>
                    <a:pt x="2314" y="20250"/>
                    <a:pt x="3086" y="20250"/>
                  </a:cubicBezTo>
                  <a:cubicBezTo>
                    <a:pt x="18514" y="20250"/>
                    <a:pt x="18514" y="20250"/>
                    <a:pt x="18514" y="20250"/>
                  </a:cubicBezTo>
                  <a:cubicBezTo>
                    <a:pt x="19286" y="20250"/>
                    <a:pt x="20057" y="19744"/>
                    <a:pt x="20057" y="18900"/>
                  </a:cubicBezTo>
                  <a:cubicBezTo>
                    <a:pt x="20057" y="8100"/>
                    <a:pt x="20057" y="8100"/>
                    <a:pt x="20057" y="81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1" name="稻壳儿春秋广告/盗版必究        原创来源：http://chn.docer.com/works?userid=199329941#!/work_time"/>
            <p:cNvSpPr/>
            <p:nvPr/>
          </p:nvSpPr>
          <p:spPr>
            <a:xfrm>
              <a:off x="5498590" y="5130983"/>
              <a:ext cx="232911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10800" y="21600"/>
                    <a:pt x="0" y="13500"/>
                    <a:pt x="0" y="8100"/>
                  </a:cubicBezTo>
                  <a:cubicBezTo>
                    <a:pt x="0" y="3713"/>
                    <a:pt x="4725" y="0"/>
                    <a:pt x="10800" y="0"/>
                  </a:cubicBezTo>
                  <a:cubicBezTo>
                    <a:pt x="16875" y="0"/>
                    <a:pt x="21600" y="3713"/>
                    <a:pt x="21600" y="8100"/>
                  </a:cubicBezTo>
                  <a:cubicBezTo>
                    <a:pt x="21600" y="13331"/>
                    <a:pt x="10800" y="21600"/>
                    <a:pt x="10800" y="21600"/>
                  </a:cubicBezTo>
                  <a:close/>
                  <a:moveTo>
                    <a:pt x="10800" y="1350"/>
                  </a:moveTo>
                  <a:cubicBezTo>
                    <a:pt x="5850" y="1350"/>
                    <a:pt x="1800" y="4388"/>
                    <a:pt x="1800" y="8269"/>
                  </a:cubicBezTo>
                  <a:cubicBezTo>
                    <a:pt x="1800" y="12656"/>
                    <a:pt x="10800" y="19575"/>
                    <a:pt x="10800" y="19575"/>
                  </a:cubicBezTo>
                  <a:cubicBezTo>
                    <a:pt x="10800" y="19575"/>
                    <a:pt x="19800" y="12656"/>
                    <a:pt x="19800" y="8269"/>
                  </a:cubicBezTo>
                  <a:cubicBezTo>
                    <a:pt x="19800" y="4388"/>
                    <a:pt x="15750" y="1350"/>
                    <a:pt x="10800" y="1350"/>
                  </a:cubicBezTo>
                  <a:close/>
                  <a:moveTo>
                    <a:pt x="10800" y="10800"/>
                  </a:moveTo>
                  <a:cubicBezTo>
                    <a:pt x="8775" y="10800"/>
                    <a:pt x="7200" y="9619"/>
                    <a:pt x="7200" y="8100"/>
                  </a:cubicBezTo>
                  <a:cubicBezTo>
                    <a:pt x="7200" y="6581"/>
                    <a:pt x="8775" y="5400"/>
                    <a:pt x="10800" y="5400"/>
                  </a:cubicBezTo>
                  <a:cubicBezTo>
                    <a:pt x="12825" y="5400"/>
                    <a:pt x="14400" y="6581"/>
                    <a:pt x="14400" y="8100"/>
                  </a:cubicBezTo>
                  <a:cubicBezTo>
                    <a:pt x="14400" y="9619"/>
                    <a:pt x="12825" y="10800"/>
                    <a:pt x="10800" y="10800"/>
                  </a:cubicBezTo>
                  <a:close/>
                  <a:moveTo>
                    <a:pt x="10800" y="6750"/>
                  </a:moveTo>
                  <a:cubicBezTo>
                    <a:pt x="9900" y="6750"/>
                    <a:pt x="9000" y="7425"/>
                    <a:pt x="9000" y="8100"/>
                  </a:cubicBezTo>
                  <a:cubicBezTo>
                    <a:pt x="9000" y="8944"/>
                    <a:pt x="9900" y="9450"/>
                    <a:pt x="10800" y="9450"/>
                  </a:cubicBezTo>
                  <a:cubicBezTo>
                    <a:pt x="11700" y="9450"/>
                    <a:pt x="12600" y="8944"/>
                    <a:pt x="12600" y="8100"/>
                  </a:cubicBezTo>
                  <a:cubicBezTo>
                    <a:pt x="12600" y="7425"/>
                    <a:pt x="11700" y="6750"/>
                    <a:pt x="10800" y="675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2" name="稻壳儿春秋广告/盗版必究        原创来源：http://chn.docer.com/works?userid=199329941#!/work_time"/>
            <p:cNvSpPr/>
            <p:nvPr/>
          </p:nvSpPr>
          <p:spPr>
            <a:xfrm>
              <a:off x="6233626" y="4295701"/>
              <a:ext cx="271901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57" y="7425"/>
                  </a:moveTo>
                  <a:cubicBezTo>
                    <a:pt x="4629" y="7425"/>
                    <a:pt x="4629" y="7425"/>
                    <a:pt x="4629" y="7425"/>
                  </a:cubicBezTo>
                  <a:cubicBezTo>
                    <a:pt x="4629" y="8775"/>
                    <a:pt x="4629" y="8775"/>
                    <a:pt x="4629" y="8775"/>
                  </a:cubicBezTo>
                  <a:cubicBezTo>
                    <a:pt x="9257" y="8775"/>
                    <a:pt x="9257" y="8775"/>
                    <a:pt x="9257" y="8775"/>
                  </a:cubicBezTo>
                  <a:cubicBezTo>
                    <a:pt x="9257" y="7425"/>
                    <a:pt x="9257" y="7425"/>
                    <a:pt x="9257" y="7425"/>
                  </a:cubicBezTo>
                  <a:close/>
                  <a:moveTo>
                    <a:pt x="9257" y="4725"/>
                  </a:moveTo>
                  <a:cubicBezTo>
                    <a:pt x="4629" y="4725"/>
                    <a:pt x="4629" y="4725"/>
                    <a:pt x="4629" y="4725"/>
                  </a:cubicBezTo>
                  <a:cubicBezTo>
                    <a:pt x="4629" y="6075"/>
                    <a:pt x="4629" y="6075"/>
                    <a:pt x="4629" y="6075"/>
                  </a:cubicBezTo>
                  <a:cubicBezTo>
                    <a:pt x="9257" y="6075"/>
                    <a:pt x="9257" y="6075"/>
                    <a:pt x="9257" y="6075"/>
                  </a:cubicBezTo>
                  <a:cubicBezTo>
                    <a:pt x="9257" y="4725"/>
                    <a:pt x="9257" y="4725"/>
                    <a:pt x="9257" y="4725"/>
                  </a:cubicBezTo>
                  <a:close/>
                  <a:moveTo>
                    <a:pt x="4629" y="11475"/>
                  </a:moveTo>
                  <a:cubicBezTo>
                    <a:pt x="16971" y="11475"/>
                    <a:pt x="16971" y="11475"/>
                    <a:pt x="16971" y="11475"/>
                  </a:cubicBezTo>
                  <a:cubicBezTo>
                    <a:pt x="16971" y="10125"/>
                    <a:pt x="16971" y="10125"/>
                    <a:pt x="16971" y="10125"/>
                  </a:cubicBezTo>
                  <a:cubicBezTo>
                    <a:pt x="4629" y="10125"/>
                    <a:pt x="4629" y="10125"/>
                    <a:pt x="4629" y="10125"/>
                  </a:cubicBezTo>
                  <a:cubicBezTo>
                    <a:pt x="4629" y="11475"/>
                    <a:pt x="4629" y="11475"/>
                    <a:pt x="4629" y="11475"/>
                  </a:cubicBezTo>
                  <a:close/>
                  <a:moveTo>
                    <a:pt x="14657" y="0"/>
                  </a:moveTo>
                  <a:cubicBezTo>
                    <a:pt x="2314" y="0"/>
                    <a:pt x="2314" y="0"/>
                    <a:pt x="2314" y="0"/>
                  </a:cubicBezTo>
                  <a:cubicBezTo>
                    <a:pt x="964" y="0"/>
                    <a:pt x="0" y="844"/>
                    <a:pt x="0" y="2025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756"/>
                    <a:pt x="964" y="21600"/>
                    <a:pt x="2314" y="21600"/>
                  </a:cubicBezTo>
                  <a:cubicBezTo>
                    <a:pt x="19286" y="21600"/>
                    <a:pt x="19286" y="21600"/>
                    <a:pt x="19286" y="21600"/>
                  </a:cubicBezTo>
                  <a:cubicBezTo>
                    <a:pt x="20636" y="21600"/>
                    <a:pt x="21600" y="20756"/>
                    <a:pt x="21600" y="19575"/>
                  </a:cubicBezTo>
                  <a:cubicBezTo>
                    <a:pt x="21600" y="6075"/>
                    <a:pt x="21600" y="6075"/>
                    <a:pt x="21600" y="6075"/>
                  </a:cubicBezTo>
                  <a:cubicBezTo>
                    <a:pt x="14657" y="0"/>
                    <a:pt x="14657" y="0"/>
                    <a:pt x="14657" y="0"/>
                  </a:cubicBezTo>
                  <a:close/>
                  <a:moveTo>
                    <a:pt x="14657" y="2025"/>
                  </a:moveTo>
                  <a:cubicBezTo>
                    <a:pt x="19286" y="6075"/>
                    <a:pt x="19286" y="6075"/>
                    <a:pt x="19286" y="6075"/>
                  </a:cubicBezTo>
                  <a:cubicBezTo>
                    <a:pt x="16200" y="6075"/>
                    <a:pt x="16200" y="6075"/>
                    <a:pt x="16200" y="6075"/>
                  </a:cubicBezTo>
                  <a:cubicBezTo>
                    <a:pt x="15429" y="6075"/>
                    <a:pt x="14657" y="5569"/>
                    <a:pt x="14657" y="4725"/>
                  </a:cubicBezTo>
                  <a:cubicBezTo>
                    <a:pt x="14657" y="2025"/>
                    <a:pt x="14657" y="2025"/>
                    <a:pt x="14657" y="2025"/>
                  </a:cubicBezTo>
                  <a:close/>
                  <a:moveTo>
                    <a:pt x="20057" y="18900"/>
                  </a:moveTo>
                  <a:cubicBezTo>
                    <a:pt x="20057" y="19744"/>
                    <a:pt x="19286" y="20250"/>
                    <a:pt x="18514" y="20250"/>
                  </a:cubicBezTo>
                  <a:cubicBezTo>
                    <a:pt x="3086" y="20250"/>
                    <a:pt x="3086" y="20250"/>
                    <a:pt x="3086" y="20250"/>
                  </a:cubicBezTo>
                  <a:cubicBezTo>
                    <a:pt x="2314" y="20250"/>
                    <a:pt x="1543" y="19744"/>
                    <a:pt x="1543" y="18900"/>
                  </a:cubicBezTo>
                  <a:cubicBezTo>
                    <a:pt x="1543" y="2700"/>
                    <a:pt x="1543" y="2700"/>
                    <a:pt x="1543" y="2700"/>
                  </a:cubicBezTo>
                  <a:cubicBezTo>
                    <a:pt x="1543" y="2025"/>
                    <a:pt x="2314" y="1350"/>
                    <a:pt x="3086" y="1350"/>
                  </a:cubicBezTo>
                  <a:cubicBezTo>
                    <a:pt x="13114" y="1350"/>
                    <a:pt x="13114" y="1350"/>
                    <a:pt x="13114" y="1350"/>
                  </a:cubicBezTo>
                  <a:cubicBezTo>
                    <a:pt x="13114" y="5400"/>
                    <a:pt x="13114" y="5400"/>
                    <a:pt x="13114" y="5400"/>
                  </a:cubicBezTo>
                  <a:cubicBezTo>
                    <a:pt x="13114" y="6581"/>
                    <a:pt x="14079" y="7425"/>
                    <a:pt x="15429" y="7425"/>
                  </a:cubicBezTo>
                  <a:cubicBezTo>
                    <a:pt x="20057" y="7425"/>
                    <a:pt x="20057" y="7425"/>
                    <a:pt x="20057" y="7425"/>
                  </a:cubicBezTo>
                  <a:cubicBezTo>
                    <a:pt x="20057" y="18900"/>
                    <a:pt x="20057" y="18900"/>
                    <a:pt x="20057" y="18900"/>
                  </a:cubicBezTo>
                  <a:close/>
                  <a:moveTo>
                    <a:pt x="4629" y="14175"/>
                  </a:moveTo>
                  <a:cubicBezTo>
                    <a:pt x="16971" y="14175"/>
                    <a:pt x="16971" y="14175"/>
                    <a:pt x="16971" y="14175"/>
                  </a:cubicBezTo>
                  <a:cubicBezTo>
                    <a:pt x="16971" y="12825"/>
                    <a:pt x="16971" y="12825"/>
                    <a:pt x="16971" y="12825"/>
                  </a:cubicBezTo>
                  <a:cubicBezTo>
                    <a:pt x="4629" y="12825"/>
                    <a:pt x="4629" y="12825"/>
                    <a:pt x="4629" y="12825"/>
                  </a:cubicBezTo>
                  <a:cubicBezTo>
                    <a:pt x="4629" y="14175"/>
                    <a:pt x="4629" y="14175"/>
                    <a:pt x="4629" y="14175"/>
                  </a:cubicBezTo>
                  <a:close/>
                  <a:moveTo>
                    <a:pt x="4629" y="16875"/>
                  </a:moveTo>
                  <a:cubicBezTo>
                    <a:pt x="16971" y="16875"/>
                    <a:pt x="16971" y="16875"/>
                    <a:pt x="16971" y="16875"/>
                  </a:cubicBezTo>
                  <a:cubicBezTo>
                    <a:pt x="16971" y="15525"/>
                    <a:pt x="16971" y="15525"/>
                    <a:pt x="16971" y="15525"/>
                  </a:cubicBezTo>
                  <a:cubicBezTo>
                    <a:pt x="4629" y="15525"/>
                    <a:pt x="4629" y="15525"/>
                    <a:pt x="4629" y="15525"/>
                  </a:cubicBezTo>
                  <a:cubicBezTo>
                    <a:pt x="4629" y="16875"/>
                    <a:pt x="4629" y="16875"/>
                    <a:pt x="4629" y="1687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3" name="稻壳儿春秋广告/盗版必究        原创来源：http://chn.docer.com/works?userid=199329941#!/work_time"/>
            <p:cNvSpPr/>
            <p:nvPr/>
          </p:nvSpPr>
          <p:spPr>
            <a:xfrm>
              <a:off x="6230367" y="5131496"/>
              <a:ext cx="310890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850"/>
                  </a:moveTo>
                  <a:cubicBezTo>
                    <a:pt x="21600" y="16537"/>
                    <a:pt x="20419" y="17887"/>
                    <a:pt x="18900" y="18225"/>
                  </a:cubicBezTo>
                  <a:cubicBezTo>
                    <a:pt x="18900" y="21600"/>
                    <a:pt x="18900" y="21600"/>
                    <a:pt x="18900" y="21600"/>
                  </a:cubicBezTo>
                  <a:cubicBezTo>
                    <a:pt x="17550" y="21600"/>
                    <a:pt x="17550" y="21600"/>
                    <a:pt x="17550" y="21600"/>
                  </a:cubicBezTo>
                  <a:cubicBezTo>
                    <a:pt x="17550" y="18225"/>
                    <a:pt x="17550" y="18225"/>
                    <a:pt x="17550" y="18225"/>
                  </a:cubicBezTo>
                  <a:cubicBezTo>
                    <a:pt x="16031" y="17887"/>
                    <a:pt x="14850" y="16537"/>
                    <a:pt x="14850" y="14850"/>
                  </a:cubicBezTo>
                  <a:cubicBezTo>
                    <a:pt x="14850" y="12994"/>
                    <a:pt x="16369" y="11475"/>
                    <a:pt x="18225" y="11475"/>
                  </a:cubicBezTo>
                  <a:cubicBezTo>
                    <a:pt x="20081" y="11475"/>
                    <a:pt x="21600" y="12994"/>
                    <a:pt x="21600" y="14850"/>
                  </a:cubicBezTo>
                  <a:close/>
                  <a:moveTo>
                    <a:pt x="18225" y="12825"/>
                  </a:moveTo>
                  <a:cubicBezTo>
                    <a:pt x="17044" y="12825"/>
                    <a:pt x="16200" y="13838"/>
                    <a:pt x="16200" y="14850"/>
                  </a:cubicBezTo>
                  <a:cubicBezTo>
                    <a:pt x="16200" y="16031"/>
                    <a:pt x="17044" y="16875"/>
                    <a:pt x="18225" y="16875"/>
                  </a:cubicBezTo>
                  <a:cubicBezTo>
                    <a:pt x="19406" y="16875"/>
                    <a:pt x="20250" y="16031"/>
                    <a:pt x="20250" y="14850"/>
                  </a:cubicBezTo>
                  <a:cubicBezTo>
                    <a:pt x="20250" y="13838"/>
                    <a:pt x="19406" y="12825"/>
                    <a:pt x="18225" y="12825"/>
                  </a:cubicBezTo>
                  <a:close/>
                  <a:moveTo>
                    <a:pt x="17550" y="0"/>
                  </a:moveTo>
                  <a:cubicBezTo>
                    <a:pt x="18900" y="0"/>
                    <a:pt x="18900" y="0"/>
                    <a:pt x="18900" y="0"/>
                  </a:cubicBezTo>
                  <a:cubicBezTo>
                    <a:pt x="18900" y="11475"/>
                    <a:pt x="18900" y="11475"/>
                    <a:pt x="18900" y="11475"/>
                  </a:cubicBezTo>
                  <a:cubicBezTo>
                    <a:pt x="18225" y="11475"/>
                    <a:pt x="18225" y="11475"/>
                    <a:pt x="18225" y="11475"/>
                  </a:cubicBezTo>
                  <a:cubicBezTo>
                    <a:pt x="17550" y="11475"/>
                    <a:pt x="17550" y="11475"/>
                    <a:pt x="17550" y="11475"/>
                  </a:cubicBezTo>
                  <a:cubicBezTo>
                    <a:pt x="17550" y="0"/>
                    <a:pt x="17550" y="0"/>
                    <a:pt x="17550" y="0"/>
                  </a:cubicBezTo>
                  <a:close/>
                  <a:moveTo>
                    <a:pt x="11475" y="10125"/>
                  </a:moveTo>
                  <a:cubicBezTo>
                    <a:pt x="11475" y="21600"/>
                    <a:pt x="11475" y="21600"/>
                    <a:pt x="11475" y="21600"/>
                  </a:cubicBezTo>
                  <a:cubicBezTo>
                    <a:pt x="10125" y="21600"/>
                    <a:pt x="10125" y="21600"/>
                    <a:pt x="10125" y="21600"/>
                  </a:cubicBezTo>
                  <a:cubicBezTo>
                    <a:pt x="10125" y="10125"/>
                    <a:pt x="10125" y="10125"/>
                    <a:pt x="10125" y="10125"/>
                  </a:cubicBezTo>
                  <a:cubicBezTo>
                    <a:pt x="8606" y="9788"/>
                    <a:pt x="7425" y="8437"/>
                    <a:pt x="7425" y="6750"/>
                  </a:cubicBezTo>
                  <a:cubicBezTo>
                    <a:pt x="7425" y="5062"/>
                    <a:pt x="8606" y="3712"/>
                    <a:pt x="10125" y="3544"/>
                  </a:cubicBezTo>
                  <a:cubicBezTo>
                    <a:pt x="10125" y="0"/>
                    <a:pt x="10125" y="0"/>
                    <a:pt x="10125" y="0"/>
                  </a:cubicBezTo>
                  <a:cubicBezTo>
                    <a:pt x="11475" y="0"/>
                    <a:pt x="11475" y="0"/>
                    <a:pt x="11475" y="0"/>
                  </a:cubicBezTo>
                  <a:cubicBezTo>
                    <a:pt x="11475" y="3544"/>
                    <a:pt x="11475" y="3544"/>
                    <a:pt x="11475" y="3544"/>
                  </a:cubicBezTo>
                  <a:cubicBezTo>
                    <a:pt x="12994" y="3712"/>
                    <a:pt x="14175" y="5062"/>
                    <a:pt x="14175" y="6750"/>
                  </a:cubicBezTo>
                  <a:cubicBezTo>
                    <a:pt x="14175" y="8437"/>
                    <a:pt x="12994" y="9788"/>
                    <a:pt x="11475" y="10125"/>
                  </a:cubicBezTo>
                  <a:close/>
                  <a:moveTo>
                    <a:pt x="10800" y="4725"/>
                  </a:moveTo>
                  <a:cubicBezTo>
                    <a:pt x="9619" y="4725"/>
                    <a:pt x="8775" y="5737"/>
                    <a:pt x="8775" y="6750"/>
                  </a:cubicBezTo>
                  <a:cubicBezTo>
                    <a:pt x="8775" y="7931"/>
                    <a:pt x="9619" y="8775"/>
                    <a:pt x="10800" y="8775"/>
                  </a:cubicBezTo>
                  <a:cubicBezTo>
                    <a:pt x="11981" y="8775"/>
                    <a:pt x="12825" y="7931"/>
                    <a:pt x="12825" y="6750"/>
                  </a:cubicBezTo>
                  <a:cubicBezTo>
                    <a:pt x="12825" y="5737"/>
                    <a:pt x="11981" y="4725"/>
                    <a:pt x="10800" y="4725"/>
                  </a:cubicBezTo>
                  <a:close/>
                  <a:moveTo>
                    <a:pt x="4050" y="18225"/>
                  </a:moveTo>
                  <a:cubicBezTo>
                    <a:pt x="4050" y="21600"/>
                    <a:pt x="4050" y="21600"/>
                    <a:pt x="4050" y="21600"/>
                  </a:cubicBezTo>
                  <a:cubicBezTo>
                    <a:pt x="2700" y="21600"/>
                    <a:pt x="2700" y="21600"/>
                    <a:pt x="2700" y="21600"/>
                  </a:cubicBezTo>
                  <a:cubicBezTo>
                    <a:pt x="2700" y="18225"/>
                    <a:pt x="2700" y="18225"/>
                    <a:pt x="2700" y="18225"/>
                  </a:cubicBezTo>
                  <a:cubicBezTo>
                    <a:pt x="1181" y="17887"/>
                    <a:pt x="0" y="16537"/>
                    <a:pt x="0" y="14850"/>
                  </a:cubicBezTo>
                  <a:cubicBezTo>
                    <a:pt x="0" y="12994"/>
                    <a:pt x="1519" y="11475"/>
                    <a:pt x="3375" y="11475"/>
                  </a:cubicBezTo>
                  <a:cubicBezTo>
                    <a:pt x="5231" y="11475"/>
                    <a:pt x="6750" y="12994"/>
                    <a:pt x="6750" y="14850"/>
                  </a:cubicBezTo>
                  <a:cubicBezTo>
                    <a:pt x="6750" y="16537"/>
                    <a:pt x="5569" y="17887"/>
                    <a:pt x="4050" y="18225"/>
                  </a:cubicBezTo>
                  <a:close/>
                  <a:moveTo>
                    <a:pt x="3375" y="12825"/>
                  </a:moveTo>
                  <a:cubicBezTo>
                    <a:pt x="2194" y="12825"/>
                    <a:pt x="1350" y="13838"/>
                    <a:pt x="1350" y="14850"/>
                  </a:cubicBezTo>
                  <a:cubicBezTo>
                    <a:pt x="1350" y="16031"/>
                    <a:pt x="2194" y="16875"/>
                    <a:pt x="3375" y="16875"/>
                  </a:cubicBezTo>
                  <a:cubicBezTo>
                    <a:pt x="4556" y="16875"/>
                    <a:pt x="5400" y="16031"/>
                    <a:pt x="5400" y="14850"/>
                  </a:cubicBezTo>
                  <a:cubicBezTo>
                    <a:pt x="5400" y="13838"/>
                    <a:pt x="4556" y="12825"/>
                    <a:pt x="3375" y="12825"/>
                  </a:cubicBezTo>
                  <a:close/>
                  <a:moveTo>
                    <a:pt x="2700" y="0"/>
                  </a:moveTo>
                  <a:cubicBezTo>
                    <a:pt x="4050" y="0"/>
                    <a:pt x="4050" y="0"/>
                    <a:pt x="4050" y="0"/>
                  </a:cubicBezTo>
                  <a:cubicBezTo>
                    <a:pt x="4050" y="11475"/>
                    <a:pt x="4050" y="11475"/>
                    <a:pt x="4050" y="11475"/>
                  </a:cubicBezTo>
                  <a:cubicBezTo>
                    <a:pt x="3375" y="11475"/>
                    <a:pt x="3375" y="11475"/>
                    <a:pt x="3375" y="11475"/>
                  </a:cubicBezTo>
                  <a:cubicBezTo>
                    <a:pt x="2700" y="11475"/>
                    <a:pt x="2700" y="11475"/>
                    <a:pt x="2700" y="11475"/>
                  </a:cubicBezTo>
                  <a:cubicBezTo>
                    <a:pt x="2700" y="0"/>
                    <a:pt x="2700" y="0"/>
                    <a:pt x="2700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4" name="稻壳儿春秋广告/盗版必究        原创来源：http://chn.docer.com/works?userid=199329941#!/work_time"/>
            <p:cNvSpPr/>
            <p:nvPr/>
          </p:nvSpPr>
          <p:spPr>
            <a:xfrm>
              <a:off x="4630037" y="4295701"/>
              <a:ext cx="310890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75" y="0"/>
                  </a:moveTo>
                  <a:cubicBezTo>
                    <a:pt x="2025" y="0"/>
                    <a:pt x="2025" y="0"/>
                    <a:pt x="2025" y="0"/>
                  </a:cubicBezTo>
                  <a:cubicBezTo>
                    <a:pt x="844" y="0"/>
                    <a:pt x="0" y="844"/>
                    <a:pt x="0" y="2025"/>
                  </a:cubicBezTo>
                  <a:cubicBezTo>
                    <a:pt x="0" y="19575"/>
                    <a:pt x="0" y="19575"/>
                    <a:pt x="0" y="19575"/>
                  </a:cubicBezTo>
                  <a:cubicBezTo>
                    <a:pt x="0" y="20756"/>
                    <a:pt x="844" y="21600"/>
                    <a:pt x="2025" y="21600"/>
                  </a:cubicBezTo>
                  <a:cubicBezTo>
                    <a:pt x="19575" y="21600"/>
                    <a:pt x="19575" y="21600"/>
                    <a:pt x="19575" y="21600"/>
                  </a:cubicBezTo>
                  <a:cubicBezTo>
                    <a:pt x="20756" y="21600"/>
                    <a:pt x="21600" y="20756"/>
                    <a:pt x="21600" y="19575"/>
                  </a:cubicBezTo>
                  <a:cubicBezTo>
                    <a:pt x="21600" y="2025"/>
                    <a:pt x="21600" y="2025"/>
                    <a:pt x="21600" y="2025"/>
                  </a:cubicBezTo>
                  <a:cubicBezTo>
                    <a:pt x="21600" y="844"/>
                    <a:pt x="20756" y="0"/>
                    <a:pt x="19575" y="0"/>
                  </a:cubicBezTo>
                  <a:close/>
                  <a:moveTo>
                    <a:pt x="4050" y="1350"/>
                  </a:moveTo>
                  <a:cubicBezTo>
                    <a:pt x="12825" y="1350"/>
                    <a:pt x="12825" y="1350"/>
                    <a:pt x="12825" y="1350"/>
                  </a:cubicBezTo>
                  <a:cubicBezTo>
                    <a:pt x="12825" y="6750"/>
                    <a:pt x="12825" y="6750"/>
                    <a:pt x="12825" y="6750"/>
                  </a:cubicBezTo>
                  <a:cubicBezTo>
                    <a:pt x="14850" y="5400"/>
                    <a:pt x="14850" y="5400"/>
                    <a:pt x="14850" y="5400"/>
                  </a:cubicBezTo>
                  <a:cubicBezTo>
                    <a:pt x="16875" y="6750"/>
                    <a:pt x="16875" y="6750"/>
                    <a:pt x="16875" y="6750"/>
                  </a:cubicBezTo>
                  <a:cubicBezTo>
                    <a:pt x="16875" y="1350"/>
                    <a:pt x="16875" y="1350"/>
                    <a:pt x="16875" y="1350"/>
                  </a:cubicBezTo>
                  <a:cubicBezTo>
                    <a:pt x="18900" y="1350"/>
                    <a:pt x="18900" y="1350"/>
                    <a:pt x="18900" y="1350"/>
                  </a:cubicBezTo>
                  <a:cubicBezTo>
                    <a:pt x="19575" y="1350"/>
                    <a:pt x="20250" y="2025"/>
                    <a:pt x="20250" y="2700"/>
                  </a:cubicBezTo>
                  <a:cubicBezTo>
                    <a:pt x="20250" y="12825"/>
                    <a:pt x="20250" y="12825"/>
                    <a:pt x="20250" y="12825"/>
                  </a:cubicBezTo>
                  <a:cubicBezTo>
                    <a:pt x="4050" y="12825"/>
                    <a:pt x="4050" y="12825"/>
                    <a:pt x="4050" y="12825"/>
                  </a:cubicBezTo>
                  <a:cubicBezTo>
                    <a:pt x="4050" y="1350"/>
                    <a:pt x="4050" y="1350"/>
                    <a:pt x="4050" y="1350"/>
                  </a:cubicBezTo>
                  <a:close/>
                  <a:moveTo>
                    <a:pt x="1350" y="2700"/>
                  </a:moveTo>
                  <a:cubicBezTo>
                    <a:pt x="1350" y="2025"/>
                    <a:pt x="2025" y="1350"/>
                    <a:pt x="2700" y="1350"/>
                  </a:cubicBezTo>
                  <a:cubicBezTo>
                    <a:pt x="2700" y="12825"/>
                    <a:pt x="2700" y="12825"/>
                    <a:pt x="2700" y="12825"/>
                  </a:cubicBezTo>
                  <a:cubicBezTo>
                    <a:pt x="2194" y="12825"/>
                    <a:pt x="1687" y="12994"/>
                    <a:pt x="1350" y="12994"/>
                  </a:cubicBezTo>
                  <a:cubicBezTo>
                    <a:pt x="1350" y="2700"/>
                    <a:pt x="1350" y="2700"/>
                    <a:pt x="1350" y="2700"/>
                  </a:cubicBezTo>
                  <a:close/>
                  <a:moveTo>
                    <a:pt x="20250" y="15525"/>
                  </a:moveTo>
                  <a:cubicBezTo>
                    <a:pt x="20250" y="18900"/>
                    <a:pt x="20250" y="18900"/>
                    <a:pt x="20250" y="18900"/>
                  </a:cubicBezTo>
                  <a:cubicBezTo>
                    <a:pt x="20250" y="19575"/>
                    <a:pt x="19575" y="20250"/>
                    <a:pt x="18900" y="20250"/>
                  </a:cubicBezTo>
                  <a:cubicBezTo>
                    <a:pt x="14850" y="20250"/>
                    <a:pt x="2700" y="20250"/>
                    <a:pt x="2700" y="20250"/>
                  </a:cubicBezTo>
                  <a:cubicBezTo>
                    <a:pt x="2025" y="20250"/>
                    <a:pt x="1350" y="19744"/>
                    <a:pt x="1350" y="18900"/>
                  </a:cubicBezTo>
                  <a:cubicBezTo>
                    <a:pt x="1350" y="15525"/>
                    <a:pt x="1350" y="15525"/>
                    <a:pt x="1350" y="15525"/>
                  </a:cubicBezTo>
                  <a:cubicBezTo>
                    <a:pt x="1350" y="14850"/>
                    <a:pt x="2025" y="14175"/>
                    <a:pt x="2700" y="14175"/>
                  </a:cubicBezTo>
                  <a:cubicBezTo>
                    <a:pt x="20250" y="14175"/>
                    <a:pt x="20250" y="14175"/>
                    <a:pt x="20250" y="14175"/>
                  </a:cubicBezTo>
                  <a:cubicBezTo>
                    <a:pt x="20250" y="14175"/>
                    <a:pt x="20250" y="14850"/>
                    <a:pt x="20250" y="15525"/>
                  </a:cubicBezTo>
                  <a:close/>
                  <a:moveTo>
                    <a:pt x="18225" y="17550"/>
                  </a:moveTo>
                  <a:cubicBezTo>
                    <a:pt x="3375" y="17550"/>
                    <a:pt x="3375" y="17550"/>
                    <a:pt x="3375" y="17550"/>
                  </a:cubicBezTo>
                  <a:cubicBezTo>
                    <a:pt x="3038" y="17550"/>
                    <a:pt x="2700" y="17887"/>
                    <a:pt x="2700" y="18225"/>
                  </a:cubicBezTo>
                  <a:cubicBezTo>
                    <a:pt x="2700" y="18563"/>
                    <a:pt x="3038" y="18900"/>
                    <a:pt x="3375" y="18900"/>
                  </a:cubicBezTo>
                  <a:cubicBezTo>
                    <a:pt x="18225" y="18900"/>
                    <a:pt x="18225" y="18900"/>
                    <a:pt x="18225" y="18900"/>
                  </a:cubicBezTo>
                  <a:cubicBezTo>
                    <a:pt x="18562" y="18900"/>
                    <a:pt x="18900" y="18563"/>
                    <a:pt x="18900" y="18225"/>
                  </a:cubicBezTo>
                  <a:cubicBezTo>
                    <a:pt x="18900" y="17887"/>
                    <a:pt x="18562" y="17550"/>
                    <a:pt x="18225" y="17550"/>
                  </a:cubicBezTo>
                  <a:close/>
                  <a:moveTo>
                    <a:pt x="18225" y="15525"/>
                  </a:moveTo>
                  <a:cubicBezTo>
                    <a:pt x="3375" y="15525"/>
                    <a:pt x="3375" y="15525"/>
                    <a:pt x="3375" y="15525"/>
                  </a:cubicBezTo>
                  <a:cubicBezTo>
                    <a:pt x="3038" y="15525"/>
                    <a:pt x="2700" y="15862"/>
                    <a:pt x="2700" y="16200"/>
                  </a:cubicBezTo>
                  <a:cubicBezTo>
                    <a:pt x="2700" y="16537"/>
                    <a:pt x="3038" y="16875"/>
                    <a:pt x="3375" y="16875"/>
                  </a:cubicBezTo>
                  <a:cubicBezTo>
                    <a:pt x="18225" y="16875"/>
                    <a:pt x="18225" y="16875"/>
                    <a:pt x="18225" y="16875"/>
                  </a:cubicBezTo>
                  <a:cubicBezTo>
                    <a:pt x="18562" y="16875"/>
                    <a:pt x="18900" y="16537"/>
                    <a:pt x="18900" y="16200"/>
                  </a:cubicBezTo>
                  <a:cubicBezTo>
                    <a:pt x="18900" y="15862"/>
                    <a:pt x="18562" y="15525"/>
                    <a:pt x="18225" y="1552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5" name="稻壳儿春秋广告/盗版必究        原创来源：http://chn.docer.com/works?userid=199329941#!/work_time"/>
            <p:cNvSpPr/>
            <p:nvPr/>
          </p:nvSpPr>
          <p:spPr>
            <a:xfrm>
              <a:off x="4523700" y="3444140"/>
              <a:ext cx="310890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94" y="21600"/>
                    <a:pt x="0" y="16706"/>
                    <a:pt x="0" y="10800"/>
                  </a:cubicBezTo>
                  <a:cubicBezTo>
                    <a:pt x="0" y="4894"/>
                    <a:pt x="4894" y="0"/>
                    <a:pt x="10800" y="0"/>
                  </a:cubicBezTo>
                  <a:cubicBezTo>
                    <a:pt x="16706" y="0"/>
                    <a:pt x="21600" y="4894"/>
                    <a:pt x="21600" y="10800"/>
                  </a:cubicBezTo>
                  <a:cubicBezTo>
                    <a:pt x="21600" y="16706"/>
                    <a:pt x="16706" y="21600"/>
                    <a:pt x="10800" y="21600"/>
                  </a:cubicBezTo>
                  <a:close/>
                  <a:moveTo>
                    <a:pt x="10800" y="1350"/>
                  </a:moveTo>
                  <a:cubicBezTo>
                    <a:pt x="5569" y="1350"/>
                    <a:pt x="1350" y="5569"/>
                    <a:pt x="1350" y="10800"/>
                  </a:cubicBezTo>
                  <a:cubicBezTo>
                    <a:pt x="1350" y="16031"/>
                    <a:pt x="5569" y="20250"/>
                    <a:pt x="10800" y="20250"/>
                  </a:cubicBezTo>
                  <a:cubicBezTo>
                    <a:pt x="16031" y="20250"/>
                    <a:pt x="20250" y="16031"/>
                    <a:pt x="20250" y="10800"/>
                  </a:cubicBezTo>
                  <a:cubicBezTo>
                    <a:pt x="20250" y="5569"/>
                    <a:pt x="16031" y="1350"/>
                    <a:pt x="10800" y="1350"/>
                  </a:cubicBezTo>
                  <a:close/>
                  <a:moveTo>
                    <a:pt x="11306" y="17550"/>
                  </a:moveTo>
                  <a:cubicBezTo>
                    <a:pt x="10969" y="17550"/>
                    <a:pt x="10800" y="17381"/>
                    <a:pt x="10800" y="17044"/>
                  </a:cubicBezTo>
                  <a:cubicBezTo>
                    <a:pt x="10800" y="16706"/>
                    <a:pt x="10969" y="16538"/>
                    <a:pt x="11306" y="16538"/>
                  </a:cubicBezTo>
                  <a:cubicBezTo>
                    <a:pt x="14175" y="16538"/>
                    <a:pt x="16538" y="14175"/>
                    <a:pt x="16538" y="11306"/>
                  </a:cubicBezTo>
                  <a:cubicBezTo>
                    <a:pt x="16538" y="10969"/>
                    <a:pt x="16706" y="10800"/>
                    <a:pt x="17044" y="10800"/>
                  </a:cubicBezTo>
                  <a:cubicBezTo>
                    <a:pt x="17381" y="10800"/>
                    <a:pt x="17550" y="10969"/>
                    <a:pt x="17550" y="11306"/>
                  </a:cubicBezTo>
                  <a:cubicBezTo>
                    <a:pt x="17550" y="14850"/>
                    <a:pt x="14681" y="17550"/>
                    <a:pt x="11306" y="17550"/>
                  </a:cubicBezTo>
                  <a:close/>
                  <a:moveTo>
                    <a:pt x="10800" y="13500"/>
                  </a:moveTo>
                  <a:cubicBezTo>
                    <a:pt x="9281" y="13500"/>
                    <a:pt x="8100" y="12319"/>
                    <a:pt x="8100" y="10800"/>
                  </a:cubicBezTo>
                  <a:cubicBezTo>
                    <a:pt x="8100" y="9281"/>
                    <a:pt x="9281" y="8100"/>
                    <a:pt x="10800" y="8100"/>
                  </a:cubicBezTo>
                  <a:cubicBezTo>
                    <a:pt x="12319" y="8100"/>
                    <a:pt x="13500" y="9281"/>
                    <a:pt x="13500" y="10800"/>
                  </a:cubicBezTo>
                  <a:cubicBezTo>
                    <a:pt x="13500" y="12319"/>
                    <a:pt x="12319" y="13500"/>
                    <a:pt x="10800" y="13500"/>
                  </a:cubicBezTo>
                  <a:close/>
                  <a:moveTo>
                    <a:pt x="10800" y="10125"/>
                  </a:moveTo>
                  <a:cubicBezTo>
                    <a:pt x="10462" y="10125"/>
                    <a:pt x="10125" y="10462"/>
                    <a:pt x="10125" y="10800"/>
                  </a:cubicBezTo>
                  <a:cubicBezTo>
                    <a:pt x="10125" y="11138"/>
                    <a:pt x="10462" y="11475"/>
                    <a:pt x="10800" y="11475"/>
                  </a:cubicBezTo>
                  <a:cubicBezTo>
                    <a:pt x="11138" y="11475"/>
                    <a:pt x="11475" y="11138"/>
                    <a:pt x="11475" y="10800"/>
                  </a:cubicBezTo>
                  <a:cubicBezTo>
                    <a:pt x="11475" y="10462"/>
                    <a:pt x="11138" y="10125"/>
                    <a:pt x="10800" y="10125"/>
                  </a:cubicBezTo>
                  <a:close/>
                  <a:moveTo>
                    <a:pt x="10294" y="5062"/>
                  </a:moveTo>
                  <a:cubicBezTo>
                    <a:pt x="7425" y="5062"/>
                    <a:pt x="5062" y="7425"/>
                    <a:pt x="5062" y="10294"/>
                  </a:cubicBezTo>
                  <a:cubicBezTo>
                    <a:pt x="5062" y="10631"/>
                    <a:pt x="4894" y="10800"/>
                    <a:pt x="4556" y="10800"/>
                  </a:cubicBezTo>
                  <a:cubicBezTo>
                    <a:pt x="4219" y="10800"/>
                    <a:pt x="4050" y="10631"/>
                    <a:pt x="4050" y="10294"/>
                  </a:cubicBezTo>
                  <a:cubicBezTo>
                    <a:pt x="4050" y="6919"/>
                    <a:pt x="6919" y="4050"/>
                    <a:pt x="10294" y="4050"/>
                  </a:cubicBezTo>
                  <a:cubicBezTo>
                    <a:pt x="10631" y="4050"/>
                    <a:pt x="10800" y="4388"/>
                    <a:pt x="10800" y="4556"/>
                  </a:cubicBezTo>
                  <a:cubicBezTo>
                    <a:pt x="10800" y="4894"/>
                    <a:pt x="10631" y="5062"/>
                    <a:pt x="10294" y="5062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6" name="稻壳儿春秋广告/盗版必究        原创来源：http://chn.docer.com/works?userid=199329941#!/work_time"/>
            <p:cNvSpPr/>
            <p:nvPr/>
          </p:nvSpPr>
          <p:spPr>
            <a:xfrm>
              <a:off x="4504717" y="5130983"/>
              <a:ext cx="310890" cy="310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50" y="19575"/>
                  </a:moveTo>
                  <a:cubicBezTo>
                    <a:pt x="15356" y="19575"/>
                    <a:pt x="13500" y="18056"/>
                    <a:pt x="13500" y="16200"/>
                  </a:cubicBezTo>
                  <a:cubicBezTo>
                    <a:pt x="13500" y="14344"/>
                    <a:pt x="15356" y="12825"/>
                    <a:pt x="17550" y="12825"/>
                  </a:cubicBezTo>
                  <a:cubicBezTo>
                    <a:pt x="18562" y="12825"/>
                    <a:pt x="19575" y="13162"/>
                    <a:pt x="20250" y="13669"/>
                  </a:cubicBezTo>
                  <a:cubicBezTo>
                    <a:pt x="20250" y="6075"/>
                    <a:pt x="20250" y="6075"/>
                    <a:pt x="20250" y="6075"/>
                  </a:cubicBezTo>
                  <a:cubicBezTo>
                    <a:pt x="8100" y="7425"/>
                    <a:pt x="8100" y="7425"/>
                    <a:pt x="8100" y="7425"/>
                  </a:cubicBezTo>
                  <a:cubicBezTo>
                    <a:pt x="8100" y="18900"/>
                    <a:pt x="8100" y="18900"/>
                    <a:pt x="8100" y="18900"/>
                  </a:cubicBezTo>
                  <a:cubicBezTo>
                    <a:pt x="8100" y="18900"/>
                    <a:pt x="8100" y="18900"/>
                    <a:pt x="8100" y="18900"/>
                  </a:cubicBezTo>
                  <a:cubicBezTo>
                    <a:pt x="7594" y="20419"/>
                    <a:pt x="6075" y="21600"/>
                    <a:pt x="4050" y="21600"/>
                  </a:cubicBezTo>
                  <a:cubicBezTo>
                    <a:pt x="1856" y="21600"/>
                    <a:pt x="0" y="20081"/>
                    <a:pt x="0" y="18225"/>
                  </a:cubicBezTo>
                  <a:cubicBezTo>
                    <a:pt x="0" y="16369"/>
                    <a:pt x="1856" y="14850"/>
                    <a:pt x="4050" y="14850"/>
                  </a:cubicBezTo>
                  <a:cubicBezTo>
                    <a:pt x="5062" y="14850"/>
                    <a:pt x="6075" y="15188"/>
                    <a:pt x="6750" y="15694"/>
                  </a:cubicBezTo>
                  <a:cubicBezTo>
                    <a:pt x="6750" y="1350"/>
                    <a:pt x="6750" y="1350"/>
                    <a:pt x="6750" y="135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16200"/>
                    <a:pt x="21600" y="16200"/>
                    <a:pt x="21600" y="16200"/>
                  </a:cubicBezTo>
                  <a:cubicBezTo>
                    <a:pt x="21600" y="18056"/>
                    <a:pt x="19744" y="19575"/>
                    <a:pt x="17550" y="19575"/>
                  </a:cubicBezTo>
                  <a:close/>
                  <a:moveTo>
                    <a:pt x="4050" y="16200"/>
                  </a:moveTo>
                  <a:cubicBezTo>
                    <a:pt x="2531" y="16200"/>
                    <a:pt x="1350" y="17044"/>
                    <a:pt x="1350" y="18225"/>
                  </a:cubicBezTo>
                  <a:cubicBezTo>
                    <a:pt x="1350" y="19406"/>
                    <a:pt x="2531" y="20250"/>
                    <a:pt x="4050" y="20250"/>
                  </a:cubicBezTo>
                  <a:cubicBezTo>
                    <a:pt x="5569" y="20250"/>
                    <a:pt x="6750" y="19406"/>
                    <a:pt x="6750" y="18225"/>
                  </a:cubicBezTo>
                  <a:cubicBezTo>
                    <a:pt x="6750" y="17044"/>
                    <a:pt x="5569" y="16200"/>
                    <a:pt x="4050" y="16200"/>
                  </a:cubicBezTo>
                  <a:close/>
                  <a:moveTo>
                    <a:pt x="20250" y="1519"/>
                  </a:moveTo>
                  <a:cubicBezTo>
                    <a:pt x="8100" y="2869"/>
                    <a:pt x="8100" y="2869"/>
                    <a:pt x="8100" y="2869"/>
                  </a:cubicBezTo>
                  <a:cubicBezTo>
                    <a:pt x="8100" y="5906"/>
                    <a:pt x="8100" y="5906"/>
                    <a:pt x="8100" y="5906"/>
                  </a:cubicBezTo>
                  <a:cubicBezTo>
                    <a:pt x="20250" y="4556"/>
                    <a:pt x="20250" y="4556"/>
                    <a:pt x="20250" y="4556"/>
                  </a:cubicBezTo>
                  <a:cubicBezTo>
                    <a:pt x="20250" y="1519"/>
                    <a:pt x="20250" y="1519"/>
                    <a:pt x="20250" y="1519"/>
                  </a:cubicBezTo>
                  <a:close/>
                  <a:moveTo>
                    <a:pt x="17550" y="14175"/>
                  </a:moveTo>
                  <a:cubicBezTo>
                    <a:pt x="16031" y="14175"/>
                    <a:pt x="14850" y="15188"/>
                    <a:pt x="14850" y="16200"/>
                  </a:cubicBezTo>
                  <a:cubicBezTo>
                    <a:pt x="14850" y="17381"/>
                    <a:pt x="16031" y="18225"/>
                    <a:pt x="17550" y="18225"/>
                  </a:cubicBezTo>
                  <a:cubicBezTo>
                    <a:pt x="19069" y="18225"/>
                    <a:pt x="20250" y="17381"/>
                    <a:pt x="20250" y="16200"/>
                  </a:cubicBezTo>
                  <a:cubicBezTo>
                    <a:pt x="20250" y="15188"/>
                    <a:pt x="19069" y="14175"/>
                    <a:pt x="17550" y="1417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7" name="稻壳儿春秋广告/盗版必究        原创来源：http://chn.docer.com/works?userid=199329941#!/work_time"/>
            <p:cNvSpPr/>
            <p:nvPr/>
          </p:nvSpPr>
          <p:spPr>
            <a:xfrm>
              <a:off x="3708517" y="5131496"/>
              <a:ext cx="213417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6750"/>
                    <a:pt x="12764" y="0"/>
                    <a:pt x="10800" y="0"/>
                  </a:cubicBezTo>
                  <a:cubicBezTo>
                    <a:pt x="8836" y="0"/>
                    <a:pt x="0" y="6750"/>
                    <a:pt x="0" y="10800"/>
                  </a:cubicBezTo>
                  <a:cubicBezTo>
                    <a:pt x="0" y="14681"/>
                    <a:pt x="4418" y="17887"/>
                    <a:pt x="9818" y="18225"/>
                  </a:cubicBezTo>
                  <a:cubicBezTo>
                    <a:pt x="9818" y="20925"/>
                    <a:pt x="9818" y="20925"/>
                    <a:pt x="9818" y="20925"/>
                  </a:cubicBezTo>
                  <a:cubicBezTo>
                    <a:pt x="9818" y="21262"/>
                    <a:pt x="10309" y="21600"/>
                    <a:pt x="10800" y="21600"/>
                  </a:cubicBezTo>
                  <a:cubicBezTo>
                    <a:pt x="11291" y="21600"/>
                    <a:pt x="11782" y="21262"/>
                    <a:pt x="11782" y="20925"/>
                  </a:cubicBezTo>
                  <a:cubicBezTo>
                    <a:pt x="11782" y="18225"/>
                    <a:pt x="11782" y="18225"/>
                    <a:pt x="11782" y="18225"/>
                  </a:cubicBezTo>
                  <a:cubicBezTo>
                    <a:pt x="17182" y="17887"/>
                    <a:pt x="21600" y="14681"/>
                    <a:pt x="21600" y="10800"/>
                  </a:cubicBezTo>
                  <a:close/>
                  <a:moveTo>
                    <a:pt x="11782" y="16875"/>
                  </a:moveTo>
                  <a:cubicBezTo>
                    <a:pt x="11782" y="14344"/>
                    <a:pt x="11782" y="14344"/>
                    <a:pt x="11782" y="14344"/>
                  </a:cubicBezTo>
                  <a:cubicBezTo>
                    <a:pt x="15464" y="11981"/>
                    <a:pt x="15464" y="11981"/>
                    <a:pt x="15464" y="11981"/>
                  </a:cubicBezTo>
                  <a:cubicBezTo>
                    <a:pt x="15709" y="11644"/>
                    <a:pt x="15709" y="11306"/>
                    <a:pt x="15464" y="10969"/>
                  </a:cubicBezTo>
                  <a:cubicBezTo>
                    <a:pt x="14973" y="10800"/>
                    <a:pt x="14482" y="10800"/>
                    <a:pt x="13991" y="10969"/>
                  </a:cubicBezTo>
                  <a:cubicBezTo>
                    <a:pt x="11782" y="12656"/>
                    <a:pt x="11782" y="12656"/>
                    <a:pt x="11782" y="12656"/>
                  </a:cubicBezTo>
                  <a:cubicBezTo>
                    <a:pt x="11782" y="7425"/>
                    <a:pt x="11782" y="7425"/>
                    <a:pt x="11782" y="7425"/>
                  </a:cubicBezTo>
                  <a:cubicBezTo>
                    <a:pt x="11782" y="7087"/>
                    <a:pt x="11291" y="6750"/>
                    <a:pt x="10800" y="6750"/>
                  </a:cubicBezTo>
                  <a:cubicBezTo>
                    <a:pt x="10309" y="6750"/>
                    <a:pt x="9818" y="7087"/>
                    <a:pt x="9818" y="7425"/>
                  </a:cubicBezTo>
                  <a:cubicBezTo>
                    <a:pt x="9818" y="10631"/>
                    <a:pt x="9818" y="10631"/>
                    <a:pt x="9818" y="10631"/>
                  </a:cubicBezTo>
                  <a:cubicBezTo>
                    <a:pt x="7609" y="8944"/>
                    <a:pt x="7609" y="8944"/>
                    <a:pt x="7609" y="8944"/>
                  </a:cubicBezTo>
                  <a:cubicBezTo>
                    <a:pt x="7118" y="8775"/>
                    <a:pt x="6627" y="8775"/>
                    <a:pt x="6136" y="8944"/>
                  </a:cubicBezTo>
                  <a:cubicBezTo>
                    <a:pt x="5891" y="9281"/>
                    <a:pt x="5891" y="9619"/>
                    <a:pt x="6136" y="9956"/>
                  </a:cubicBezTo>
                  <a:cubicBezTo>
                    <a:pt x="9082" y="11981"/>
                    <a:pt x="9082" y="11981"/>
                    <a:pt x="9082" y="11981"/>
                  </a:cubicBezTo>
                  <a:cubicBezTo>
                    <a:pt x="9327" y="12150"/>
                    <a:pt x="9573" y="12150"/>
                    <a:pt x="9818" y="12150"/>
                  </a:cubicBezTo>
                  <a:cubicBezTo>
                    <a:pt x="9818" y="14175"/>
                    <a:pt x="9818" y="14175"/>
                    <a:pt x="9818" y="14175"/>
                  </a:cubicBezTo>
                  <a:cubicBezTo>
                    <a:pt x="9818" y="14175"/>
                    <a:pt x="9818" y="14175"/>
                    <a:pt x="9818" y="14344"/>
                  </a:cubicBezTo>
                  <a:cubicBezTo>
                    <a:pt x="9818" y="16875"/>
                    <a:pt x="9818" y="16875"/>
                    <a:pt x="9818" y="16875"/>
                  </a:cubicBezTo>
                  <a:cubicBezTo>
                    <a:pt x="5400" y="16537"/>
                    <a:pt x="1964" y="14006"/>
                    <a:pt x="1964" y="10800"/>
                  </a:cubicBezTo>
                  <a:cubicBezTo>
                    <a:pt x="1964" y="7762"/>
                    <a:pt x="8591" y="2531"/>
                    <a:pt x="10800" y="1519"/>
                  </a:cubicBezTo>
                  <a:cubicBezTo>
                    <a:pt x="13009" y="2531"/>
                    <a:pt x="19636" y="7762"/>
                    <a:pt x="19636" y="10800"/>
                  </a:cubicBezTo>
                  <a:cubicBezTo>
                    <a:pt x="19636" y="14006"/>
                    <a:pt x="16200" y="16537"/>
                    <a:pt x="11782" y="1687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8" name="稻壳儿春秋广告/盗版必究        原创来源：http://chn.docer.com/works?userid=199329941#!/work_time"/>
            <p:cNvSpPr/>
            <p:nvPr/>
          </p:nvSpPr>
          <p:spPr>
            <a:xfrm>
              <a:off x="2794833" y="5131798"/>
              <a:ext cx="310890" cy="309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8" extrusionOk="0">
                  <a:moveTo>
                    <a:pt x="20925" y="15525"/>
                  </a:moveTo>
                  <a:cubicBezTo>
                    <a:pt x="20250" y="15525"/>
                    <a:pt x="20250" y="15525"/>
                    <a:pt x="20250" y="15525"/>
                  </a:cubicBezTo>
                  <a:cubicBezTo>
                    <a:pt x="20250" y="1350"/>
                    <a:pt x="20250" y="1350"/>
                    <a:pt x="20250" y="1350"/>
                  </a:cubicBezTo>
                  <a:cubicBezTo>
                    <a:pt x="20925" y="1350"/>
                    <a:pt x="20925" y="1350"/>
                    <a:pt x="20925" y="1350"/>
                  </a:cubicBezTo>
                  <a:cubicBezTo>
                    <a:pt x="21263" y="1350"/>
                    <a:pt x="21600" y="1012"/>
                    <a:pt x="21600" y="675"/>
                  </a:cubicBezTo>
                  <a:cubicBezTo>
                    <a:pt x="21600" y="337"/>
                    <a:pt x="21263" y="0"/>
                    <a:pt x="20925" y="0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337" y="0"/>
                    <a:pt x="0" y="337"/>
                    <a:pt x="0" y="675"/>
                  </a:cubicBezTo>
                  <a:cubicBezTo>
                    <a:pt x="0" y="1012"/>
                    <a:pt x="337" y="1350"/>
                    <a:pt x="675" y="1350"/>
                  </a:cubicBezTo>
                  <a:cubicBezTo>
                    <a:pt x="1350" y="1350"/>
                    <a:pt x="1350" y="1350"/>
                    <a:pt x="1350" y="1350"/>
                  </a:cubicBezTo>
                  <a:cubicBezTo>
                    <a:pt x="1350" y="15525"/>
                    <a:pt x="1350" y="15525"/>
                    <a:pt x="1350" y="15525"/>
                  </a:cubicBezTo>
                  <a:cubicBezTo>
                    <a:pt x="675" y="15525"/>
                    <a:pt x="675" y="15525"/>
                    <a:pt x="675" y="15525"/>
                  </a:cubicBezTo>
                  <a:cubicBezTo>
                    <a:pt x="337" y="15525"/>
                    <a:pt x="0" y="15862"/>
                    <a:pt x="0" y="16200"/>
                  </a:cubicBezTo>
                  <a:cubicBezTo>
                    <a:pt x="0" y="16537"/>
                    <a:pt x="337" y="16875"/>
                    <a:pt x="675" y="16875"/>
                  </a:cubicBezTo>
                  <a:cubicBezTo>
                    <a:pt x="7088" y="16875"/>
                    <a:pt x="7088" y="16875"/>
                    <a:pt x="7088" y="16875"/>
                  </a:cubicBezTo>
                  <a:cubicBezTo>
                    <a:pt x="3544" y="20419"/>
                    <a:pt x="3544" y="20419"/>
                    <a:pt x="3544" y="20419"/>
                  </a:cubicBezTo>
                  <a:cubicBezTo>
                    <a:pt x="3375" y="20588"/>
                    <a:pt x="3375" y="21094"/>
                    <a:pt x="3544" y="21431"/>
                  </a:cubicBezTo>
                  <a:cubicBezTo>
                    <a:pt x="3881" y="21600"/>
                    <a:pt x="4219" y="21600"/>
                    <a:pt x="4556" y="21431"/>
                  </a:cubicBezTo>
                  <a:cubicBezTo>
                    <a:pt x="9113" y="16875"/>
                    <a:pt x="9113" y="16875"/>
                    <a:pt x="9113" y="16875"/>
                  </a:cubicBezTo>
                  <a:cubicBezTo>
                    <a:pt x="10125" y="16875"/>
                    <a:pt x="10125" y="16875"/>
                    <a:pt x="10125" y="16875"/>
                  </a:cubicBezTo>
                  <a:cubicBezTo>
                    <a:pt x="10125" y="19575"/>
                    <a:pt x="10125" y="19575"/>
                    <a:pt x="10125" y="19575"/>
                  </a:cubicBezTo>
                  <a:cubicBezTo>
                    <a:pt x="10125" y="19913"/>
                    <a:pt x="10462" y="20250"/>
                    <a:pt x="10800" y="20250"/>
                  </a:cubicBezTo>
                  <a:cubicBezTo>
                    <a:pt x="11138" y="20250"/>
                    <a:pt x="11475" y="19913"/>
                    <a:pt x="11475" y="19575"/>
                  </a:cubicBezTo>
                  <a:cubicBezTo>
                    <a:pt x="11475" y="16875"/>
                    <a:pt x="11475" y="16875"/>
                    <a:pt x="11475" y="16875"/>
                  </a:cubicBezTo>
                  <a:cubicBezTo>
                    <a:pt x="12488" y="16875"/>
                    <a:pt x="12488" y="16875"/>
                    <a:pt x="12488" y="16875"/>
                  </a:cubicBezTo>
                  <a:cubicBezTo>
                    <a:pt x="17044" y="21431"/>
                    <a:pt x="17044" y="21431"/>
                    <a:pt x="17044" y="21431"/>
                  </a:cubicBezTo>
                  <a:cubicBezTo>
                    <a:pt x="17381" y="21600"/>
                    <a:pt x="17719" y="21600"/>
                    <a:pt x="18056" y="21431"/>
                  </a:cubicBezTo>
                  <a:cubicBezTo>
                    <a:pt x="18225" y="21094"/>
                    <a:pt x="18225" y="20588"/>
                    <a:pt x="18056" y="20419"/>
                  </a:cubicBezTo>
                  <a:cubicBezTo>
                    <a:pt x="14513" y="16875"/>
                    <a:pt x="14513" y="16875"/>
                    <a:pt x="14513" y="16875"/>
                  </a:cubicBezTo>
                  <a:cubicBezTo>
                    <a:pt x="20925" y="16875"/>
                    <a:pt x="20925" y="16875"/>
                    <a:pt x="20925" y="16875"/>
                  </a:cubicBezTo>
                  <a:cubicBezTo>
                    <a:pt x="21263" y="16875"/>
                    <a:pt x="21600" y="16537"/>
                    <a:pt x="21600" y="16200"/>
                  </a:cubicBezTo>
                  <a:cubicBezTo>
                    <a:pt x="21600" y="15862"/>
                    <a:pt x="21263" y="15525"/>
                    <a:pt x="20925" y="15525"/>
                  </a:cubicBezTo>
                  <a:close/>
                  <a:moveTo>
                    <a:pt x="18900" y="15525"/>
                  </a:moveTo>
                  <a:cubicBezTo>
                    <a:pt x="12825" y="15525"/>
                    <a:pt x="12825" y="15525"/>
                    <a:pt x="12825" y="15525"/>
                  </a:cubicBezTo>
                  <a:cubicBezTo>
                    <a:pt x="12825" y="15525"/>
                    <a:pt x="12825" y="15525"/>
                    <a:pt x="12825" y="15525"/>
                  </a:cubicBezTo>
                  <a:cubicBezTo>
                    <a:pt x="8775" y="15525"/>
                    <a:pt x="8775" y="15525"/>
                    <a:pt x="8775" y="15525"/>
                  </a:cubicBezTo>
                  <a:cubicBezTo>
                    <a:pt x="8775" y="15525"/>
                    <a:pt x="8775" y="15525"/>
                    <a:pt x="8775" y="15525"/>
                  </a:cubicBezTo>
                  <a:cubicBezTo>
                    <a:pt x="2700" y="15525"/>
                    <a:pt x="2700" y="15525"/>
                    <a:pt x="2700" y="15525"/>
                  </a:cubicBezTo>
                  <a:cubicBezTo>
                    <a:pt x="2700" y="1350"/>
                    <a:pt x="2700" y="1350"/>
                    <a:pt x="2700" y="1350"/>
                  </a:cubicBezTo>
                  <a:cubicBezTo>
                    <a:pt x="18900" y="1350"/>
                    <a:pt x="18900" y="1350"/>
                    <a:pt x="18900" y="1350"/>
                  </a:cubicBezTo>
                  <a:cubicBezTo>
                    <a:pt x="18900" y="15525"/>
                    <a:pt x="18900" y="15525"/>
                    <a:pt x="18900" y="15525"/>
                  </a:cubicBezTo>
                  <a:close/>
                  <a:moveTo>
                    <a:pt x="7256" y="9956"/>
                  </a:moveTo>
                  <a:cubicBezTo>
                    <a:pt x="8775" y="8437"/>
                    <a:pt x="8775" y="8437"/>
                    <a:pt x="8775" y="8437"/>
                  </a:cubicBezTo>
                  <a:cubicBezTo>
                    <a:pt x="10969" y="10631"/>
                    <a:pt x="10969" y="10631"/>
                    <a:pt x="10969" y="10631"/>
                  </a:cubicBezTo>
                  <a:cubicBezTo>
                    <a:pt x="11138" y="10800"/>
                    <a:pt x="11306" y="10800"/>
                    <a:pt x="11475" y="10800"/>
                  </a:cubicBezTo>
                  <a:cubicBezTo>
                    <a:pt x="11644" y="10800"/>
                    <a:pt x="11813" y="10800"/>
                    <a:pt x="11981" y="10631"/>
                  </a:cubicBezTo>
                  <a:cubicBezTo>
                    <a:pt x="15356" y="7256"/>
                    <a:pt x="15356" y="7256"/>
                    <a:pt x="15356" y="7256"/>
                  </a:cubicBezTo>
                  <a:cubicBezTo>
                    <a:pt x="15525" y="6919"/>
                    <a:pt x="15525" y="6581"/>
                    <a:pt x="15356" y="6244"/>
                  </a:cubicBezTo>
                  <a:cubicBezTo>
                    <a:pt x="15019" y="6075"/>
                    <a:pt x="14681" y="6075"/>
                    <a:pt x="14344" y="6244"/>
                  </a:cubicBezTo>
                  <a:cubicBezTo>
                    <a:pt x="11475" y="9112"/>
                    <a:pt x="11475" y="9112"/>
                    <a:pt x="11475" y="9112"/>
                  </a:cubicBezTo>
                  <a:cubicBezTo>
                    <a:pt x="9281" y="6919"/>
                    <a:pt x="9281" y="6919"/>
                    <a:pt x="9281" y="6919"/>
                  </a:cubicBezTo>
                  <a:cubicBezTo>
                    <a:pt x="9281" y="6919"/>
                    <a:pt x="9113" y="6919"/>
                    <a:pt x="9113" y="6750"/>
                  </a:cubicBezTo>
                  <a:cubicBezTo>
                    <a:pt x="8775" y="6750"/>
                    <a:pt x="8438" y="6750"/>
                    <a:pt x="8269" y="6919"/>
                  </a:cubicBezTo>
                  <a:cubicBezTo>
                    <a:pt x="6244" y="8944"/>
                    <a:pt x="6244" y="8944"/>
                    <a:pt x="6244" y="8944"/>
                  </a:cubicBezTo>
                  <a:cubicBezTo>
                    <a:pt x="6075" y="9112"/>
                    <a:pt x="6075" y="9619"/>
                    <a:pt x="6244" y="9956"/>
                  </a:cubicBezTo>
                  <a:cubicBezTo>
                    <a:pt x="6581" y="10125"/>
                    <a:pt x="6919" y="10125"/>
                    <a:pt x="7256" y="995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09" name="稻壳儿春秋广告/盗版必究        原创来源：http://chn.docer.com/works?userid=199329941#!/work_time"/>
            <p:cNvSpPr/>
            <p:nvPr/>
          </p:nvSpPr>
          <p:spPr>
            <a:xfrm>
              <a:off x="1960362" y="5131199"/>
              <a:ext cx="232663" cy="310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2" h="20488" extrusionOk="0">
                  <a:moveTo>
                    <a:pt x="20641" y="8000"/>
                  </a:moveTo>
                  <a:cubicBezTo>
                    <a:pt x="17555" y="10400"/>
                    <a:pt x="10943" y="17120"/>
                    <a:pt x="7416" y="19840"/>
                  </a:cubicBezTo>
                  <a:cubicBezTo>
                    <a:pt x="4551" y="21600"/>
                    <a:pt x="5212" y="19200"/>
                    <a:pt x="5212" y="19360"/>
                  </a:cubicBezTo>
                  <a:cubicBezTo>
                    <a:pt x="6094" y="17440"/>
                    <a:pt x="6975" y="14560"/>
                    <a:pt x="7857" y="13120"/>
                  </a:cubicBezTo>
                  <a:cubicBezTo>
                    <a:pt x="8078" y="12320"/>
                    <a:pt x="7637" y="12160"/>
                    <a:pt x="6975" y="12160"/>
                  </a:cubicBezTo>
                  <a:cubicBezTo>
                    <a:pt x="5433" y="12160"/>
                    <a:pt x="2788" y="12160"/>
                    <a:pt x="1024" y="12160"/>
                  </a:cubicBezTo>
                  <a:cubicBezTo>
                    <a:pt x="363" y="12160"/>
                    <a:pt x="-298" y="11840"/>
                    <a:pt x="143" y="11040"/>
                  </a:cubicBezTo>
                  <a:cubicBezTo>
                    <a:pt x="1024" y="8800"/>
                    <a:pt x="4110" y="3360"/>
                    <a:pt x="5212" y="1120"/>
                  </a:cubicBezTo>
                  <a:cubicBezTo>
                    <a:pt x="5653" y="320"/>
                    <a:pt x="6094" y="0"/>
                    <a:pt x="6975" y="0"/>
                  </a:cubicBezTo>
                  <a:cubicBezTo>
                    <a:pt x="9620" y="0"/>
                    <a:pt x="15351" y="0"/>
                    <a:pt x="17775" y="0"/>
                  </a:cubicBezTo>
                  <a:cubicBezTo>
                    <a:pt x="18657" y="0"/>
                    <a:pt x="18657" y="480"/>
                    <a:pt x="17996" y="1120"/>
                  </a:cubicBezTo>
                  <a:cubicBezTo>
                    <a:pt x="16894" y="2560"/>
                    <a:pt x="15131" y="5120"/>
                    <a:pt x="14249" y="6400"/>
                  </a:cubicBezTo>
                  <a:cubicBezTo>
                    <a:pt x="13588" y="7040"/>
                    <a:pt x="14469" y="7040"/>
                    <a:pt x="14910" y="7040"/>
                  </a:cubicBezTo>
                  <a:cubicBezTo>
                    <a:pt x="16453" y="7040"/>
                    <a:pt x="18878" y="7040"/>
                    <a:pt x="20420" y="7040"/>
                  </a:cubicBezTo>
                  <a:cubicBezTo>
                    <a:pt x="21302" y="7040"/>
                    <a:pt x="21302" y="7680"/>
                    <a:pt x="20641" y="8000"/>
                  </a:cubicBezTo>
                  <a:close/>
                  <a:moveTo>
                    <a:pt x="14910" y="8320"/>
                  </a:moveTo>
                  <a:cubicBezTo>
                    <a:pt x="14469" y="8320"/>
                    <a:pt x="13147" y="8320"/>
                    <a:pt x="12486" y="7520"/>
                  </a:cubicBezTo>
                  <a:cubicBezTo>
                    <a:pt x="12265" y="7200"/>
                    <a:pt x="12045" y="6560"/>
                    <a:pt x="12706" y="5760"/>
                  </a:cubicBezTo>
                  <a:cubicBezTo>
                    <a:pt x="13367" y="4640"/>
                    <a:pt x="14910" y="2720"/>
                    <a:pt x="15792" y="1280"/>
                  </a:cubicBezTo>
                  <a:cubicBezTo>
                    <a:pt x="6975" y="1280"/>
                    <a:pt x="6975" y="1280"/>
                    <a:pt x="6975" y="1280"/>
                  </a:cubicBezTo>
                  <a:cubicBezTo>
                    <a:pt x="6975" y="1280"/>
                    <a:pt x="6975" y="1280"/>
                    <a:pt x="6975" y="1280"/>
                  </a:cubicBezTo>
                  <a:cubicBezTo>
                    <a:pt x="6975" y="1280"/>
                    <a:pt x="6975" y="1440"/>
                    <a:pt x="6975" y="1600"/>
                  </a:cubicBezTo>
                  <a:cubicBezTo>
                    <a:pt x="6535" y="2080"/>
                    <a:pt x="6535" y="2080"/>
                    <a:pt x="6535" y="2080"/>
                  </a:cubicBezTo>
                  <a:cubicBezTo>
                    <a:pt x="5433" y="4160"/>
                    <a:pt x="3229" y="8480"/>
                    <a:pt x="1906" y="10880"/>
                  </a:cubicBezTo>
                  <a:cubicBezTo>
                    <a:pt x="6975" y="10880"/>
                    <a:pt x="6975" y="10880"/>
                    <a:pt x="6975" y="10880"/>
                  </a:cubicBezTo>
                  <a:cubicBezTo>
                    <a:pt x="7857" y="10880"/>
                    <a:pt x="8739" y="11200"/>
                    <a:pt x="9180" y="11520"/>
                  </a:cubicBezTo>
                  <a:cubicBezTo>
                    <a:pt x="9620" y="12000"/>
                    <a:pt x="9841" y="12640"/>
                    <a:pt x="9400" y="13440"/>
                  </a:cubicBezTo>
                  <a:cubicBezTo>
                    <a:pt x="9400" y="13440"/>
                    <a:pt x="9400" y="13440"/>
                    <a:pt x="9400" y="13440"/>
                  </a:cubicBezTo>
                  <a:cubicBezTo>
                    <a:pt x="9400" y="13440"/>
                    <a:pt x="9400" y="13440"/>
                    <a:pt x="9400" y="13440"/>
                  </a:cubicBezTo>
                  <a:cubicBezTo>
                    <a:pt x="8959" y="14400"/>
                    <a:pt x="8518" y="15680"/>
                    <a:pt x="8078" y="17120"/>
                  </a:cubicBezTo>
                  <a:cubicBezTo>
                    <a:pt x="7857" y="17280"/>
                    <a:pt x="7857" y="17440"/>
                    <a:pt x="7857" y="17600"/>
                  </a:cubicBezTo>
                  <a:cubicBezTo>
                    <a:pt x="9400" y="16160"/>
                    <a:pt x="11384" y="14400"/>
                    <a:pt x="13367" y="12480"/>
                  </a:cubicBezTo>
                  <a:cubicBezTo>
                    <a:pt x="14910" y="11040"/>
                    <a:pt x="16673" y="9440"/>
                    <a:pt x="17996" y="8320"/>
                  </a:cubicBezTo>
                  <a:cubicBezTo>
                    <a:pt x="14910" y="8320"/>
                    <a:pt x="14910" y="8320"/>
                    <a:pt x="14910" y="832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10" name="稻壳儿春秋广告/盗版必究        原创来源：http://chn.docer.com/works?userid=199329941#!/work_time"/>
            <p:cNvSpPr/>
            <p:nvPr/>
          </p:nvSpPr>
          <p:spPr>
            <a:xfrm>
              <a:off x="3760033" y="4295421"/>
              <a:ext cx="311418" cy="3104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5" h="20945" extrusionOk="0">
                  <a:moveTo>
                    <a:pt x="19964" y="7528"/>
                  </a:moveTo>
                  <a:cubicBezTo>
                    <a:pt x="13909" y="13418"/>
                    <a:pt x="13909" y="13418"/>
                    <a:pt x="13909" y="13418"/>
                  </a:cubicBezTo>
                  <a:cubicBezTo>
                    <a:pt x="13909" y="13418"/>
                    <a:pt x="13909" y="13418"/>
                    <a:pt x="13746" y="13418"/>
                  </a:cubicBezTo>
                  <a:cubicBezTo>
                    <a:pt x="13746" y="13418"/>
                    <a:pt x="13746" y="13582"/>
                    <a:pt x="13746" y="13582"/>
                  </a:cubicBezTo>
                  <a:cubicBezTo>
                    <a:pt x="13582" y="13582"/>
                    <a:pt x="13582" y="13582"/>
                    <a:pt x="13582" y="13582"/>
                  </a:cubicBezTo>
                  <a:cubicBezTo>
                    <a:pt x="12273" y="14564"/>
                    <a:pt x="10309" y="14728"/>
                    <a:pt x="9000" y="13746"/>
                  </a:cubicBezTo>
                  <a:cubicBezTo>
                    <a:pt x="9000" y="13582"/>
                    <a:pt x="8837" y="13582"/>
                    <a:pt x="8837" y="13582"/>
                  </a:cubicBezTo>
                  <a:cubicBezTo>
                    <a:pt x="8837" y="13582"/>
                    <a:pt x="8837" y="13582"/>
                    <a:pt x="8837" y="13582"/>
                  </a:cubicBezTo>
                  <a:cubicBezTo>
                    <a:pt x="8018" y="12764"/>
                    <a:pt x="8018" y="12764"/>
                    <a:pt x="8018" y="12764"/>
                  </a:cubicBezTo>
                  <a:cubicBezTo>
                    <a:pt x="7364" y="12109"/>
                    <a:pt x="7364" y="12109"/>
                    <a:pt x="7364" y="12109"/>
                  </a:cubicBezTo>
                  <a:cubicBezTo>
                    <a:pt x="7037" y="11946"/>
                    <a:pt x="7037" y="11455"/>
                    <a:pt x="7364" y="11291"/>
                  </a:cubicBezTo>
                  <a:cubicBezTo>
                    <a:pt x="7691" y="10964"/>
                    <a:pt x="8018" y="10964"/>
                    <a:pt x="8346" y="11291"/>
                  </a:cubicBezTo>
                  <a:cubicBezTo>
                    <a:pt x="8837" y="11782"/>
                    <a:pt x="8837" y="11782"/>
                    <a:pt x="8837" y="11782"/>
                  </a:cubicBezTo>
                  <a:cubicBezTo>
                    <a:pt x="8837" y="11782"/>
                    <a:pt x="8837" y="11782"/>
                    <a:pt x="8837" y="11782"/>
                  </a:cubicBezTo>
                  <a:cubicBezTo>
                    <a:pt x="8837" y="11782"/>
                    <a:pt x="8837" y="11782"/>
                    <a:pt x="8837" y="11782"/>
                  </a:cubicBezTo>
                  <a:cubicBezTo>
                    <a:pt x="9655" y="12600"/>
                    <a:pt x="9655" y="12600"/>
                    <a:pt x="9655" y="12600"/>
                  </a:cubicBezTo>
                  <a:cubicBezTo>
                    <a:pt x="10473" y="13255"/>
                    <a:pt x="12109" y="13255"/>
                    <a:pt x="12928" y="12437"/>
                  </a:cubicBezTo>
                  <a:cubicBezTo>
                    <a:pt x="14728" y="10964"/>
                    <a:pt x="14728" y="10964"/>
                    <a:pt x="14728" y="10964"/>
                  </a:cubicBezTo>
                  <a:cubicBezTo>
                    <a:pt x="18982" y="6546"/>
                    <a:pt x="18982" y="6546"/>
                    <a:pt x="18982" y="6546"/>
                  </a:cubicBezTo>
                  <a:cubicBezTo>
                    <a:pt x="19800" y="5891"/>
                    <a:pt x="19800" y="4418"/>
                    <a:pt x="18982" y="3764"/>
                  </a:cubicBezTo>
                  <a:cubicBezTo>
                    <a:pt x="17182" y="1964"/>
                    <a:pt x="17182" y="1964"/>
                    <a:pt x="17182" y="1964"/>
                  </a:cubicBezTo>
                  <a:cubicBezTo>
                    <a:pt x="16364" y="1146"/>
                    <a:pt x="14891" y="1146"/>
                    <a:pt x="14073" y="1964"/>
                  </a:cubicBezTo>
                  <a:cubicBezTo>
                    <a:pt x="13746" y="2291"/>
                    <a:pt x="13746" y="2291"/>
                    <a:pt x="13746" y="2291"/>
                  </a:cubicBezTo>
                  <a:cubicBezTo>
                    <a:pt x="11618" y="4418"/>
                    <a:pt x="11618" y="4418"/>
                    <a:pt x="11618" y="4418"/>
                  </a:cubicBezTo>
                  <a:cubicBezTo>
                    <a:pt x="11455" y="4582"/>
                    <a:pt x="11291" y="4582"/>
                    <a:pt x="11128" y="4582"/>
                  </a:cubicBezTo>
                  <a:cubicBezTo>
                    <a:pt x="10964" y="4582"/>
                    <a:pt x="10800" y="4582"/>
                    <a:pt x="10637" y="4418"/>
                  </a:cubicBezTo>
                  <a:cubicBezTo>
                    <a:pt x="10309" y="4091"/>
                    <a:pt x="10309" y="3764"/>
                    <a:pt x="10637" y="3437"/>
                  </a:cubicBezTo>
                  <a:cubicBezTo>
                    <a:pt x="12764" y="1473"/>
                    <a:pt x="12764" y="1473"/>
                    <a:pt x="12764" y="1473"/>
                  </a:cubicBezTo>
                  <a:cubicBezTo>
                    <a:pt x="13255" y="982"/>
                    <a:pt x="13255" y="982"/>
                    <a:pt x="13255" y="982"/>
                  </a:cubicBezTo>
                  <a:cubicBezTo>
                    <a:pt x="14564" y="-327"/>
                    <a:pt x="16691" y="-327"/>
                    <a:pt x="18164" y="982"/>
                  </a:cubicBezTo>
                  <a:cubicBezTo>
                    <a:pt x="19964" y="2782"/>
                    <a:pt x="19964" y="2782"/>
                    <a:pt x="19964" y="2782"/>
                  </a:cubicBezTo>
                  <a:cubicBezTo>
                    <a:pt x="21273" y="4091"/>
                    <a:pt x="21273" y="6218"/>
                    <a:pt x="19964" y="7528"/>
                  </a:cubicBezTo>
                  <a:close/>
                  <a:moveTo>
                    <a:pt x="13582" y="9328"/>
                  </a:moveTo>
                  <a:cubicBezTo>
                    <a:pt x="13418" y="9491"/>
                    <a:pt x="13255" y="9491"/>
                    <a:pt x="13091" y="9491"/>
                  </a:cubicBezTo>
                  <a:cubicBezTo>
                    <a:pt x="12928" y="9491"/>
                    <a:pt x="12764" y="9491"/>
                    <a:pt x="12600" y="9328"/>
                  </a:cubicBezTo>
                  <a:cubicBezTo>
                    <a:pt x="12109" y="8837"/>
                    <a:pt x="12109" y="8837"/>
                    <a:pt x="12109" y="8837"/>
                  </a:cubicBezTo>
                  <a:cubicBezTo>
                    <a:pt x="11128" y="7855"/>
                    <a:pt x="11128" y="7855"/>
                    <a:pt x="11128" y="7855"/>
                  </a:cubicBezTo>
                  <a:cubicBezTo>
                    <a:pt x="10309" y="7037"/>
                    <a:pt x="9000" y="7037"/>
                    <a:pt x="8182" y="7855"/>
                  </a:cubicBezTo>
                  <a:cubicBezTo>
                    <a:pt x="1964" y="14237"/>
                    <a:pt x="1964" y="14237"/>
                    <a:pt x="1964" y="14237"/>
                  </a:cubicBezTo>
                  <a:cubicBezTo>
                    <a:pt x="1146" y="14891"/>
                    <a:pt x="1146" y="16200"/>
                    <a:pt x="1964" y="17018"/>
                  </a:cubicBezTo>
                  <a:cubicBezTo>
                    <a:pt x="3928" y="18982"/>
                    <a:pt x="3928" y="18982"/>
                    <a:pt x="3928" y="18982"/>
                  </a:cubicBezTo>
                  <a:cubicBezTo>
                    <a:pt x="4746" y="19800"/>
                    <a:pt x="6055" y="19800"/>
                    <a:pt x="6709" y="18982"/>
                  </a:cubicBezTo>
                  <a:cubicBezTo>
                    <a:pt x="7855" y="17837"/>
                    <a:pt x="7855" y="17837"/>
                    <a:pt x="7855" y="17837"/>
                  </a:cubicBezTo>
                  <a:cubicBezTo>
                    <a:pt x="9164" y="16528"/>
                    <a:pt x="9164" y="16528"/>
                    <a:pt x="9164" y="16528"/>
                  </a:cubicBezTo>
                  <a:cubicBezTo>
                    <a:pt x="9491" y="16364"/>
                    <a:pt x="9982" y="16364"/>
                    <a:pt x="10146" y="16528"/>
                  </a:cubicBezTo>
                  <a:cubicBezTo>
                    <a:pt x="10473" y="16855"/>
                    <a:pt x="10473" y="17346"/>
                    <a:pt x="10146" y="17509"/>
                  </a:cubicBezTo>
                  <a:cubicBezTo>
                    <a:pt x="8182" y="19473"/>
                    <a:pt x="8182" y="19473"/>
                    <a:pt x="8182" y="19473"/>
                  </a:cubicBezTo>
                  <a:cubicBezTo>
                    <a:pt x="7691" y="19964"/>
                    <a:pt x="7691" y="19964"/>
                    <a:pt x="7691" y="19964"/>
                  </a:cubicBezTo>
                  <a:cubicBezTo>
                    <a:pt x="6382" y="21273"/>
                    <a:pt x="4255" y="21273"/>
                    <a:pt x="2946" y="19964"/>
                  </a:cubicBezTo>
                  <a:cubicBezTo>
                    <a:pt x="982" y="18000"/>
                    <a:pt x="982" y="18000"/>
                    <a:pt x="982" y="18000"/>
                  </a:cubicBezTo>
                  <a:cubicBezTo>
                    <a:pt x="-327" y="16691"/>
                    <a:pt x="-327" y="14564"/>
                    <a:pt x="982" y="13255"/>
                  </a:cubicBezTo>
                  <a:cubicBezTo>
                    <a:pt x="7200" y="6873"/>
                    <a:pt x="7200" y="6873"/>
                    <a:pt x="7200" y="6873"/>
                  </a:cubicBezTo>
                  <a:cubicBezTo>
                    <a:pt x="8673" y="5564"/>
                    <a:pt x="10800" y="5564"/>
                    <a:pt x="12109" y="6873"/>
                  </a:cubicBezTo>
                  <a:cubicBezTo>
                    <a:pt x="13091" y="7855"/>
                    <a:pt x="13091" y="7855"/>
                    <a:pt x="13091" y="7855"/>
                  </a:cubicBezTo>
                  <a:cubicBezTo>
                    <a:pt x="13582" y="8346"/>
                    <a:pt x="13582" y="8346"/>
                    <a:pt x="13582" y="8346"/>
                  </a:cubicBezTo>
                  <a:cubicBezTo>
                    <a:pt x="13746" y="8673"/>
                    <a:pt x="13746" y="9000"/>
                    <a:pt x="13582" y="932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11" name="稻壳儿春秋广告/盗版必究        原创来源：http://chn.docer.com/works?userid=199329941#!/work_time"/>
            <p:cNvSpPr/>
            <p:nvPr/>
          </p:nvSpPr>
          <p:spPr>
            <a:xfrm>
              <a:off x="3659268" y="3464148"/>
              <a:ext cx="310890" cy="270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821"/>
                  </a:moveTo>
                  <a:cubicBezTo>
                    <a:pt x="14850" y="8486"/>
                    <a:pt x="14850" y="8486"/>
                    <a:pt x="14850" y="8486"/>
                  </a:cubicBezTo>
                  <a:cubicBezTo>
                    <a:pt x="14850" y="6171"/>
                    <a:pt x="14850" y="6171"/>
                    <a:pt x="14850" y="6171"/>
                  </a:cubicBezTo>
                  <a:cubicBezTo>
                    <a:pt x="14850" y="5014"/>
                    <a:pt x="14006" y="3857"/>
                    <a:pt x="12825" y="3857"/>
                  </a:cubicBezTo>
                  <a:cubicBezTo>
                    <a:pt x="11475" y="3857"/>
                    <a:pt x="11475" y="3857"/>
                    <a:pt x="11475" y="3857"/>
                  </a:cubicBezTo>
                  <a:cubicBezTo>
                    <a:pt x="11475" y="2314"/>
                    <a:pt x="11475" y="2314"/>
                    <a:pt x="11475" y="2314"/>
                  </a:cubicBezTo>
                  <a:cubicBezTo>
                    <a:pt x="11475" y="964"/>
                    <a:pt x="10631" y="0"/>
                    <a:pt x="9450" y="0"/>
                  </a:cubicBezTo>
                  <a:cubicBezTo>
                    <a:pt x="5400" y="0"/>
                    <a:pt x="5400" y="0"/>
                    <a:pt x="5400" y="0"/>
                  </a:cubicBezTo>
                  <a:cubicBezTo>
                    <a:pt x="4219" y="0"/>
                    <a:pt x="3375" y="964"/>
                    <a:pt x="3375" y="2314"/>
                  </a:cubicBezTo>
                  <a:cubicBezTo>
                    <a:pt x="3375" y="3857"/>
                    <a:pt x="3375" y="3857"/>
                    <a:pt x="3375" y="3857"/>
                  </a:cubicBezTo>
                  <a:cubicBezTo>
                    <a:pt x="2025" y="3857"/>
                    <a:pt x="2025" y="3857"/>
                    <a:pt x="2025" y="3857"/>
                  </a:cubicBezTo>
                  <a:cubicBezTo>
                    <a:pt x="844" y="3857"/>
                    <a:pt x="0" y="4821"/>
                    <a:pt x="0" y="6171"/>
                  </a:cubicBezTo>
                  <a:cubicBezTo>
                    <a:pt x="0" y="19286"/>
                    <a:pt x="0" y="19286"/>
                    <a:pt x="0" y="19286"/>
                  </a:cubicBezTo>
                  <a:cubicBezTo>
                    <a:pt x="0" y="20443"/>
                    <a:pt x="844" y="21600"/>
                    <a:pt x="2025" y="21600"/>
                  </a:cubicBezTo>
                  <a:cubicBezTo>
                    <a:pt x="12825" y="21600"/>
                    <a:pt x="12825" y="21600"/>
                    <a:pt x="12825" y="21600"/>
                  </a:cubicBezTo>
                  <a:cubicBezTo>
                    <a:pt x="14006" y="21600"/>
                    <a:pt x="14850" y="20443"/>
                    <a:pt x="14850" y="19286"/>
                  </a:cubicBezTo>
                  <a:cubicBezTo>
                    <a:pt x="14850" y="16971"/>
                    <a:pt x="14850" y="16971"/>
                    <a:pt x="14850" y="16971"/>
                  </a:cubicBezTo>
                  <a:cubicBezTo>
                    <a:pt x="20419" y="20636"/>
                    <a:pt x="20419" y="20636"/>
                    <a:pt x="20419" y="20636"/>
                  </a:cubicBezTo>
                  <a:cubicBezTo>
                    <a:pt x="20756" y="21021"/>
                    <a:pt x="21600" y="20636"/>
                    <a:pt x="21600" y="20057"/>
                  </a:cubicBezTo>
                  <a:cubicBezTo>
                    <a:pt x="21600" y="5400"/>
                    <a:pt x="21600" y="5400"/>
                    <a:pt x="21600" y="5400"/>
                  </a:cubicBezTo>
                  <a:cubicBezTo>
                    <a:pt x="21600" y="4821"/>
                    <a:pt x="20756" y="4243"/>
                    <a:pt x="20250" y="4821"/>
                  </a:cubicBezTo>
                  <a:close/>
                  <a:moveTo>
                    <a:pt x="6075" y="1543"/>
                  </a:moveTo>
                  <a:cubicBezTo>
                    <a:pt x="8775" y="1543"/>
                    <a:pt x="8775" y="1543"/>
                    <a:pt x="8775" y="1543"/>
                  </a:cubicBezTo>
                  <a:cubicBezTo>
                    <a:pt x="9450" y="1543"/>
                    <a:pt x="10125" y="2314"/>
                    <a:pt x="10125" y="3086"/>
                  </a:cubicBezTo>
                  <a:cubicBezTo>
                    <a:pt x="10125" y="3857"/>
                    <a:pt x="10125" y="3857"/>
                    <a:pt x="10125" y="3857"/>
                  </a:cubicBezTo>
                  <a:cubicBezTo>
                    <a:pt x="4725" y="3857"/>
                    <a:pt x="4725" y="3857"/>
                    <a:pt x="4725" y="3857"/>
                  </a:cubicBezTo>
                  <a:cubicBezTo>
                    <a:pt x="4725" y="3086"/>
                    <a:pt x="4725" y="3086"/>
                    <a:pt x="4725" y="3086"/>
                  </a:cubicBezTo>
                  <a:cubicBezTo>
                    <a:pt x="4725" y="2314"/>
                    <a:pt x="5400" y="1543"/>
                    <a:pt x="6075" y="1543"/>
                  </a:cubicBezTo>
                  <a:close/>
                  <a:moveTo>
                    <a:pt x="20250" y="18514"/>
                  </a:moveTo>
                  <a:cubicBezTo>
                    <a:pt x="15694" y="15814"/>
                    <a:pt x="15694" y="15814"/>
                    <a:pt x="15694" y="15814"/>
                  </a:cubicBezTo>
                  <a:cubicBezTo>
                    <a:pt x="15188" y="15236"/>
                    <a:pt x="14513" y="15429"/>
                    <a:pt x="14175" y="15621"/>
                  </a:cubicBezTo>
                  <a:cubicBezTo>
                    <a:pt x="13838" y="15814"/>
                    <a:pt x="13500" y="16393"/>
                    <a:pt x="13500" y="16971"/>
                  </a:cubicBezTo>
                  <a:cubicBezTo>
                    <a:pt x="13500" y="16971"/>
                    <a:pt x="13500" y="17550"/>
                    <a:pt x="13500" y="18514"/>
                  </a:cubicBezTo>
                  <a:cubicBezTo>
                    <a:pt x="13500" y="19286"/>
                    <a:pt x="12825" y="20057"/>
                    <a:pt x="12150" y="20057"/>
                  </a:cubicBezTo>
                  <a:cubicBezTo>
                    <a:pt x="11306" y="20057"/>
                    <a:pt x="2700" y="20057"/>
                    <a:pt x="2700" y="20057"/>
                  </a:cubicBezTo>
                  <a:cubicBezTo>
                    <a:pt x="2025" y="20057"/>
                    <a:pt x="1350" y="19286"/>
                    <a:pt x="1350" y="18514"/>
                  </a:cubicBezTo>
                  <a:cubicBezTo>
                    <a:pt x="1350" y="6943"/>
                    <a:pt x="1350" y="6943"/>
                    <a:pt x="1350" y="6943"/>
                  </a:cubicBezTo>
                  <a:cubicBezTo>
                    <a:pt x="1350" y="6171"/>
                    <a:pt x="1856" y="5400"/>
                    <a:pt x="2700" y="5400"/>
                  </a:cubicBezTo>
                  <a:cubicBezTo>
                    <a:pt x="2700" y="5400"/>
                    <a:pt x="2700" y="5400"/>
                    <a:pt x="2700" y="5400"/>
                  </a:cubicBezTo>
                  <a:cubicBezTo>
                    <a:pt x="2700" y="5400"/>
                    <a:pt x="2700" y="5400"/>
                    <a:pt x="2700" y="5400"/>
                  </a:cubicBezTo>
                  <a:cubicBezTo>
                    <a:pt x="2700" y="5400"/>
                    <a:pt x="2700" y="5400"/>
                    <a:pt x="2700" y="5400"/>
                  </a:cubicBezTo>
                  <a:cubicBezTo>
                    <a:pt x="3375" y="5400"/>
                    <a:pt x="3375" y="5400"/>
                    <a:pt x="3375" y="5400"/>
                  </a:cubicBezTo>
                  <a:cubicBezTo>
                    <a:pt x="3375" y="5400"/>
                    <a:pt x="3375" y="5400"/>
                    <a:pt x="3375" y="5400"/>
                  </a:cubicBezTo>
                  <a:cubicBezTo>
                    <a:pt x="11475" y="5400"/>
                    <a:pt x="11475" y="5400"/>
                    <a:pt x="11475" y="5400"/>
                  </a:cubicBezTo>
                  <a:cubicBezTo>
                    <a:pt x="11475" y="5400"/>
                    <a:pt x="11475" y="5400"/>
                    <a:pt x="11475" y="5400"/>
                  </a:cubicBezTo>
                  <a:cubicBezTo>
                    <a:pt x="12150" y="5400"/>
                    <a:pt x="12150" y="5400"/>
                    <a:pt x="12150" y="5400"/>
                  </a:cubicBezTo>
                  <a:cubicBezTo>
                    <a:pt x="12150" y="5400"/>
                    <a:pt x="12150" y="5400"/>
                    <a:pt x="12150" y="5400"/>
                  </a:cubicBezTo>
                  <a:cubicBezTo>
                    <a:pt x="12150" y="5400"/>
                    <a:pt x="12150" y="5400"/>
                    <a:pt x="12150" y="5400"/>
                  </a:cubicBezTo>
                  <a:cubicBezTo>
                    <a:pt x="12150" y="5400"/>
                    <a:pt x="12150" y="5400"/>
                    <a:pt x="12150" y="5400"/>
                  </a:cubicBezTo>
                  <a:cubicBezTo>
                    <a:pt x="12825" y="5400"/>
                    <a:pt x="13500" y="6171"/>
                    <a:pt x="13500" y="6943"/>
                  </a:cubicBezTo>
                  <a:cubicBezTo>
                    <a:pt x="13500" y="7907"/>
                    <a:pt x="13500" y="8486"/>
                    <a:pt x="13500" y="8486"/>
                  </a:cubicBezTo>
                  <a:cubicBezTo>
                    <a:pt x="13500" y="9064"/>
                    <a:pt x="13838" y="9643"/>
                    <a:pt x="14175" y="9836"/>
                  </a:cubicBezTo>
                  <a:cubicBezTo>
                    <a:pt x="14513" y="10029"/>
                    <a:pt x="15188" y="10221"/>
                    <a:pt x="15694" y="9836"/>
                  </a:cubicBezTo>
                  <a:cubicBezTo>
                    <a:pt x="20250" y="6943"/>
                    <a:pt x="20250" y="6943"/>
                    <a:pt x="20250" y="6943"/>
                  </a:cubicBezTo>
                  <a:cubicBezTo>
                    <a:pt x="20250" y="18514"/>
                    <a:pt x="20250" y="18514"/>
                    <a:pt x="20250" y="1851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12" name="稻壳儿春秋广告/盗版必究        原创来源：http://chn.docer.com/works?userid=199329941#!/work_time"/>
            <p:cNvSpPr/>
            <p:nvPr/>
          </p:nvSpPr>
          <p:spPr>
            <a:xfrm>
              <a:off x="2795364" y="4295719"/>
              <a:ext cx="309828" cy="309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2" h="20772" extrusionOk="0">
                  <a:moveTo>
                    <a:pt x="14154" y="1097"/>
                  </a:moveTo>
                  <a:cubicBezTo>
                    <a:pt x="2135" y="13115"/>
                    <a:pt x="2135" y="13115"/>
                    <a:pt x="2135" y="13115"/>
                  </a:cubicBezTo>
                  <a:cubicBezTo>
                    <a:pt x="674" y="14414"/>
                    <a:pt x="-463" y="19936"/>
                    <a:pt x="187" y="20585"/>
                  </a:cubicBezTo>
                  <a:cubicBezTo>
                    <a:pt x="999" y="21235"/>
                    <a:pt x="6358" y="20098"/>
                    <a:pt x="7657" y="18637"/>
                  </a:cubicBezTo>
                  <a:cubicBezTo>
                    <a:pt x="19675" y="6781"/>
                    <a:pt x="19675" y="6781"/>
                    <a:pt x="19675" y="6781"/>
                  </a:cubicBezTo>
                  <a:cubicBezTo>
                    <a:pt x="21137" y="5157"/>
                    <a:pt x="21137" y="2721"/>
                    <a:pt x="19675" y="1097"/>
                  </a:cubicBezTo>
                  <a:cubicBezTo>
                    <a:pt x="18051" y="-365"/>
                    <a:pt x="15615" y="-365"/>
                    <a:pt x="14154" y="1097"/>
                  </a:cubicBezTo>
                  <a:close/>
                  <a:moveTo>
                    <a:pt x="3435" y="13602"/>
                  </a:moveTo>
                  <a:cubicBezTo>
                    <a:pt x="13179" y="3858"/>
                    <a:pt x="13179" y="3858"/>
                    <a:pt x="13179" y="3858"/>
                  </a:cubicBezTo>
                  <a:cubicBezTo>
                    <a:pt x="14478" y="5319"/>
                    <a:pt x="14478" y="5319"/>
                    <a:pt x="14478" y="5319"/>
                  </a:cubicBezTo>
                  <a:cubicBezTo>
                    <a:pt x="5059" y="14739"/>
                    <a:pt x="5059" y="14739"/>
                    <a:pt x="5059" y="14739"/>
                  </a:cubicBezTo>
                  <a:cubicBezTo>
                    <a:pt x="4734" y="14414"/>
                    <a:pt x="4734" y="14414"/>
                    <a:pt x="4734" y="14414"/>
                  </a:cubicBezTo>
                  <a:cubicBezTo>
                    <a:pt x="4409" y="14089"/>
                    <a:pt x="3922" y="13764"/>
                    <a:pt x="3435" y="13602"/>
                  </a:cubicBezTo>
                  <a:cubicBezTo>
                    <a:pt x="3435" y="13602"/>
                    <a:pt x="3435" y="13602"/>
                    <a:pt x="3435" y="13602"/>
                  </a:cubicBezTo>
                  <a:close/>
                  <a:moveTo>
                    <a:pt x="1323" y="19449"/>
                  </a:moveTo>
                  <a:cubicBezTo>
                    <a:pt x="1161" y="19124"/>
                    <a:pt x="1811" y="16525"/>
                    <a:pt x="2623" y="14739"/>
                  </a:cubicBezTo>
                  <a:cubicBezTo>
                    <a:pt x="3272" y="14901"/>
                    <a:pt x="3760" y="15226"/>
                    <a:pt x="4247" y="15713"/>
                  </a:cubicBezTo>
                  <a:cubicBezTo>
                    <a:pt x="4896" y="16200"/>
                    <a:pt x="4896" y="16200"/>
                    <a:pt x="4896" y="16200"/>
                  </a:cubicBezTo>
                  <a:cubicBezTo>
                    <a:pt x="5384" y="16850"/>
                    <a:pt x="5708" y="17500"/>
                    <a:pt x="5871" y="18149"/>
                  </a:cubicBezTo>
                  <a:cubicBezTo>
                    <a:pt x="4084" y="18961"/>
                    <a:pt x="1648" y="19611"/>
                    <a:pt x="1323" y="19449"/>
                  </a:cubicBezTo>
                  <a:close/>
                  <a:moveTo>
                    <a:pt x="7170" y="17337"/>
                  </a:moveTo>
                  <a:cubicBezTo>
                    <a:pt x="7170" y="17500"/>
                    <a:pt x="7008" y="17500"/>
                    <a:pt x="7008" y="17500"/>
                  </a:cubicBezTo>
                  <a:cubicBezTo>
                    <a:pt x="6845" y="16850"/>
                    <a:pt x="6683" y="16200"/>
                    <a:pt x="6196" y="15713"/>
                  </a:cubicBezTo>
                  <a:cubicBezTo>
                    <a:pt x="6033" y="15713"/>
                    <a:pt x="6033" y="15713"/>
                    <a:pt x="6033" y="15713"/>
                  </a:cubicBezTo>
                  <a:cubicBezTo>
                    <a:pt x="15453" y="6294"/>
                    <a:pt x="15453" y="6294"/>
                    <a:pt x="15453" y="6294"/>
                  </a:cubicBezTo>
                  <a:cubicBezTo>
                    <a:pt x="16914" y="7593"/>
                    <a:pt x="16914" y="7593"/>
                    <a:pt x="16914" y="7593"/>
                  </a:cubicBezTo>
                  <a:cubicBezTo>
                    <a:pt x="7170" y="17337"/>
                    <a:pt x="7170" y="17337"/>
                    <a:pt x="7170" y="17337"/>
                  </a:cubicBezTo>
                  <a:close/>
                  <a:moveTo>
                    <a:pt x="18701" y="5806"/>
                  </a:moveTo>
                  <a:cubicBezTo>
                    <a:pt x="17726" y="6781"/>
                    <a:pt x="17726" y="6781"/>
                    <a:pt x="17726" y="6781"/>
                  </a:cubicBezTo>
                  <a:cubicBezTo>
                    <a:pt x="13991" y="3046"/>
                    <a:pt x="13991" y="3046"/>
                    <a:pt x="13991" y="3046"/>
                  </a:cubicBezTo>
                  <a:cubicBezTo>
                    <a:pt x="14966" y="2071"/>
                    <a:pt x="14966" y="2071"/>
                    <a:pt x="14966" y="2071"/>
                  </a:cubicBezTo>
                  <a:cubicBezTo>
                    <a:pt x="15940" y="934"/>
                    <a:pt x="17726" y="934"/>
                    <a:pt x="18701" y="2071"/>
                  </a:cubicBezTo>
                  <a:cubicBezTo>
                    <a:pt x="19838" y="3046"/>
                    <a:pt x="19838" y="4832"/>
                    <a:pt x="18701" y="580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13" name="稻壳儿春秋广告/盗版必究        原创来源：http://chn.docer.com/works?userid=199329941#!/work_time"/>
            <p:cNvSpPr/>
            <p:nvPr/>
          </p:nvSpPr>
          <p:spPr>
            <a:xfrm>
              <a:off x="1931007" y="4295701"/>
              <a:ext cx="309449" cy="309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21600" extrusionOk="0">
                  <a:moveTo>
                    <a:pt x="21221" y="19913"/>
                  </a:moveTo>
                  <a:cubicBezTo>
                    <a:pt x="20377" y="21262"/>
                    <a:pt x="14977" y="21600"/>
                    <a:pt x="10758" y="21600"/>
                  </a:cubicBezTo>
                  <a:cubicBezTo>
                    <a:pt x="6539" y="21600"/>
                    <a:pt x="1139" y="21262"/>
                    <a:pt x="127" y="19913"/>
                  </a:cubicBezTo>
                  <a:cubicBezTo>
                    <a:pt x="-42" y="19575"/>
                    <a:pt x="-42" y="19069"/>
                    <a:pt x="127" y="18731"/>
                  </a:cubicBezTo>
                  <a:cubicBezTo>
                    <a:pt x="971" y="16200"/>
                    <a:pt x="2658" y="15525"/>
                    <a:pt x="4008" y="15356"/>
                  </a:cubicBezTo>
                  <a:cubicBezTo>
                    <a:pt x="5189" y="15188"/>
                    <a:pt x="6202" y="14850"/>
                    <a:pt x="6708" y="14512"/>
                  </a:cubicBezTo>
                  <a:cubicBezTo>
                    <a:pt x="6708" y="14344"/>
                    <a:pt x="6708" y="13331"/>
                    <a:pt x="6708" y="12656"/>
                  </a:cubicBezTo>
                  <a:cubicBezTo>
                    <a:pt x="5527" y="11306"/>
                    <a:pt x="4683" y="9281"/>
                    <a:pt x="4683" y="7425"/>
                  </a:cubicBezTo>
                  <a:cubicBezTo>
                    <a:pt x="4683" y="3375"/>
                    <a:pt x="6708" y="0"/>
                    <a:pt x="10758" y="0"/>
                  </a:cubicBezTo>
                  <a:cubicBezTo>
                    <a:pt x="14808" y="0"/>
                    <a:pt x="16833" y="3375"/>
                    <a:pt x="16833" y="7425"/>
                  </a:cubicBezTo>
                  <a:cubicBezTo>
                    <a:pt x="16833" y="9281"/>
                    <a:pt x="15989" y="11306"/>
                    <a:pt x="14808" y="12656"/>
                  </a:cubicBezTo>
                  <a:cubicBezTo>
                    <a:pt x="14808" y="12994"/>
                    <a:pt x="14808" y="13331"/>
                    <a:pt x="14808" y="14512"/>
                  </a:cubicBezTo>
                  <a:cubicBezTo>
                    <a:pt x="15314" y="14850"/>
                    <a:pt x="16327" y="15188"/>
                    <a:pt x="17508" y="15356"/>
                  </a:cubicBezTo>
                  <a:cubicBezTo>
                    <a:pt x="18858" y="15525"/>
                    <a:pt x="20546" y="16200"/>
                    <a:pt x="21389" y="18731"/>
                  </a:cubicBezTo>
                  <a:cubicBezTo>
                    <a:pt x="21558" y="19069"/>
                    <a:pt x="21558" y="19575"/>
                    <a:pt x="21221" y="19913"/>
                  </a:cubicBezTo>
                  <a:close/>
                  <a:moveTo>
                    <a:pt x="15483" y="7425"/>
                  </a:moveTo>
                  <a:cubicBezTo>
                    <a:pt x="15483" y="4050"/>
                    <a:pt x="13964" y="1350"/>
                    <a:pt x="10758" y="1350"/>
                  </a:cubicBezTo>
                  <a:cubicBezTo>
                    <a:pt x="7552" y="1350"/>
                    <a:pt x="6033" y="4050"/>
                    <a:pt x="6033" y="7425"/>
                  </a:cubicBezTo>
                  <a:cubicBezTo>
                    <a:pt x="6033" y="10125"/>
                    <a:pt x="8227" y="13500"/>
                    <a:pt x="10758" y="13500"/>
                  </a:cubicBezTo>
                  <a:cubicBezTo>
                    <a:pt x="13289" y="13500"/>
                    <a:pt x="15483" y="10125"/>
                    <a:pt x="15483" y="7425"/>
                  </a:cubicBezTo>
                  <a:close/>
                  <a:moveTo>
                    <a:pt x="17171" y="16706"/>
                  </a:moveTo>
                  <a:cubicBezTo>
                    <a:pt x="15989" y="16537"/>
                    <a:pt x="14808" y="16031"/>
                    <a:pt x="14133" y="15694"/>
                  </a:cubicBezTo>
                  <a:cubicBezTo>
                    <a:pt x="13458" y="15356"/>
                    <a:pt x="13458" y="15356"/>
                    <a:pt x="13458" y="15356"/>
                  </a:cubicBezTo>
                  <a:cubicBezTo>
                    <a:pt x="13458" y="15356"/>
                    <a:pt x="13458" y="14512"/>
                    <a:pt x="13458" y="14006"/>
                  </a:cubicBezTo>
                  <a:cubicBezTo>
                    <a:pt x="12614" y="14512"/>
                    <a:pt x="11771" y="14850"/>
                    <a:pt x="10758" y="14850"/>
                  </a:cubicBezTo>
                  <a:cubicBezTo>
                    <a:pt x="9746" y="14850"/>
                    <a:pt x="8902" y="14512"/>
                    <a:pt x="8058" y="14006"/>
                  </a:cubicBezTo>
                  <a:cubicBezTo>
                    <a:pt x="8058" y="14512"/>
                    <a:pt x="8058" y="15356"/>
                    <a:pt x="8058" y="15356"/>
                  </a:cubicBezTo>
                  <a:cubicBezTo>
                    <a:pt x="7383" y="15694"/>
                    <a:pt x="7383" y="15694"/>
                    <a:pt x="7383" y="15694"/>
                  </a:cubicBezTo>
                  <a:cubicBezTo>
                    <a:pt x="6708" y="16031"/>
                    <a:pt x="5527" y="16537"/>
                    <a:pt x="4177" y="16706"/>
                  </a:cubicBezTo>
                  <a:cubicBezTo>
                    <a:pt x="3164" y="16875"/>
                    <a:pt x="2152" y="17213"/>
                    <a:pt x="1308" y="19069"/>
                  </a:cubicBezTo>
                  <a:cubicBezTo>
                    <a:pt x="1308" y="19237"/>
                    <a:pt x="2489" y="20250"/>
                    <a:pt x="10758" y="20250"/>
                  </a:cubicBezTo>
                  <a:cubicBezTo>
                    <a:pt x="19027" y="20250"/>
                    <a:pt x="20039" y="19237"/>
                    <a:pt x="20208" y="19069"/>
                  </a:cubicBezTo>
                  <a:cubicBezTo>
                    <a:pt x="19364" y="17213"/>
                    <a:pt x="18183" y="16875"/>
                    <a:pt x="17171" y="1670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14" name="稻壳儿春秋广告/盗版必究        原创来源：http://chn.docer.com/works?userid=199329941#!/work_time"/>
            <p:cNvSpPr/>
            <p:nvPr/>
          </p:nvSpPr>
          <p:spPr>
            <a:xfrm>
              <a:off x="2794833" y="3473382"/>
              <a:ext cx="310890" cy="252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75" y="21600"/>
                  </a:moveTo>
                  <a:cubicBezTo>
                    <a:pt x="2025" y="21600"/>
                    <a:pt x="2025" y="21600"/>
                    <a:pt x="2025" y="21600"/>
                  </a:cubicBezTo>
                  <a:cubicBezTo>
                    <a:pt x="844" y="21600"/>
                    <a:pt x="0" y="20562"/>
                    <a:pt x="0" y="19108"/>
                  </a:cubicBezTo>
                  <a:cubicBezTo>
                    <a:pt x="0" y="5815"/>
                    <a:pt x="0" y="5815"/>
                    <a:pt x="0" y="5815"/>
                  </a:cubicBezTo>
                  <a:cubicBezTo>
                    <a:pt x="0" y="4362"/>
                    <a:pt x="844" y="3323"/>
                    <a:pt x="2025" y="3323"/>
                  </a:cubicBezTo>
                  <a:cubicBezTo>
                    <a:pt x="2025" y="3323"/>
                    <a:pt x="2363" y="3323"/>
                    <a:pt x="4725" y="3323"/>
                  </a:cubicBezTo>
                  <a:cubicBezTo>
                    <a:pt x="5400" y="3323"/>
                    <a:pt x="6750" y="0"/>
                    <a:pt x="7425" y="0"/>
                  </a:cubicBezTo>
                  <a:cubicBezTo>
                    <a:pt x="9113" y="0"/>
                    <a:pt x="12488" y="0"/>
                    <a:pt x="14175" y="0"/>
                  </a:cubicBezTo>
                  <a:cubicBezTo>
                    <a:pt x="14850" y="0"/>
                    <a:pt x="16200" y="3323"/>
                    <a:pt x="16875" y="3323"/>
                  </a:cubicBezTo>
                  <a:cubicBezTo>
                    <a:pt x="19238" y="3323"/>
                    <a:pt x="19575" y="3323"/>
                    <a:pt x="19575" y="3323"/>
                  </a:cubicBezTo>
                  <a:cubicBezTo>
                    <a:pt x="20756" y="3323"/>
                    <a:pt x="21600" y="4362"/>
                    <a:pt x="21600" y="5815"/>
                  </a:cubicBezTo>
                  <a:cubicBezTo>
                    <a:pt x="21600" y="19108"/>
                    <a:pt x="21600" y="19108"/>
                    <a:pt x="21600" y="19108"/>
                  </a:cubicBezTo>
                  <a:cubicBezTo>
                    <a:pt x="21600" y="20562"/>
                    <a:pt x="20756" y="21600"/>
                    <a:pt x="19575" y="21600"/>
                  </a:cubicBezTo>
                  <a:close/>
                  <a:moveTo>
                    <a:pt x="20250" y="6646"/>
                  </a:moveTo>
                  <a:cubicBezTo>
                    <a:pt x="20250" y="5815"/>
                    <a:pt x="19575" y="4985"/>
                    <a:pt x="18900" y="4985"/>
                  </a:cubicBezTo>
                  <a:cubicBezTo>
                    <a:pt x="18900" y="4985"/>
                    <a:pt x="18225" y="4985"/>
                    <a:pt x="16200" y="4985"/>
                  </a:cubicBezTo>
                  <a:cubicBezTo>
                    <a:pt x="15525" y="4985"/>
                    <a:pt x="14175" y="1662"/>
                    <a:pt x="13500" y="1662"/>
                  </a:cubicBezTo>
                  <a:cubicBezTo>
                    <a:pt x="11813" y="1662"/>
                    <a:pt x="9788" y="1662"/>
                    <a:pt x="8100" y="1662"/>
                  </a:cubicBezTo>
                  <a:cubicBezTo>
                    <a:pt x="7425" y="1662"/>
                    <a:pt x="6075" y="4985"/>
                    <a:pt x="5400" y="4985"/>
                  </a:cubicBezTo>
                  <a:cubicBezTo>
                    <a:pt x="3375" y="4985"/>
                    <a:pt x="2700" y="4985"/>
                    <a:pt x="2700" y="4985"/>
                  </a:cubicBezTo>
                  <a:cubicBezTo>
                    <a:pt x="2025" y="4985"/>
                    <a:pt x="1350" y="5815"/>
                    <a:pt x="1350" y="6646"/>
                  </a:cubicBezTo>
                  <a:cubicBezTo>
                    <a:pt x="1350" y="18277"/>
                    <a:pt x="1350" y="18277"/>
                    <a:pt x="1350" y="18277"/>
                  </a:cubicBezTo>
                  <a:cubicBezTo>
                    <a:pt x="1350" y="19315"/>
                    <a:pt x="2025" y="19938"/>
                    <a:pt x="2700" y="19938"/>
                  </a:cubicBezTo>
                  <a:cubicBezTo>
                    <a:pt x="18900" y="19938"/>
                    <a:pt x="18900" y="19938"/>
                    <a:pt x="18900" y="19938"/>
                  </a:cubicBezTo>
                  <a:cubicBezTo>
                    <a:pt x="19575" y="19938"/>
                    <a:pt x="20250" y="19315"/>
                    <a:pt x="20250" y="18277"/>
                  </a:cubicBezTo>
                  <a:cubicBezTo>
                    <a:pt x="20250" y="6646"/>
                    <a:pt x="20250" y="6646"/>
                    <a:pt x="20250" y="6646"/>
                  </a:cubicBezTo>
                  <a:close/>
                  <a:moveTo>
                    <a:pt x="10800" y="17446"/>
                  </a:moveTo>
                  <a:cubicBezTo>
                    <a:pt x="8269" y="17446"/>
                    <a:pt x="6075" y="14954"/>
                    <a:pt x="6075" y="11631"/>
                  </a:cubicBezTo>
                  <a:cubicBezTo>
                    <a:pt x="6075" y="8515"/>
                    <a:pt x="8269" y="5815"/>
                    <a:pt x="10800" y="5815"/>
                  </a:cubicBezTo>
                  <a:cubicBezTo>
                    <a:pt x="13331" y="5815"/>
                    <a:pt x="15525" y="8515"/>
                    <a:pt x="15525" y="11631"/>
                  </a:cubicBezTo>
                  <a:cubicBezTo>
                    <a:pt x="15525" y="14954"/>
                    <a:pt x="13331" y="17446"/>
                    <a:pt x="10800" y="17446"/>
                  </a:cubicBezTo>
                  <a:close/>
                  <a:moveTo>
                    <a:pt x="10800" y="7477"/>
                  </a:moveTo>
                  <a:cubicBezTo>
                    <a:pt x="8944" y="7477"/>
                    <a:pt x="7425" y="9346"/>
                    <a:pt x="7425" y="11631"/>
                  </a:cubicBezTo>
                  <a:cubicBezTo>
                    <a:pt x="7425" y="13915"/>
                    <a:pt x="8944" y="15785"/>
                    <a:pt x="10800" y="15785"/>
                  </a:cubicBezTo>
                  <a:cubicBezTo>
                    <a:pt x="12656" y="15785"/>
                    <a:pt x="14175" y="13915"/>
                    <a:pt x="14175" y="11631"/>
                  </a:cubicBezTo>
                  <a:cubicBezTo>
                    <a:pt x="14175" y="9346"/>
                    <a:pt x="12656" y="7477"/>
                    <a:pt x="10800" y="747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197" name="稻壳儿春秋广告/盗版必究        原创来源：http://chn.docer.com/works?userid=199329941#!/work_time"/>
            <p:cNvSpPr/>
            <p:nvPr/>
          </p:nvSpPr>
          <p:spPr>
            <a:xfrm>
              <a:off x="1930400" y="3453887"/>
              <a:ext cx="310890" cy="2913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13140"/>
                  </a:moveTo>
                  <a:cubicBezTo>
                    <a:pt x="20250" y="10080"/>
                    <a:pt x="20250" y="10080"/>
                    <a:pt x="20250" y="10080"/>
                  </a:cubicBezTo>
                  <a:cubicBezTo>
                    <a:pt x="20250" y="4500"/>
                    <a:pt x="16031" y="0"/>
                    <a:pt x="10800" y="0"/>
                  </a:cubicBezTo>
                  <a:cubicBezTo>
                    <a:pt x="5569" y="0"/>
                    <a:pt x="1350" y="4500"/>
                    <a:pt x="1350" y="10080"/>
                  </a:cubicBezTo>
                  <a:cubicBezTo>
                    <a:pt x="1350" y="13140"/>
                    <a:pt x="1350" y="13140"/>
                    <a:pt x="1350" y="13140"/>
                  </a:cubicBezTo>
                  <a:cubicBezTo>
                    <a:pt x="506" y="13860"/>
                    <a:pt x="0" y="14940"/>
                    <a:pt x="0" y="16200"/>
                  </a:cubicBezTo>
                  <a:cubicBezTo>
                    <a:pt x="0" y="18360"/>
                    <a:pt x="1519" y="20160"/>
                    <a:pt x="3544" y="20160"/>
                  </a:cubicBezTo>
                  <a:cubicBezTo>
                    <a:pt x="3713" y="21060"/>
                    <a:pt x="4556" y="21600"/>
                    <a:pt x="5400" y="21600"/>
                  </a:cubicBezTo>
                  <a:cubicBezTo>
                    <a:pt x="6581" y="21600"/>
                    <a:pt x="7425" y="20700"/>
                    <a:pt x="7425" y="19440"/>
                  </a:cubicBezTo>
                  <a:cubicBezTo>
                    <a:pt x="7425" y="12960"/>
                    <a:pt x="7425" y="12960"/>
                    <a:pt x="7425" y="12960"/>
                  </a:cubicBezTo>
                  <a:cubicBezTo>
                    <a:pt x="7425" y="11700"/>
                    <a:pt x="6581" y="10800"/>
                    <a:pt x="5400" y="10800"/>
                  </a:cubicBezTo>
                  <a:cubicBezTo>
                    <a:pt x="4556" y="10800"/>
                    <a:pt x="3713" y="11340"/>
                    <a:pt x="3544" y="12240"/>
                  </a:cubicBezTo>
                  <a:cubicBezTo>
                    <a:pt x="3206" y="12240"/>
                    <a:pt x="3038" y="12240"/>
                    <a:pt x="2700" y="12420"/>
                  </a:cubicBezTo>
                  <a:cubicBezTo>
                    <a:pt x="2700" y="10080"/>
                    <a:pt x="2700" y="10080"/>
                    <a:pt x="2700" y="10080"/>
                  </a:cubicBezTo>
                  <a:cubicBezTo>
                    <a:pt x="2700" y="5400"/>
                    <a:pt x="6244" y="1440"/>
                    <a:pt x="10800" y="1440"/>
                  </a:cubicBezTo>
                  <a:cubicBezTo>
                    <a:pt x="15356" y="1440"/>
                    <a:pt x="18900" y="5400"/>
                    <a:pt x="18900" y="10080"/>
                  </a:cubicBezTo>
                  <a:cubicBezTo>
                    <a:pt x="18900" y="12420"/>
                    <a:pt x="18900" y="12420"/>
                    <a:pt x="18900" y="12420"/>
                  </a:cubicBezTo>
                  <a:cubicBezTo>
                    <a:pt x="18562" y="12240"/>
                    <a:pt x="18394" y="12240"/>
                    <a:pt x="18056" y="12240"/>
                  </a:cubicBezTo>
                  <a:cubicBezTo>
                    <a:pt x="17888" y="11340"/>
                    <a:pt x="17044" y="10800"/>
                    <a:pt x="16200" y="10800"/>
                  </a:cubicBezTo>
                  <a:cubicBezTo>
                    <a:pt x="15019" y="10800"/>
                    <a:pt x="14175" y="11700"/>
                    <a:pt x="14175" y="12960"/>
                  </a:cubicBezTo>
                  <a:cubicBezTo>
                    <a:pt x="14175" y="19440"/>
                    <a:pt x="14175" y="19440"/>
                    <a:pt x="14175" y="19440"/>
                  </a:cubicBezTo>
                  <a:cubicBezTo>
                    <a:pt x="14175" y="20700"/>
                    <a:pt x="15019" y="21600"/>
                    <a:pt x="16200" y="21600"/>
                  </a:cubicBezTo>
                  <a:cubicBezTo>
                    <a:pt x="17044" y="21600"/>
                    <a:pt x="17888" y="21060"/>
                    <a:pt x="18056" y="20160"/>
                  </a:cubicBezTo>
                  <a:cubicBezTo>
                    <a:pt x="20081" y="20160"/>
                    <a:pt x="21600" y="18360"/>
                    <a:pt x="21600" y="16200"/>
                  </a:cubicBezTo>
                  <a:cubicBezTo>
                    <a:pt x="21600" y="14940"/>
                    <a:pt x="21094" y="13860"/>
                    <a:pt x="20250" y="13140"/>
                  </a:cubicBezTo>
                  <a:close/>
                  <a:moveTo>
                    <a:pt x="4725" y="12960"/>
                  </a:moveTo>
                  <a:cubicBezTo>
                    <a:pt x="4725" y="12600"/>
                    <a:pt x="5062" y="12240"/>
                    <a:pt x="5400" y="12240"/>
                  </a:cubicBezTo>
                  <a:cubicBezTo>
                    <a:pt x="5738" y="12240"/>
                    <a:pt x="6075" y="12600"/>
                    <a:pt x="6075" y="12960"/>
                  </a:cubicBezTo>
                  <a:cubicBezTo>
                    <a:pt x="6075" y="19440"/>
                    <a:pt x="6075" y="19440"/>
                    <a:pt x="6075" y="19440"/>
                  </a:cubicBezTo>
                  <a:cubicBezTo>
                    <a:pt x="6075" y="19800"/>
                    <a:pt x="5738" y="20160"/>
                    <a:pt x="5400" y="20160"/>
                  </a:cubicBezTo>
                  <a:cubicBezTo>
                    <a:pt x="5062" y="20160"/>
                    <a:pt x="4725" y="19800"/>
                    <a:pt x="4725" y="19440"/>
                  </a:cubicBezTo>
                  <a:cubicBezTo>
                    <a:pt x="4725" y="12960"/>
                    <a:pt x="4725" y="12960"/>
                    <a:pt x="4725" y="12960"/>
                  </a:cubicBezTo>
                  <a:close/>
                  <a:moveTo>
                    <a:pt x="3375" y="13680"/>
                  </a:moveTo>
                  <a:cubicBezTo>
                    <a:pt x="3375" y="18720"/>
                    <a:pt x="3375" y="18720"/>
                    <a:pt x="3375" y="18720"/>
                  </a:cubicBezTo>
                  <a:cubicBezTo>
                    <a:pt x="2194" y="18540"/>
                    <a:pt x="1350" y="17460"/>
                    <a:pt x="1350" y="16200"/>
                  </a:cubicBezTo>
                  <a:cubicBezTo>
                    <a:pt x="1350" y="14940"/>
                    <a:pt x="2194" y="14040"/>
                    <a:pt x="3375" y="13680"/>
                  </a:cubicBezTo>
                  <a:close/>
                  <a:moveTo>
                    <a:pt x="16875" y="19440"/>
                  </a:moveTo>
                  <a:cubicBezTo>
                    <a:pt x="16875" y="19800"/>
                    <a:pt x="16538" y="20160"/>
                    <a:pt x="16200" y="20160"/>
                  </a:cubicBezTo>
                  <a:cubicBezTo>
                    <a:pt x="15862" y="20160"/>
                    <a:pt x="15525" y="19800"/>
                    <a:pt x="15525" y="19440"/>
                  </a:cubicBezTo>
                  <a:cubicBezTo>
                    <a:pt x="15525" y="12960"/>
                    <a:pt x="15525" y="12960"/>
                    <a:pt x="15525" y="12960"/>
                  </a:cubicBezTo>
                  <a:cubicBezTo>
                    <a:pt x="15525" y="12600"/>
                    <a:pt x="15862" y="12240"/>
                    <a:pt x="16200" y="12240"/>
                  </a:cubicBezTo>
                  <a:cubicBezTo>
                    <a:pt x="16538" y="12240"/>
                    <a:pt x="16875" y="12600"/>
                    <a:pt x="16875" y="12960"/>
                  </a:cubicBezTo>
                  <a:cubicBezTo>
                    <a:pt x="16875" y="19440"/>
                    <a:pt x="16875" y="19440"/>
                    <a:pt x="16875" y="19440"/>
                  </a:cubicBezTo>
                  <a:close/>
                  <a:moveTo>
                    <a:pt x="18225" y="18720"/>
                  </a:moveTo>
                  <a:cubicBezTo>
                    <a:pt x="18225" y="13680"/>
                    <a:pt x="18225" y="13680"/>
                    <a:pt x="18225" y="13680"/>
                  </a:cubicBezTo>
                  <a:cubicBezTo>
                    <a:pt x="19406" y="14040"/>
                    <a:pt x="20250" y="14940"/>
                    <a:pt x="20250" y="16200"/>
                  </a:cubicBezTo>
                  <a:cubicBezTo>
                    <a:pt x="20250" y="17460"/>
                    <a:pt x="19406" y="18540"/>
                    <a:pt x="18225" y="1872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2860" rIns="22860"/>
            <a:lstStyle/>
            <a:p>
              <a:pPr defTabSz="1219200">
                <a:defRPr sz="4800">
                  <a:solidFill>
                    <a:srgbClr val="27282D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4947</Words>
  <Application>WPS 演示</Application>
  <PresentationFormat>宽屏</PresentationFormat>
  <Paragraphs>197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851tegakizatsu</vt:lpstr>
      <vt:lpstr>OPPOSans R</vt:lpstr>
      <vt:lpstr>微软雅黑</vt:lpstr>
      <vt:lpstr>Arial Unicode MS</vt:lpstr>
      <vt:lpstr>等线 Light</vt:lpstr>
      <vt:lpstr>等线</vt:lpstr>
      <vt:lpstr>Calibri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春波</dc:creator>
  <cp:lastModifiedBy>FIND YOU</cp:lastModifiedBy>
  <cp:revision>8</cp:revision>
  <dcterms:created xsi:type="dcterms:W3CDTF">2020-12-23T10:50:00Z</dcterms:created>
  <dcterms:modified xsi:type="dcterms:W3CDTF">2026-10-25T06:06:58Z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v1.0_mb_X1Mvhtz/6S3RQRUfeVBTiw==</vt:lpwstr>
  </property>
  <property fmtid="{D5CDD505-2E9C-101B-9397-08002B2CF9AE}" pid="4" name="ICV">
    <vt:lpwstr>929D9004D1ED4908AFF68690EC4DF02A_11</vt:lpwstr>
  </property>
</Properties>
</file>