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409" r:id="rId3"/>
    <p:sldId id="410" r:id="rId4"/>
    <p:sldId id="412" r:id="rId5"/>
    <p:sldId id="411" r:id="rId6"/>
    <p:sldId id="415" r:id="rId7"/>
    <p:sldId id="414" r:id="rId8"/>
    <p:sldId id="416" r:id="rId9"/>
    <p:sldId id="417" r:id="rId10"/>
    <p:sldId id="423" r:id="rId11"/>
    <p:sldId id="418" r:id="rId12"/>
    <p:sldId id="419" r:id="rId13"/>
    <p:sldId id="424" r:id="rId14"/>
    <p:sldId id="421" r:id="rId15"/>
    <p:sldId id="420" r:id="rId16"/>
    <p:sldId id="422" r:id="rId17"/>
  </p:sldIdLst>
  <p:sldSz cx="12192000" cy="6858000"/>
  <p:notesSz cx="6858000" cy="9144000"/>
  <p:embeddedFontLst>
    <p:embeddedFont>
      <p:font typeface="微软雅黑" panose="020B0503020204020204" pitchFamily="34" charset="-122"/>
      <p:regular r:id="rId21"/>
      <p:bold r:id="rId22"/>
    </p:embeddedFont>
    <p:embeddedFont>
      <p:font typeface="汉仪糯米团简" panose="00020600040101010101" charset="-122"/>
      <p:regular r:id="rId23"/>
    </p:embeddedFont>
    <p:embeddedFont>
      <p:font typeface="华文仿宋" panose="02010600040101010101" charset="-122"/>
      <p:regular r:id="rId24"/>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6" userDrawn="1">
          <p15:clr>
            <a:srgbClr val="A4A3A4"/>
          </p15:clr>
        </p15:guide>
        <p15:guide id="2" pos="3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FE8FB"/>
    <a:srgbClr val="BCF1FF"/>
    <a:srgbClr val="BDF2FF"/>
    <a:srgbClr val="76D8F8"/>
    <a:srgbClr val="9E9E9E"/>
    <a:srgbClr val="44CEF6"/>
    <a:srgbClr val="89DEF9"/>
    <a:srgbClr val="D7F7FF"/>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276"/>
        <p:guide pos="388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5" Type="http://schemas.openxmlformats.org/officeDocument/2006/relationships/slideLayout" Target="../slideLayouts/slideLayout2.xml"/><Relationship Id="rId14" Type="http://schemas.openxmlformats.org/officeDocument/2006/relationships/tags" Target="../tags/tag80.xml"/><Relationship Id="rId13" Type="http://schemas.openxmlformats.org/officeDocument/2006/relationships/tags" Target="../tags/tag79.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93.xml"/><Relationship Id="rId5" Type="http://schemas.openxmlformats.org/officeDocument/2006/relationships/image" Target="../media/image5.jpeg"/><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9" Type="http://schemas.openxmlformats.org/officeDocument/2006/relationships/slideLayout" Target="../slideLayouts/slideLayout2.xml"/><Relationship Id="rId18" Type="http://schemas.openxmlformats.org/officeDocument/2006/relationships/tags" Target="../tags/tag110.xml"/><Relationship Id="rId17" Type="http://schemas.openxmlformats.org/officeDocument/2006/relationships/tags" Target="../tags/tag109.xml"/><Relationship Id="rId16" Type="http://schemas.openxmlformats.org/officeDocument/2006/relationships/tags" Target="../tags/tag108.xml"/><Relationship Id="rId15" Type="http://schemas.openxmlformats.org/officeDocument/2006/relationships/tags" Target="../tags/tag107.xml"/><Relationship Id="rId14" Type="http://schemas.openxmlformats.org/officeDocument/2006/relationships/tags" Target="../tags/tag106.xml"/><Relationship Id="rId13" Type="http://schemas.openxmlformats.org/officeDocument/2006/relationships/tags" Target="../tags/tag105.xml"/><Relationship Id="rId12" Type="http://schemas.openxmlformats.org/officeDocument/2006/relationships/tags" Target="../tags/tag104.xml"/><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1.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0" Type="http://schemas.openxmlformats.org/officeDocument/2006/relationships/slideLayout" Target="../slideLayouts/slideLayout2.xml"/><Relationship Id="rId2" Type="http://schemas.openxmlformats.org/officeDocument/2006/relationships/tags" Target="../tags/tag112.xml"/><Relationship Id="rId19" Type="http://schemas.openxmlformats.org/officeDocument/2006/relationships/tags" Target="../tags/tag129.xml"/><Relationship Id="rId18" Type="http://schemas.openxmlformats.org/officeDocument/2006/relationships/tags" Target="../tags/tag128.xml"/><Relationship Id="rId17" Type="http://schemas.openxmlformats.org/officeDocument/2006/relationships/tags" Target="../tags/tag127.xml"/><Relationship Id="rId16" Type="http://schemas.openxmlformats.org/officeDocument/2006/relationships/tags" Target="../tags/tag126.xml"/><Relationship Id="rId15" Type="http://schemas.openxmlformats.org/officeDocument/2006/relationships/tags" Target="../tags/tag125.xml"/><Relationship Id="rId14" Type="http://schemas.openxmlformats.org/officeDocument/2006/relationships/tags" Target="../tags/tag124.xml"/><Relationship Id="rId13" Type="http://schemas.openxmlformats.org/officeDocument/2006/relationships/tags" Target="../tags/tag123.xml"/><Relationship Id="rId12" Type="http://schemas.openxmlformats.org/officeDocument/2006/relationships/tags" Target="../tags/tag122.xml"/><Relationship Id="rId11" Type="http://schemas.openxmlformats.org/officeDocument/2006/relationships/tags" Target="../tags/tag121.xml"/><Relationship Id="rId10" Type="http://schemas.openxmlformats.org/officeDocument/2006/relationships/tags" Target="../tags/tag120.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9" Type="http://schemas.openxmlformats.org/officeDocument/2006/relationships/slideLayout" Target="../slideLayouts/slideLayout2.xml"/><Relationship Id="rId18" Type="http://schemas.openxmlformats.org/officeDocument/2006/relationships/tags" Target="../tags/tag146.xml"/><Relationship Id="rId17" Type="http://schemas.openxmlformats.org/officeDocument/2006/relationships/tags" Target="../tags/tag145.xml"/><Relationship Id="rId16" Type="http://schemas.openxmlformats.org/officeDocument/2006/relationships/tags" Target="../tags/tag144.xml"/><Relationship Id="rId15" Type="http://schemas.openxmlformats.org/officeDocument/2006/relationships/tags" Target="../tags/tag143.xml"/><Relationship Id="rId14" Type="http://schemas.openxmlformats.org/officeDocument/2006/relationships/tags" Target="../tags/tag142.xml"/><Relationship Id="rId13" Type="http://schemas.openxmlformats.org/officeDocument/2006/relationships/tags" Target="../tags/tag141.xml"/><Relationship Id="rId12" Type="http://schemas.openxmlformats.org/officeDocument/2006/relationships/tags" Target="../tags/tag140.xml"/><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7.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6" name="标题 5"/>
          <p:cNvSpPr/>
          <p:nvPr/>
        </p:nvSpPr>
        <p:spPr>
          <a:xfrm>
            <a:off x="5608955" y="1146810"/>
            <a:ext cx="6505575" cy="279654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algn="ctr">
              <a:lnSpc>
                <a:spcPct val="110000"/>
              </a:lnSpc>
            </a:pPr>
            <a:r>
              <a:rPr lang="zh-CN" altLang="en-US" sz="7200" b="0">
                <a:solidFill>
                  <a:schemeClr val="bg1"/>
                </a:solidFill>
                <a:latin typeface="汉仪糯米团简" panose="00020600040101010101" charset="-122"/>
                <a:ea typeface="汉仪糯米团简" panose="00020600040101010101" charset="-122"/>
                <a:cs typeface="汉仪糯米团简" panose="00020600040101010101" charset="-122"/>
              </a:rPr>
              <a:t>卡通教学</a:t>
            </a:r>
            <a:br>
              <a:rPr lang="zh-CN" altLang="en-US" sz="7200" b="0">
                <a:solidFill>
                  <a:schemeClr val="bg1"/>
                </a:solidFill>
                <a:latin typeface="汉仪糯米团简" panose="00020600040101010101" charset="-122"/>
                <a:ea typeface="汉仪糯米团简" panose="00020600040101010101" charset="-122"/>
                <a:cs typeface="汉仪糯米团简" panose="00020600040101010101" charset="-122"/>
              </a:rPr>
            </a:br>
            <a:r>
              <a:rPr lang="zh-CN" altLang="en-US" sz="7200" b="0">
                <a:solidFill>
                  <a:schemeClr val="bg1"/>
                </a:solidFill>
                <a:latin typeface="汉仪糯米团简" panose="00020600040101010101" charset="-122"/>
                <a:ea typeface="汉仪糯米团简" panose="00020600040101010101" charset="-122"/>
                <a:cs typeface="汉仪糯米团简" panose="00020600040101010101" charset="-122"/>
              </a:rPr>
              <a:t>通用</a:t>
            </a:r>
            <a:r>
              <a:rPr lang="en-US" altLang="zh-CN" sz="7200" b="0">
                <a:solidFill>
                  <a:schemeClr val="bg1"/>
                </a:solidFill>
                <a:latin typeface="汉仪糯米团简" panose="00020600040101010101" charset="-122"/>
                <a:ea typeface="汉仪糯米团简" panose="00020600040101010101" charset="-122"/>
                <a:cs typeface="汉仪糯米团简" panose="00020600040101010101" charset="-122"/>
              </a:rPr>
              <a:t>PPT</a:t>
            </a:r>
            <a:r>
              <a:rPr lang="zh-CN" altLang="en-US" sz="7200" b="0">
                <a:solidFill>
                  <a:schemeClr val="bg1"/>
                </a:solidFill>
                <a:latin typeface="汉仪糯米团简" panose="00020600040101010101" charset="-122"/>
                <a:ea typeface="汉仪糯米团简" panose="00020600040101010101" charset="-122"/>
                <a:cs typeface="汉仪糯米团简" panose="00020600040101010101" charset="-122"/>
              </a:rPr>
              <a:t>模板</a:t>
            </a:r>
            <a:endParaRPr lang="zh-CN" altLang="en-US" sz="7200" b="0">
              <a:solidFill>
                <a:schemeClr val="bg1"/>
              </a:solidFill>
              <a:latin typeface="汉仪糯米团简" panose="00020600040101010101" charset="-122"/>
              <a:ea typeface="汉仪糯米团简" panose="00020600040101010101" charset="-122"/>
              <a:cs typeface="汉仪糯米团简" panose="00020600040101010101" charset="-122"/>
            </a:endParaRPr>
          </a:p>
        </p:txBody>
      </p:sp>
      <p:sp>
        <p:nvSpPr>
          <p:cNvPr id="91" name="副标题 90"/>
          <p:cNvSpPr>
            <a:spLocks noGrp="1"/>
          </p:cNvSpPr>
          <p:nvPr>
            <p:custDataLst>
              <p:tags r:id="rId2"/>
            </p:custDataLst>
          </p:nvPr>
        </p:nvSpPr>
        <p:spPr>
          <a:xfrm>
            <a:off x="7367905" y="3987165"/>
            <a:ext cx="2959735" cy="640080"/>
          </a:xfrm>
          <a:prstGeom prst="rect">
            <a:avLst/>
          </a:prstGeom>
        </p:spPr>
        <p:txBody>
          <a:bodyPr vert="horz" lIns="90000" tIns="46800" rIns="90000" bIns="4680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zh-CN" altLang="en-US" sz="3200">
                <a:solidFill>
                  <a:schemeClr val="bg1"/>
                </a:solidFill>
                <a:latin typeface="汉仪糯米团简" panose="00020600040101010101" charset="-122"/>
                <a:ea typeface="汉仪糯米团简" panose="00020600040101010101" charset="-122"/>
              </a:rPr>
              <a:t>姓名：</a:t>
            </a:r>
            <a:endParaRPr lang="zh-CN" altLang="en-US" sz="3200">
              <a:solidFill>
                <a:schemeClr val="bg1"/>
              </a:solidFill>
              <a:latin typeface="汉仪糯米团简" panose="00020600040101010101" charset="-122"/>
              <a:ea typeface="汉仪糯米团简" panose="00020600040101010101" charset="-122"/>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13" name="文本框 12"/>
          <p:cNvSpPr txBox="1"/>
          <p:nvPr/>
        </p:nvSpPr>
        <p:spPr>
          <a:xfrm>
            <a:off x="1731010" y="1750060"/>
            <a:ext cx="4293235" cy="583565"/>
          </a:xfrm>
          <a:prstGeom prst="rect">
            <a:avLst/>
          </a:prstGeom>
          <a:noFill/>
        </p:spPr>
        <p:txBody>
          <a:bodyPr wrap="square" rtlCol="0">
            <a:spAutoFit/>
          </a:bodyPr>
          <a:p>
            <a:pPr indent="0" algn="l">
              <a:buFont typeface="Arial" panose="020B0604020202020204" pitchFamily="34" charset="0"/>
              <a:buNone/>
            </a:pPr>
            <a:r>
              <a:rPr lang="zh-CN" altLang="en-US" sz="3200">
                <a:solidFill>
                  <a:schemeClr val="bg1"/>
                </a:solidFill>
                <a:effectLst/>
                <a:latin typeface="汉仪糯米团简" panose="00020600040101010101" charset="-122"/>
                <a:ea typeface="汉仪糯米团简" panose="00020600040101010101" charset="-122"/>
              </a:rPr>
              <a:t>点击输入文本标题</a:t>
            </a:r>
            <a:endParaRPr lang="zh-CN" altLang="en-US" sz="3200">
              <a:solidFill>
                <a:schemeClr val="bg1"/>
              </a:solidFill>
              <a:effectLst/>
              <a:latin typeface="汉仪糯米团简" panose="00020600040101010101" charset="-122"/>
              <a:ea typeface="汉仪糯米团简" panose="00020600040101010101" charset="-122"/>
            </a:endParaRPr>
          </a:p>
        </p:txBody>
      </p:sp>
      <p:sp>
        <p:nvSpPr>
          <p:cNvPr id="6" name="文本框 5"/>
          <p:cNvSpPr txBox="1"/>
          <p:nvPr/>
        </p:nvSpPr>
        <p:spPr>
          <a:xfrm>
            <a:off x="1731010" y="2333625"/>
            <a:ext cx="4525645" cy="514985"/>
          </a:xfrm>
          <a:prstGeom prst="rect">
            <a:avLst/>
          </a:prstGeom>
          <a:noFill/>
          <a:effectLst/>
        </p:spPr>
        <p:txBody>
          <a:bodyPr wrap="square" rtlCol="0">
            <a:noAutofit/>
          </a:bodyPr>
          <a:p>
            <a:pPr algn="l" fontAlgn="auto">
              <a:lnSpc>
                <a:spcPct val="100000"/>
              </a:lnSpc>
            </a:pPr>
            <a:r>
              <a:rPr lang="en-US" altLang="zh-CN" sz="1200" dirty="0">
                <a:solidFill>
                  <a:schemeClr val="bg1"/>
                </a:solidFill>
                <a:effectLst/>
                <a:latin typeface="汉仪糯米团简" panose="00020600040101010101" charset="-122"/>
                <a:ea typeface="汉仪糯米团简" panose="00020600040101010101" charset="-122"/>
                <a:cs typeface="华文仿宋" panose="02010600040101010101" charset="-122"/>
                <a:sym typeface="+mn-ea"/>
              </a:rPr>
              <a:t>Lorem ipsum dolor sit amet, consectetuer adipiscing elit. </a:t>
            </a:r>
            <a:endParaRPr lang="en-US" altLang="zh-CN" sz="1200" dirty="0">
              <a:solidFill>
                <a:schemeClr val="bg1"/>
              </a:solidFill>
              <a:effectLst/>
              <a:latin typeface="汉仪糯米团简" panose="00020600040101010101" charset="-122"/>
              <a:ea typeface="汉仪糯米团简" panose="00020600040101010101" charset="-122"/>
              <a:cs typeface="华文仿宋" panose="02010600040101010101" charset="-122"/>
              <a:sym typeface="+mn-ea"/>
            </a:endParaRPr>
          </a:p>
        </p:txBody>
      </p:sp>
      <p:sp>
        <p:nvSpPr>
          <p:cNvPr id="32" name="文本框 31"/>
          <p:cNvSpPr txBox="1"/>
          <p:nvPr/>
        </p:nvSpPr>
        <p:spPr>
          <a:xfrm>
            <a:off x="1731010" y="2894330"/>
            <a:ext cx="4293235" cy="583565"/>
          </a:xfrm>
          <a:prstGeom prst="rect">
            <a:avLst/>
          </a:prstGeom>
          <a:noFill/>
        </p:spPr>
        <p:txBody>
          <a:bodyPr wrap="square" rtlCol="0">
            <a:spAutoFit/>
          </a:bodyPr>
          <a:p>
            <a:pPr indent="0" algn="l">
              <a:buFont typeface="Arial" panose="020B0604020202020204" pitchFamily="34" charset="0"/>
              <a:buNone/>
            </a:pPr>
            <a:r>
              <a:rPr lang="zh-CN" altLang="en-US" sz="3200">
                <a:solidFill>
                  <a:schemeClr val="bg1"/>
                </a:solidFill>
                <a:effectLst/>
                <a:latin typeface="汉仪糯米团简" panose="00020600040101010101" charset="-122"/>
                <a:ea typeface="汉仪糯米团简" panose="00020600040101010101" charset="-122"/>
              </a:rPr>
              <a:t>点击输入文本标题</a:t>
            </a:r>
            <a:endParaRPr lang="zh-CN" altLang="en-US" sz="3200">
              <a:solidFill>
                <a:schemeClr val="bg1"/>
              </a:solidFill>
              <a:effectLst/>
              <a:latin typeface="汉仪糯米团简" panose="00020600040101010101" charset="-122"/>
              <a:ea typeface="汉仪糯米团简" panose="00020600040101010101" charset="-122"/>
            </a:endParaRPr>
          </a:p>
        </p:txBody>
      </p:sp>
      <p:sp>
        <p:nvSpPr>
          <p:cNvPr id="33" name="文本框 32"/>
          <p:cNvSpPr txBox="1"/>
          <p:nvPr/>
        </p:nvSpPr>
        <p:spPr>
          <a:xfrm>
            <a:off x="1731010" y="3437890"/>
            <a:ext cx="4525645" cy="514985"/>
          </a:xfrm>
          <a:prstGeom prst="rect">
            <a:avLst/>
          </a:prstGeom>
          <a:noFill/>
          <a:effectLst/>
        </p:spPr>
        <p:txBody>
          <a:bodyPr wrap="square" rtlCol="0">
            <a:noAutofit/>
          </a:bodyPr>
          <a:p>
            <a:pPr algn="l" fontAlgn="auto">
              <a:lnSpc>
                <a:spcPct val="100000"/>
              </a:lnSpc>
            </a:pPr>
            <a:r>
              <a:rPr lang="en-US" altLang="zh-CN" sz="1200" dirty="0">
                <a:solidFill>
                  <a:schemeClr val="bg1"/>
                </a:solidFill>
                <a:effectLst/>
                <a:latin typeface="汉仪糯米团简" panose="00020600040101010101" charset="-122"/>
                <a:ea typeface="汉仪糯米团简" panose="00020600040101010101" charset="-122"/>
                <a:cs typeface="华文仿宋" panose="02010600040101010101" charset="-122"/>
                <a:sym typeface="+mn-ea"/>
              </a:rPr>
              <a:t>Lorem ipsum dolor sit amet, consectetuer adipiscing elit.</a:t>
            </a:r>
            <a:endParaRPr lang="en-US" altLang="zh-CN" sz="1200" dirty="0">
              <a:solidFill>
                <a:schemeClr val="bg1"/>
              </a:solidFill>
              <a:effectLst/>
              <a:latin typeface="汉仪糯米团简" panose="00020600040101010101" charset="-122"/>
              <a:ea typeface="汉仪糯米团简" panose="00020600040101010101" charset="-122"/>
              <a:cs typeface="华文仿宋" panose="02010600040101010101" charset="-122"/>
              <a:sym typeface="+mn-ea"/>
            </a:endParaRPr>
          </a:p>
        </p:txBody>
      </p:sp>
      <p:sp>
        <p:nvSpPr>
          <p:cNvPr id="36" name="文本框 35"/>
          <p:cNvSpPr txBox="1"/>
          <p:nvPr/>
        </p:nvSpPr>
        <p:spPr>
          <a:xfrm>
            <a:off x="1731010" y="4064635"/>
            <a:ext cx="4293235" cy="583565"/>
          </a:xfrm>
          <a:prstGeom prst="rect">
            <a:avLst/>
          </a:prstGeom>
          <a:noFill/>
        </p:spPr>
        <p:txBody>
          <a:bodyPr wrap="square" rtlCol="0">
            <a:spAutoFit/>
          </a:bodyPr>
          <a:p>
            <a:pPr indent="0" algn="l">
              <a:buFont typeface="Arial" panose="020B0604020202020204" pitchFamily="34" charset="0"/>
              <a:buNone/>
            </a:pPr>
            <a:r>
              <a:rPr lang="zh-CN" altLang="en-US" sz="3200">
                <a:solidFill>
                  <a:schemeClr val="bg1"/>
                </a:solidFill>
                <a:effectLst/>
                <a:latin typeface="汉仪糯米团简" panose="00020600040101010101" charset="-122"/>
                <a:ea typeface="汉仪糯米团简" panose="00020600040101010101" charset="-122"/>
              </a:rPr>
              <a:t>点击输入文本标题</a:t>
            </a:r>
            <a:endParaRPr lang="zh-CN" altLang="en-US" sz="3200">
              <a:solidFill>
                <a:schemeClr val="bg1"/>
              </a:solidFill>
              <a:effectLst/>
              <a:latin typeface="汉仪糯米团简" panose="00020600040101010101" charset="-122"/>
              <a:ea typeface="汉仪糯米团简" panose="00020600040101010101" charset="-122"/>
            </a:endParaRPr>
          </a:p>
        </p:txBody>
      </p:sp>
      <p:sp>
        <p:nvSpPr>
          <p:cNvPr id="7" name="文本框 6"/>
          <p:cNvSpPr txBox="1"/>
          <p:nvPr/>
        </p:nvSpPr>
        <p:spPr>
          <a:xfrm>
            <a:off x="1731010" y="4623435"/>
            <a:ext cx="4525645" cy="514985"/>
          </a:xfrm>
          <a:prstGeom prst="rect">
            <a:avLst/>
          </a:prstGeom>
          <a:noFill/>
          <a:effectLst/>
        </p:spPr>
        <p:txBody>
          <a:bodyPr wrap="square" rtlCol="0">
            <a:noAutofit/>
          </a:bodyPr>
          <a:p>
            <a:pPr algn="l" fontAlgn="auto">
              <a:lnSpc>
                <a:spcPct val="100000"/>
              </a:lnSpc>
            </a:pPr>
            <a:r>
              <a:rPr lang="en-US" altLang="zh-CN" sz="1200" dirty="0">
                <a:solidFill>
                  <a:schemeClr val="bg1"/>
                </a:solidFill>
                <a:effectLst/>
                <a:latin typeface="汉仪糯米团简" panose="00020600040101010101" charset="-122"/>
                <a:ea typeface="汉仪糯米团简" panose="00020600040101010101" charset="-122"/>
                <a:cs typeface="华文仿宋" panose="02010600040101010101" charset="-122"/>
                <a:sym typeface="+mn-ea"/>
              </a:rPr>
              <a:t>Lorem ipsum dolor sit amet, consectetuer adipiscing elit.</a:t>
            </a:r>
            <a:endParaRPr lang="en-US" altLang="zh-CN" sz="1200" dirty="0">
              <a:solidFill>
                <a:schemeClr val="bg1"/>
              </a:solidFill>
              <a:effectLst/>
              <a:latin typeface="汉仪糯米团简" panose="00020600040101010101" charset="-122"/>
              <a:ea typeface="汉仪糯米团简" panose="00020600040101010101" charset="-122"/>
              <a:cs typeface="华文仿宋" panose="02010600040101010101" charset="-122"/>
              <a:sym typeface="+mn-ea"/>
            </a:endParaRPr>
          </a:p>
        </p:txBody>
      </p:sp>
      <p:sp>
        <p:nvSpPr>
          <p:cNvPr id="8" name="文本框 7"/>
          <p:cNvSpPr txBox="1"/>
          <p:nvPr/>
        </p:nvSpPr>
        <p:spPr>
          <a:xfrm>
            <a:off x="1731010" y="5284470"/>
            <a:ext cx="4293235" cy="583565"/>
          </a:xfrm>
          <a:prstGeom prst="rect">
            <a:avLst/>
          </a:prstGeom>
          <a:noFill/>
        </p:spPr>
        <p:txBody>
          <a:bodyPr wrap="square" rtlCol="0">
            <a:spAutoFit/>
          </a:bodyPr>
          <a:p>
            <a:pPr indent="0" algn="l">
              <a:buFont typeface="Arial" panose="020B0604020202020204" pitchFamily="34" charset="0"/>
              <a:buNone/>
            </a:pPr>
            <a:r>
              <a:rPr lang="zh-CN" altLang="en-US" sz="3200">
                <a:solidFill>
                  <a:schemeClr val="bg1"/>
                </a:solidFill>
                <a:effectLst/>
                <a:latin typeface="汉仪糯米团简" panose="00020600040101010101" charset="-122"/>
                <a:ea typeface="汉仪糯米团简" panose="00020600040101010101" charset="-122"/>
              </a:rPr>
              <a:t>点击输入文本标题</a:t>
            </a:r>
            <a:endParaRPr lang="zh-CN" altLang="en-US" sz="3200">
              <a:solidFill>
                <a:schemeClr val="bg1"/>
              </a:solidFill>
              <a:effectLst/>
              <a:latin typeface="汉仪糯米团简" panose="00020600040101010101" charset="-122"/>
              <a:ea typeface="汉仪糯米团简" panose="00020600040101010101" charset="-122"/>
            </a:endParaRPr>
          </a:p>
        </p:txBody>
      </p:sp>
      <p:sp>
        <p:nvSpPr>
          <p:cNvPr id="9" name="文本框 8"/>
          <p:cNvSpPr txBox="1"/>
          <p:nvPr/>
        </p:nvSpPr>
        <p:spPr>
          <a:xfrm>
            <a:off x="1731010" y="5952490"/>
            <a:ext cx="4525010" cy="514985"/>
          </a:xfrm>
          <a:prstGeom prst="rect">
            <a:avLst/>
          </a:prstGeom>
          <a:noFill/>
          <a:effectLst/>
        </p:spPr>
        <p:txBody>
          <a:bodyPr wrap="square" rtlCol="0">
            <a:noAutofit/>
          </a:bodyPr>
          <a:p>
            <a:pPr algn="l" fontAlgn="auto">
              <a:lnSpc>
                <a:spcPct val="100000"/>
              </a:lnSpc>
            </a:pPr>
            <a:r>
              <a:rPr lang="en-US" altLang="zh-CN" sz="1200" dirty="0">
                <a:solidFill>
                  <a:schemeClr val="bg1"/>
                </a:solidFill>
                <a:effectLst/>
                <a:latin typeface="汉仪糯米团简" panose="00020600040101010101" charset="-122"/>
                <a:ea typeface="汉仪糯米团简" panose="00020600040101010101" charset="-122"/>
                <a:cs typeface="华文仿宋" panose="02010600040101010101" charset="-122"/>
                <a:sym typeface="+mn-ea"/>
              </a:rPr>
              <a:t>Lorem ipsum dolor sit amet, consectetuer adipiscing elit.</a:t>
            </a:r>
            <a:endParaRPr lang="en-US" altLang="zh-CN" sz="1200" dirty="0">
              <a:solidFill>
                <a:schemeClr val="bg1"/>
              </a:solidFill>
              <a:effectLst/>
              <a:latin typeface="汉仪糯米团简" panose="00020600040101010101" charset="-122"/>
              <a:ea typeface="汉仪糯米团简" panose="00020600040101010101" charset="-122"/>
              <a:cs typeface="华文仿宋" panose="02010600040101010101" charset="-122"/>
              <a:sym typeface="+mn-ea"/>
            </a:endParaRPr>
          </a:p>
        </p:txBody>
      </p:sp>
      <p:sp>
        <p:nvSpPr>
          <p:cNvPr id="11" name="文本框 10"/>
          <p:cNvSpPr txBox="1"/>
          <p:nvPr/>
        </p:nvSpPr>
        <p:spPr>
          <a:xfrm>
            <a:off x="2303145" y="285750"/>
            <a:ext cx="1717040" cy="737235"/>
          </a:xfrm>
          <a:prstGeom prst="rect">
            <a:avLst/>
          </a:prstGeom>
          <a:noFill/>
        </p:spPr>
        <p:txBody>
          <a:bodyPr wrap="square" rtlCol="0">
            <a:spAutoFit/>
          </a:bodyPr>
          <a:p>
            <a:pPr algn="ctr">
              <a:lnSpc>
                <a:spcPct val="70000"/>
              </a:lnSpc>
            </a:pPr>
            <a:r>
              <a:rPr lang="zh-CN" altLang="en-US" sz="6000">
                <a:solidFill>
                  <a:schemeClr val="bg1"/>
                </a:solidFill>
                <a:latin typeface="汉仪糯米团简" panose="00020600040101010101" charset="-122"/>
                <a:ea typeface="汉仪糯米团简" panose="00020600040101010101" charset="-122"/>
              </a:rPr>
              <a:t>目录</a:t>
            </a:r>
            <a:endParaRPr lang="zh-CN" altLang="en-US" sz="6000">
              <a:solidFill>
                <a:schemeClr val="bg1"/>
              </a:solidFill>
              <a:latin typeface="汉仪糯米团简" panose="00020600040101010101" charset="-122"/>
              <a:ea typeface="汉仪糯米团简" panose="00020600040101010101" charset="-122"/>
            </a:endParaRPr>
          </a:p>
        </p:txBody>
      </p:sp>
      <p:sp>
        <p:nvSpPr>
          <p:cNvPr id="123" name="文本框 122"/>
          <p:cNvSpPr txBox="1"/>
          <p:nvPr/>
        </p:nvSpPr>
        <p:spPr>
          <a:xfrm>
            <a:off x="149225" y="1750060"/>
            <a:ext cx="1581785" cy="903605"/>
          </a:xfrm>
          <a:prstGeom prst="rect">
            <a:avLst/>
          </a:prstGeom>
          <a:noFill/>
          <a:extLst>
            <a:ext uri="{909E8E84-426E-40DD-AFC4-6F175D3DCCD1}">
              <a14:hiddenFill xmlns:a14="http://schemas.microsoft.com/office/drawing/2010/main">
                <a:solidFill>
                  <a:srgbClr val="583316"/>
                </a:solidFill>
              </a14:hiddenFill>
            </a:ext>
          </a:extLst>
        </p:spPr>
        <p:txBody>
          <a:bodyPr wrap="square" rtlCol="0">
            <a:spAutoFit/>
          </a:bodyPr>
          <a:p>
            <a:pPr algn="ctr">
              <a:lnSpc>
                <a:spcPct val="80000"/>
              </a:lnSpc>
            </a:pPr>
            <a:r>
              <a:rPr lang="en-US" altLang="zh-CN" sz="6600" b="1">
                <a:ln>
                  <a:noFill/>
                </a:ln>
                <a:solidFill>
                  <a:schemeClr val="bg1"/>
                </a:solidFill>
                <a:latin typeface="汉仪糯米团简" panose="00020600040101010101" charset="-122"/>
                <a:ea typeface="汉仪糯米团简" panose="00020600040101010101" charset="-122"/>
              </a:rPr>
              <a:t>01</a:t>
            </a:r>
            <a:endParaRPr lang="en-US" altLang="zh-CN" sz="6600" b="1">
              <a:ln>
                <a:noFill/>
              </a:ln>
              <a:solidFill>
                <a:schemeClr val="bg1"/>
              </a:solidFill>
              <a:latin typeface="汉仪糯米团简" panose="00020600040101010101" charset="-122"/>
              <a:ea typeface="汉仪糯米团简" panose="00020600040101010101" charset="-122"/>
            </a:endParaRPr>
          </a:p>
        </p:txBody>
      </p:sp>
      <p:sp>
        <p:nvSpPr>
          <p:cNvPr id="2" name="文本框 1"/>
          <p:cNvSpPr txBox="1"/>
          <p:nvPr/>
        </p:nvSpPr>
        <p:spPr>
          <a:xfrm>
            <a:off x="149225" y="2848610"/>
            <a:ext cx="1581785" cy="903605"/>
          </a:xfrm>
          <a:prstGeom prst="rect">
            <a:avLst/>
          </a:prstGeom>
          <a:noFill/>
          <a:extLst>
            <a:ext uri="{909E8E84-426E-40DD-AFC4-6F175D3DCCD1}">
              <a14:hiddenFill xmlns:a14="http://schemas.microsoft.com/office/drawing/2010/main">
                <a:solidFill>
                  <a:srgbClr val="583316"/>
                </a:solidFill>
              </a14:hiddenFill>
            </a:ext>
          </a:extLst>
        </p:spPr>
        <p:txBody>
          <a:bodyPr wrap="square" rtlCol="0">
            <a:spAutoFit/>
          </a:bodyPr>
          <a:p>
            <a:pPr algn="ctr">
              <a:lnSpc>
                <a:spcPct val="80000"/>
              </a:lnSpc>
            </a:pPr>
            <a:r>
              <a:rPr lang="en-US" altLang="zh-CN" sz="6600" b="1">
                <a:ln>
                  <a:noFill/>
                </a:ln>
                <a:solidFill>
                  <a:schemeClr val="bg1"/>
                </a:solidFill>
                <a:latin typeface="汉仪糯米团简" panose="00020600040101010101" charset="-122"/>
                <a:ea typeface="汉仪糯米团简" panose="00020600040101010101" charset="-122"/>
              </a:rPr>
              <a:t>02</a:t>
            </a:r>
            <a:endParaRPr lang="en-US" altLang="zh-CN" sz="6600" b="1">
              <a:ln>
                <a:noFill/>
              </a:ln>
              <a:solidFill>
                <a:schemeClr val="bg1"/>
              </a:solidFill>
              <a:latin typeface="汉仪糯米团简" panose="00020600040101010101" charset="-122"/>
              <a:ea typeface="汉仪糯米团简" panose="00020600040101010101" charset="-122"/>
            </a:endParaRPr>
          </a:p>
        </p:txBody>
      </p:sp>
      <p:sp>
        <p:nvSpPr>
          <p:cNvPr id="3" name="文本框 2"/>
          <p:cNvSpPr txBox="1"/>
          <p:nvPr/>
        </p:nvSpPr>
        <p:spPr>
          <a:xfrm>
            <a:off x="149225" y="4064635"/>
            <a:ext cx="1581785" cy="903605"/>
          </a:xfrm>
          <a:prstGeom prst="rect">
            <a:avLst/>
          </a:prstGeom>
          <a:noFill/>
          <a:extLst>
            <a:ext uri="{909E8E84-426E-40DD-AFC4-6F175D3DCCD1}">
              <a14:hiddenFill xmlns:a14="http://schemas.microsoft.com/office/drawing/2010/main">
                <a:solidFill>
                  <a:srgbClr val="583316"/>
                </a:solidFill>
              </a14:hiddenFill>
            </a:ext>
          </a:extLst>
        </p:spPr>
        <p:txBody>
          <a:bodyPr wrap="square" rtlCol="0">
            <a:spAutoFit/>
          </a:bodyPr>
          <a:p>
            <a:pPr algn="ctr">
              <a:lnSpc>
                <a:spcPct val="80000"/>
              </a:lnSpc>
            </a:pPr>
            <a:r>
              <a:rPr lang="en-US" altLang="zh-CN" sz="6600" b="1">
                <a:ln>
                  <a:noFill/>
                </a:ln>
                <a:solidFill>
                  <a:schemeClr val="bg1"/>
                </a:solidFill>
                <a:latin typeface="汉仪糯米团简" panose="00020600040101010101" charset="-122"/>
                <a:ea typeface="汉仪糯米团简" panose="00020600040101010101" charset="-122"/>
              </a:rPr>
              <a:t>03</a:t>
            </a:r>
            <a:endParaRPr lang="en-US" altLang="zh-CN" sz="6600" b="1">
              <a:ln>
                <a:noFill/>
              </a:ln>
              <a:solidFill>
                <a:schemeClr val="bg1"/>
              </a:solidFill>
              <a:latin typeface="汉仪糯米团简" panose="00020600040101010101" charset="-122"/>
              <a:ea typeface="汉仪糯米团简" panose="00020600040101010101" charset="-122"/>
            </a:endParaRPr>
          </a:p>
        </p:txBody>
      </p:sp>
      <p:sp>
        <p:nvSpPr>
          <p:cNvPr id="15" name="文本框 14"/>
          <p:cNvSpPr txBox="1"/>
          <p:nvPr/>
        </p:nvSpPr>
        <p:spPr>
          <a:xfrm>
            <a:off x="149225" y="5284470"/>
            <a:ext cx="1581785" cy="903605"/>
          </a:xfrm>
          <a:prstGeom prst="rect">
            <a:avLst/>
          </a:prstGeom>
          <a:noFill/>
          <a:extLst>
            <a:ext uri="{909E8E84-426E-40DD-AFC4-6F175D3DCCD1}">
              <a14:hiddenFill xmlns:a14="http://schemas.microsoft.com/office/drawing/2010/main">
                <a:solidFill>
                  <a:srgbClr val="583316"/>
                </a:solidFill>
              </a14:hiddenFill>
            </a:ext>
          </a:extLst>
        </p:spPr>
        <p:txBody>
          <a:bodyPr wrap="square" rtlCol="0">
            <a:spAutoFit/>
          </a:bodyPr>
          <a:p>
            <a:pPr algn="ctr">
              <a:lnSpc>
                <a:spcPct val="80000"/>
              </a:lnSpc>
            </a:pPr>
            <a:r>
              <a:rPr lang="en-US" altLang="zh-CN" sz="6600" b="1">
                <a:ln>
                  <a:noFill/>
                </a:ln>
                <a:solidFill>
                  <a:schemeClr val="bg1"/>
                </a:solidFill>
                <a:latin typeface="汉仪糯米团简" panose="00020600040101010101" charset="-122"/>
                <a:ea typeface="汉仪糯米团简" panose="00020600040101010101" charset="-122"/>
              </a:rPr>
              <a:t>04</a:t>
            </a:r>
            <a:endParaRPr lang="en-US" altLang="zh-CN" sz="6600" b="1">
              <a:ln>
                <a:noFill/>
              </a:ln>
              <a:solidFill>
                <a:schemeClr val="bg1"/>
              </a:solidFill>
              <a:latin typeface="汉仪糯米团简" panose="00020600040101010101" charset="-122"/>
              <a:ea typeface="汉仪糯米团简" panose="00020600040101010101" charset="-122"/>
            </a:endParaRPr>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123" name="文本框 122"/>
          <p:cNvSpPr txBox="1"/>
          <p:nvPr/>
        </p:nvSpPr>
        <p:spPr>
          <a:xfrm>
            <a:off x="7776210" y="1852295"/>
            <a:ext cx="1581785" cy="1198880"/>
          </a:xfrm>
          <a:prstGeom prst="rect">
            <a:avLst/>
          </a:prstGeom>
          <a:noFill/>
          <a:extLst>
            <a:ext uri="{909E8E84-426E-40DD-AFC4-6F175D3DCCD1}">
              <a14:hiddenFill xmlns:a14="http://schemas.microsoft.com/office/drawing/2010/main">
                <a:solidFill>
                  <a:srgbClr val="583316"/>
                </a:solidFill>
              </a14:hiddenFill>
            </a:ext>
          </a:extLst>
        </p:spPr>
        <p:txBody>
          <a:bodyPr wrap="square" rtlCol="0">
            <a:spAutoFit/>
          </a:bodyPr>
          <a:p>
            <a:pPr algn="ctr"/>
            <a:r>
              <a:rPr lang="en-US" altLang="zh-CN" sz="7200" b="1">
                <a:ln>
                  <a:noFill/>
                </a:ln>
                <a:solidFill>
                  <a:schemeClr val="bg1"/>
                </a:solidFill>
                <a:latin typeface="汉仪糯米团简" panose="00020600040101010101" charset="-122"/>
                <a:ea typeface="汉仪糯米团简" panose="00020600040101010101" charset="-122"/>
              </a:rPr>
              <a:t>01</a:t>
            </a:r>
            <a:endParaRPr lang="en-US" altLang="zh-CN" sz="7200" b="1">
              <a:ln>
                <a:noFill/>
              </a:ln>
              <a:solidFill>
                <a:schemeClr val="bg1"/>
              </a:solidFill>
              <a:latin typeface="汉仪糯米团简" panose="00020600040101010101" charset="-122"/>
              <a:ea typeface="汉仪糯米团简" panose="00020600040101010101" charset="-122"/>
            </a:endParaRPr>
          </a:p>
        </p:txBody>
      </p:sp>
      <p:sp>
        <p:nvSpPr>
          <p:cNvPr id="124" name="文本框 123"/>
          <p:cNvSpPr txBox="1"/>
          <p:nvPr/>
        </p:nvSpPr>
        <p:spPr>
          <a:xfrm>
            <a:off x="6449695" y="3051175"/>
            <a:ext cx="4234815" cy="829945"/>
          </a:xfrm>
          <a:prstGeom prst="rect">
            <a:avLst/>
          </a:prstGeom>
          <a:noFill/>
        </p:spPr>
        <p:txBody>
          <a:bodyPr wrap="square" rtlCol="0">
            <a:spAutoFit/>
          </a:bodyPr>
          <a:p>
            <a:pPr indent="0" algn="dist">
              <a:buNone/>
            </a:pPr>
            <a:r>
              <a:rPr lang="zh-CN" altLang="en-US" sz="4800">
                <a:solidFill>
                  <a:schemeClr val="bg1"/>
                </a:solidFill>
                <a:latin typeface="汉仪糯米团简" panose="00020600040101010101" charset="-122"/>
                <a:ea typeface="汉仪糯米团简" panose="00020600040101010101" charset="-122"/>
              </a:rPr>
              <a:t>输入文本标题</a:t>
            </a:r>
            <a:endParaRPr lang="zh-CN" altLang="en-US" sz="4800">
              <a:solidFill>
                <a:schemeClr val="bg1"/>
              </a:solidFill>
              <a:latin typeface="汉仪糯米团简" panose="00020600040101010101" charset="-122"/>
              <a:ea typeface="汉仪糯米团简" panose="00020600040101010101" charset="-122"/>
            </a:endParaRPr>
          </a:p>
        </p:txBody>
      </p:sp>
      <p:sp>
        <p:nvSpPr>
          <p:cNvPr id="125" name="文本框 124"/>
          <p:cNvSpPr txBox="1"/>
          <p:nvPr/>
        </p:nvSpPr>
        <p:spPr>
          <a:xfrm>
            <a:off x="6333490" y="3743325"/>
            <a:ext cx="4466590" cy="374015"/>
          </a:xfrm>
          <a:prstGeom prst="rect">
            <a:avLst/>
          </a:prstGeom>
          <a:noFill/>
          <a:effectLst/>
        </p:spPr>
        <p:txBody>
          <a:bodyPr wrap="square" rtlCol="0">
            <a:noAutofit/>
          </a:bodyPr>
          <a:p>
            <a:pPr algn="dist">
              <a:lnSpc>
                <a:spcPct val="150000"/>
              </a:lnSpc>
            </a:pPr>
            <a:r>
              <a:rPr lang="en-US" altLang="zh-CN" sz="1200" dirty="0">
                <a:solidFill>
                  <a:schemeClr val="bg1"/>
                </a:solidFill>
                <a:latin typeface="汉仪糯米团简" panose="00020600040101010101" charset="-122"/>
                <a:ea typeface="汉仪糯米团简" panose="00020600040101010101" charset="-122"/>
                <a:cs typeface="华文仿宋" panose="02010600040101010101" charset="-122"/>
              </a:rPr>
              <a:t>Lorem ipsum dolor sit amet, consectetuer adipiscing elit</a:t>
            </a:r>
            <a:endParaRPr lang="en-US" altLang="zh-CN" sz="1200" dirty="0">
              <a:solidFill>
                <a:schemeClr val="bg1"/>
              </a:solidFill>
              <a:latin typeface="汉仪糯米团简" panose="00020600040101010101" charset="-122"/>
              <a:ea typeface="汉仪糯米团简" panose="00020600040101010101" charset="-122"/>
              <a:cs typeface="华文仿宋" panose="02010600040101010101" charset="-122"/>
            </a:endParaRPr>
          </a:p>
          <a:p>
            <a:pPr algn="l">
              <a:lnSpc>
                <a:spcPct val="150000"/>
              </a:lnSpc>
            </a:pPr>
            <a:endParaRPr lang="en-US" altLang="zh-CN" sz="1200" dirty="0">
              <a:solidFill>
                <a:schemeClr val="bg1"/>
              </a:solidFill>
              <a:latin typeface="汉仪糯米团简" panose="00020600040101010101" charset="-122"/>
              <a:ea typeface="汉仪糯米团简" panose="00020600040101010101" charset="-122"/>
              <a:cs typeface="华文仿宋" panose="02010600040101010101" charset="-122"/>
            </a:endParaRPr>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3" name="文本框 42"/>
          <p:cNvSpPr txBox="1"/>
          <p:nvPr/>
        </p:nvSpPr>
        <p:spPr>
          <a:xfrm>
            <a:off x="7742555" y="3736340"/>
            <a:ext cx="2882265" cy="521970"/>
          </a:xfrm>
          <a:prstGeom prst="rect">
            <a:avLst/>
          </a:prstGeom>
          <a:noFill/>
        </p:spPr>
        <p:txBody>
          <a:bodyPr wrap="square" rtlCol="0">
            <a:spAutoFit/>
          </a:bodyPr>
          <a:p>
            <a:pPr>
              <a:buFont typeface="+mj-lt"/>
            </a:pPr>
            <a:r>
              <a:rPr lang="zh-CN" altLang="en-US" sz="2800" dirty="0">
                <a:solidFill>
                  <a:schemeClr val="bg1"/>
                </a:solidFill>
                <a:latin typeface="汉仪糯米团简" panose="00020600040101010101" charset="-122"/>
                <a:ea typeface="汉仪糯米团简" panose="00020600040101010101" charset="-122"/>
                <a:sym typeface="+mn-ea"/>
              </a:rPr>
              <a:t>请输入您的标题</a:t>
            </a:r>
            <a:endParaRPr lang="zh-CN" altLang="en-US" sz="2800" dirty="0">
              <a:solidFill>
                <a:schemeClr val="bg1"/>
              </a:solidFill>
              <a:latin typeface="汉仪糯米团简" panose="00020600040101010101" charset="-122"/>
              <a:ea typeface="汉仪糯米团简" panose="00020600040101010101" charset="-122"/>
              <a:sym typeface="+mn-ea"/>
            </a:endParaRPr>
          </a:p>
        </p:txBody>
      </p:sp>
      <p:sp>
        <p:nvSpPr>
          <p:cNvPr id="44" name="文本框 43"/>
          <p:cNvSpPr txBox="1"/>
          <p:nvPr/>
        </p:nvSpPr>
        <p:spPr>
          <a:xfrm>
            <a:off x="7742555" y="4258310"/>
            <a:ext cx="3674110" cy="650240"/>
          </a:xfrm>
          <a:prstGeom prst="rect">
            <a:avLst/>
          </a:prstGeom>
          <a:noFill/>
        </p:spPr>
        <p:txBody>
          <a:bodyPr wrap="square" rtlCol="0">
            <a:spAutoFit/>
          </a:bodyPr>
          <a:p>
            <a:pPr lvl="0" indent="0" fontAlgn="base">
              <a:lnSpc>
                <a:spcPct val="130000"/>
              </a:lnSpc>
              <a:buFont typeface="Wingdings" panose="05000000000000000000" pitchFamily="2" charset="2"/>
              <a:buNone/>
            </a:pPr>
            <a:r>
              <a:rPr lang="en-US" altLang="zh-CN" sz="1400"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400" dirty="0">
              <a:solidFill>
                <a:schemeClr val="bg1"/>
              </a:solidFill>
              <a:latin typeface="汉仪糯米团简" panose="00020600040101010101" charset="-122"/>
              <a:ea typeface="汉仪糯米团简" panose="00020600040101010101" charset="-122"/>
              <a:sym typeface="+mn-ea"/>
            </a:endParaRPr>
          </a:p>
        </p:txBody>
      </p:sp>
      <p:grpSp>
        <p:nvGrpSpPr>
          <p:cNvPr id="45" name="组合 44"/>
          <p:cNvGrpSpPr/>
          <p:nvPr/>
        </p:nvGrpSpPr>
        <p:grpSpPr>
          <a:xfrm rot="0">
            <a:off x="6809740" y="3736340"/>
            <a:ext cx="739140" cy="739140"/>
            <a:chOff x="1609" y="2744"/>
            <a:chExt cx="1164" cy="1164"/>
          </a:xfrm>
        </p:grpSpPr>
        <p:sp>
          <p:nvSpPr>
            <p:cNvPr id="46" name="矩形 45"/>
            <p:cNvSpPr/>
            <p:nvPr/>
          </p:nvSpPr>
          <p:spPr>
            <a:xfrm>
              <a:off x="1609" y="2744"/>
              <a:ext cx="964" cy="964"/>
            </a:xfrm>
            <a:prstGeom prst="rect">
              <a:avLst/>
            </a:prstGeom>
            <a:solidFill>
              <a:srgbClr val="BC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7" name="矩形 46"/>
            <p:cNvSpPr/>
            <p:nvPr/>
          </p:nvSpPr>
          <p:spPr>
            <a:xfrm>
              <a:off x="1809" y="2944"/>
              <a:ext cx="964" cy="9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48" name="文本框 47"/>
            <p:cNvSpPr txBox="1"/>
            <p:nvPr/>
          </p:nvSpPr>
          <p:spPr>
            <a:xfrm>
              <a:off x="1809" y="2997"/>
              <a:ext cx="946" cy="846"/>
            </a:xfrm>
            <a:prstGeom prst="rect">
              <a:avLst/>
            </a:prstGeom>
            <a:noFill/>
          </p:spPr>
          <p:txBody>
            <a:bodyPr wrap="square" rtlCol="0">
              <a:spAutoFit/>
            </a:bodyPr>
            <a:p>
              <a:r>
                <a:rPr lang="en-US" altLang="zh-CN" sz="2900">
                  <a:latin typeface="汉仪糯米团简" panose="00020600040101010101" charset="-122"/>
                  <a:ea typeface="汉仪糯米团简" panose="00020600040101010101" charset="-122"/>
                </a:rPr>
                <a:t>04</a:t>
              </a:r>
              <a:endParaRPr lang="en-US" altLang="zh-CN" sz="2900">
                <a:latin typeface="汉仪糯米团简" panose="00020600040101010101" charset="-122"/>
                <a:ea typeface="汉仪糯米团简" panose="00020600040101010101" charset="-122"/>
              </a:endParaRPr>
            </a:p>
          </p:txBody>
        </p:sp>
      </p:grpSp>
      <p:sp>
        <p:nvSpPr>
          <p:cNvPr id="30" name="文本框 29"/>
          <p:cNvSpPr txBox="1"/>
          <p:nvPr/>
        </p:nvSpPr>
        <p:spPr>
          <a:xfrm>
            <a:off x="7080250" y="1959610"/>
            <a:ext cx="2882265" cy="521970"/>
          </a:xfrm>
          <a:prstGeom prst="rect">
            <a:avLst/>
          </a:prstGeom>
          <a:noFill/>
        </p:spPr>
        <p:txBody>
          <a:bodyPr wrap="square" rtlCol="0">
            <a:spAutoFit/>
          </a:bodyPr>
          <a:p>
            <a:pPr>
              <a:buFont typeface="+mj-lt"/>
            </a:pPr>
            <a:r>
              <a:rPr lang="zh-CN" altLang="en-US" sz="2800" dirty="0">
                <a:solidFill>
                  <a:schemeClr val="bg1"/>
                </a:solidFill>
                <a:latin typeface="汉仪糯米团简" panose="00020600040101010101" charset="-122"/>
                <a:ea typeface="汉仪糯米团简" panose="00020600040101010101" charset="-122"/>
                <a:sym typeface="+mn-ea"/>
              </a:rPr>
              <a:t>请输入您的标题</a:t>
            </a:r>
            <a:endParaRPr lang="zh-CN" altLang="en-US" sz="2800" dirty="0">
              <a:solidFill>
                <a:schemeClr val="bg1"/>
              </a:solidFill>
              <a:latin typeface="汉仪糯米团简" panose="00020600040101010101" charset="-122"/>
              <a:ea typeface="汉仪糯米团简" panose="00020600040101010101" charset="-122"/>
              <a:sym typeface="+mn-ea"/>
            </a:endParaRPr>
          </a:p>
        </p:txBody>
      </p:sp>
      <p:sp>
        <p:nvSpPr>
          <p:cNvPr id="31" name="文本框 30"/>
          <p:cNvSpPr txBox="1"/>
          <p:nvPr/>
        </p:nvSpPr>
        <p:spPr>
          <a:xfrm>
            <a:off x="7080250" y="2481580"/>
            <a:ext cx="3674110" cy="650240"/>
          </a:xfrm>
          <a:prstGeom prst="rect">
            <a:avLst/>
          </a:prstGeom>
          <a:noFill/>
        </p:spPr>
        <p:txBody>
          <a:bodyPr wrap="square" rtlCol="0">
            <a:spAutoFit/>
          </a:bodyPr>
          <a:p>
            <a:pPr lvl="0" indent="0" fontAlgn="base">
              <a:lnSpc>
                <a:spcPct val="130000"/>
              </a:lnSpc>
              <a:buFont typeface="Wingdings" panose="05000000000000000000" pitchFamily="2" charset="2"/>
              <a:buNone/>
            </a:pPr>
            <a:r>
              <a:rPr lang="en-US" altLang="zh-CN" sz="1400"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400" dirty="0">
              <a:solidFill>
                <a:schemeClr val="bg1"/>
              </a:solidFill>
              <a:latin typeface="汉仪糯米团简" panose="00020600040101010101" charset="-122"/>
              <a:ea typeface="汉仪糯米团简" panose="00020600040101010101" charset="-122"/>
              <a:sym typeface="+mn-ea"/>
            </a:endParaRPr>
          </a:p>
        </p:txBody>
      </p:sp>
      <p:grpSp>
        <p:nvGrpSpPr>
          <p:cNvPr id="34" name="组合 33"/>
          <p:cNvGrpSpPr/>
          <p:nvPr/>
        </p:nvGrpSpPr>
        <p:grpSpPr>
          <a:xfrm rot="0">
            <a:off x="6147435" y="1959610"/>
            <a:ext cx="739140" cy="739140"/>
            <a:chOff x="1609" y="2744"/>
            <a:chExt cx="1164" cy="1164"/>
          </a:xfrm>
        </p:grpSpPr>
        <p:sp>
          <p:nvSpPr>
            <p:cNvPr id="35" name="矩形 34"/>
            <p:cNvSpPr/>
            <p:nvPr/>
          </p:nvSpPr>
          <p:spPr>
            <a:xfrm>
              <a:off x="1609" y="2744"/>
              <a:ext cx="964" cy="964"/>
            </a:xfrm>
            <a:prstGeom prst="rect">
              <a:avLst/>
            </a:prstGeom>
            <a:solidFill>
              <a:srgbClr val="BC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矩形 37"/>
            <p:cNvSpPr/>
            <p:nvPr/>
          </p:nvSpPr>
          <p:spPr>
            <a:xfrm>
              <a:off x="1809" y="2944"/>
              <a:ext cx="964" cy="9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39" name="文本框 38"/>
            <p:cNvSpPr txBox="1"/>
            <p:nvPr/>
          </p:nvSpPr>
          <p:spPr>
            <a:xfrm>
              <a:off x="1809" y="2997"/>
              <a:ext cx="946" cy="846"/>
            </a:xfrm>
            <a:prstGeom prst="rect">
              <a:avLst/>
            </a:prstGeom>
            <a:noFill/>
          </p:spPr>
          <p:txBody>
            <a:bodyPr wrap="square" rtlCol="0">
              <a:spAutoFit/>
            </a:bodyPr>
            <a:p>
              <a:r>
                <a:rPr lang="en-US" altLang="zh-CN" sz="2900">
                  <a:latin typeface="汉仪糯米团简" panose="00020600040101010101" charset="-122"/>
                  <a:ea typeface="汉仪糯米团简" panose="00020600040101010101" charset="-122"/>
                </a:rPr>
                <a:t>02</a:t>
              </a:r>
              <a:endParaRPr lang="en-US" altLang="zh-CN" sz="2900">
                <a:latin typeface="汉仪糯米团简" panose="00020600040101010101" charset="-122"/>
                <a:ea typeface="汉仪糯米团简" panose="00020600040101010101" charset="-122"/>
              </a:endParaRPr>
            </a:p>
          </p:txBody>
        </p:sp>
      </p:grpSp>
      <p:sp>
        <p:nvSpPr>
          <p:cNvPr id="16" name="文本框 15"/>
          <p:cNvSpPr txBox="1"/>
          <p:nvPr/>
        </p:nvSpPr>
        <p:spPr>
          <a:xfrm>
            <a:off x="2495550" y="3737610"/>
            <a:ext cx="2882265" cy="521970"/>
          </a:xfrm>
          <a:prstGeom prst="rect">
            <a:avLst/>
          </a:prstGeom>
          <a:noFill/>
        </p:spPr>
        <p:txBody>
          <a:bodyPr wrap="square" rtlCol="0">
            <a:spAutoFit/>
          </a:bodyPr>
          <a:p>
            <a:pPr>
              <a:buFont typeface="+mj-lt"/>
            </a:pPr>
            <a:r>
              <a:rPr lang="zh-CN" altLang="en-US" sz="2800" dirty="0">
                <a:solidFill>
                  <a:schemeClr val="bg1"/>
                </a:solidFill>
                <a:latin typeface="汉仪糯米团简" panose="00020600040101010101" charset="-122"/>
                <a:ea typeface="汉仪糯米团简" panose="00020600040101010101" charset="-122"/>
                <a:sym typeface="+mn-ea"/>
              </a:rPr>
              <a:t>请输入您的标题</a:t>
            </a:r>
            <a:endParaRPr lang="zh-CN" altLang="en-US" sz="2800" dirty="0">
              <a:solidFill>
                <a:schemeClr val="bg1"/>
              </a:solidFill>
              <a:latin typeface="汉仪糯米团简" panose="00020600040101010101" charset="-122"/>
              <a:ea typeface="汉仪糯米团简" panose="00020600040101010101" charset="-122"/>
              <a:sym typeface="+mn-ea"/>
            </a:endParaRPr>
          </a:p>
        </p:txBody>
      </p:sp>
      <p:sp>
        <p:nvSpPr>
          <p:cNvPr id="17" name="文本框 16"/>
          <p:cNvSpPr txBox="1"/>
          <p:nvPr/>
        </p:nvSpPr>
        <p:spPr>
          <a:xfrm>
            <a:off x="2495550" y="4259580"/>
            <a:ext cx="3674110" cy="650240"/>
          </a:xfrm>
          <a:prstGeom prst="rect">
            <a:avLst/>
          </a:prstGeom>
          <a:noFill/>
        </p:spPr>
        <p:txBody>
          <a:bodyPr wrap="square" rtlCol="0">
            <a:spAutoFit/>
          </a:bodyPr>
          <a:p>
            <a:pPr lvl="0" indent="0" fontAlgn="base">
              <a:lnSpc>
                <a:spcPct val="130000"/>
              </a:lnSpc>
              <a:buFont typeface="Wingdings" panose="05000000000000000000" pitchFamily="2" charset="2"/>
              <a:buNone/>
            </a:pPr>
            <a:r>
              <a:rPr lang="en-US" altLang="zh-CN" sz="1400"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400" dirty="0">
              <a:solidFill>
                <a:schemeClr val="bg1"/>
              </a:solidFill>
              <a:latin typeface="汉仪糯米团简" panose="00020600040101010101" charset="-122"/>
              <a:ea typeface="汉仪糯米团简" panose="00020600040101010101" charset="-122"/>
              <a:sym typeface="+mn-ea"/>
            </a:endParaRPr>
          </a:p>
        </p:txBody>
      </p:sp>
      <p:grpSp>
        <p:nvGrpSpPr>
          <p:cNvPr id="11" name="组合 10"/>
          <p:cNvGrpSpPr/>
          <p:nvPr/>
        </p:nvGrpSpPr>
        <p:grpSpPr>
          <a:xfrm rot="0">
            <a:off x="1562735" y="3737610"/>
            <a:ext cx="739140" cy="739140"/>
            <a:chOff x="1609" y="2744"/>
            <a:chExt cx="1164" cy="1164"/>
          </a:xfrm>
        </p:grpSpPr>
        <p:sp>
          <p:nvSpPr>
            <p:cNvPr id="3" name="矩形 2"/>
            <p:cNvSpPr/>
            <p:nvPr/>
          </p:nvSpPr>
          <p:spPr>
            <a:xfrm>
              <a:off x="1609" y="2744"/>
              <a:ext cx="964" cy="964"/>
            </a:xfrm>
            <a:prstGeom prst="rect">
              <a:avLst/>
            </a:prstGeom>
            <a:solidFill>
              <a:srgbClr val="BC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nvSpPr>
          <p:spPr>
            <a:xfrm>
              <a:off x="1809" y="2944"/>
              <a:ext cx="964" cy="9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10" name="文本框 9"/>
            <p:cNvSpPr txBox="1"/>
            <p:nvPr/>
          </p:nvSpPr>
          <p:spPr>
            <a:xfrm>
              <a:off x="1809" y="2997"/>
              <a:ext cx="946" cy="846"/>
            </a:xfrm>
            <a:prstGeom prst="rect">
              <a:avLst/>
            </a:prstGeom>
            <a:noFill/>
          </p:spPr>
          <p:txBody>
            <a:bodyPr wrap="square" rtlCol="0">
              <a:spAutoFit/>
            </a:bodyPr>
            <a:p>
              <a:r>
                <a:rPr lang="en-US" altLang="zh-CN" sz="2900">
                  <a:latin typeface="汉仪糯米团简" panose="00020600040101010101" charset="-122"/>
                  <a:ea typeface="汉仪糯米团简" panose="00020600040101010101" charset="-122"/>
                </a:rPr>
                <a:t>03</a:t>
              </a:r>
              <a:endParaRPr lang="en-US" altLang="zh-CN" sz="2900">
                <a:latin typeface="汉仪糯米团简" panose="00020600040101010101" charset="-122"/>
                <a:ea typeface="汉仪糯米团简" panose="00020600040101010101" charset="-122"/>
              </a:endParaRPr>
            </a:p>
          </p:txBody>
        </p:sp>
      </p:grpSp>
      <p:sp>
        <p:nvSpPr>
          <p:cNvPr id="23" name="文本框 22"/>
          <p:cNvSpPr txBox="1"/>
          <p:nvPr/>
        </p:nvSpPr>
        <p:spPr>
          <a:xfrm>
            <a:off x="1967865" y="1959610"/>
            <a:ext cx="2882265" cy="521970"/>
          </a:xfrm>
          <a:prstGeom prst="rect">
            <a:avLst/>
          </a:prstGeom>
          <a:noFill/>
        </p:spPr>
        <p:txBody>
          <a:bodyPr wrap="square" rtlCol="0">
            <a:spAutoFit/>
          </a:bodyPr>
          <a:p>
            <a:pPr>
              <a:buFont typeface="+mj-lt"/>
            </a:pPr>
            <a:r>
              <a:rPr lang="zh-CN" altLang="en-US" sz="2800" dirty="0">
                <a:solidFill>
                  <a:schemeClr val="bg1"/>
                </a:solidFill>
                <a:latin typeface="汉仪糯米团简" panose="00020600040101010101" charset="-122"/>
                <a:ea typeface="汉仪糯米团简" panose="00020600040101010101" charset="-122"/>
                <a:sym typeface="+mn-ea"/>
              </a:rPr>
              <a:t>请输入您的标题</a:t>
            </a:r>
            <a:endParaRPr lang="zh-CN" altLang="en-US" sz="2800" dirty="0">
              <a:solidFill>
                <a:schemeClr val="bg1"/>
              </a:solidFill>
              <a:latin typeface="汉仪糯米团简" panose="00020600040101010101" charset="-122"/>
              <a:ea typeface="汉仪糯米团简" panose="00020600040101010101" charset="-122"/>
              <a:sym typeface="+mn-ea"/>
            </a:endParaRPr>
          </a:p>
        </p:txBody>
      </p:sp>
      <p:sp>
        <p:nvSpPr>
          <p:cNvPr id="24" name="文本框 23"/>
          <p:cNvSpPr txBox="1"/>
          <p:nvPr/>
        </p:nvSpPr>
        <p:spPr>
          <a:xfrm>
            <a:off x="1967865" y="2481580"/>
            <a:ext cx="3674110" cy="650240"/>
          </a:xfrm>
          <a:prstGeom prst="rect">
            <a:avLst/>
          </a:prstGeom>
          <a:noFill/>
        </p:spPr>
        <p:txBody>
          <a:bodyPr wrap="square" rtlCol="0">
            <a:spAutoFit/>
          </a:bodyPr>
          <a:p>
            <a:pPr lvl="0" indent="0" fontAlgn="base">
              <a:lnSpc>
                <a:spcPct val="130000"/>
              </a:lnSpc>
              <a:buFont typeface="Wingdings" panose="05000000000000000000" pitchFamily="2" charset="2"/>
              <a:buNone/>
            </a:pPr>
            <a:r>
              <a:rPr lang="en-US" altLang="zh-CN" sz="1400"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400" dirty="0">
              <a:solidFill>
                <a:schemeClr val="bg1"/>
              </a:solidFill>
              <a:latin typeface="汉仪糯米团简" panose="00020600040101010101" charset="-122"/>
              <a:ea typeface="汉仪糯米团简" panose="00020600040101010101" charset="-122"/>
              <a:sym typeface="+mn-ea"/>
            </a:endParaRPr>
          </a:p>
        </p:txBody>
      </p:sp>
      <p:grpSp>
        <p:nvGrpSpPr>
          <p:cNvPr id="25" name="组合 24"/>
          <p:cNvGrpSpPr/>
          <p:nvPr/>
        </p:nvGrpSpPr>
        <p:grpSpPr>
          <a:xfrm rot="0">
            <a:off x="1035050" y="1959610"/>
            <a:ext cx="739140" cy="739140"/>
            <a:chOff x="1609" y="2744"/>
            <a:chExt cx="1164" cy="1164"/>
          </a:xfrm>
        </p:grpSpPr>
        <p:sp>
          <p:nvSpPr>
            <p:cNvPr id="26" name="矩形 25"/>
            <p:cNvSpPr/>
            <p:nvPr/>
          </p:nvSpPr>
          <p:spPr>
            <a:xfrm>
              <a:off x="1609" y="2744"/>
              <a:ext cx="964" cy="964"/>
            </a:xfrm>
            <a:prstGeom prst="rect">
              <a:avLst/>
            </a:prstGeom>
            <a:solidFill>
              <a:srgbClr val="BC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矩形 26"/>
            <p:cNvSpPr/>
            <p:nvPr/>
          </p:nvSpPr>
          <p:spPr>
            <a:xfrm>
              <a:off x="1809" y="2944"/>
              <a:ext cx="964" cy="9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28" name="文本框 27"/>
            <p:cNvSpPr txBox="1"/>
            <p:nvPr/>
          </p:nvSpPr>
          <p:spPr>
            <a:xfrm>
              <a:off x="1809" y="2997"/>
              <a:ext cx="946" cy="846"/>
            </a:xfrm>
            <a:prstGeom prst="rect">
              <a:avLst/>
            </a:prstGeom>
            <a:noFill/>
          </p:spPr>
          <p:txBody>
            <a:bodyPr wrap="square" rtlCol="0">
              <a:spAutoFit/>
            </a:bodyPr>
            <a:p>
              <a:r>
                <a:rPr lang="en-US" altLang="zh-CN" sz="2900">
                  <a:latin typeface="汉仪糯米团简" panose="00020600040101010101" charset="-122"/>
                  <a:ea typeface="汉仪糯米团简" panose="00020600040101010101" charset="-122"/>
                </a:rPr>
                <a:t>01</a:t>
              </a:r>
              <a:endParaRPr lang="en-US" altLang="zh-CN" sz="2900">
                <a:latin typeface="汉仪糯米团简" panose="00020600040101010101" charset="-122"/>
                <a:ea typeface="汉仪糯米团简" panose="00020600040101010101" charset="-122"/>
              </a:endParaRPr>
            </a:p>
          </p:txBody>
        </p:sp>
      </p:gr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36" name="任意多边形 35"/>
          <p:cNvSpPr/>
          <p:nvPr>
            <p:custDataLst>
              <p:tags r:id="rId2"/>
            </p:custDataLst>
          </p:nvPr>
        </p:nvSpPr>
        <p:spPr>
          <a:xfrm rot="5400000" flipH="1" flipV="1">
            <a:off x="4727607" y="1243086"/>
            <a:ext cx="1205428" cy="3083413"/>
          </a:xfrm>
          <a:custGeom>
            <a:avLst/>
            <a:gdLst>
              <a:gd name="connsiteX0" fmla="*/ 209550 w 1109662"/>
              <a:gd name="connsiteY0" fmla="*/ 2581278 h 2838451"/>
              <a:gd name="connsiteX1" fmla="*/ 885824 w 1109662"/>
              <a:gd name="connsiteY1" fmla="*/ 2581278 h 2838451"/>
              <a:gd name="connsiteX2" fmla="*/ 885824 w 1109662"/>
              <a:gd name="connsiteY2" fmla="*/ 2838451 h 2838451"/>
              <a:gd name="connsiteX3" fmla="*/ 0 w 1109662"/>
              <a:gd name="connsiteY3" fmla="*/ 628650 h 2838451"/>
              <a:gd name="connsiteX4" fmla="*/ 554831 w 1109662"/>
              <a:gd name="connsiteY4" fmla="*/ 0 h 2838451"/>
              <a:gd name="connsiteX5" fmla="*/ 1109662 w 1109662"/>
              <a:gd name="connsiteY5" fmla="*/ 628650 h 2838451"/>
              <a:gd name="connsiteX6" fmla="*/ 885825 w 1109662"/>
              <a:gd name="connsiteY6" fmla="*/ 628650 h 2838451"/>
              <a:gd name="connsiteX7" fmla="*/ 885825 w 1109662"/>
              <a:gd name="connsiteY7" fmla="*/ 2581275 h 2838451"/>
              <a:gd name="connsiteX8" fmla="*/ 209550 w 1109662"/>
              <a:gd name="connsiteY8" fmla="*/ 2581275 h 2838451"/>
              <a:gd name="connsiteX9" fmla="*/ 209550 w 1109662"/>
              <a:gd name="connsiteY9" fmla="*/ 628650 h 283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9662" h="2838451">
                <a:moveTo>
                  <a:pt x="209550" y="2581278"/>
                </a:moveTo>
                <a:lnTo>
                  <a:pt x="885824" y="2581278"/>
                </a:lnTo>
                <a:lnTo>
                  <a:pt x="885824" y="2838451"/>
                </a:lnTo>
                <a:close/>
                <a:moveTo>
                  <a:pt x="0" y="628650"/>
                </a:moveTo>
                <a:lnTo>
                  <a:pt x="554831" y="0"/>
                </a:lnTo>
                <a:lnTo>
                  <a:pt x="1109662" y="628650"/>
                </a:lnTo>
                <a:lnTo>
                  <a:pt x="885825" y="628650"/>
                </a:lnTo>
                <a:lnTo>
                  <a:pt x="885825" y="2581275"/>
                </a:lnTo>
                <a:lnTo>
                  <a:pt x="209550" y="2581275"/>
                </a:lnTo>
                <a:lnTo>
                  <a:pt x="209550" y="628650"/>
                </a:lnTo>
                <a:close/>
              </a:path>
            </a:pathLst>
          </a:custGeom>
          <a:solidFill>
            <a:srgbClr val="76D8F8"/>
          </a:solidFill>
          <a:ln>
            <a:noFill/>
          </a:ln>
        </p:spPr>
        <p:style>
          <a:lnRef idx="2">
            <a:srgbClr val="8590CA">
              <a:shade val="50000"/>
            </a:srgbClr>
          </a:lnRef>
          <a:fillRef idx="1">
            <a:srgbClr val="8590CA"/>
          </a:fillRef>
          <a:effectRef idx="0">
            <a:srgbClr val="8590CA"/>
          </a:effectRef>
          <a:fontRef idx="minor">
            <a:sysClr val="window" lastClr="FFFFFF"/>
          </a:fontRef>
        </p:style>
        <p:txBody>
          <a:bodyPr wrap="square" rtlCol="0" anchor="ctr">
            <a:noAutofit/>
          </a:bodyPr>
          <a:lstStyle/>
          <a:p>
            <a:pPr algn="ctr">
              <a:lnSpc>
                <a:spcPct val="120000"/>
              </a:lnSpc>
            </a:pPr>
            <a:endParaRPr lang="zh-CN" altLang="en-US">
              <a:latin typeface="汉仪糯米团简" panose="00020600040101010101" charset="-122"/>
              <a:ea typeface="汉仪糯米团简" panose="00020600040101010101" charset="-122"/>
              <a:sym typeface="Arial" panose="020B0604020202020204" pitchFamily="34" charset="0"/>
            </a:endParaRPr>
          </a:p>
        </p:txBody>
      </p:sp>
      <p:sp>
        <p:nvSpPr>
          <p:cNvPr id="40" name="任意多边形 39"/>
          <p:cNvSpPr/>
          <p:nvPr>
            <p:custDataLst>
              <p:tags r:id="rId3"/>
            </p:custDataLst>
          </p:nvPr>
        </p:nvSpPr>
        <p:spPr>
          <a:xfrm rot="5400000">
            <a:off x="6258967" y="526857"/>
            <a:ext cx="1205428" cy="3083413"/>
          </a:xfrm>
          <a:custGeom>
            <a:avLst/>
            <a:gdLst>
              <a:gd name="connsiteX0" fmla="*/ 209550 w 1109662"/>
              <a:gd name="connsiteY0" fmla="*/ 2581278 h 2838451"/>
              <a:gd name="connsiteX1" fmla="*/ 885824 w 1109662"/>
              <a:gd name="connsiteY1" fmla="*/ 2581278 h 2838451"/>
              <a:gd name="connsiteX2" fmla="*/ 885824 w 1109662"/>
              <a:gd name="connsiteY2" fmla="*/ 2838451 h 2838451"/>
              <a:gd name="connsiteX3" fmla="*/ 0 w 1109662"/>
              <a:gd name="connsiteY3" fmla="*/ 628650 h 2838451"/>
              <a:gd name="connsiteX4" fmla="*/ 554831 w 1109662"/>
              <a:gd name="connsiteY4" fmla="*/ 0 h 2838451"/>
              <a:gd name="connsiteX5" fmla="*/ 1109662 w 1109662"/>
              <a:gd name="connsiteY5" fmla="*/ 628650 h 2838451"/>
              <a:gd name="connsiteX6" fmla="*/ 885825 w 1109662"/>
              <a:gd name="connsiteY6" fmla="*/ 628650 h 2838451"/>
              <a:gd name="connsiteX7" fmla="*/ 885825 w 1109662"/>
              <a:gd name="connsiteY7" fmla="*/ 2581275 h 2838451"/>
              <a:gd name="connsiteX8" fmla="*/ 209550 w 1109662"/>
              <a:gd name="connsiteY8" fmla="*/ 2581275 h 2838451"/>
              <a:gd name="connsiteX9" fmla="*/ 209550 w 1109662"/>
              <a:gd name="connsiteY9" fmla="*/ 628650 h 283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9662" h="2838451">
                <a:moveTo>
                  <a:pt x="209550" y="2581278"/>
                </a:moveTo>
                <a:lnTo>
                  <a:pt x="885824" y="2581278"/>
                </a:lnTo>
                <a:lnTo>
                  <a:pt x="885824" y="2838451"/>
                </a:lnTo>
                <a:close/>
                <a:moveTo>
                  <a:pt x="0" y="628650"/>
                </a:moveTo>
                <a:lnTo>
                  <a:pt x="554831" y="0"/>
                </a:lnTo>
                <a:lnTo>
                  <a:pt x="1109662" y="628650"/>
                </a:lnTo>
                <a:lnTo>
                  <a:pt x="885825" y="628650"/>
                </a:lnTo>
                <a:lnTo>
                  <a:pt x="885825" y="2581275"/>
                </a:lnTo>
                <a:lnTo>
                  <a:pt x="209550" y="2581275"/>
                </a:lnTo>
                <a:lnTo>
                  <a:pt x="209550" y="628650"/>
                </a:lnTo>
                <a:close/>
              </a:path>
            </a:pathLst>
          </a:custGeom>
          <a:solidFill>
            <a:srgbClr val="BCF1FF"/>
          </a:solidFill>
          <a:ln>
            <a:noFill/>
          </a:ln>
        </p:spPr>
        <p:style>
          <a:lnRef idx="2">
            <a:srgbClr val="8590CA">
              <a:shade val="50000"/>
            </a:srgbClr>
          </a:lnRef>
          <a:fillRef idx="1">
            <a:srgbClr val="8590CA"/>
          </a:fillRef>
          <a:effectRef idx="0">
            <a:srgbClr val="8590CA"/>
          </a:effectRef>
          <a:fontRef idx="minor">
            <a:sysClr val="window" lastClr="FFFFFF"/>
          </a:fontRef>
        </p:style>
        <p:txBody>
          <a:bodyPr wrap="square" rtlCol="0" anchor="ctr">
            <a:noAutofit/>
          </a:bodyPr>
          <a:lstStyle/>
          <a:p>
            <a:pPr algn="ctr">
              <a:lnSpc>
                <a:spcPct val="120000"/>
              </a:lnSpc>
            </a:pPr>
            <a:endParaRPr lang="zh-CN" altLang="en-US">
              <a:latin typeface="汉仪糯米团简" panose="00020600040101010101" charset="-122"/>
              <a:ea typeface="汉仪糯米团简" panose="00020600040101010101" charset="-122"/>
              <a:sym typeface="Arial" panose="020B0604020202020204" pitchFamily="34" charset="0"/>
            </a:endParaRPr>
          </a:p>
        </p:txBody>
      </p:sp>
      <p:sp>
        <p:nvSpPr>
          <p:cNvPr id="14" name="文本框 13"/>
          <p:cNvSpPr txBox="1"/>
          <p:nvPr>
            <p:custDataLst>
              <p:tags r:id="rId4"/>
            </p:custDataLst>
          </p:nvPr>
        </p:nvSpPr>
        <p:spPr>
          <a:xfrm>
            <a:off x="5506720" y="1721485"/>
            <a:ext cx="2239010" cy="693420"/>
          </a:xfrm>
          <a:prstGeom prst="rect">
            <a:avLst/>
          </a:prstGeom>
          <a:noFill/>
        </p:spPr>
        <p:txBody>
          <a:bodyPr wrap="square" rtlCol="0" anchor="ctr" anchorCtr="0">
            <a:noAutofit/>
          </a:bodyPr>
          <a:lstStyle>
            <a:defPPr>
              <a:defRPr lang="zh-CN"/>
            </a:defPPr>
            <a:lvl1pPr algn="ctr">
              <a:lnSpc>
                <a:spcPct val="120000"/>
              </a:lnSpc>
              <a:defRPr sz="2000" b="1" spc="300">
                <a:solidFill>
                  <a:sysClr val="window" lastClr="FFFFFF"/>
                </a:solidFill>
                <a:latin typeface="Arial" panose="020B0604020202020204" pitchFamily="34" charset="0"/>
                <a:ea typeface="微软雅黑" panose="020B0503020204020204" pitchFamily="34" charset="-122"/>
                <a:cs typeface="+mj-cs"/>
              </a:defRPr>
            </a:lvl1pPr>
          </a:lstStyle>
          <a:p>
            <a:r>
              <a:rPr lang="zh-CN" altLang="en-US" sz="1900">
                <a:latin typeface="汉仪糯米团简" panose="00020600040101010101" charset="-122"/>
                <a:ea typeface="汉仪糯米团简" panose="00020600040101010101" charset="-122"/>
                <a:sym typeface="Arial" panose="020B0604020202020204" pitchFamily="34" charset="0"/>
              </a:rPr>
              <a:t>请输入您的标题</a:t>
            </a:r>
            <a:endParaRPr lang="zh-CN" altLang="en-US" sz="1900">
              <a:latin typeface="汉仪糯米团简" panose="00020600040101010101" charset="-122"/>
              <a:ea typeface="汉仪糯米团简" panose="00020600040101010101" charset="-122"/>
              <a:sym typeface="Arial" panose="020B0604020202020204" pitchFamily="34" charset="0"/>
            </a:endParaRPr>
          </a:p>
        </p:txBody>
      </p:sp>
      <p:sp>
        <p:nvSpPr>
          <p:cNvPr id="15" name="文本框 14"/>
          <p:cNvSpPr txBox="1"/>
          <p:nvPr>
            <p:custDataLst>
              <p:tags r:id="rId5"/>
            </p:custDataLst>
          </p:nvPr>
        </p:nvSpPr>
        <p:spPr>
          <a:xfrm>
            <a:off x="4450080" y="2444750"/>
            <a:ext cx="2271395" cy="693420"/>
          </a:xfrm>
          <a:prstGeom prst="rect">
            <a:avLst/>
          </a:prstGeom>
          <a:noFill/>
        </p:spPr>
        <p:txBody>
          <a:bodyPr wrap="square" rtlCol="0" anchor="ctr" anchorCtr="0">
            <a:noAutofit/>
          </a:bodyPr>
          <a:lstStyle>
            <a:defPPr>
              <a:defRPr lang="zh-CN"/>
            </a:defPPr>
            <a:lvl1pPr algn="ctr">
              <a:lnSpc>
                <a:spcPct val="120000"/>
              </a:lnSpc>
              <a:defRPr sz="2000" b="1" spc="300">
                <a:solidFill>
                  <a:sysClr val="window" lastClr="FFFFFF"/>
                </a:solidFill>
                <a:latin typeface="Arial" panose="020B0604020202020204" pitchFamily="34" charset="0"/>
                <a:ea typeface="微软雅黑" panose="020B0503020204020204" pitchFamily="34" charset="-122"/>
                <a:cs typeface="+mj-cs"/>
              </a:defRPr>
            </a:lvl1pPr>
          </a:lstStyle>
          <a:p>
            <a:r>
              <a:rPr lang="zh-CN" altLang="en-US" sz="1900">
                <a:latin typeface="汉仪糯米团简" panose="00020600040101010101" charset="-122"/>
                <a:ea typeface="汉仪糯米团简" panose="00020600040101010101" charset="-122"/>
                <a:sym typeface="Arial" panose="020B0604020202020204" pitchFamily="34" charset="0"/>
              </a:rPr>
              <a:t>请输入您的标题</a:t>
            </a:r>
            <a:endParaRPr lang="zh-CN" altLang="en-US" sz="1900">
              <a:latin typeface="汉仪糯米团简" panose="00020600040101010101" charset="-122"/>
              <a:ea typeface="汉仪糯米团简" panose="00020600040101010101" charset="-122"/>
              <a:sym typeface="Arial" panose="020B0604020202020204" pitchFamily="34" charset="0"/>
            </a:endParaRPr>
          </a:p>
        </p:txBody>
      </p:sp>
      <p:sp>
        <p:nvSpPr>
          <p:cNvPr id="16" name="文本框 15"/>
          <p:cNvSpPr txBox="1"/>
          <p:nvPr>
            <p:custDataLst>
              <p:tags r:id="rId6"/>
            </p:custDataLst>
          </p:nvPr>
        </p:nvSpPr>
        <p:spPr>
          <a:xfrm>
            <a:off x="8481206" y="1507795"/>
            <a:ext cx="3083414" cy="1121536"/>
          </a:xfrm>
          <a:prstGeom prst="rect">
            <a:avLst/>
          </a:prstGeom>
          <a:noFill/>
        </p:spPr>
        <p:txBody>
          <a:bodyPr wrap="square" rtlCol="0">
            <a:normAutofit/>
          </a:bodyPr>
          <a:lstStyle>
            <a:defPPr>
              <a:defRPr lang="zh-CN"/>
            </a:defPPr>
            <a:lvl1pPr>
              <a:lnSpc>
                <a:spcPct val="120000"/>
              </a:lnSpc>
              <a:defRPr sz="1400" spc="150">
                <a:solidFill>
                  <a:sysClr val="windowText" lastClr="000000">
                    <a:lumMod val="65000"/>
                    <a:lumOff val="35000"/>
                  </a:sysClr>
                </a:solidFill>
                <a:latin typeface="Arial" panose="020B0604020202020204" pitchFamily="34" charset="0"/>
                <a:ea typeface="微软雅黑" panose="020B0503020204020204" pitchFamily="34" charset="-122"/>
              </a:defRPr>
            </a:lvl1pPr>
          </a:lstStyle>
          <a:p>
            <a:pPr algn="l"/>
            <a:r>
              <a:rPr lang="zh-CN" altLang="en-US" sz="1600">
                <a:solidFill>
                  <a:schemeClr val="bg1"/>
                </a:solidFill>
                <a:latin typeface="汉仪糯米团简" panose="00020600040101010101" charset="-122"/>
                <a:ea typeface="汉仪糯米团简" panose="00020600040101010101" charset="-122"/>
                <a:sym typeface="Arial" panose="020B0604020202020204" pitchFamily="34" charset="0"/>
              </a:rPr>
              <a:t>Lorem ipsum dolor sit amet, consectetuer adipiscing elit.</a:t>
            </a:r>
            <a:endParaRPr lang="zh-CN" altLang="en-US" sz="1600">
              <a:solidFill>
                <a:schemeClr val="bg1"/>
              </a:solidFill>
              <a:latin typeface="汉仪糯米团简" panose="00020600040101010101" charset="-122"/>
              <a:ea typeface="汉仪糯米团简" panose="00020600040101010101" charset="-122"/>
              <a:sym typeface="Arial" panose="020B0604020202020204" pitchFamily="34" charset="0"/>
            </a:endParaRPr>
          </a:p>
        </p:txBody>
      </p:sp>
      <p:sp>
        <p:nvSpPr>
          <p:cNvPr id="17" name="文本框 16"/>
          <p:cNvSpPr txBox="1"/>
          <p:nvPr>
            <p:custDataLst>
              <p:tags r:id="rId7"/>
            </p:custDataLst>
          </p:nvPr>
        </p:nvSpPr>
        <p:spPr>
          <a:xfrm>
            <a:off x="619700" y="2230492"/>
            <a:ext cx="3083414" cy="1121536"/>
          </a:xfrm>
          <a:prstGeom prst="rect">
            <a:avLst/>
          </a:prstGeom>
          <a:noFill/>
        </p:spPr>
        <p:txBody>
          <a:bodyPr wrap="square" rtlCol="0">
            <a:normAutofit/>
          </a:bodyPr>
          <a:lstStyle>
            <a:defPPr>
              <a:defRPr lang="zh-CN"/>
            </a:defPPr>
            <a:lvl1pPr>
              <a:lnSpc>
                <a:spcPct val="120000"/>
              </a:lnSpc>
              <a:defRPr sz="1400" spc="150">
                <a:solidFill>
                  <a:sysClr val="windowText" lastClr="000000">
                    <a:lumMod val="65000"/>
                    <a:lumOff val="35000"/>
                  </a:sysClr>
                </a:solidFill>
                <a:latin typeface="Arial" panose="020B0604020202020204" pitchFamily="34" charset="0"/>
                <a:ea typeface="微软雅黑" panose="020B0503020204020204" pitchFamily="34" charset="-122"/>
              </a:defRPr>
            </a:lvl1pPr>
          </a:lstStyle>
          <a:p>
            <a:pPr algn="r"/>
            <a:r>
              <a:rPr lang="zh-CN" altLang="en-US" sz="1600">
                <a:solidFill>
                  <a:schemeClr val="bg1"/>
                </a:solidFill>
                <a:latin typeface="汉仪糯米团简" panose="00020600040101010101" charset="-122"/>
                <a:ea typeface="汉仪糯米团简" panose="00020600040101010101" charset="-122"/>
                <a:sym typeface="Arial" panose="020B0604020202020204" pitchFamily="34" charset="0"/>
              </a:rPr>
              <a:t>Lorem ipsum dolor sit amet, consectetuer adipiscing elit.</a:t>
            </a:r>
            <a:endParaRPr lang="zh-CN" altLang="en-US" sz="1600">
              <a:solidFill>
                <a:schemeClr val="bg1"/>
              </a:solidFill>
              <a:latin typeface="汉仪糯米团简" panose="00020600040101010101" charset="-122"/>
              <a:ea typeface="汉仪糯米团简" panose="00020600040101010101" charset="-122"/>
              <a:sym typeface="Arial" panose="020B0604020202020204" pitchFamily="34" charset="0"/>
            </a:endParaRPr>
          </a:p>
        </p:txBody>
      </p:sp>
      <p:sp>
        <p:nvSpPr>
          <p:cNvPr id="19" name="任意多边形 39"/>
          <p:cNvSpPr/>
          <p:nvPr>
            <p:custDataLst>
              <p:tags r:id="rId8"/>
            </p:custDataLst>
          </p:nvPr>
        </p:nvSpPr>
        <p:spPr>
          <a:xfrm rot="5400000">
            <a:off x="6258967" y="1986780"/>
            <a:ext cx="1205428" cy="3083413"/>
          </a:xfrm>
          <a:custGeom>
            <a:avLst/>
            <a:gdLst>
              <a:gd name="connsiteX0" fmla="*/ 209550 w 1109662"/>
              <a:gd name="connsiteY0" fmla="*/ 2581278 h 2838451"/>
              <a:gd name="connsiteX1" fmla="*/ 885824 w 1109662"/>
              <a:gd name="connsiteY1" fmla="*/ 2581278 h 2838451"/>
              <a:gd name="connsiteX2" fmla="*/ 885824 w 1109662"/>
              <a:gd name="connsiteY2" fmla="*/ 2838451 h 2838451"/>
              <a:gd name="connsiteX3" fmla="*/ 0 w 1109662"/>
              <a:gd name="connsiteY3" fmla="*/ 628650 h 2838451"/>
              <a:gd name="connsiteX4" fmla="*/ 554831 w 1109662"/>
              <a:gd name="connsiteY4" fmla="*/ 0 h 2838451"/>
              <a:gd name="connsiteX5" fmla="*/ 1109662 w 1109662"/>
              <a:gd name="connsiteY5" fmla="*/ 628650 h 2838451"/>
              <a:gd name="connsiteX6" fmla="*/ 885825 w 1109662"/>
              <a:gd name="connsiteY6" fmla="*/ 628650 h 2838451"/>
              <a:gd name="connsiteX7" fmla="*/ 885825 w 1109662"/>
              <a:gd name="connsiteY7" fmla="*/ 2581275 h 2838451"/>
              <a:gd name="connsiteX8" fmla="*/ 209550 w 1109662"/>
              <a:gd name="connsiteY8" fmla="*/ 2581275 h 2838451"/>
              <a:gd name="connsiteX9" fmla="*/ 209550 w 1109662"/>
              <a:gd name="connsiteY9" fmla="*/ 628650 h 283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9662" h="2838451">
                <a:moveTo>
                  <a:pt x="209550" y="2581278"/>
                </a:moveTo>
                <a:lnTo>
                  <a:pt x="885824" y="2581278"/>
                </a:lnTo>
                <a:lnTo>
                  <a:pt x="885824" y="2838451"/>
                </a:lnTo>
                <a:close/>
                <a:moveTo>
                  <a:pt x="0" y="628650"/>
                </a:moveTo>
                <a:lnTo>
                  <a:pt x="554831" y="0"/>
                </a:lnTo>
                <a:lnTo>
                  <a:pt x="1109662" y="628650"/>
                </a:lnTo>
                <a:lnTo>
                  <a:pt x="885825" y="628650"/>
                </a:lnTo>
                <a:lnTo>
                  <a:pt x="885825" y="2581275"/>
                </a:lnTo>
                <a:lnTo>
                  <a:pt x="209550" y="2581275"/>
                </a:lnTo>
                <a:lnTo>
                  <a:pt x="209550" y="628650"/>
                </a:lnTo>
                <a:close/>
              </a:path>
            </a:pathLst>
          </a:custGeom>
          <a:solidFill>
            <a:srgbClr val="BCF1FF"/>
          </a:solidFill>
          <a:ln>
            <a:noFill/>
          </a:ln>
        </p:spPr>
        <p:style>
          <a:lnRef idx="2">
            <a:srgbClr val="8590CA">
              <a:shade val="50000"/>
            </a:srgbClr>
          </a:lnRef>
          <a:fillRef idx="1">
            <a:srgbClr val="8590CA"/>
          </a:fillRef>
          <a:effectRef idx="0">
            <a:srgbClr val="8590CA"/>
          </a:effectRef>
          <a:fontRef idx="minor">
            <a:sysClr val="window" lastClr="FFFFFF"/>
          </a:fontRef>
        </p:style>
        <p:txBody>
          <a:bodyPr wrap="square" rtlCol="0" anchor="ctr">
            <a:noAutofit/>
          </a:bodyPr>
          <a:lstStyle/>
          <a:p>
            <a:pPr algn="ctr">
              <a:lnSpc>
                <a:spcPct val="120000"/>
              </a:lnSpc>
            </a:pPr>
            <a:endParaRPr lang="zh-CN" altLang="en-US">
              <a:latin typeface="汉仪糯米团简" panose="00020600040101010101" charset="-122"/>
              <a:ea typeface="汉仪糯米团简" panose="00020600040101010101" charset="-122"/>
              <a:sym typeface="Arial" panose="020B0604020202020204" pitchFamily="34" charset="0"/>
            </a:endParaRPr>
          </a:p>
        </p:txBody>
      </p:sp>
      <p:sp>
        <p:nvSpPr>
          <p:cNvPr id="20" name="文本框 19"/>
          <p:cNvSpPr txBox="1"/>
          <p:nvPr>
            <p:custDataLst>
              <p:tags r:id="rId9"/>
            </p:custDataLst>
          </p:nvPr>
        </p:nvSpPr>
        <p:spPr>
          <a:xfrm>
            <a:off x="5506720" y="3181985"/>
            <a:ext cx="2239010" cy="693420"/>
          </a:xfrm>
          <a:prstGeom prst="rect">
            <a:avLst/>
          </a:prstGeom>
          <a:noFill/>
        </p:spPr>
        <p:txBody>
          <a:bodyPr wrap="square" rtlCol="0" anchor="ctr" anchorCtr="0">
            <a:noAutofit/>
          </a:bodyPr>
          <a:lstStyle>
            <a:defPPr>
              <a:defRPr lang="zh-CN"/>
            </a:defPPr>
            <a:lvl1pPr algn="ctr">
              <a:lnSpc>
                <a:spcPct val="120000"/>
              </a:lnSpc>
              <a:defRPr sz="2000" b="1" spc="300">
                <a:solidFill>
                  <a:sysClr val="window" lastClr="FFFFFF"/>
                </a:solidFill>
                <a:latin typeface="Arial" panose="020B0604020202020204" pitchFamily="34" charset="0"/>
                <a:ea typeface="微软雅黑" panose="020B0503020204020204" pitchFamily="34" charset="-122"/>
                <a:cs typeface="+mj-cs"/>
              </a:defRPr>
            </a:lvl1pPr>
          </a:lstStyle>
          <a:p>
            <a:r>
              <a:rPr lang="zh-CN" altLang="en-US" sz="1900">
                <a:latin typeface="汉仪糯米团简" panose="00020600040101010101" charset="-122"/>
                <a:ea typeface="汉仪糯米团简" panose="00020600040101010101" charset="-122"/>
                <a:sym typeface="Arial" panose="020B0604020202020204" pitchFamily="34" charset="0"/>
              </a:rPr>
              <a:t>请输入您的标题</a:t>
            </a:r>
            <a:endParaRPr lang="zh-CN" altLang="en-US" sz="1900">
              <a:latin typeface="汉仪糯米团简" panose="00020600040101010101" charset="-122"/>
              <a:ea typeface="汉仪糯米团简" panose="00020600040101010101" charset="-122"/>
              <a:sym typeface="Arial" panose="020B0604020202020204" pitchFamily="34" charset="0"/>
            </a:endParaRPr>
          </a:p>
        </p:txBody>
      </p:sp>
      <p:sp>
        <p:nvSpPr>
          <p:cNvPr id="21" name="文本框 20"/>
          <p:cNvSpPr txBox="1"/>
          <p:nvPr>
            <p:custDataLst>
              <p:tags r:id="rId10"/>
            </p:custDataLst>
          </p:nvPr>
        </p:nvSpPr>
        <p:spPr>
          <a:xfrm>
            <a:off x="8481206" y="2967718"/>
            <a:ext cx="3083414" cy="1121536"/>
          </a:xfrm>
          <a:prstGeom prst="rect">
            <a:avLst/>
          </a:prstGeom>
          <a:noFill/>
        </p:spPr>
        <p:txBody>
          <a:bodyPr wrap="square" rtlCol="0">
            <a:normAutofit/>
          </a:bodyPr>
          <a:lstStyle>
            <a:defPPr>
              <a:defRPr lang="zh-CN"/>
            </a:defPPr>
            <a:lvl1pPr>
              <a:lnSpc>
                <a:spcPct val="120000"/>
              </a:lnSpc>
              <a:defRPr sz="1400" spc="150">
                <a:solidFill>
                  <a:sysClr val="windowText" lastClr="000000">
                    <a:lumMod val="65000"/>
                    <a:lumOff val="35000"/>
                  </a:sysClr>
                </a:solidFill>
                <a:latin typeface="Arial" panose="020B0604020202020204" pitchFamily="34" charset="0"/>
                <a:ea typeface="微软雅黑" panose="020B0503020204020204" pitchFamily="34" charset="-122"/>
              </a:defRPr>
            </a:lvl1pPr>
          </a:lstStyle>
          <a:p>
            <a:pPr algn="l"/>
            <a:r>
              <a:rPr lang="zh-CN" altLang="en-US" sz="1600">
                <a:solidFill>
                  <a:schemeClr val="bg1"/>
                </a:solidFill>
                <a:latin typeface="汉仪糯米团简" panose="00020600040101010101" charset="-122"/>
                <a:ea typeface="汉仪糯米团简" panose="00020600040101010101" charset="-122"/>
                <a:sym typeface="Arial" panose="020B0604020202020204" pitchFamily="34" charset="0"/>
              </a:rPr>
              <a:t>Lorem ipsum dolor sit amet, consectetuer adipiscing elit.</a:t>
            </a:r>
            <a:endParaRPr lang="zh-CN" altLang="en-US" sz="1600">
              <a:solidFill>
                <a:schemeClr val="bg1"/>
              </a:solidFill>
              <a:latin typeface="汉仪糯米团简" panose="00020600040101010101" charset="-122"/>
              <a:ea typeface="汉仪糯米团简" panose="00020600040101010101" charset="-122"/>
              <a:sym typeface="Arial" panose="020B0604020202020204" pitchFamily="34" charset="0"/>
            </a:endParaRPr>
          </a:p>
        </p:txBody>
      </p:sp>
      <p:sp>
        <p:nvSpPr>
          <p:cNvPr id="13" name="任意多边形 35"/>
          <p:cNvSpPr/>
          <p:nvPr>
            <p:custDataLst>
              <p:tags r:id="rId11"/>
            </p:custDataLst>
          </p:nvPr>
        </p:nvSpPr>
        <p:spPr>
          <a:xfrm rot="5400000" flipH="1" flipV="1">
            <a:off x="4727607" y="2703614"/>
            <a:ext cx="1205428" cy="3083413"/>
          </a:xfrm>
          <a:custGeom>
            <a:avLst/>
            <a:gdLst>
              <a:gd name="connsiteX0" fmla="*/ 209550 w 1109662"/>
              <a:gd name="connsiteY0" fmla="*/ 2581278 h 2838451"/>
              <a:gd name="connsiteX1" fmla="*/ 885824 w 1109662"/>
              <a:gd name="connsiteY1" fmla="*/ 2581278 h 2838451"/>
              <a:gd name="connsiteX2" fmla="*/ 885824 w 1109662"/>
              <a:gd name="connsiteY2" fmla="*/ 2838451 h 2838451"/>
              <a:gd name="connsiteX3" fmla="*/ 0 w 1109662"/>
              <a:gd name="connsiteY3" fmla="*/ 628650 h 2838451"/>
              <a:gd name="connsiteX4" fmla="*/ 554831 w 1109662"/>
              <a:gd name="connsiteY4" fmla="*/ 0 h 2838451"/>
              <a:gd name="connsiteX5" fmla="*/ 1109662 w 1109662"/>
              <a:gd name="connsiteY5" fmla="*/ 628650 h 2838451"/>
              <a:gd name="connsiteX6" fmla="*/ 885825 w 1109662"/>
              <a:gd name="connsiteY6" fmla="*/ 628650 h 2838451"/>
              <a:gd name="connsiteX7" fmla="*/ 885825 w 1109662"/>
              <a:gd name="connsiteY7" fmla="*/ 2581275 h 2838451"/>
              <a:gd name="connsiteX8" fmla="*/ 209550 w 1109662"/>
              <a:gd name="connsiteY8" fmla="*/ 2581275 h 2838451"/>
              <a:gd name="connsiteX9" fmla="*/ 209550 w 1109662"/>
              <a:gd name="connsiteY9" fmla="*/ 628650 h 283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9662" h="2838451">
                <a:moveTo>
                  <a:pt x="209550" y="2581278"/>
                </a:moveTo>
                <a:lnTo>
                  <a:pt x="885824" y="2581278"/>
                </a:lnTo>
                <a:lnTo>
                  <a:pt x="885824" y="2838451"/>
                </a:lnTo>
                <a:close/>
                <a:moveTo>
                  <a:pt x="0" y="628650"/>
                </a:moveTo>
                <a:lnTo>
                  <a:pt x="554831" y="0"/>
                </a:lnTo>
                <a:lnTo>
                  <a:pt x="1109662" y="628650"/>
                </a:lnTo>
                <a:lnTo>
                  <a:pt x="885825" y="628650"/>
                </a:lnTo>
                <a:lnTo>
                  <a:pt x="885825" y="2581275"/>
                </a:lnTo>
                <a:lnTo>
                  <a:pt x="209550" y="2581275"/>
                </a:lnTo>
                <a:lnTo>
                  <a:pt x="209550" y="628650"/>
                </a:lnTo>
                <a:close/>
              </a:path>
            </a:pathLst>
          </a:custGeom>
          <a:solidFill>
            <a:srgbClr val="76D8F8"/>
          </a:solidFill>
          <a:ln>
            <a:noFill/>
          </a:ln>
        </p:spPr>
        <p:style>
          <a:lnRef idx="2">
            <a:srgbClr val="8590CA">
              <a:shade val="50000"/>
            </a:srgbClr>
          </a:lnRef>
          <a:fillRef idx="1">
            <a:srgbClr val="8590CA"/>
          </a:fillRef>
          <a:effectRef idx="0">
            <a:srgbClr val="8590CA"/>
          </a:effectRef>
          <a:fontRef idx="minor">
            <a:sysClr val="window" lastClr="FFFFFF"/>
          </a:fontRef>
        </p:style>
        <p:txBody>
          <a:bodyPr wrap="square" rtlCol="0" anchor="ctr">
            <a:noAutofit/>
          </a:bodyPr>
          <a:lstStyle/>
          <a:p>
            <a:pPr algn="ctr">
              <a:lnSpc>
                <a:spcPct val="120000"/>
              </a:lnSpc>
            </a:pPr>
            <a:endParaRPr lang="zh-CN" altLang="en-US">
              <a:latin typeface="汉仪糯米团简" panose="00020600040101010101" charset="-122"/>
              <a:ea typeface="汉仪糯米团简" panose="00020600040101010101" charset="-122"/>
              <a:sym typeface="Arial" panose="020B0604020202020204" pitchFamily="34" charset="0"/>
            </a:endParaRPr>
          </a:p>
        </p:txBody>
      </p:sp>
      <p:sp>
        <p:nvSpPr>
          <p:cNvPr id="22" name="文本框 21"/>
          <p:cNvSpPr txBox="1"/>
          <p:nvPr>
            <p:custDataLst>
              <p:tags r:id="rId12"/>
            </p:custDataLst>
          </p:nvPr>
        </p:nvSpPr>
        <p:spPr>
          <a:xfrm>
            <a:off x="4450080" y="3905250"/>
            <a:ext cx="2206625" cy="693420"/>
          </a:xfrm>
          <a:prstGeom prst="rect">
            <a:avLst/>
          </a:prstGeom>
          <a:noFill/>
        </p:spPr>
        <p:txBody>
          <a:bodyPr wrap="square" rtlCol="0" anchor="ctr" anchorCtr="0">
            <a:noAutofit/>
          </a:bodyPr>
          <a:lstStyle>
            <a:defPPr>
              <a:defRPr lang="zh-CN"/>
            </a:defPPr>
            <a:lvl1pPr algn="ctr">
              <a:lnSpc>
                <a:spcPct val="120000"/>
              </a:lnSpc>
              <a:defRPr sz="2000" b="1" spc="300">
                <a:solidFill>
                  <a:sysClr val="window" lastClr="FFFFFF"/>
                </a:solidFill>
                <a:latin typeface="Arial" panose="020B0604020202020204" pitchFamily="34" charset="0"/>
                <a:ea typeface="微软雅黑" panose="020B0503020204020204" pitchFamily="34" charset="-122"/>
                <a:cs typeface="+mj-cs"/>
              </a:defRPr>
            </a:lvl1pPr>
          </a:lstStyle>
          <a:p>
            <a:r>
              <a:rPr lang="zh-CN" altLang="en-US" sz="1900">
                <a:latin typeface="汉仪糯米团简" panose="00020600040101010101" charset="-122"/>
                <a:ea typeface="汉仪糯米团简" panose="00020600040101010101" charset="-122"/>
                <a:sym typeface="Arial" panose="020B0604020202020204" pitchFamily="34" charset="0"/>
              </a:rPr>
              <a:t>请输入您的标题</a:t>
            </a:r>
            <a:endParaRPr lang="zh-CN" altLang="en-US" sz="1900">
              <a:latin typeface="汉仪糯米团简" panose="00020600040101010101" charset="-122"/>
              <a:ea typeface="汉仪糯米团简" panose="00020600040101010101" charset="-122"/>
              <a:sym typeface="Arial" panose="020B0604020202020204" pitchFamily="34" charset="0"/>
            </a:endParaRPr>
          </a:p>
        </p:txBody>
      </p:sp>
      <p:sp>
        <p:nvSpPr>
          <p:cNvPr id="23" name="文本框 22"/>
          <p:cNvSpPr txBox="1"/>
          <p:nvPr>
            <p:custDataLst>
              <p:tags r:id="rId13"/>
            </p:custDataLst>
          </p:nvPr>
        </p:nvSpPr>
        <p:spPr>
          <a:xfrm>
            <a:off x="619700" y="3691020"/>
            <a:ext cx="3083414" cy="1121536"/>
          </a:xfrm>
          <a:prstGeom prst="rect">
            <a:avLst/>
          </a:prstGeom>
          <a:noFill/>
        </p:spPr>
        <p:txBody>
          <a:bodyPr wrap="square" rtlCol="0">
            <a:normAutofit/>
          </a:bodyPr>
          <a:lstStyle>
            <a:defPPr>
              <a:defRPr lang="zh-CN"/>
            </a:defPPr>
            <a:lvl1pPr>
              <a:lnSpc>
                <a:spcPct val="120000"/>
              </a:lnSpc>
              <a:defRPr sz="1400" spc="150">
                <a:solidFill>
                  <a:sysClr val="windowText" lastClr="000000">
                    <a:lumMod val="65000"/>
                    <a:lumOff val="35000"/>
                  </a:sysClr>
                </a:solidFill>
                <a:latin typeface="Arial" panose="020B0604020202020204" pitchFamily="34" charset="0"/>
                <a:ea typeface="微软雅黑" panose="020B0503020204020204" pitchFamily="34" charset="-122"/>
              </a:defRPr>
            </a:lvl1pPr>
          </a:lstStyle>
          <a:p>
            <a:pPr algn="r"/>
            <a:r>
              <a:rPr lang="zh-CN" altLang="en-US" sz="1600">
                <a:solidFill>
                  <a:schemeClr val="bg1"/>
                </a:solidFill>
                <a:latin typeface="汉仪糯米团简" panose="00020600040101010101" charset="-122"/>
                <a:ea typeface="汉仪糯米团简" panose="00020600040101010101" charset="-122"/>
                <a:sym typeface="Arial" panose="020B0604020202020204" pitchFamily="34" charset="0"/>
              </a:rPr>
              <a:t>Lorem ipsum dolor sit amet, consectetuer adipiscing elit.</a:t>
            </a:r>
            <a:endParaRPr lang="zh-CN" altLang="en-US" sz="1600">
              <a:solidFill>
                <a:schemeClr val="bg1"/>
              </a:solidFill>
              <a:latin typeface="汉仪糯米团简" panose="00020600040101010101" charset="-122"/>
              <a:ea typeface="汉仪糯米团简" panose="00020600040101010101" charset="-122"/>
              <a:sym typeface="Arial" panose="020B0604020202020204" pitchFamily="34" charset="0"/>
            </a:endParaRPr>
          </a:p>
        </p:txBody>
      </p:sp>
    </p:spTree>
    <p:custDataLst>
      <p:tags r:id="rId1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123" name="文本框 122"/>
          <p:cNvSpPr txBox="1"/>
          <p:nvPr/>
        </p:nvSpPr>
        <p:spPr>
          <a:xfrm>
            <a:off x="7776210" y="1852295"/>
            <a:ext cx="1581785" cy="1198880"/>
          </a:xfrm>
          <a:prstGeom prst="rect">
            <a:avLst/>
          </a:prstGeom>
          <a:noFill/>
          <a:extLst>
            <a:ext uri="{909E8E84-426E-40DD-AFC4-6F175D3DCCD1}">
              <a14:hiddenFill xmlns:a14="http://schemas.microsoft.com/office/drawing/2010/main">
                <a:solidFill>
                  <a:srgbClr val="583316"/>
                </a:solidFill>
              </a14:hiddenFill>
            </a:ext>
          </a:extLst>
        </p:spPr>
        <p:txBody>
          <a:bodyPr wrap="square" rtlCol="0">
            <a:spAutoFit/>
          </a:bodyPr>
          <a:p>
            <a:pPr algn="ctr"/>
            <a:r>
              <a:rPr lang="en-US" altLang="zh-CN" sz="7200" b="1">
                <a:ln>
                  <a:noFill/>
                </a:ln>
                <a:solidFill>
                  <a:schemeClr val="bg1"/>
                </a:solidFill>
                <a:latin typeface="汉仪糯米团简" panose="00020600040101010101" charset="-122"/>
                <a:ea typeface="汉仪糯米团简" panose="00020600040101010101" charset="-122"/>
              </a:rPr>
              <a:t>02</a:t>
            </a:r>
            <a:endParaRPr lang="en-US" altLang="zh-CN" sz="7200" b="1">
              <a:ln>
                <a:noFill/>
              </a:ln>
              <a:solidFill>
                <a:schemeClr val="bg1"/>
              </a:solidFill>
              <a:latin typeface="汉仪糯米团简" panose="00020600040101010101" charset="-122"/>
              <a:ea typeface="汉仪糯米团简" panose="00020600040101010101" charset="-122"/>
            </a:endParaRPr>
          </a:p>
        </p:txBody>
      </p:sp>
      <p:sp>
        <p:nvSpPr>
          <p:cNvPr id="124" name="文本框 123"/>
          <p:cNvSpPr txBox="1"/>
          <p:nvPr/>
        </p:nvSpPr>
        <p:spPr>
          <a:xfrm>
            <a:off x="6449695" y="3051175"/>
            <a:ext cx="4234815" cy="829945"/>
          </a:xfrm>
          <a:prstGeom prst="rect">
            <a:avLst/>
          </a:prstGeom>
          <a:noFill/>
        </p:spPr>
        <p:txBody>
          <a:bodyPr wrap="square" rtlCol="0">
            <a:spAutoFit/>
          </a:bodyPr>
          <a:p>
            <a:pPr indent="0" algn="dist">
              <a:buNone/>
            </a:pPr>
            <a:r>
              <a:rPr lang="zh-CN" altLang="en-US" sz="4800">
                <a:solidFill>
                  <a:schemeClr val="bg1"/>
                </a:solidFill>
                <a:latin typeface="汉仪糯米团简" panose="00020600040101010101" charset="-122"/>
                <a:ea typeface="汉仪糯米团简" panose="00020600040101010101" charset="-122"/>
              </a:rPr>
              <a:t>输入文本标题</a:t>
            </a:r>
            <a:endParaRPr lang="zh-CN" altLang="en-US" sz="4800">
              <a:solidFill>
                <a:schemeClr val="bg1"/>
              </a:solidFill>
              <a:latin typeface="汉仪糯米团简" panose="00020600040101010101" charset="-122"/>
              <a:ea typeface="汉仪糯米团简" panose="00020600040101010101" charset="-122"/>
            </a:endParaRPr>
          </a:p>
        </p:txBody>
      </p:sp>
      <p:sp>
        <p:nvSpPr>
          <p:cNvPr id="125" name="文本框 124"/>
          <p:cNvSpPr txBox="1"/>
          <p:nvPr/>
        </p:nvSpPr>
        <p:spPr>
          <a:xfrm>
            <a:off x="6333490" y="3743325"/>
            <a:ext cx="4466590" cy="374015"/>
          </a:xfrm>
          <a:prstGeom prst="rect">
            <a:avLst/>
          </a:prstGeom>
          <a:noFill/>
          <a:effectLst/>
        </p:spPr>
        <p:txBody>
          <a:bodyPr wrap="square" rtlCol="0">
            <a:noAutofit/>
          </a:bodyPr>
          <a:p>
            <a:pPr algn="dist">
              <a:lnSpc>
                <a:spcPct val="150000"/>
              </a:lnSpc>
            </a:pPr>
            <a:r>
              <a:rPr lang="en-US" altLang="zh-CN" sz="1200" dirty="0">
                <a:solidFill>
                  <a:schemeClr val="bg1"/>
                </a:solidFill>
                <a:latin typeface="汉仪糯米团简" panose="00020600040101010101" charset="-122"/>
                <a:ea typeface="汉仪糯米团简" panose="00020600040101010101" charset="-122"/>
                <a:cs typeface="华文仿宋" panose="02010600040101010101" charset="-122"/>
              </a:rPr>
              <a:t>Lorem ipsum dolor sit amet, consectetuer adipiscing elit</a:t>
            </a:r>
            <a:endParaRPr lang="en-US" altLang="zh-CN" sz="1200" dirty="0">
              <a:solidFill>
                <a:schemeClr val="bg1"/>
              </a:solidFill>
              <a:latin typeface="汉仪糯米团简" panose="00020600040101010101" charset="-122"/>
              <a:ea typeface="汉仪糯米团简" panose="00020600040101010101" charset="-122"/>
              <a:cs typeface="华文仿宋" panose="02010600040101010101" charset="-122"/>
            </a:endParaRPr>
          </a:p>
          <a:p>
            <a:pPr algn="l">
              <a:lnSpc>
                <a:spcPct val="150000"/>
              </a:lnSpc>
            </a:pPr>
            <a:endParaRPr lang="en-US" altLang="zh-CN" sz="1200" dirty="0">
              <a:solidFill>
                <a:schemeClr val="bg1"/>
              </a:solidFill>
              <a:latin typeface="汉仪糯米团简" panose="00020600040101010101" charset="-122"/>
              <a:ea typeface="汉仪糯米团简" panose="00020600040101010101" charset="-122"/>
              <a:cs typeface="华文仿宋" panose="02010600040101010101" charset="-122"/>
            </a:endParaRPr>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grpSp>
        <p:nvGrpSpPr>
          <p:cNvPr id="43" name="组合 42"/>
          <p:cNvGrpSpPr/>
          <p:nvPr/>
        </p:nvGrpSpPr>
        <p:grpSpPr>
          <a:xfrm>
            <a:off x="496570" y="3592830"/>
            <a:ext cx="2727960" cy="1021080"/>
            <a:chOff x="900" y="5659"/>
            <a:chExt cx="4296" cy="1608"/>
          </a:xfrm>
        </p:grpSpPr>
        <p:sp>
          <p:nvSpPr>
            <p:cNvPr id="7" name="文本框 6"/>
            <p:cNvSpPr txBox="1"/>
            <p:nvPr/>
          </p:nvSpPr>
          <p:spPr>
            <a:xfrm>
              <a:off x="900" y="6116"/>
              <a:ext cx="4295" cy="1151"/>
            </a:xfrm>
            <a:prstGeom prst="rect">
              <a:avLst/>
            </a:prstGeom>
            <a:noFill/>
          </p:spPr>
          <p:txBody>
            <a:bodyPr wrap="square" rtlCol="0">
              <a:spAutoFit/>
            </a:bodyPr>
            <a:p>
              <a:pPr lvl="0" indent="0" fontAlgn="base">
                <a:lnSpc>
                  <a:spcPct val="130000"/>
                </a:lnSpc>
                <a:buFont typeface="Wingdings" panose="05000000000000000000" pitchFamily="2" charset="2"/>
                <a:buNone/>
              </a:pPr>
              <a:r>
                <a:rPr lang="en-US" altLang="zh-CN" sz="1600" dirty="0">
                  <a:solidFill>
                    <a:schemeClr val="bg1"/>
                  </a:solidFill>
                  <a:latin typeface="汉仪糯米团简" panose="00020600040101010101" charset="-122"/>
                  <a:ea typeface="汉仪糯米团简" panose="00020600040101010101" charset="-122"/>
                  <a:sym typeface="+mn-ea"/>
                </a:rPr>
                <a:t>Lorem ipsum dolor sit amet, consectetuer adipiscing elit. </a:t>
              </a:r>
              <a:endParaRPr lang="en-US" altLang="zh-CN" sz="1600" dirty="0">
                <a:solidFill>
                  <a:schemeClr val="bg1"/>
                </a:solidFill>
                <a:latin typeface="汉仪糯米团简" panose="00020600040101010101" charset="-122"/>
                <a:ea typeface="汉仪糯米团简" panose="00020600040101010101" charset="-122"/>
                <a:sym typeface="+mn-ea"/>
              </a:endParaRPr>
            </a:p>
          </p:txBody>
        </p:sp>
        <p:sp>
          <p:nvSpPr>
            <p:cNvPr id="20" name="文本 文本框 4627"/>
            <p:cNvSpPr txBox="1"/>
            <p:nvPr>
              <p:custDataLst>
                <p:tags r:id="rId2"/>
              </p:custDataLst>
            </p:nvPr>
          </p:nvSpPr>
          <p:spPr>
            <a:xfrm>
              <a:off x="1484" y="5659"/>
              <a:ext cx="3712" cy="628"/>
            </a:xfrm>
            <a:prstGeom prst="rect">
              <a:avLst/>
            </a:prstGeom>
            <a:noFill/>
          </p:spPr>
          <p:txBody>
            <a:bodyPr wrap="square" rtlCol="0">
              <a:spAutoFit/>
            </a:bodyPr>
            <a:p>
              <a:pPr algn="r">
                <a:buFont typeface="+mj-lt"/>
              </a:pPr>
              <a:r>
                <a:rPr lang="zh-CN" altLang="en-US" sz="2000" noProof="1" dirty="0">
                  <a:solidFill>
                    <a:schemeClr val="bg1"/>
                  </a:solidFill>
                  <a:latin typeface="汉仪糯米团简" panose="00020600040101010101" charset="-122"/>
                  <a:ea typeface="汉仪糯米团简" panose="00020600040101010101" charset="-122"/>
                  <a:cs typeface="+mn-cs"/>
                  <a:sym typeface="+mn-ea"/>
                </a:rPr>
                <a:t>请输入您的标题</a:t>
              </a:r>
              <a:endParaRPr lang="zh-CN" altLang="en-US" sz="2000" spc="140" noProof="1" dirty="0">
                <a:solidFill>
                  <a:schemeClr val="bg1"/>
                </a:solidFill>
                <a:latin typeface="汉仪糯米团简" panose="00020600040101010101" charset="-122"/>
                <a:ea typeface="汉仪糯米团简" panose="00020600040101010101" charset="-122"/>
                <a:cs typeface="+mn-cs"/>
                <a:sym typeface="+mn-ea"/>
              </a:endParaRPr>
            </a:p>
          </p:txBody>
        </p:sp>
      </p:grpSp>
      <p:sp>
        <p:nvSpPr>
          <p:cNvPr id="24" name="文本框 23"/>
          <p:cNvSpPr txBox="1"/>
          <p:nvPr/>
        </p:nvSpPr>
        <p:spPr>
          <a:xfrm>
            <a:off x="1578610" y="1889760"/>
            <a:ext cx="2774315" cy="730885"/>
          </a:xfrm>
          <a:prstGeom prst="rect">
            <a:avLst/>
          </a:prstGeom>
          <a:noFill/>
        </p:spPr>
        <p:txBody>
          <a:bodyPr wrap="square" rtlCol="0">
            <a:spAutoFit/>
          </a:bodyPr>
          <a:p>
            <a:pPr lvl="0" indent="0" fontAlgn="base">
              <a:lnSpc>
                <a:spcPct val="130000"/>
              </a:lnSpc>
              <a:buFont typeface="Wingdings" panose="05000000000000000000" pitchFamily="2" charset="2"/>
              <a:buNone/>
            </a:pPr>
            <a:r>
              <a:rPr lang="zh-CN" altLang="en-US" sz="1600">
                <a:solidFill>
                  <a:schemeClr val="bg1"/>
                </a:solidFill>
                <a:latin typeface="汉仪糯米团简" panose="00020600040101010101" charset="-122"/>
                <a:ea typeface="汉仪糯米团简" panose="00020600040101010101" charset="-122"/>
                <a:sym typeface="+mn-ea"/>
              </a:rPr>
              <a:t>Lorem ipsum dolor sit amet, consectetuer adipiscing elit. </a:t>
            </a:r>
            <a:endParaRPr lang="zh-CN" altLang="en-US" sz="1600">
              <a:solidFill>
                <a:schemeClr val="bg1"/>
              </a:solidFill>
              <a:latin typeface="汉仪糯米团简" panose="00020600040101010101" charset="-122"/>
              <a:ea typeface="汉仪糯米团简" panose="00020600040101010101" charset="-122"/>
              <a:sym typeface="+mn-ea"/>
            </a:endParaRPr>
          </a:p>
        </p:txBody>
      </p:sp>
      <p:sp>
        <p:nvSpPr>
          <p:cNvPr id="25" name="文本 文本框 4627"/>
          <p:cNvSpPr txBox="1"/>
          <p:nvPr>
            <p:custDataLst>
              <p:tags r:id="rId3"/>
            </p:custDataLst>
          </p:nvPr>
        </p:nvSpPr>
        <p:spPr>
          <a:xfrm>
            <a:off x="1922145" y="1599565"/>
            <a:ext cx="2332990" cy="398780"/>
          </a:xfrm>
          <a:prstGeom prst="rect">
            <a:avLst/>
          </a:prstGeom>
          <a:noFill/>
        </p:spPr>
        <p:txBody>
          <a:bodyPr wrap="square" rtlCol="0">
            <a:spAutoFit/>
          </a:bodyPr>
          <a:p>
            <a:pPr algn="r">
              <a:buFont typeface="+mj-lt"/>
            </a:pPr>
            <a:r>
              <a:rPr lang="zh-CN" altLang="en-US" sz="2000" noProof="1" dirty="0">
                <a:solidFill>
                  <a:schemeClr val="bg1"/>
                </a:solidFill>
                <a:latin typeface="汉仪糯米团简" panose="00020600040101010101" charset="-122"/>
                <a:ea typeface="汉仪糯米团简" panose="00020600040101010101" charset="-122"/>
                <a:cs typeface="+mn-cs"/>
                <a:sym typeface="+mn-ea"/>
              </a:rPr>
              <a:t>请输入您的标题</a:t>
            </a:r>
            <a:endParaRPr lang="zh-CN" altLang="en-US" sz="2000" spc="140" noProof="1" dirty="0">
              <a:solidFill>
                <a:schemeClr val="bg1"/>
              </a:solidFill>
              <a:latin typeface="汉仪糯米团简" panose="00020600040101010101" charset="-122"/>
              <a:ea typeface="汉仪糯米团简" panose="00020600040101010101" charset="-122"/>
              <a:cs typeface="+mn-cs"/>
              <a:sym typeface="+mn-ea"/>
            </a:endParaRPr>
          </a:p>
        </p:txBody>
      </p:sp>
      <p:grpSp>
        <p:nvGrpSpPr>
          <p:cNvPr id="39" name="组合 38"/>
          <p:cNvGrpSpPr/>
          <p:nvPr/>
        </p:nvGrpSpPr>
        <p:grpSpPr>
          <a:xfrm>
            <a:off x="8030845" y="1599565"/>
            <a:ext cx="2755265" cy="1021080"/>
            <a:chOff x="11905" y="2520"/>
            <a:chExt cx="4339" cy="1608"/>
          </a:xfrm>
        </p:grpSpPr>
        <p:sp>
          <p:nvSpPr>
            <p:cNvPr id="27" name="文本框 26"/>
            <p:cNvSpPr txBox="1"/>
            <p:nvPr/>
          </p:nvSpPr>
          <p:spPr>
            <a:xfrm>
              <a:off x="11905" y="2977"/>
              <a:ext cx="4339" cy="1151"/>
            </a:xfrm>
            <a:prstGeom prst="rect">
              <a:avLst/>
            </a:prstGeom>
            <a:noFill/>
          </p:spPr>
          <p:txBody>
            <a:bodyPr wrap="square" rtlCol="0">
              <a:spAutoFit/>
            </a:bodyPr>
            <a:p>
              <a:pPr lvl="0" indent="0" fontAlgn="base">
                <a:lnSpc>
                  <a:spcPct val="130000"/>
                </a:lnSpc>
                <a:buFont typeface="Wingdings" panose="05000000000000000000" pitchFamily="2" charset="2"/>
                <a:buNone/>
              </a:pPr>
              <a:r>
                <a:rPr lang="zh-CN" altLang="en-US" sz="1600">
                  <a:solidFill>
                    <a:schemeClr val="bg1"/>
                  </a:solidFill>
                  <a:latin typeface="汉仪糯米团简" panose="00020600040101010101" charset="-122"/>
                  <a:ea typeface="汉仪糯米团简" panose="00020600040101010101" charset="-122"/>
                  <a:sym typeface="+mn-ea"/>
                </a:rPr>
                <a:t>Lorem ipsum dolor sit amet, consectetuer adipiscing elit. </a:t>
              </a:r>
              <a:endParaRPr lang="zh-CN" altLang="en-US" sz="1600">
                <a:solidFill>
                  <a:schemeClr val="bg1"/>
                </a:solidFill>
                <a:latin typeface="汉仪糯米团简" panose="00020600040101010101" charset="-122"/>
                <a:ea typeface="汉仪糯米团简" panose="00020600040101010101" charset="-122"/>
                <a:sym typeface="+mn-ea"/>
              </a:endParaRPr>
            </a:p>
          </p:txBody>
        </p:sp>
        <p:sp>
          <p:nvSpPr>
            <p:cNvPr id="28" name="文本 文本框 4627"/>
            <p:cNvSpPr txBox="1"/>
            <p:nvPr>
              <p:custDataLst>
                <p:tags r:id="rId4"/>
              </p:custDataLst>
            </p:nvPr>
          </p:nvSpPr>
          <p:spPr>
            <a:xfrm>
              <a:off x="11905" y="2520"/>
              <a:ext cx="3827" cy="628"/>
            </a:xfrm>
            <a:prstGeom prst="rect">
              <a:avLst/>
            </a:prstGeom>
            <a:noFill/>
          </p:spPr>
          <p:txBody>
            <a:bodyPr wrap="square" rtlCol="0">
              <a:spAutoFit/>
            </a:bodyPr>
            <a:p>
              <a:pPr>
                <a:buFont typeface="+mj-lt"/>
              </a:pPr>
              <a:r>
                <a:rPr lang="zh-CN" altLang="en-US" sz="2000" noProof="1" dirty="0">
                  <a:solidFill>
                    <a:schemeClr val="bg1"/>
                  </a:solidFill>
                  <a:latin typeface="汉仪糯米团简" panose="00020600040101010101" charset="-122"/>
                  <a:ea typeface="汉仪糯米团简" panose="00020600040101010101" charset="-122"/>
                  <a:cs typeface="+mn-cs"/>
                  <a:sym typeface="+mn-ea"/>
                </a:rPr>
                <a:t>请输入您的标题</a:t>
              </a:r>
              <a:endParaRPr lang="zh-CN" altLang="en-US" sz="2000" spc="140" noProof="1" dirty="0">
                <a:solidFill>
                  <a:schemeClr val="bg1"/>
                </a:solidFill>
                <a:latin typeface="汉仪糯米团简" panose="00020600040101010101" charset="-122"/>
                <a:ea typeface="汉仪糯米团简" panose="00020600040101010101" charset="-122"/>
                <a:cs typeface="+mn-cs"/>
                <a:sym typeface="+mn-ea"/>
              </a:endParaRPr>
            </a:p>
          </p:txBody>
        </p:sp>
      </p:grpSp>
      <p:grpSp>
        <p:nvGrpSpPr>
          <p:cNvPr id="42" name="组合 41"/>
          <p:cNvGrpSpPr/>
          <p:nvPr/>
        </p:nvGrpSpPr>
        <p:grpSpPr>
          <a:xfrm>
            <a:off x="9015095" y="3594100"/>
            <a:ext cx="2840355" cy="1021080"/>
            <a:chOff x="13888" y="5658"/>
            <a:chExt cx="4473" cy="1608"/>
          </a:xfrm>
        </p:grpSpPr>
        <p:sp>
          <p:nvSpPr>
            <p:cNvPr id="30" name="文本框 29"/>
            <p:cNvSpPr txBox="1"/>
            <p:nvPr/>
          </p:nvSpPr>
          <p:spPr>
            <a:xfrm>
              <a:off x="13888" y="6115"/>
              <a:ext cx="4473" cy="1151"/>
            </a:xfrm>
            <a:prstGeom prst="rect">
              <a:avLst/>
            </a:prstGeom>
            <a:noFill/>
          </p:spPr>
          <p:txBody>
            <a:bodyPr wrap="square" rtlCol="0">
              <a:spAutoFit/>
            </a:bodyPr>
            <a:p>
              <a:pPr lvl="0" indent="0" fontAlgn="base">
                <a:lnSpc>
                  <a:spcPct val="130000"/>
                </a:lnSpc>
                <a:buFont typeface="Wingdings" panose="05000000000000000000" pitchFamily="2" charset="2"/>
                <a:buNone/>
              </a:pPr>
              <a:r>
                <a:rPr lang="zh-CN" altLang="en-US" sz="1600">
                  <a:solidFill>
                    <a:schemeClr val="bg1"/>
                  </a:solidFill>
                  <a:latin typeface="汉仪糯米团简" panose="00020600040101010101" charset="-122"/>
                  <a:ea typeface="汉仪糯米团简" panose="00020600040101010101" charset="-122"/>
                  <a:sym typeface="+mn-ea"/>
                </a:rPr>
                <a:t>Lorem ipsum dolor sit amet, consectetuer adipiscing elit. </a:t>
              </a:r>
              <a:endParaRPr lang="zh-CN" altLang="en-US" sz="1600">
                <a:solidFill>
                  <a:schemeClr val="bg1"/>
                </a:solidFill>
                <a:latin typeface="汉仪糯米团简" panose="00020600040101010101" charset="-122"/>
                <a:ea typeface="汉仪糯米团简" panose="00020600040101010101" charset="-122"/>
                <a:sym typeface="+mn-ea"/>
              </a:endParaRPr>
            </a:p>
          </p:txBody>
        </p:sp>
        <p:sp>
          <p:nvSpPr>
            <p:cNvPr id="31" name="文本 文本框 4627"/>
            <p:cNvSpPr txBox="1"/>
            <p:nvPr>
              <p:custDataLst>
                <p:tags r:id="rId5"/>
              </p:custDataLst>
            </p:nvPr>
          </p:nvSpPr>
          <p:spPr>
            <a:xfrm>
              <a:off x="13889" y="5658"/>
              <a:ext cx="3970" cy="628"/>
            </a:xfrm>
            <a:prstGeom prst="rect">
              <a:avLst/>
            </a:prstGeom>
            <a:noFill/>
          </p:spPr>
          <p:txBody>
            <a:bodyPr wrap="square" rtlCol="0">
              <a:spAutoFit/>
            </a:bodyPr>
            <a:p>
              <a:pPr algn="l">
                <a:buFont typeface="+mj-lt"/>
              </a:pPr>
              <a:r>
                <a:rPr lang="zh-CN" altLang="en-US" sz="2000" noProof="1" dirty="0">
                  <a:solidFill>
                    <a:schemeClr val="bg1"/>
                  </a:solidFill>
                  <a:latin typeface="汉仪糯米团简" panose="00020600040101010101" charset="-122"/>
                  <a:ea typeface="汉仪糯米团简" panose="00020600040101010101" charset="-122"/>
                  <a:cs typeface="+mn-cs"/>
                  <a:sym typeface="+mn-ea"/>
                </a:rPr>
                <a:t>请输入您的标题</a:t>
              </a:r>
              <a:endParaRPr lang="zh-CN" altLang="en-US" sz="2000" spc="140" noProof="1" dirty="0">
                <a:solidFill>
                  <a:schemeClr val="bg1"/>
                </a:solidFill>
                <a:latin typeface="汉仪糯米团简" panose="00020600040101010101" charset="-122"/>
                <a:ea typeface="汉仪糯米团简" panose="00020600040101010101" charset="-122"/>
                <a:cs typeface="+mn-cs"/>
                <a:sym typeface="+mn-ea"/>
              </a:endParaRPr>
            </a:p>
          </p:txBody>
        </p:sp>
      </p:grpSp>
      <p:grpSp>
        <p:nvGrpSpPr>
          <p:cNvPr id="15" name="组合 14"/>
          <p:cNvGrpSpPr/>
          <p:nvPr/>
        </p:nvGrpSpPr>
        <p:grpSpPr>
          <a:xfrm rot="0">
            <a:off x="4154805" y="2499995"/>
            <a:ext cx="3876040" cy="3775710"/>
            <a:chOff x="5786" y="4157"/>
            <a:chExt cx="6878" cy="5946"/>
          </a:xfrm>
        </p:grpSpPr>
        <p:sp>
          <p:nvSpPr>
            <p:cNvPr id="2" name="弧形 1"/>
            <p:cNvSpPr/>
            <p:nvPr/>
          </p:nvSpPr>
          <p:spPr>
            <a:xfrm rot="16200000">
              <a:off x="6245" y="3875"/>
              <a:ext cx="5947" cy="6510"/>
            </a:xfrm>
            <a:prstGeom prst="arc">
              <a:avLst>
                <a:gd name="adj1" fmla="val 16200000"/>
                <a:gd name="adj2" fmla="val 5370914"/>
              </a:avLst>
            </a:prstGeom>
            <a:ln>
              <a:solidFill>
                <a:schemeClr val="bg1"/>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latin typeface="汉仪字研卡通繁" panose="00020600040101010101" charset="-122"/>
                <a:ea typeface="汉仪字研卡通繁" panose="00020600040101010101" charset="-122"/>
              </a:endParaRPr>
            </a:p>
          </p:txBody>
        </p:sp>
        <p:grpSp>
          <p:nvGrpSpPr>
            <p:cNvPr id="11" name="组合 10"/>
            <p:cNvGrpSpPr/>
            <p:nvPr/>
          </p:nvGrpSpPr>
          <p:grpSpPr>
            <a:xfrm>
              <a:off x="5786" y="4346"/>
              <a:ext cx="6878" cy="2871"/>
              <a:chOff x="5786" y="4346"/>
              <a:chExt cx="6878" cy="2871"/>
            </a:xfrm>
          </p:grpSpPr>
          <p:sp>
            <p:nvSpPr>
              <p:cNvPr id="3" name="椭圆 2"/>
              <p:cNvSpPr/>
              <p:nvPr/>
            </p:nvSpPr>
            <p:spPr>
              <a:xfrm>
                <a:off x="5786" y="6887"/>
                <a:ext cx="350" cy="331"/>
              </a:xfrm>
              <a:prstGeom prst="ellipse">
                <a:avLst/>
              </a:prstGeom>
              <a:solidFill>
                <a:srgbClr val="AFE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汉仪字研卡通繁" panose="00020600040101010101" charset="-122"/>
                  <a:ea typeface="汉仪字研卡通繁" panose="00020600040101010101" charset="-122"/>
                </a:endParaRPr>
              </a:p>
            </p:txBody>
          </p:sp>
          <p:sp>
            <p:nvSpPr>
              <p:cNvPr id="4" name="椭圆 3"/>
              <p:cNvSpPr/>
              <p:nvPr/>
            </p:nvSpPr>
            <p:spPr>
              <a:xfrm>
                <a:off x="7506" y="4346"/>
                <a:ext cx="350" cy="331"/>
              </a:xfrm>
              <a:prstGeom prst="ellipse">
                <a:avLst/>
              </a:prstGeom>
              <a:solidFill>
                <a:srgbClr val="AFE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汉仪字研卡通繁" panose="00020600040101010101" charset="-122"/>
                  <a:ea typeface="汉仪字研卡通繁" panose="00020600040101010101" charset="-122"/>
                </a:endParaRPr>
              </a:p>
            </p:txBody>
          </p:sp>
          <p:sp>
            <p:nvSpPr>
              <p:cNvPr id="5" name="椭圆 4"/>
              <p:cNvSpPr/>
              <p:nvPr/>
            </p:nvSpPr>
            <p:spPr>
              <a:xfrm>
                <a:off x="10601" y="4346"/>
                <a:ext cx="350" cy="331"/>
              </a:xfrm>
              <a:prstGeom prst="ellipse">
                <a:avLst/>
              </a:prstGeom>
              <a:solidFill>
                <a:srgbClr val="AFE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汉仪字研卡通繁" panose="00020600040101010101" charset="-122"/>
                  <a:ea typeface="汉仪字研卡通繁" panose="00020600040101010101" charset="-122"/>
                </a:endParaRPr>
              </a:p>
            </p:txBody>
          </p:sp>
          <p:sp>
            <p:nvSpPr>
              <p:cNvPr id="6" name="椭圆 5"/>
              <p:cNvSpPr/>
              <p:nvPr/>
            </p:nvSpPr>
            <p:spPr>
              <a:xfrm>
                <a:off x="12314" y="6887"/>
                <a:ext cx="350" cy="331"/>
              </a:xfrm>
              <a:prstGeom prst="ellipse">
                <a:avLst/>
              </a:prstGeom>
              <a:solidFill>
                <a:srgbClr val="AFE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汉仪字研卡通繁" panose="00020600040101010101" charset="-122"/>
                  <a:ea typeface="汉仪字研卡通繁" panose="00020600040101010101" charset="-122"/>
                </a:endParaRPr>
              </a:p>
            </p:txBody>
          </p:sp>
        </p:grpSp>
      </p:grpSp>
      <p:grpSp>
        <p:nvGrpSpPr>
          <p:cNvPr id="8" name="组合 7"/>
          <p:cNvGrpSpPr/>
          <p:nvPr/>
        </p:nvGrpSpPr>
        <p:grpSpPr>
          <a:xfrm rot="0">
            <a:off x="7065645" y="1882140"/>
            <a:ext cx="659130" cy="630200"/>
            <a:chOff x="9709" y="1216"/>
            <a:chExt cx="1350" cy="1126"/>
          </a:xfrm>
        </p:grpSpPr>
        <p:sp>
          <p:nvSpPr>
            <p:cNvPr id="9" name="椭圆 8"/>
            <p:cNvSpPr/>
            <p:nvPr/>
          </p:nvSpPr>
          <p:spPr>
            <a:xfrm>
              <a:off x="9711" y="1216"/>
              <a:ext cx="1348" cy="1096"/>
            </a:xfrm>
            <a:prstGeom prst="ellipse">
              <a:avLst/>
            </a:prstGeom>
            <a:solidFill>
              <a:srgbClr val="AFE8FB"/>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汉仪糯米团简" panose="00020600040101010101" charset="-122"/>
                <a:ea typeface="汉仪糯米团简" panose="00020600040101010101" charset="-122"/>
              </a:endParaRPr>
            </a:p>
          </p:txBody>
        </p:sp>
        <p:sp>
          <p:nvSpPr>
            <p:cNvPr id="10" name="文本框 9"/>
            <p:cNvSpPr txBox="1"/>
            <p:nvPr/>
          </p:nvSpPr>
          <p:spPr>
            <a:xfrm>
              <a:off x="9709" y="1332"/>
              <a:ext cx="1283" cy="1010"/>
            </a:xfrm>
            <a:prstGeom prst="rect">
              <a:avLst/>
            </a:prstGeom>
            <a:noFill/>
            <a:ln>
              <a:noFill/>
            </a:ln>
          </p:spPr>
          <p:txBody>
            <a:bodyPr wrap="square" rtlCol="0">
              <a:spAutoFit/>
            </a:bodyPr>
            <a:p>
              <a:pPr algn="ctr">
                <a:lnSpc>
                  <a:spcPct val="70000"/>
                </a:lnSpc>
              </a:pPr>
              <a:r>
                <a:rPr lang="en-US" altLang="zh-CN" sz="4400" b="1">
                  <a:solidFill>
                    <a:schemeClr val="bg1"/>
                  </a:solidFill>
                  <a:latin typeface="汉仪糯米团简" panose="00020600040101010101" charset="-122"/>
                  <a:ea typeface="汉仪糯米团简" panose="00020600040101010101" charset="-122"/>
                </a:rPr>
                <a:t>3</a:t>
              </a:r>
              <a:endParaRPr lang="en-US" altLang="zh-CN" sz="4400" b="1">
                <a:solidFill>
                  <a:schemeClr val="bg1"/>
                </a:solidFill>
                <a:latin typeface="汉仪糯米团简" panose="00020600040101010101" charset="-122"/>
                <a:ea typeface="汉仪糯米团简" panose="00020600040101010101" charset="-122"/>
              </a:endParaRPr>
            </a:p>
          </p:txBody>
        </p:sp>
      </p:grpSp>
      <p:sp>
        <p:nvSpPr>
          <p:cNvPr id="37" name="文本 文本框 4627"/>
          <p:cNvSpPr txBox="1"/>
          <p:nvPr>
            <p:custDataLst>
              <p:tags r:id="rId6"/>
            </p:custDataLst>
          </p:nvPr>
        </p:nvSpPr>
        <p:spPr>
          <a:xfrm>
            <a:off x="4704715" y="3592830"/>
            <a:ext cx="2768600" cy="521970"/>
          </a:xfrm>
          <a:prstGeom prst="rect">
            <a:avLst/>
          </a:prstGeom>
          <a:noFill/>
        </p:spPr>
        <p:txBody>
          <a:bodyPr wrap="square" rtlCol="0">
            <a:spAutoFit/>
          </a:bodyPr>
          <a:p>
            <a:pPr algn="ctr">
              <a:buFont typeface="+mj-lt"/>
            </a:pPr>
            <a:r>
              <a:rPr lang="zh-CN" altLang="en-US" sz="2800" noProof="1" dirty="0">
                <a:solidFill>
                  <a:schemeClr val="bg1"/>
                </a:solidFill>
                <a:latin typeface="汉仪糯米团简" panose="00020600040101010101" charset="-122"/>
                <a:ea typeface="汉仪糯米团简" panose="00020600040101010101" charset="-122"/>
                <a:cs typeface="+mn-cs"/>
                <a:sym typeface="+mn-ea"/>
              </a:rPr>
              <a:t>请输入您的标题</a:t>
            </a:r>
            <a:endParaRPr lang="zh-CN" altLang="en-US" sz="2800" spc="140" noProof="1" dirty="0">
              <a:solidFill>
                <a:schemeClr val="bg1"/>
              </a:solidFill>
              <a:latin typeface="汉仪糯米团简" panose="00020600040101010101" charset="-122"/>
              <a:ea typeface="汉仪糯米团简" panose="00020600040101010101" charset="-122"/>
              <a:cs typeface="+mn-cs"/>
              <a:sym typeface="+mn-ea"/>
            </a:endParaRPr>
          </a:p>
        </p:txBody>
      </p:sp>
      <p:grpSp>
        <p:nvGrpSpPr>
          <p:cNvPr id="12" name="组合 11"/>
          <p:cNvGrpSpPr/>
          <p:nvPr/>
        </p:nvGrpSpPr>
        <p:grpSpPr>
          <a:xfrm rot="0">
            <a:off x="3406140" y="3942715"/>
            <a:ext cx="659130" cy="630200"/>
            <a:chOff x="9709" y="1216"/>
            <a:chExt cx="1350" cy="1126"/>
          </a:xfrm>
        </p:grpSpPr>
        <p:sp>
          <p:nvSpPr>
            <p:cNvPr id="17" name="椭圆 16"/>
            <p:cNvSpPr/>
            <p:nvPr/>
          </p:nvSpPr>
          <p:spPr>
            <a:xfrm>
              <a:off x="9711" y="1216"/>
              <a:ext cx="1348" cy="1096"/>
            </a:xfrm>
            <a:prstGeom prst="ellipse">
              <a:avLst/>
            </a:prstGeom>
            <a:solidFill>
              <a:srgbClr val="AFE8FB"/>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汉仪糯米团简" panose="00020600040101010101" charset="-122"/>
                <a:ea typeface="汉仪糯米团简" panose="00020600040101010101" charset="-122"/>
              </a:endParaRPr>
            </a:p>
          </p:txBody>
        </p:sp>
        <p:sp>
          <p:nvSpPr>
            <p:cNvPr id="18" name="文本框 17"/>
            <p:cNvSpPr txBox="1"/>
            <p:nvPr/>
          </p:nvSpPr>
          <p:spPr>
            <a:xfrm>
              <a:off x="9709" y="1332"/>
              <a:ext cx="1283" cy="1010"/>
            </a:xfrm>
            <a:prstGeom prst="rect">
              <a:avLst/>
            </a:prstGeom>
            <a:noFill/>
            <a:ln>
              <a:noFill/>
            </a:ln>
          </p:spPr>
          <p:txBody>
            <a:bodyPr wrap="square" rtlCol="0">
              <a:spAutoFit/>
            </a:bodyPr>
            <a:p>
              <a:pPr algn="ctr">
                <a:lnSpc>
                  <a:spcPct val="70000"/>
                </a:lnSpc>
              </a:pPr>
              <a:r>
                <a:rPr lang="en-US" altLang="zh-CN" sz="4400" b="1">
                  <a:solidFill>
                    <a:schemeClr val="bg1"/>
                  </a:solidFill>
                  <a:latin typeface="汉仪糯米团简" panose="00020600040101010101" charset="-122"/>
                  <a:ea typeface="汉仪糯米团简" panose="00020600040101010101" charset="-122"/>
                </a:rPr>
                <a:t>1</a:t>
              </a:r>
              <a:endParaRPr lang="en-US" altLang="zh-CN" sz="4400" b="1">
                <a:solidFill>
                  <a:schemeClr val="bg1"/>
                </a:solidFill>
                <a:latin typeface="汉仪糯米团简" panose="00020600040101010101" charset="-122"/>
                <a:ea typeface="汉仪糯米团简" panose="00020600040101010101" charset="-122"/>
              </a:endParaRPr>
            </a:p>
          </p:txBody>
        </p:sp>
      </p:grpSp>
      <p:grpSp>
        <p:nvGrpSpPr>
          <p:cNvPr id="23" name="组合 22"/>
          <p:cNvGrpSpPr/>
          <p:nvPr/>
        </p:nvGrpSpPr>
        <p:grpSpPr>
          <a:xfrm rot="0">
            <a:off x="4662170" y="1890395"/>
            <a:ext cx="659130" cy="613410"/>
            <a:chOff x="9709" y="1216"/>
            <a:chExt cx="1350" cy="1096"/>
          </a:xfrm>
        </p:grpSpPr>
        <p:sp>
          <p:nvSpPr>
            <p:cNvPr id="26" name="椭圆 25"/>
            <p:cNvSpPr/>
            <p:nvPr/>
          </p:nvSpPr>
          <p:spPr>
            <a:xfrm>
              <a:off x="9711" y="1216"/>
              <a:ext cx="1348" cy="1096"/>
            </a:xfrm>
            <a:prstGeom prst="ellipse">
              <a:avLst/>
            </a:prstGeom>
            <a:solidFill>
              <a:srgbClr val="AFE8FB"/>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汉仪糯米团简" panose="00020600040101010101" charset="-122"/>
                <a:ea typeface="汉仪糯米团简" panose="00020600040101010101" charset="-122"/>
              </a:endParaRPr>
            </a:p>
          </p:txBody>
        </p:sp>
        <p:sp>
          <p:nvSpPr>
            <p:cNvPr id="29" name="文本框 28"/>
            <p:cNvSpPr txBox="1"/>
            <p:nvPr/>
          </p:nvSpPr>
          <p:spPr>
            <a:xfrm>
              <a:off x="9709" y="1332"/>
              <a:ext cx="1283" cy="980"/>
            </a:xfrm>
            <a:prstGeom prst="rect">
              <a:avLst/>
            </a:prstGeom>
            <a:noFill/>
            <a:ln>
              <a:noFill/>
            </a:ln>
          </p:spPr>
          <p:txBody>
            <a:bodyPr wrap="square" rtlCol="0">
              <a:spAutoFit/>
            </a:bodyPr>
            <a:p>
              <a:pPr algn="ctr">
                <a:lnSpc>
                  <a:spcPct val="70000"/>
                </a:lnSpc>
              </a:pPr>
              <a:r>
                <a:rPr lang="en-US" altLang="zh-CN" sz="4400" b="1">
                  <a:solidFill>
                    <a:schemeClr val="bg1"/>
                  </a:solidFill>
                  <a:latin typeface="汉仪糯米团简" panose="00020600040101010101" charset="-122"/>
                  <a:ea typeface="汉仪糯米团简" panose="00020600040101010101" charset="-122"/>
                </a:rPr>
                <a:t>2</a:t>
              </a:r>
              <a:endParaRPr lang="en-US" altLang="zh-CN" sz="4400" b="1">
                <a:solidFill>
                  <a:schemeClr val="bg1"/>
                </a:solidFill>
                <a:latin typeface="汉仪糯米团简" panose="00020600040101010101" charset="-122"/>
                <a:ea typeface="汉仪糯米团简" panose="00020600040101010101" charset="-122"/>
              </a:endParaRPr>
            </a:p>
          </p:txBody>
        </p:sp>
      </p:grpSp>
      <p:grpSp>
        <p:nvGrpSpPr>
          <p:cNvPr id="35" name="组合 34"/>
          <p:cNvGrpSpPr/>
          <p:nvPr/>
        </p:nvGrpSpPr>
        <p:grpSpPr>
          <a:xfrm rot="0">
            <a:off x="8159750" y="3941445"/>
            <a:ext cx="659130" cy="630200"/>
            <a:chOff x="9709" y="1216"/>
            <a:chExt cx="1350" cy="1126"/>
          </a:xfrm>
        </p:grpSpPr>
        <p:sp>
          <p:nvSpPr>
            <p:cNvPr id="36" name="椭圆 35"/>
            <p:cNvSpPr/>
            <p:nvPr/>
          </p:nvSpPr>
          <p:spPr>
            <a:xfrm>
              <a:off x="9711" y="1216"/>
              <a:ext cx="1348" cy="1096"/>
            </a:xfrm>
            <a:prstGeom prst="ellipse">
              <a:avLst/>
            </a:prstGeom>
            <a:solidFill>
              <a:srgbClr val="AFE8FB"/>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汉仪糯米团简" panose="00020600040101010101" charset="-122"/>
                <a:ea typeface="汉仪糯米团简" panose="00020600040101010101" charset="-122"/>
              </a:endParaRPr>
            </a:p>
          </p:txBody>
        </p:sp>
        <p:sp>
          <p:nvSpPr>
            <p:cNvPr id="38" name="文本框 37"/>
            <p:cNvSpPr txBox="1"/>
            <p:nvPr/>
          </p:nvSpPr>
          <p:spPr>
            <a:xfrm>
              <a:off x="9709" y="1332"/>
              <a:ext cx="1283" cy="1010"/>
            </a:xfrm>
            <a:prstGeom prst="rect">
              <a:avLst/>
            </a:prstGeom>
            <a:noFill/>
            <a:ln>
              <a:noFill/>
            </a:ln>
          </p:spPr>
          <p:txBody>
            <a:bodyPr wrap="square" rtlCol="0">
              <a:spAutoFit/>
            </a:bodyPr>
            <a:p>
              <a:pPr algn="ctr">
                <a:lnSpc>
                  <a:spcPct val="70000"/>
                </a:lnSpc>
              </a:pPr>
              <a:r>
                <a:rPr lang="en-US" altLang="zh-CN" sz="4400" b="1">
                  <a:solidFill>
                    <a:schemeClr val="bg1"/>
                  </a:solidFill>
                  <a:latin typeface="汉仪糯米团简" panose="00020600040101010101" charset="-122"/>
                  <a:ea typeface="汉仪糯米团简" panose="00020600040101010101" charset="-122"/>
                </a:rPr>
                <a:t>4</a:t>
              </a:r>
              <a:endParaRPr lang="en-US" altLang="zh-CN" sz="4400" b="1">
                <a:solidFill>
                  <a:schemeClr val="bg1"/>
                </a:solidFill>
                <a:latin typeface="汉仪糯米团简" panose="00020600040101010101" charset="-122"/>
                <a:ea typeface="汉仪糯米团简" panose="00020600040101010101" charset="-122"/>
              </a:endParaRPr>
            </a:p>
          </p:txBody>
        </p:sp>
      </p:grpSp>
    </p:spTree>
    <p:custDataLst>
      <p:tags r:id="rId7"/>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8" name="文本框 7"/>
          <p:cNvSpPr txBox="1"/>
          <p:nvPr/>
        </p:nvSpPr>
        <p:spPr>
          <a:xfrm>
            <a:off x="1155700" y="2562225"/>
            <a:ext cx="2787650" cy="521970"/>
          </a:xfrm>
          <a:prstGeom prst="rect">
            <a:avLst/>
          </a:prstGeom>
          <a:noFill/>
        </p:spPr>
        <p:txBody>
          <a:bodyPr wrap="square" rtlCol="0">
            <a:spAutoFit/>
          </a:bodyPr>
          <a:p>
            <a:pPr algn="ctr">
              <a:buFont typeface="+mj-lt"/>
            </a:pPr>
            <a:r>
              <a:rPr lang="zh-CN" altLang="en-US" sz="2800" dirty="0">
                <a:solidFill>
                  <a:schemeClr val="bg1"/>
                </a:solidFill>
                <a:latin typeface="汉仪糯米团简" panose="00020600040101010101" charset="-122"/>
                <a:ea typeface="汉仪糯米团简" panose="00020600040101010101" charset="-122"/>
                <a:sym typeface="+mn-ea"/>
              </a:rPr>
              <a:t>请输入您的标题</a:t>
            </a:r>
            <a:endParaRPr lang="zh-CN" altLang="en-US" sz="2800" dirty="0">
              <a:solidFill>
                <a:schemeClr val="bg1"/>
              </a:solidFill>
              <a:latin typeface="汉仪糯米团简" panose="00020600040101010101" charset="-122"/>
              <a:ea typeface="汉仪糯米团简" panose="00020600040101010101" charset="-122"/>
              <a:sym typeface="+mn-ea"/>
            </a:endParaRPr>
          </a:p>
        </p:txBody>
      </p:sp>
      <p:sp>
        <p:nvSpPr>
          <p:cNvPr id="9" name="文本框 8"/>
          <p:cNvSpPr txBox="1"/>
          <p:nvPr/>
        </p:nvSpPr>
        <p:spPr>
          <a:xfrm>
            <a:off x="1156970" y="3169920"/>
            <a:ext cx="2787015" cy="1370965"/>
          </a:xfrm>
          <a:prstGeom prst="rect">
            <a:avLst/>
          </a:prstGeom>
          <a:noFill/>
        </p:spPr>
        <p:txBody>
          <a:bodyPr wrap="square" rtlCol="0">
            <a:spAutoFit/>
          </a:bodyPr>
          <a:p>
            <a:pPr lvl="0" indent="0" algn="ctr" fontAlgn="base">
              <a:lnSpc>
                <a:spcPct val="130000"/>
              </a:lnSpc>
              <a:buFont typeface="Wingdings" panose="05000000000000000000" pitchFamily="2" charset="2"/>
              <a:buNone/>
            </a:pPr>
            <a:r>
              <a:rPr lang="en-US" altLang="zh-CN" sz="1600" dirty="0">
                <a:solidFill>
                  <a:schemeClr val="bg1"/>
                </a:solidFill>
                <a:latin typeface="汉仪糯米团简" panose="00020600040101010101" charset="-122"/>
                <a:ea typeface="汉仪糯米团简" panose="00020600040101010101" charset="-122"/>
                <a:sym typeface="+mn-ea"/>
              </a:rPr>
              <a:t>Lorem ipsum dolor sit amet, consectetuer adipiscing elit. </a:t>
            </a:r>
            <a:r>
              <a:rPr lang="en-US" altLang="zh-CN" sz="1600" dirty="0">
                <a:solidFill>
                  <a:schemeClr val="bg1"/>
                </a:solidFill>
                <a:latin typeface="汉仪糯米团简" panose="00020600040101010101" charset="-122"/>
                <a:ea typeface="汉仪糯米团简" panose="00020600040101010101" charset="-122"/>
                <a:sym typeface="+mn-ea"/>
              </a:rPr>
              <a:t>Lorem ipsum dolor sit amet, consectetuer adipiscing elit. </a:t>
            </a:r>
            <a:endParaRPr lang="en-US" altLang="zh-CN" sz="1600" dirty="0">
              <a:solidFill>
                <a:schemeClr val="bg1"/>
              </a:solidFill>
              <a:latin typeface="汉仪糯米团简" panose="00020600040101010101" charset="-122"/>
              <a:ea typeface="汉仪糯米团简" panose="00020600040101010101" charset="-122"/>
              <a:sym typeface="+mn-ea"/>
            </a:endParaRPr>
          </a:p>
        </p:txBody>
      </p:sp>
      <p:sp>
        <p:nvSpPr>
          <p:cNvPr id="136" name="人"/>
          <p:cNvSpPr/>
          <p:nvPr/>
        </p:nvSpPr>
        <p:spPr bwMode="auto">
          <a:xfrm>
            <a:off x="2240915" y="1560195"/>
            <a:ext cx="616585" cy="718820"/>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chemeClr val="bg1"/>
          </a:solidFill>
          <a:ln>
            <a:noFill/>
          </a:ln>
        </p:spPr>
      </p:sp>
      <p:sp>
        <p:nvSpPr>
          <p:cNvPr id="66" name="同侧圆角矩形 65"/>
          <p:cNvSpPr/>
          <p:nvPr/>
        </p:nvSpPr>
        <p:spPr>
          <a:xfrm>
            <a:off x="1156335" y="1270000"/>
            <a:ext cx="2787650" cy="3845560"/>
          </a:xfrm>
          <a:prstGeom prst="round2SameRect">
            <a:avLst>
              <a:gd name="adj1" fmla="val 19886"/>
              <a:gd name="adj2" fmla="val 0"/>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3" name="文本框 82"/>
          <p:cNvSpPr txBox="1"/>
          <p:nvPr/>
        </p:nvSpPr>
        <p:spPr>
          <a:xfrm>
            <a:off x="8248650" y="2562225"/>
            <a:ext cx="2787650" cy="521970"/>
          </a:xfrm>
          <a:prstGeom prst="rect">
            <a:avLst/>
          </a:prstGeom>
          <a:noFill/>
        </p:spPr>
        <p:txBody>
          <a:bodyPr wrap="square" rtlCol="0">
            <a:spAutoFit/>
          </a:bodyPr>
          <a:p>
            <a:pPr algn="ctr">
              <a:buFont typeface="+mj-lt"/>
            </a:pPr>
            <a:r>
              <a:rPr lang="zh-CN" altLang="en-US" sz="2800" dirty="0">
                <a:solidFill>
                  <a:schemeClr val="bg1"/>
                </a:solidFill>
                <a:latin typeface="汉仪糯米团简" panose="00020600040101010101" charset="-122"/>
                <a:ea typeface="汉仪糯米团简" panose="00020600040101010101" charset="-122"/>
                <a:sym typeface="+mn-ea"/>
              </a:rPr>
              <a:t>请输入您的标题</a:t>
            </a:r>
            <a:endParaRPr lang="zh-CN" altLang="en-US" sz="2800" dirty="0">
              <a:solidFill>
                <a:schemeClr val="bg1"/>
              </a:solidFill>
              <a:latin typeface="汉仪糯米团简" panose="00020600040101010101" charset="-122"/>
              <a:ea typeface="汉仪糯米团简" panose="00020600040101010101" charset="-122"/>
              <a:sym typeface="+mn-ea"/>
            </a:endParaRPr>
          </a:p>
        </p:txBody>
      </p:sp>
      <p:sp>
        <p:nvSpPr>
          <p:cNvPr id="84" name="文本框 83"/>
          <p:cNvSpPr txBox="1"/>
          <p:nvPr/>
        </p:nvSpPr>
        <p:spPr>
          <a:xfrm>
            <a:off x="8249920" y="3169920"/>
            <a:ext cx="2787015" cy="1370965"/>
          </a:xfrm>
          <a:prstGeom prst="rect">
            <a:avLst/>
          </a:prstGeom>
          <a:noFill/>
        </p:spPr>
        <p:txBody>
          <a:bodyPr wrap="square" rtlCol="0">
            <a:spAutoFit/>
          </a:bodyPr>
          <a:p>
            <a:pPr lvl="0" indent="0" algn="ctr" fontAlgn="base">
              <a:lnSpc>
                <a:spcPct val="130000"/>
              </a:lnSpc>
              <a:buFont typeface="Wingdings" panose="05000000000000000000" pitchFamily="2" charset="2"/>
              <a:buNone/>
            </a:pPr>
            <a:r>
              <a:rPr lang="en-US" altLang="zh-CN" sz="1600" dirty="0">
                <a:solidFill>
                  <a:schemeClr val="bg1"/>
                </a:solidFill>
                <a:latin typeface="汉仪糯米团简" panose="00020600040101010101" charset="-122"/>
                <a:ea typeface="汉仪糯米团简" panose="00020600040101010101" charset="-122"/>
                <a:sym typeface="+mn-ea"/>
              </a:rPr>
              <a:t>Lorem ipsum dolor sit amet, consectetuer adipiscing elit. </a:t>
            </a:r>
            <a:r>
              <a:rPr lang="en-US" altLang="zh-CN" sz="1600" dirty="0">
                <a:solidFill>
                  <a:schemeClr val="bg1"/>
                </a:solidFill>
                <a:latin typeface="汉仪糯米团简" panose="00020600040101010101" charset="-122"/>
                <a:ea typeface="汉仪糯米团简" panose="00020600040101010101" charset="-122"/>
                <a:sym typeface="+mn-ea"/>
              </a:rPr>
              <a:t>Lorem ipsum dolor sit amet, consectetuer adipiscing elit. </a:t>
            </a:r>
            <a:endParaRPr lang="en-US" altLang="zh-CN" sz="1600" dirty="0">
              <a:solidFill>
                <a:schemeClr val="bg1"/>
              </a:solidFill>
              <a:latin typeface="汉仪糯米团简" panose="00020600040101010101" charset="-122"/>
              <a:ea typeface="汉仪糯米团简" panose="00020600040101010101" charset="-122"/>
              <a:sym typeface="+mn-ea"/>
            </a:endParaRPr>
          </a:p>
        </p:txBody>
      </p:sp>
      <p:sp>
        <p:nvSpPr>
          <p:cNvPr id="86" name="同侧圆角矩形 85"/>
          <p:cNvSpPr/>
          <p:nvPr/>
        </p:nvSpPr>
        <p:spPr>
          <a:xfrm>
            <a:off x="8249285" y="1270000"/>
            <a:ext cx="2787650" cy="3845560"/>
          </a:xfrm>
          <a:prstGeom prst="round2SameRect">
            <a:avLst>
              <a:gd name="adj1" fmla="val 19886"/>
              <a:gd name="adj2" fmla="val 0"/>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9" name="文本框 88"/>
          <p:cNvSpPr txBox="1"/>
          <p:nvPr/>
        </p:nvSpPr>
        <p:spPr>
          <a:xfrm>
            <a:off x="4700270" y="2562225"/>
            <a:ext cx="2787650" cy="521970"/>
          </a:xfrm>
          <a:prstGeom prst="rect">
            <a:avLst/>
          </a:prstGeom>
          <a:noFill/>
        </p:spPr>
        <p:txBody>
          <a:bodyPr wrap="square" rtlCol="0">
            <a:spAutoFit/>
          </a:bodyPr>
          <a:p>
            <a:pPr algn="ctr">
              <a:buFont typeface="+mj-lt"/>
            </a:pPr>
            <a:r>
              <a:rPr lang="zh-CN" altLang="en-US" sz="2800" dirty="0">
                <a:solidFill>
                  <a:schemeClr val="bg1"/>
                </a:solidFill>
                <a:latin typeface="汉仪糯米团简" panose="00020600040101010101" charset="-122"/>
                <a:ea typeface="汉仪糯米团简" panose="00020600040101010101" charset="-122"/>
                <a:sym typeface="+mn-ea"/>
              </a:rPr>
              <a:t>请输入您的标题</a:t>
            </a:r>
            <a:endParaRPr lang="zh-CN" altLang="en-US" sz="2800" dirty="0">
              <a:solidFill>
                <a:schemeClr val="bg1"/>
              </a:solidFill>
              <a:latin typeface="汉仪糯米团简" panose="00020600040101010101" charset="-122"/>
              <a:ea typeface="汉仪糯米团简" panose="00020600040101010101" charset="-122"/>
              <a:sym typeface="+mn-ea"/>
            </a:endParaRPr>
          </a:p>
        </p:txBody>
      </p:sp>
      <p:sp>
        <p:nvSpPr>
          <p:cNvPr id="90" name="文本框 89"/>
          <p:cNvSpPr txBox="1"/>
          <p:nvPr/>
        </p:nvSpPr>
        <p:spPr>
          <a:xfrm>
            <a:off x="4701540" y="3169920"/>
            <a:ext cx="2787015" cy="1370965"/>
          </a:xfrm>
          <a:prstGeom prst="rect">
            <a:avLst/>
          </a:prstGeom>
          <a:noFill/>
        </p:spPr>
        <p:txBody>
          <a:bodyPr wrap="square" rtlCol="0">
            <a:spAutoFit/>
          </a:bodyPr>
          <a:p>
            <a:pPr lvl="0" indent="0" algn="ctr" fontAlgn="base">
              <a:lnSpc>
                <a:spcPct val="130000"/>
              </a:lnSpc>
              <a:buFont typeface="Wingdings" panose="05000000000000000000" pitchFamily="2" charset="2"/>
              <a:buNone/>
            </a:pPr>
            <a:r>
              <a:rPr lang="en-US" altLang="zh-CN" sz="1600" dirty="0">
                <a:solidFill>
                  <a:schemeClr val="bg1"/>
                </a:solidFill>
                <a:latin typeface="汉仪糯米团简" panose="00020600040101010101" charset="-122"/>
                <a:ea typeface="汉仪糯米团简" panose="00020600040101010101" charset="-122"/>
                <a:sym typeface="+mn-ea"/>
              </a:rPr>
              <a:t>Lorem ipsum dolor sit amet, consectetuer adipiscing elit. </a:t>
            </a:r>
            <a:r>
              <a:rPr lang="en-US" altLang="zh-CN" sz="1600" dirty="0">
                <a:solidFill>
                  <a:schemeClr val="bg1"/>
                </a:solidFill>
                <a:latin typeface="汉仪糯米团简" panose="00020600040101010101" charset="-122"/>
                <a:ea typeface="汉仪糯米团简" panose="00020600040101010101" charset="-122"/>
                <a:sym typeface="+mn-ea"/>
              </a:rPr>
              <a:t>Lorem ipsum dolor sit amet, consectetuer adipiscing elit. </a:t>
            </a:r>
            <a:endParaRPr lang="en-US" altLang="zh-CN" sz="1600" dirty="0">
              <a:solidFill>
                <a:schemeClr val="bg1"/>
              </a:solidFill>
              <a:latin typeface="汉仪糯米团简" panose="00020600040101010101" charset="-122"/>
              <a:ea typeface="汉仪糯米团简" panose="00020600040101010101" charset="-122"/>
              <a:sym typeface="+mn-ea"/>
            </a:endParaRPr>
          </a:p>
        </p:txBody>
      </p:sp>
      <p:sp>
        <p:nvSpPr>
          <p:cNvPr id="92" name="同侧圆角矩形 91"/>
          <p:cNvSpPr/>
          <p:nvPr/>
        </p:nvSpPr>
        <p:spPr>
          <a:xfrm>
            <a:off x="4700905" y="1270000"/>
            <a:ext cx="2787650" cy="3845560"/>
          </a:xfrm>
          <a:prstGeom prst="round2SameRect">
            <a:avLst>
              <a:gd name="adj1" fmla="val 19886"/>
              <a:gd name="adj2" fmla="val 0"/>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4" name="Freeform 97"/>
          <p:cNvSpPr>
            <a:spLocks noChangeArrowheads="1"/>
          </p:cNvSpPr>
          <p:nvPr/>
        </p:nvSpPr>
        <p:spPr bwMode="auto">
          <a:xfrm flipH="1">
            <a:off x="5725160" y="1560195"/>
            <a:ext cx="742315" cy="718820"/>
          </a:xfrm>
          <a:custGeom>
            <a:avLst/>
            <a:gdLst>
              <a:gd name="T0" fmla="*/ 103587 w 497"/>
              <a:gd name="T1" fmla="*/ 104160 h 426"/>
              <a:gd name="T2" fmla="*/ 103587 w 497"/>
              <a:gd name="T3" fmla="*/ 104160 h 426"/>
              <a:gd name="T4" fmla="*/ 123403 w 497"/>
              <a:gd name="T5" fmla="*/ 104160 h 426"/>
              <a:gd name="T6" fmla="*/ 123403 w 497"/>
              <a:gd name="T7" fmla="*/ 124000 h 426"/>
              <a:gd name="T8" fmla="*/ 223387 w 497"/>
              <a:gd name="T9" fmla="*/ 124000 h 426"/>
              <a:gd name="T10" fmla="*/ 219333 w 497"/>
              <a:gd name="T11" fmla="*/ 59971 h 426"/>
              <a:gd name="T12" fmla="*/ 199517 w 497"/>
              <a:gd name="T13" fmla="*/ 36073 h 426"/>
              <a:gd name="T14" fmla="*/ 163487 w 497"/>
              <a:gd name="T15" fmla="*/ 36073 h 426"/>
              <a:gd name="T16" fmla="*/ 151777 w 497"/>
              <a:gd name="T17" fmla="*/ 12175 h 426"/>
              <a:gd name="T18" fmla="*/ 135113 w 497"/>
              <a:gd name="T19" fmla="*/ 0 h 426"/>
              <a:gd name="T20" fmla="*/ 87373 w 497"/>
              <a:gd name="T21" fmla="*/ 0 h 426"/>
              <a:gd name="T22" fmla="*/ 75663 w 497"/>
              <a:gd name="T23" fmla="*/ 12175 h 426"/>
              <a:gd name="T24" fmla="*/ 59900 w 497"/>
              <a:gd name="T25" fmla="*/ 36073 h 426"/>
              <a:gd name="T26" fmla="*/ 23870 w 497"/>
              <a:gd name="T27" fmla="*/ 36073 h 426"/>
              <a:gd name="T28" fmla="*/ 4053 w 497"/>
              <a:gd name="T29" fmla="*/ 59971 h 426"/>
              <a:gd name="T30" fmla="*/ 0 w 497"/>
              <a:gd name="T31" fmla="*/ 124000 h 426"/>
              <a:gd name="T32" fmla="*/ 103587 w 497"/>
              <a:gd name="T33" fmla="*/ 124000 h 426"/>
              <a:gd name="T34" fmla="*/ 103587 w 497"/>
              <a:gd name="T35" fmla="*/ 104160 h 426"/>
              <a:gd name="T36" fmla="*/ 83770 w 497"/>
              <a:gd name="T37" fmla="*/ 23898 h 426"/>
              <a:gd name="T38" fmla="*/ 83770 w 497"/>
              <a:gd name="T39" fmla="*/ 23898 h 426"/>
              <a:gd name="T40" fmla="*/ 95480 w 497"/>
              <a:gd name="T41" fmla="*/ 16233 h 426"/>
              <a:gd name="T42" fmla="*/ 127907 w 497"/>
              <a:gd name="T43" fmla="*/ 16233 h 426"/>
              <a:gd name="T44" fmla="*/ 139166 w 497"/>
              <a:gd name="T45" fmla="*/ 23898 h 426"/>
              <a:gd name="T46" fmla="*/ 143670 w 497"/>
              <a:gd name="T47" fmla="*/ 36073 h 426"/>
              <a:gd name="T48" fmla="*/ 79717 w 497"/>
              <a:gd name="T49" fmla="*/ 36073 h 426"/>
              <a:gd name="T50" fmla="*/ 83770 w 497"/>
              <a:gd name="T51" fmla="*/ 23898 h 426"/>
              <a:gd name="T52" fmla="*/ 123403 w 497"/>
              <a:gd name="T53" fmla="*/ 160073 h 426"/>
              <a:gd name="T54" fmla="*/ 123403 w 497"/>
              <a:gd name="T55" fmla="*/ 160073 h 426"/>
              <a:gd name="T56" fmla="*/ 103587 w 497"/>
              <a:gd name="T57" fmla="*/ 160073 h 426"/>
              <a:gd name="T58" fmla="*/ 103587 w 497"/>
              <a:gd name="T59" fmla="*/ 136175 h 426"/>
              <a:gd name="T60" fmla="*/ 4053 w 497"/>
              <a:gd name="T61" fmla="*/ 136175 h 426"/>
              <a:gd name="T62" fmla="*/ 7656 w 497"/>
              <a:gd name="T63" fmla="*/ 171797 h 426"/>
              <a:gd name="T64" fmla="*/ 27923 w 497"/>
              <a:gd name="T65" fmla="*/ 191637 h 426"/>
              <a:gd name="T66" fmla="*/ 195463 w 497"/>
              <a:gd name="T67" fmla="*/ 191637 h 426"/>
              <a:gd name="T68" fmla="*/ 215280 w 497"/>
              <a:gd name="T69" fmla="*/ 171797 h 426"/>
              <a:gd name="T70" fmla="*/ 219333 w 497"/>
              <a:gd name="T71" fmla="*/ 136175 h 426"/>
              <a:gd name="T72" fmla="*/ 123403 w 497"/>
              <a:gd name="T73" fmla="*/ 136175 h 426"/>
              <a:gd name="T74" fmla="*/ 123403 w 497"/>
              <a:gd name="T75" fmla="*/ 160073 h 4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97" h="426">
                <a:moveTo>
                  <a:pt x="230" y="231"/>
                </a:moveTo>
                <a:lnTo>
                  <a:pt x="230" y="231"/>
                </a:lnTo>
                <a:cubicBezTo>
                  <a:pt x="274" y="231"/>
                  <a:pt x="274" y="231"/>
                  <a:pt x="274" y="231"/>
                </a:cubicBezTo>
                <a:cubicBezTo>
                  <a:pt x="274" y="275"/>
                  <a:pt x="274" y="275"/>
                  <a:pt x="274" y="275"/>
                </a:cubicBezTo>
                <a:cubicBezTo>
                  <a:pt x="496" y="275"/>
                  <a:pt x="496" y="275"/>
                  <a:pt x="496" y="275"/>
                </a:cubicBezTo>
                <a:cubicBezTo>
                  <a:pt x="496" y="275"/>
                  <a:pt x="496" y="168"/>
                  <a:pt x="487" y="133"/>
                </a:cubicBezTo>
                <a:cubicBezTo>
                  <a:pt x="487" y="97"/>
                  <a:pt x="478" y="80"/>
                  <a:pt x="443" y="80"/>
                </a:cubicBezTo>
                <a:cubicBezTo>
                  <a:pt x="363" y="80"/>
                  <a:pt x="363" y="80"/>
                  <a:pt x="363" y="80"/>
                </a:cubicBezTo>
                <a:cubicBezTo>
                  <a:pt x="345" y="53"/>
                  <a:pt x="337" y="27"/>
                  <a:pt x="337" y="27"/>
                </a:cubicBezTo>
                <a:cubicBezTo>
                  <a:pt x="328" y="9"/>
                  <a:pt x="319" y="0"/>
                  <a:pt x="300" y="0"/>
                </a:cubicBezTo>
                <a:cubicBezTo>
                  <a:pt x="194" y="0"/>
                  <a:pt x="194" y="0"/>
                  <a:pt x="194" y="0"/>
                </a:cubicBezTo>
                <a:cubicBezTo>
                  <a:pt x="177" y="0"/>
                  <a:pt x="168" y="9"/>
                  <a:pt x="168" y="27"/>
                </a:cubicBezTo>
                <a:cubicBezTo>
                  <a:pt x="159" y="27"/>
                  <a:pt x="150" y="53"/>
                  <a:pt x="133" y="80"/>
                </a:cubicBezTo>
                <a:cubicBezTo>
                  <a:pt x="53" y="80"/>
                  <a:pt x="53" y="80"/>
                  <a:pt x="53" y="80"/>
                </a:cubicBezTo>
                <a:cubicBezTo>
                  <a:pt x="17" y="80"/>
                  <a:pt x="9" y="97"/>
                  <a:pt x="9" y="133"/>
                </a:cubicBezTo>
                <a:cubicBezTo>
                  <a:pt x="0" y="168"/>
                  <a:pt x="0" y="275"/>
                  <a:pt x="0" y="275"/>
                </a:cubicBezTo>
                <a:cubicBezTo>
                  <a:pt x="230" y="275"/>
                  <a:pt x="230" y="275"/>
                  <a:pt x="230" y="275"/>
                </a:cubicBezTo>
                <a:lnTo>
                  <a:pt x="230" y="231"/>
                </a:lnTo>
                <a:close/>
                <a:moveTo>
                  <a:pt x="186" y="53"/>
                </a:moveTo>
                <a:lnTo>
                  <a:pt x="186" y="53"/>
                </a:lnTo>
                <a:cubicBezTo>
                  <a:pt x="194" y="44"/>
                  <a:pt x="194" y="36"/>
                  <a:pt x="212" y="36"/>
                </a:cubicBezTo>
                <a:cubicBezTo>
                  <a:pt x="284" y="36"/>
                  <a:pt x="284" y="36"/>
                  <a:pt x="284" y="36"/>
                </a:cubicBezTo>
                <a:cubicBezTo>
                  <a:pt x="300" y="36"/>
                  <a:pt x="300" y="44"/>
                  <a:pt x="309" y="53"/>
                </a:cubicBezTo>
                <a:cubicBezTo>
                  <a:pt x="309" y="53"/>
                  <a:pt x="319" y="71"/>
                  <a:pt x="319" y="80"/>
                </a:cubicBezTo>
                <a:cubicBezTo>
                  <a:pt x="177" y="80"/>
                  <a:pt x="177" y="80"/>
                  <a:pt x="177" y="80"/>
                </a:cubicBezTo>
                <a:cubicBezTo>
                  <a:pt x="186" y="71"/>
                  <a:pt x="186" y="53"/>
                  <a:pt x="186" y="53"/>
                </a:cubicBezTo>
                <a:close/>
                <a:moveTo>
                  <a:pt x="274" y="355"/>
                </a:moveTo>
                <a:lnTo>
                  <a:pt x="274" y="355"/>
                </a:lnTo>
                <a:cubicBezTo>
                  <a:pt x="230" y="355"/>
                  <a:pt x="230" y="355"/>
                  <a:pt x="230" y="355"/>
                </a:cubicBezTo>
                <a:cubicBezTo>
                  <a:pt x="230" y="302"/>
                  <a:pt x="230" y="302"/>
                  <a:pt x="230" y="302"/>
                </a:cubicBezTo>
                <a:cubicBezTo>
                  <a:pt x="9" y="302"/>
                  <a:pt x="9" y="302"/>
                  <a:pt x="9" y="302"/>
                </a:cubicBezTo>
                <a:cubicBezTo>
                  <a:pt x="9" y="302"/>
                  <a:pt x="17" y="346"/>
                  <a:pt x="17" y="381"/>
                </a:cubicBezTo>
                <a:cubicBezTo>
                  <a:pt x="17" y="399"/>
                  <a:pt x="26" y="425"/>
                  <a:pt x="62" y="425"/>
                </a:cubicBezTo>
                <a:cubicBezTo>
                  <a:pt x="434" y="425"/>
                  <a:pt x="434" y="425"/>
                  <a:pt x="434" y="425"/>
                </a:cubicBezTo>
                <a:cubicBezTo>
                  <a:pt x="469" y="425"/>
                  <a:pt x="478" y="399"/>
                  <a:pt x="478" y="381"/>
                </a:cubicBezTo>
                <a:cubicBezTo>
                  <a:pt x="478" y="346"/>
                  <a:pt x="487" y="302"/>
                  <a:pt x="487" y="302"/>
                </a:cubicBezTo>
                <a:cubicBezTo>
                  <a:pt x="274" y="302"/>
                  <a:pt x="274" y="302"/>
                  <a:pt x="274" y="302"/>
                </a:cubicBezTo>
                <a:lnTo>
                  <a:pt x="274" y="355"/>
                </a:lnTo>
                <a:close/>
              </a:path>
            </a:pathLst>
          </a:custGeom>
          <a:solidFill>
            <a:schemeClr val="bg1"/>
          </a:solidFill>
          <a:ln>
            <a:noFill/>
          </a:ln>
          <a:effectLst/>
        </p:spPr>
      </p:sp>
      <p:sp>
        <p:nvSpPr>
          <p:cNvPr id="95" name="齿轮"/>
          <p:cNvSpPr/>
          <p:nvPr/>
        </p:nvSpPr>
        <p:spPr bwMode="auto">
          <a:xfrm flipH="1">
            <a:off x="9272270" y="1560830"/>
            <a:ext cx="739775" cy="718185"/>
          </a:xfrm>
          <a:custGeom>
            <a:avLst/>
            <a:gdLst>
              <a:gd name="T0" fmla="*/ 1678526 w 2768"/>
              <a:gd name="T1" fmla="*/ 720029 h 2768"/>
              <a:gd name="T2" fmla="*/ 1532963 w 2768"/>
              <a:gd name="T3" fmla="*/ 720029 h 2768"/>
              <a:gd name="T4" fmla="*/ 1472528 w 2768"/>
              <a:gd name="T5" fmla="*/ 574982 h 2768"/>
              <a:gd name="T6" fmla="*/ 1577152 w 2768"/>
              <a:gd name="T7" fmla="*/ 469612 h 2768"/>
              <a:gd name="T8" fmla="*/ 1577152 w 2768"/>
              <a:gd name="T9" fmla="*/ 299199 h 2768"/>
              <a:gd name="T10" fmla="*/ 1492023 w 2768"/>
              <a:gd name="T11" fmla="*/ 213992 h 2768"/>
              <a:gd name="T12" fmla="*/ 1321766 w 2768"/>
              <a:gd name="T13" fmla="*/ 213992 h 2768"/>
              <a:gd name="T14" fmla="*/ 1215193 w 2768"/>
              <a:gd name="T15" fmla="*/ 320663 h 2768"/>
              <a:gd name="T16" fmla="*/ 1079378 w 2768"/>
              <a:gd name="T17" fmla="*/ 265376 h 2768"/>
              <a:gd name="T18" fmla="*/ 1079378 w 2768"/>
              <a:gd name="T19" fmla="*/ 119680 h 2768"/>
              <a:gd name="T20" fmla="*/ 959158 w 2768"/>
              <a:gd name="T21" fmla="*/ 0 h 2768"/>
              <a:gd name="T22" fmla="*/ 839588 w 2768"/>
              <a:gd name="T23" fmla="*/ 0 h 2768"/>
              <a:gd name="T24" fmla="*/ 719368 w 2768"/>
              <a:gd name="T25" fmla="*/ 119680 h 2768"/>
              <a:gd name="T26" fmla="*/ 719368 w 2768"/>
              <a:gd name="T27" fmla="*/ 265376 h 2768"/>
              <a:gd name="T28" fmla="*/ 579004 w 2768"/>
              <a:gd name="T29" fmla="*/ 323265 h 2768"/>
              <a:gd name="T30" fmla="*/ 469182 w 2768"/>
              <a:gd name="T31" fmla="*/ 213992 h 2768"/>
              <a:gd name="T32" fmla="*/ 298925 w 2768"/>
              <a:gd name="T33" fmla="*/ 213992 h 2768"/>
              <a:gd name="T34" fmla="*/ 213796 w 2768"/>
              <a:gd name="T35" fmla="*/ 299199 h 2768"/>
              <a:gd name="T36" fmla="*/ 213796 w 2768"/>
              <a:gd name="T37" fmla="*/ 469612 h 2768"/>
              <a:gd name="T38" fmla="*/ 322968 w 2768"/>
              <a:gd name="T39" fmla="*/ 579535 h 2768"/>
              <a:gd name="T40" fmla="*/ 265133 w 2768"/>
              <a:gd name="T41" fmla="*/ 720029 h 2768"/>
              <a:gd name="T42" fmla="*/ 119570 w 2768"/>
              <a:gd name="T43" fmla="*/ 720029 h 2768"/>
              <a:gd name="T44" fmla="*/ 0 w 2768"/>
              <a:gd name="T45" fmla="*/ 839708 h 2768"/>
              <a:gd name="T46" fmla="*/ 0 w 2768"/>
              <a:gd name="T47" fmla="*/ 960038 h 2768"/>
              <a:gd name="T48" fmla="*/ 119570 w 2768"/>
              <a:gd name="T49" fmla="*/ 1080368 h 2768"/>
              <a:gd name="T50" fmla="*/ 265133 w 2768"/>
              <a:gd name="T51" fmla="*/ 1080368 h 2768"/>
              <a:gd name="T52" fmla="*/ 320369 w 2768"/>
              <a:gd name="T53" fmla="*/ 1216309 h 2768"/>
              <a:gd name="T54" fmla="*/ 213796 w 2768"/>
              <a:gd name="T55" fmla="*/ 1322980 h 2768"/>
              <a:gd name="T56" fmla="*/ 213796 w 2768"/>
              <a:gd name="T57" fmla="*/ 1493393 h 2768"/>
              <a:gd name="T58" fmla="*/ 298925 w 2768"/>
              <a:gd name="T59" fmla="*/ 1578600 h 2768"/>
              <a:gd name="T60" fmla="*/ 469182 w 2768"/>
              <a:gd name="T61" fmla="*/ 1578600 h 2768"/>
              <a:gd name="T62" fmla="*/ 573805 w 2768"/>
              <a:gd name="T63" fmla="*/ 1473880 h 2768"/>
              <a:gd name="T64" fmla="*/ 719368 w 2768"/>
              <a:gd name="T65" fmla="*/ 1534370 h 2768"/>
              <a:gd name="T66" fmla="*/ 719368 w 2768"/>
              <a:gd name="T67" fmla="*/ 1680067 h 2768"/>
              <a:gd name="T68" fmla="*/ 839588 w 2768"/>
              <a:gd name="T69" fmla="*/ 1800397 h 2768"/>
              <a:gd name="T70" fmla="*/ 959158 w 2768"/>
              <a:gd name="T71" fmla="*/ 1800397 h 2768"/>
              <a:gd name="T72" fmla="*/ 1079378 w 2768"/>
              <a:gd name="T73" fmla="*/ 1680067 h 2768"/>
              <a:gd name="T74" fmla="*/ 1079378 w 2768"/>
              <a:gd name="T75" fmla="*/ 1534370 h 2768"/>
              <a:gd name="T76" fmla="*/ 1219742 w 2768"/>
              <a:gd name="T77" fmla="*/ 1476482 h 2768"/>
              <a:gd name="T78" fmla="*/ 1321766 w 2768"/>
              <a:gd name="T79" fmla="*/ 1578600 h 2768"/>
              <a:gd name="T80" fmla="*/ 1492023 w 2768"/>
              <a:gd name="T81" fmla="*/ 1578600 h 2768"/>
              <a:gd name="T82" fmla="*/ 1577152 w 2768"/>
              <a:gd name="T83" fmla="*/ 1493393 h 2768"/>
              <a:gd name="T84" fmla="*/ 1577152 w 2768"/>
              <a:gd name="T85" fmla="*/ 1322980 h 2768"/>
              <a:gd name="T86" fmla="*/ 1475128 w 2768"/>
              <a:gd name="T87" fmla="*/ 1220862 h 2768"/>
              <a:gd name="T88" fmla="*/ 1532963 w 2768"/>
              <a:gd name="T89" fmla="*/ 1080368 h 2768"/>
              <a:gd name="T90" fmla="*/ 1678526 w 2768"/>
              <a:gd name="T91" fmla="*/ 1080368 h 2768"/>
              <a:gd name="T92" fmla="*/ 1798746 w 2768"/>
              <a:gd name="T93" fmla="*/ 960038 h 2768"/>
              <a:gd name="T94" fmla="*/ 1798746 w 2768"/>
              <a:gd name="T95" fmla="*/ 839708 h 2768"/>
              <a:gd name="T96" fmla="*/ 1678526 w 2768"/>
              <a:gd name="T97" fmla="*/ 720029 h 2768"/>
              <a:gd name="T98" fmla="*/ 899373 w 2768"/>
              <a:gd name="T99" fmla="*/ 1259888 h 2768"/>
              <a:gd name="T100" fmla="*/ 539364 w 2768"/>
              <a:gd name="T101" fmla="*/ 900199 h 2768"/>
              <a:gd name="T102" fmla="*/ 899373 w 2768"/>
              <a:gd name="T103" fmla="*/ 539859 h 2768"/>
              <a:gd name="T104" fmla="*/ 1258732 w 2768"/>
              <a:gd name="T105" fmla="*/ 900199 h 2768"/>
              <a:gd name="T106" fmla="*/ 899373 w 2768"/>
              <a:gd name="T107" fmla="*/ 1259888 h 2768"/>
              <a:gd name="T108" fmla="*/ 899373 w 2768"/>
              <a:gd name="T109" fmla="*/ 720029 h 2768"/>
              <a:gd name="T110" fmla="*/ 719368 w 2768"/>
              <a:gd name="T111" fmla="*/ 900199 h 2768"/>
              <a:gd name="T112" fmla="*/ 899373 w 2768"/>
              <a:gd name="T113" fmla="*/ 1080368 h 2768"/>
              <a:gd name="T114" fmla="*/ 1079378 w 2768"/>
              <a:gd name="T115" fmla="*/ 900199 h 2768"/>
              <a:gd name="T116" fmla="*/ 899373 w 2768"/>
              <a:gd name="T117" fmla="*/ 720029 h 276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768" h="2768">
                <a:moveTo>
                  <a:pt x="2583" y="1107"/>
                </a:moveTo>
                <a:cubicBezTo>
                  <a:pt x="2359" y="1107"/>
                  <a:pt x="2359" y="1107"/>
                  <a:pt x="2359" y="1107"/>
                </a:cubicBezTo>
                <a:cubicBezTo>
                  <a:pt x="2337" y="1028"/>
                  <a:pt x="2306" y="953"/>
                  <a:pt x="2266" y="884"/>
                </a:cubicBezTo>
                <a:cubicBezTo>
                  <a:pt x="2427" y="722"/>
                  <a:pt x="2427" y="722"/>
                  <a:pt x="2427" y="722"/>
                </a:cubicBezTo>
                <a:cubicBezTo>
                  <a:pt x="2500" y="650"/>
                  <a:pt x="2500" y="532"/>
                  <a:pt x="2427" y="460"/>
                </a:cubicBezTo>
                <a:cubicBezTo>
                  <a:pt x="2296" y="329"/>
                  <a:pt x="2296" y="329"/>
                  <a:pt x="2296" y="329"/>
                </a:cubicBezTo>
                <a:cubicBezTo>
                  <a:pt x="2224" y="256"/>
                  <a:pt x="2106" y="256"/>
                  <a:pt x="2034" y="329"/>
                </a:cubicBezTo>
                <a:cubicBezTo>
                  <a:pt x="1870" y="493"/>
                  <a:pt x="1870" y="493"/>
                  <a:pt x="1870" y="493"/>
                </a:cubicBezTo>
                <a:cubicBezTo>
                  <a:pt x="1804" y="457"/>
                  <a:pt x="1734" y="429"/>
                  <a:pt x="1661" y="408"/>
                </a:cubicBezTo>
                <a:cubicBezTo>
                  <a:pt x="1661" y="184"/>
                  <a:pt x="1661" y="184"/>
                  <a:pt x="1661" y="184"/>
                </a:cubicBezTo>
                <a:cubicBezTo>
                  <a:pt x="1661" y="83"/>
                  <a:pt x="1578" y="0"/>
                  <a:pt x="1476" y="0"/>
                </a:cubicBezTo>
                <a:cubicBezTo>
                  <a:pt x="1292" y="0"/>
                  <a:pt x="1292" y="0"/>
                  <a:pt x="1292" y="0"/>
                </a:cubicBezTo>
                <a:cubicBezTo>
                  <a:pt x="1190" y="0"/>
                  <a:pt x="1107" y="83"/>
                  <a:pt x="1107" y="184"/>
                </a:cubicBezTo>
                <a:cubicBezTo>
                  <a:pt x="1107" y="408"/>
                  <a:pt x="1107" y="408"/>
                  <a:pt x="1107" y="408"/>
                </a:cubicBezTo>
                <a:cubicBezTo>
                  <a:pt x="1031" y="430"/>
                  <a:pt x="958" y="459"/>
                  <a:pt x="891" y="497"/>
                </a:cubicBezTo>
                <a:cubicBezTo>
                  <a:pt x="722" y="329"/>
                  <a:pt x="722" y="329"/>
                  <a:pt x="722" y="329"/>
                </a:cubicBezTo>
                <a:cubicBezTo>
                  <a:pt x="650" y="256"/>
                  <a:pt x="532" y="256"/>
                  <a:pt x="460" y="329"/>
                </a:cubicBezTo>
                <a:cubicBezTo>
                  <a:pt x="329" y="460"/>
                  <a:pt x="329" y="460"/>
                  <a:pt x="329" y="460"/>
                </a:cubicBezTo>
                <a:cubicBezTo>
                  <a:pt x="256" y="532"/>
                  <a:pt x="256" y="650"/>
                  <a:pt x="329" y="722"/>
                </a:cubicBezTo>
                <a:cubicBezTo>
                  <a:pt x="497" y="891"/>
                  <a:pt x="497" y="891"/>
                  <a:pt x="497" y="891"/>
                </a:cubicBezTo>
                <a:cubicBezTo>
                  <a:pt x="460" y="958"/>
                  <a:pt x="430" y="1031"/>
                  <a:pt x="408" y="1107"/>
                </a:cubicBezTo>
                <a:cubicBezTo>
                  <a:pt x="184" y="1107"/>
                  <a:pt x="184" y="1107"/>
                  <a:pt x="184" y="1107"/>
                </a:cubicBezTo>
                <a:cubicBezTo>
                  <a:pt x="83" y="1107"/>
                  <a:pt x="0" y="1190"/>
                  <a:pt x="0" y="1291"/>
                </a:cubicBezTo>
                <a:cubicBezTo>
                  <a:pt x="0" y="1476"/>
                  <a:pt x="0" y="1476"/>
                  <a:pt x="0" y="1476"/>
                </a:cubicBezTo>
                <a:cubicBezTo>
                  <a:pt x="0" y="1578"/>
                  <a:pt x="83" y="1661"/>
                  <a:pt x="184" y="1661"/>
                </a:cubicBezTo>
                <a:cubicBezTo>
                  <a:pt x="408" y="1661"/>
                  <a:pt x="408" y="1661"/>
                  <a:pt x="408" y="1661"/>
                </a:cubicBezTo>
                <a:cubicBezTo>
                  <a:pt x="429" y="1734"/>
                  <a:pt x="457" y="1804"/>
                  <a:pt x="493" y="1870"/>
                </a:cubicBezTo>
                <a:cubicBezTo>
                  <a:pt x="329" y="2034"/>
                  <a:pt x="329" y="2034"/>
                  <a:pt x="329" y="2034"/>
                </a:cubicBezTo>
                <a:cubicBezTo>
                  <a:pt x="256" y="2106"/>
                  <a:pt x="256" y="2224"/>
                  <a:pt x="329" y="2296"/>
                </a:cubicBezTo>
                <a:cubicBezTo>
                  <a:pt x="460" y="2427"/>
                  <a:pt x="460" y="2427"/>
                  <a:pt x="460" y="2427"/>
                </a:cubicBezTo>
                <a:cubicBezTo>
                  <a:pt x="532" y="2500"/>
                  <a:pt x="650" y="2500"/>
                  <a:pt x="722" y="2427"/>
                </a:cubicBezTo>
                <a:cubicBezTo>
                  <a:pt x="883" y="2266"/>
                  <a:pt x="883" y="2266"/>
                  <a:pt x="883" y="2266"/>
                </a:cubicBezTo>
                <a:cubicBezTo>
                  <a:pt x="953" y="2306"/>
                  <a:pt x="1028" y="2337"/>
                  <a:pt x="1107" y="2359"/>
                </a:cubicBezTo>
                <a:cubicBezTo>
                  <a:pt x="1107" y="2583"/>
                  <a:pt x="1107" y="2583"/>
                  <a:pt x="1107" y="2583"/>
                </a:cubicBezTo>
                <a:cubicBezTo>
                  <a:pt x="1107" y="2685"/>
                  <a:pt x="1190" y="2768"/>
                  <a:pt x="1292" y="2768"/>
                </a:cubicBezTo>
                <a:cubicBezTo>
                  <a:pt x="1476" y="2768"/>
                  <a:pt x="1476" y="2768"/>
                  <a:pt x="1476" y="2768"/>
                </a:cubicBezTo>
                <a:cubicBezTo>
                  <a:pt x="1578" y="2768"/>
                  <a:pt x="1661" y="2685"/>
                  <a:pt x="1661" y="2583"/>
                </a:cubicBezTo>
                <a:cubicBezTo>
                  <a:pt x="1661" y="2359"/>
                  <a:pt x="1661" y="2359"/>
                  <a:pt x="1661" y="2359"/>
                </a:cubicBezTo>
                <a:cubicBezTo>
                  <a:pt x="1737" y="2338"/>
                  <a:pt x="1809" y="2308"/>
                  <a:pt x="1877" y="2270"/>
                </a:cubicBezTo>
                <a:cubicBezTo>
                  <a:pt x="2034" y="2427"/>
                  <a:pt x="2034" y="2427"/>
                  <a:pt x="2034" y="2427"/>
                </a:cubicBezTo>
                <a:cubicBezTo>
                  <a:pt x="2106" y="2500"/>
                  <a:pt x="2224" y="2500"/>
                  <a:pt x="2296" y="2427"/>
                </a:cubicBezTo>
                <a:cubicBezTo>
                  <a:pt x="2427" y="2296"/>
                  <a:pt x="2427" y="2296"/>
                  <a:pt x="2427" y="2296"/>
                </a:cubicBezTo>
                <a:cubicBezTo>
                  <a:pt x="2500" y="2224"/>
                  <a:pt x="2500" y="2106"/>
                  <a:pt x="2427" y="2034"/>
                </a:cubicBezTo>
                <a:cubicBezTo>
                  <a:pt x="2270" y="1877"/>
                  <a:pt x="2270" y="1877"/>
                  <a:pt x="2270" y="1877"/>
                </a:cubicBezTo>
                <a:cubicBezTo>
                  <a:pt x="2308" y="1809"/>
                  <a:pt x="2338" y="1737"/>
                  <a:pt x="2359" y="1661"/>
                </a:cubicBezTo>
                <a:cubicBezTo>
                  <a:pt x="2583" y="1661"/>
                  <a:pt x="2583" y="1661"/>
                  <a:pt x="2583" y="1661"/>
                </a:cubicBezTo>
                <a:cubicBezTo>
                  <a:pt x="2685" y="1661"/>
                  <a:pt x="2768" y="1578"/>
                  <a:pt x="2768" y="1476"/>
                </a:cubicBezTo>
                <a:cubicBezTo>
                  <a:pt x="2768" y="1291"/>
                  <a:pt x="2768" y="1291"/>
                  <a:pt x="2768" y="1291"/>
                </a:cubicBezTo>
                <a:cubicBezTo>
                  <a:pt x="2768" y="1190"/>
                  <a:pt x="2685" y="1107"/>
                  <a:pt x="2583" y="1107"/>
                </a:cubicBezTo>
                <a:close/>
                <a:moveTo>
                  <a:pt x="1384" y="1937"/>
                </a:moveTo>
                <a:cubicBezTo>
                  <a:pt x="1078" y="1937"/>
                  <a:pt x="830" y="1690"/>
                  <a:pt x="830" y="1384"/>
                </a:cubicBezTo>
                <a:cubicBezTo>
                  <a:pt x="830" y="1078"/>
                  <a:pt x="1078" y="830"/>
                  <a:pt x="1384" y="830"/>
                </a:cubicBezTo>
                <a:cubicBezTo>
                  <a:pt x="1689" y="830"/>
                  <a:pt x="1937" y="1078"/>
                  <a:pt x="1937" y="1384"/>
                </a:cubicBezTo>
                <a:cubicBezTo>
                  <a:pt x="1937" y="1690"/>
                  <a:pt x="1689" y="1937"/>
                  <a:pt x="1384" y="1937"/>
                </a:cubicBezTo>
                <a:close/>
                <a:moveTo>
                  <a:pt x="1384" y="1107"/>
                </a:moveTo>
                <a:cubicBezTo>
                  <a:pt x="1231" y="1107"/>
                  <a:pt x="1107" y="1231"/>
                  <a:pt x="1107" y="1384"/>
                </a:cubicBezTo>
                <a:cubicBezTo>
                  <a:pt x="1107" y="1537"/>
                  <a:pt x="1231" y="1661"/>
                  <a:pt x="1384" y="1661"/>
                </a:cubicBezTo>
                <a:cubicBezTo>
                  <a:pt x="1537" y="1661"/>
                  <a:pt x="1661" y="1537"/>
                  <a:pt x="1661" y="1384"/>
                </a:cubicBezTo>
                <a:cubicBezTo>
                  <a:pt x="1661" y="1231"/>
                  <a:pt x="1537" y="1107"/>
                  <a:pt x="1384" y="1107"/>
                </a:cubicBezTo>
                <a:close/>
              </a:path>
            </a:pathLst>
          </a:custGeom>
          <a:solidFill>
            <a:schemeClr val="bg1"/>
          </a:solidFill>
          <a:ln>
            <a:noFill/>
          </a:ln>
        </p:spPr>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123" name="文本框 122"/>
          <p:cNvSpPr txBox="1"/>
          <p:nvPr/>
        </p:nvSpPr>
        <p:spPr>
          <a:xfrm>
            <a:off x="7776210" y="1852295"/>
            <a:ext cx="1581785" cy="1198880"/>
          </a:xfrm>
          <a:prstGeom prst="rect">
            <a:avLst/>
          </a:prstGeom>
          <a:noFill/>
          <a:extLst>
            <a:ext uri="{909E8E84-426E-40DD-AFC4-6F175D3DCCD1}">
              <a14:hiddenFill xmlns:a14="http://schemas.microsoft.com/office/drawing/2010/main">
                <a:solidFill>
                  <a:srgbClr val="583316"/>
                </a:solidFill>
              </a14:hiddenFill>
            </a:ext>
          </a:extLst>
        </p:spPr>
        <p:txBody>
          <a:bodyPr wrap="square" rtlCol="0">
            <a:spAutoFit/>
          </a:bodyPr>
          <a:p>
            <a:pPr algn="ctr"/>
            <a:r>
              <a:rPr lang="en-US" altLang="zh-CN" sz="7200" b="1">
                <a:ln>
                  <a:noFill/>
                </a:ln>
                <a:solidFill>
                  <a:schemeClr val="bg1"/>
                </a:solidFill>
                <a:latin typeface="汉仪糯米团简" panose="00020600040101010101" charset="-122"/>
                <a:ea typeface="汉仪糯米团简" panose="00020600040101010101" charset="-122"/>
              </a:rPr>
              <a:t>03</a:t>
            </a:r>
            <a:endParaRPr lang="en-US" altLang="zh-CN" sz="7200" b="1">
              <a:ln>
                <a:noFill/>
              </a:ln>
              <a:solidFill>
                <a:schemeClr val="bg1"/>
              </a:solidFill>
              <a:latin typeface="汉仪糯米团简" panose="00020600040101010101" charset="-122"/>
              <a:ea typeface="汉仪糯米团简" panose="00020600040101010101" charset="-122"/>
            </a:endParaRPr>
          </a:p>
        </p:txBody>
      </p:sp>
      <p:sp>
        <p:nvSpPr>
          <p:cNvPr id="124" name="文本框 123"/>
          <p:cNvSpPr txBox="1"/>
          <p:nvPr/>
        </p:nvSpPr>
        <p:spPr>
          <a:xfrm>
            <a:off x="6449695" y="3051175"/>
            <a:ext cx="4234815" cy="829945"/>
          </a:xfrm>
          <a:prstGeom prst="rect">
            <a:avLst/>
          </a:prstGeom>
          <a:noFill/>
        </p:spPr>
        <p:txBody>
          <a:bodyPr wrap="square" rtlCol="0">
            <a:spAutoFit/>
          </a:bodyPr>
          <a:p>
            <a:pPr indent="0" algn="dist">
              <a:buNone/>
            </a:pPr>
            <a:r>
              <a:rPr lang="zh-CN" altLang="en-US" sz="4800">
                <a:solidFill>
                  <a:schemeClr val="bg1"/>
                </a:solidFill>
                <a:latin typeface="汉仪糯米团简" panose="00020600040101010101" charset="-122"/>
                <a:ea typeface="汉仪糯米团简" panose="00020600040101010101" charset="-122"/>
              </a:rPr>
              <a:t>输入文本标题</a:t>
            </a:r>
            <a:endParaRPr lang="zh-CN" altLang="en-US" sz="4800">
              <a:solidFill>
                <a:schemeClr val="bg1"/>
              </a:solidFill>
              <a:latin typeface="汉仪糯米团简" panose="00020600040101010101" charset="-122"/>
              <a:ea typeface="汉仪糯米团简" panose="00020600040101010101" charset="-122"/>
            </a:endParaRPr>
          </a:p>
        </p:txBody>
      </p:sp>
      <p:sp>
        <p:nvSpPr>
          <p:cNvPr id="125" name="文本框 124"/>
          <p:cNvSpPr txBox="1"/>
          <p:nvPr/>
        </p:nvSpPr>
        <p:spPr>
          <a:xfrm>
            <a:off x="6333490" y="3743325"/>
            <a:ext cx="4466590" cy="374015"/>
          </a:xfrm>
          <a:prstGeom prst="rect">
            <a:avLst/>
          </a:prstGeom>
          <a:noFill/>
          <a:effectLst/>
        </p:spPr>
        <p:txBody>
          <a:bodyPr wrap="square" rtlCol="0">
            <a:noAutofit/>
          </a:bodyPr>
          <a:p>
            <a:pPr algn="dist">
              <a:lnSpc>
                <a:spcPct val="150000"/>
              </a:lnSpc>
            </a:pPr>
            <a:r>
              <a:rPr lang="en-US" altLang="zh-CN" sz="1200" dirty="0">
                <a:solidFill>
                  <a:schemeClr val="bg1"/>
                </a:solidFill>
                <a:latin typeface="汉仪糯米团简" panose="00020600040101010101" charset="-122"/>
                <a:ea typeface="汉仪糯米团简" panose="00020600040101010101" charset="-122"/>
                <a:cs typeface="华文仿宋" panose="02010600040101010101" charset="-122"/>
              </a:rPr>
              <a:t>Lorem ipsum dolor sit amet, consectetuer adipiscing elit</a:t>
            </a:r>
            <a:endParaRPr lang="en-US" altLang="zh-CN" sz="1200" dirty="0">
              <a:solidFill>
                <a:schemeClr val="bg1"/>
              </a:solidFill>
              <a:latin typeface="汉仪糯米团简" panose="00020600040101010101" charset="-122"/>
              <a:ea typeface="汉仪糯米团简" panose="00020600040101010101" charset="-122"/>
              <a:cs typeface="华文仿宋" panose="02010600040101010101" charset="-122"/>
            </a:endParaRPr>
          </a:p>
          <a:p>
            <a:pPr algn="l">
              <a:lnSpc>
                <a:spcPct val="150000"/>
              </a:lnSpc>
            </a:pPr>
            <a:endParaRPr lang="en-US" altLang="zh-CN" sz="1200" dirty="0">
              <a:solidFill>
                <a:schemeClr val="bg1"/>
              </a:solidFill>
              <a:latin typeface="汉仪糯米团简" panose="00020600040101010101" charset="-122"/>
              <a:ea typeface="汉仪糯米团简" panose="00020600040101010101" charset="-122"/>
              <a:cs typeface="华文仿宋" panose="02010600040101010101" charset="-122"/>
            </a:endParaRPr>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35" name="文本 文本框 4627"/>
          <p:cNvSpPr txBox="1"/>
          <p:nvPr>
            <p:custDataLst>
              <p:tags r:id="rId2"/>
            </p:custDataLst>
          </p:nvPr>
        </p:nvSpPr>
        <p:spPr>
          <a:xfrm>
            <a:off x="5854700" y="2679065"/>
            <a:ext cx="3194685" cy="478155"/>
          </a:xfrm>
          <a:prstGeom prst="rect">
            <a:avLst/>
          </a:prstGeom>
          <a:noFill/>
        </p:spPr>
        <p:txBody>
          <a:bodyPr wrap="square" rtlCol="0">
            <a:spAutoFit/>
          </a:bodyPr>
          <a:p>
            <a:pPr>
              <a:lnSpc>
                <a:spcPct val="90000"/>
              </a:lnSpc>
              <a:buFont typeface="+mj-lt"/>
            </a:pPr>
            <a:r>
              <a:rPr lang="zh-CN" altLang="en-US" sz="2800" noProof="1" dirty="0">
                <a:solidFill>
                  <a:schemeClr val="bg1"/>
                </a:solidFill>
                <a:latin typeface="汉仪糯米团简" panose="00020600040101010101" charset="-122"/>
                <a:ea typeface="汉仪糯米团简" panose="00020600040101010101" charset="-122"/>
                <a:cs typeface="+mn-cs"/>
                <a:sym typeface="+mn-ea"/>
              </a:rPr>
              <a:t>请输入您的标题</a:t>
            </a:r>
            <a:endParaRPr lang="zh-CN" altLang="en-US" sz="2800" spc="140" noProof="1" dirty="0">
              <a:solidFill>
                <a:schemeClr val="bg1"/>
              </a:solidFill>
              <a:latin typeface="汉仪糯米团简" panose="00020600040101010101" charset="-122"/>
              <a:ea typeface="汉仪糯米团简" panose="00020600040101010101" charset="-122"/>
              <a:cs typeface="+mn-cs"/>
              <a:sym typeface="+mn-ea"/>
            </a:endParaRPr>
          </a:p>
        </p:txBody>
      </p:sp>
      <p:sp>
        <p:nvSpPr>
          <p:cNvPr id="36" name="文本框 35"/>
          <p:cNvSpPr txBox="1"/>
          <p:nvPr/>
        </p:nvSpPr>
        <p:spPr>
          <a:xfrm>
            <a:off x="5854065" y="3196590"/>
            <a:ext cx="5006975" cy="521970"/>
          </a:xfrm>
          <a:prstGeom prst="rect">
            <a:avLst/>
          </a:prstGeom>
          <a:noFill/>
        </p:spPr>
        <p:txBody>
          <a:bodyPr wrap="square" rtlCol="0">
            <a:spAutoFit/>
          </a:bodyPr>
          <a:p>
            <a:pPr marL="0" indent="0" algn="l">
              <a:buNone/>
            </a:pPr>
            <a:r>
              <a:rPr lang="en-US" altLang="zh-CN" sz="140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400" dirty="0">
              <a:solidFill>
                <a:schemeClr val="bg1"/>
              </a:solidFill>
              <a:latin typeface="汉仪糯米团简" panose="00020600040101010101" charset="-122"/>
              <a:ea typeface="汉仪糯米团简" panose="00020600040101010101" charset="-122"/>
              <a:sym typeface="+mn-ea"/>
            </a:endParaRPr>
          </a:p>
        </p:txBody>
      </p:sp>
      <p:sp>
        <p:nvSpPr>
          <p:cNvPr id="42" name="椭圆 41"/>
          <p:cNvSpPr/>
          <p:nvPr/>
        </p:nvSpPr>
        <p:spPr>
          <a:xfrm>
            <a:off x="5601970" y="2813685"/>
            <a:ext cx="252095" cy="25209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汉仪糯米团简" panose="00020600040101010101" charset="-122"/>
              <a:ea typeface="汉仪糯米团简" panose="00020600040101010101" charset="-122"/>
            </a:endParaRPr>
          </a:p>
        </p:txBody>
      </p:sp>
      <p:sp>
        <p:nvSpPr>
          <p:cNvPr id="76" name="文本 文本框 4627"/>
          <p:cNvSpPr txBox="1"/>
          <p:nvPr>
            <p:custDataLst>
              <p:tags r:id="rId3"/>
            </p:custDataLst>
          </p:nvPr>
        </p:nvSpPr>
        <p:spPr>
          <a:xfrm>
            <a:off x="5855335" y="4022725"/>
            <a:ext cx="3194685" cy="478155"/>
          </a:xfrm>
          <a:prstGeom prst="rect">
            <a:avLst/>
          </a:prstGeom>
          <a:noFill/>
        </p:spPr>
        <p:txBody>
          <a:bodyPr wrap="square" rtlCol="0">
            <a:spAutoFit/>
          </a:bodyPr>
          <a:p>
            <a:pPr>
              <a:lnSpc>
                <a:spcPct val="90000"/>
              </a:lnSpc>
              <a:buFont typeface="+mj-lt"/>
            </a:pPr>
            <a:r>
              <a:rPr lang="zh-CN" altLang="en-US" sz="2800" noProof="1" dirty="0">
                <a:solidFill>
                  <a:schemeClr val="bg1"/>
                </a:solidFill>
                <a:latin typeface="汉仪糯米团简" panose="00020600040101010101" charset="-122"/>
                <a:ea typeface="汉仪糯米团简" panose="00020600040101010101" charset="-122"/>
                <a:cs typeface="+mn-cs"/>
                <a:sym typeface="+mn-ea"/>
              </a:rPr>
              <a:t>请输入您的标题</a:t>
            </a:r>
            <a:endParaRPr lang="zh-CN" altLang="en-US" sz="2800" spc="140" noProof="1" dirty="0">
              <a:solidFill>
                <a:schemeClr val="bg1"/>
              </a:solidFill>
              <a:latin typeface="汉仪糯米团简" panose="00020600040101010101" charset="-122"/>
              <a:ea typeface="汉仪糯米团简" panose="00020600040101010101" charset="-122"/>
              <a:cs typeface="+mn-cs"/>
              <a:sym typeface="+mn-ea"/>
            </a:endParaRPr>
          </a:p>
        </p:txBody>
      </p:sp>
      <p:sp>
        <p:nvSpPr>
          <p:cNvPr id="77" name="文本框 76"/>
          <p:cNvSpPr txBox="1"/>
          <p:nvPr/>
        </p:nvSpPr>
        <p:spPr>
          <a:xfrm>
            <a:off x="5854700" y="4509770"/>
            <a:ext cx="5006975" cy="521970"/>
          </a:xfrm>
          <a:prstGeom prst="rect">
            <a:avLst/>
          </a:prstGeom>
          <a:noFill/>
        </p:spPr>
        <p:txBody>
          <a:bodyPr wrap="square" rtlCol="0">
            <a:spAutoFit/>
          </a:bodyPr>
          <a:p>
            <a:pPr marL="0" indent="0" algn="l">
              <a:buNone/>
            </a:pPr>
            <a:r>
              <a:rPr lang="en-US" altLang="zh-CN" sz="140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400" dirty="0">
              <a:solidFill>
                <a:schemeClr val="bg1"/>
              </a:solidFill>
              <a:latin typeface="汉仪糯米团简" panose="00020600040101010101" charset="-122"/>
              <a:ea typeface="汉仪糯米团简" panose="00020600040101010101" charset="-122"/>
              <a:sym typeface="+mn-ea"/>
            </a:endParaRPr>
          </a:p>
        </p:txBody>
      </p:sp>
      <p:sp>
        <p:nvSpPr>
          <p:cNvPr id="78" name="椭圆 77"/>
          <p:cNvSpPr/>
          <p:nvPr/>
        </p:nvSpPr>
        <p:spPr>
          <a:xfrm>
            <a:off x="5602605" y="4126865"/>
            <a:ext cx="252095" cy="25209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汉仪糯米团简" panose="00020600040101010101" charset="-122"/>
              <a:ea typeface="汉仪糯米团简" panose="00020600040101010101" charset="-122"/>
            </a:endParaRPr>
          </a:p>
        </p:txBody>
      </p:sp>
      <p:sp>
        <p:nvSpPr>
          <p:cNvPr id="81" name="文本 文本框 4627"/>
          <p:cNvSpPr txBox="1"/>
          <p:nvPr>
            <p:custDataLst>
              <p:tags r:id="rId4"/>
            </p:custDataLst>
          </p:nvPr>
        </p:nvSpPr>
        <p:spPr>
          <a:xfrm>
            <a:off x="1958975" y="962025"/>
            <a:ext cx="3112770" cy="478155"/>
          </a:xfrm>
          <a:prstGeom prst="rect">
            <a:avLst/>
          </a:prstGeom>
          <a:noFill/>
        </p:spPr>
        <p:txBody>
          <a:bodyPr wrap="square" rtlCol="0">
            <a:spAutoFit/>
          </a:bodyPr>
          <a:p>
            <a:pPr>
              <a:lnSpc>
                <a:spcPct val="90000"/>
              </a:lnSpc>
              <a:buFont typeface="+mj-lt"/>
            </a:pPr>
            <a:r>
              <a:rPr lang="zh-CN" altLang="en-US" sz="2800" noProof="1" dirty="0">
                <a:solidFill>
                  <a:schemeClr val="bg1"/>
                </a:solidFill>
                <a:latin typeface="汉仪糯米团简" panose="00020600040101010101" charset="-122"/>
                <a:ea typeface="汉仪糯米团简" panose="00020600040101010101" charset="-122"/>
                <a:cs typeface="+mn-cs"/>
                <a:sym typeface="+mn-ea"/>
              </a:rPr>
              <a:t>请输入您的标题</a:t>
            </a:r>
            <a:endParaRPr lang="zh-CN" altLang="en-US" sz="2800" spc="140" noProof="1" dirty="0">
              <a:solidFill>
                <a:schemeClr val="bg1"/>
              </a:solidFill>
              <a:latin typeface="汉仪糯米团简" panose="00020600040101010101" charset="-122"/>
              <a:ea typeface="汉仪糯米团简" panose="00020600040101010101" charset="-122"/>
              <a:cs typeface="+mn-cs"/>
              <a:sym typeface="+mn-ea"/>
            </a:endParaRPr>
          </a:p>
        </p:txBody>
      </p:sp>
      <p:sp>
        <p:nvSpPr>
          <p:cNvPr id="82" name="文本框 81"/>
          <p:cNvSpPr txBox="1"/>
          <p:nvPr/>
        </p:nvSpPr>
        <p:spPr>
          <a:xfrm>
            <a:off x="1713230" y="1452245"/>
            <a:ext cx="8606790" cy="1168400"/>
          </a:xfrm>
          <a:prstGeom prst="rect">
            <a:avLst/>
          </a:prstGeom>
          <a:noFill/>
        </p:spPr>
        <p:txBody>
          <a:bodyPr wrap="square" rtlCol="0">
            <a:spAutoFit/>
          </a:bodyPr>
          <a:p>
            <a:pPr marL="0" indent="0" algn="l">
              <a:buNone/>
            </a:pPr>
            <a:r>
              <a:rPr lang="en-US" altLang="zh-CN" sz="1400">
                <a:solidFill>
                  <a:schemeClr val="bg1"/>
                </a:solidFill>
                <a:latin typeface="汉仪糯米团简" panose="00020600040101010101" charset="-122"/>
                <a:ea typeface="汉仪糯米团简" panose="00020600040101010101" charset="-122"/>
                <a:sym typeface="+mn-ea"/>
              </a:rPr>
              <a:t>Lorem ipsum dolor sit amet, consectetuer adipiscing elit. Lorem ipsum dolor sit amet, consectetuer adipiscing elit. Lorem ipsum dolor sit amet, consectetuer adipiscing elit.  Lorem ipsum dolor sit amet, consectetuer adipiscing elit. Lorem ipsum dolor sit amet, consectetuer adipiscing elit. Lorem ipsum dolor sit amet, consectetuer adipiscing elit. </a:t>
            </a:r>
            <a:endParaRPr lang="en-US" altLang="zh-CN" sz="1400">
              <a:solidFill>
                <a:schemeClr val="bg1"/>
              </a:solidFill>
              <a:latin typeface="汉仪糯米团简" panose="00020600040101010101" charset="-122"/>
              <a:ea typeface="汉仪糯米团简" panose="00020600040101010101" charset="-122"/>
              <a:sym typeface="+mn-ea"/>
            </a:endParaRPr>
          </a:p>
          <a:p>
            <a:pPr marL="0" indent="0" algn="l">
              <a:buNone/>
            </a:pPr>
            <a:endParaRPr lang="en-US" altLang="zh-CN" sz="1400" dirty="0">
              <a:solidFill>
                <a:schemeClr val="bg1"/>
              </a:solidFill>
              <a:latin typeface="汉仪糯米团简" panose="00020600040101010101" charset="-122"/>
              <a:ea typeface="汉仪糯米团简" panose="00020600040101010101" charset="-122"/>
              <a:sym typeface="+mn-ea"/>
            </a:endParaRPr>
          </a:p>
          <a:p>
            <a:pPr marL="0" indent="0" algn="l">
              <a:buNone/>
            </a:pPr>
            <a:endParaRPr lang="en-US" altLang="zh-CN" sz="1400" dirty="0">
              <a:solidFill>
                <a:schemeClr val="bg1"/>
              </a:solidFill>
              <a:latin typeface="汉仪糯米团简" panose="00020600040101010101" charset="-122"/>
              <a:ea typeface="汉仪糯米团简" panose="00020600040101010101" charset="-122"/>
              <a:sym typeface="+mn-ea"/>
            </a:endParaRPr>
          </a:p>
        </p:txBody>
      </p:sp>
      <p:sp>
        <p:nvSpPr>
          <p:cNvPr id="83" name="椭圆 82"/>
          <p:cNvSpPr/>
          <p:nvPr/>
        </p:nvSpPr>
        <p:spPr>
          <a:xfrm>
            <a:off x="1713230" y="1096645"/>
            <a:ext cx="245745" cy="252095"/>
          </a:xfrm>
          <a:prstGeom prst="ellipse">
            <a:avLst/>
          </a:prstGeom>
          <a:solidFill>
            <a:srgbClr val="89DE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汉仪糯米团简" panose="00020600040101010101" charset="-122"/>
              <a:ea typeface="汉仪糯米团简" panose="00020600040101010101" charset="-122"/>
            </a:endParaRPr>
          </a:p>
        </p:txBody>
      </p:sp>
      <p:pic>
        <p:nvPicPr>
          <p:cNvPr id="84" name="图片 83" descr="D:\wps作品\素材\a-图片\5b485ccdeed4c.jpg5b485ccdeed4c"/>
          <p:cNvPicPr>
            <a:picLocks noChangeAspect="1"/>
          </p:cNvPicPr>
          <p:nvPr/>
        </p:nvPicPr>
        <p:blipFill>
          <a:blip r:embed="rId5"/>
          <a:srcRect/>
          <a:stretch>
            <a:fillRect/>
          </a:stretch>
        </p:blipFill>
        <p:spPr>
          <a:xfrm>
            <a:off x="1731010" y="2814320"/>
            <a:ext cx="3548380" cy="2217420"/>
          </a:xfrm>
          <a:prstGeom prst="rect">
            <a:avLst/>
          </a:prstGeom>
          <a:ln>
            <a:noFill/>
          </a:ln>
        </p:spPr>
      </p:pic>
    </p:spTree>
    <p:custDataLst>
      <p:tags r:id="rId6"/>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30" name="矩形 29"/>
          <p:cNvSpPr/>
          <p:nvPr>
            <p:custDataLst>
              <p:tags r:id="rId2"/>
            </p:custDataLst>
          </p:nvPr>
        </p:nvSpPr>
        <p:spPr>
          <a:xfrm>
            <a:off x="1724660" y="1832610"/>
            <a:ext cx="739775" cy="765810"/>
          </a:xfrm>
          <a:prstGeom prst="rect">
            <a:avLst/>
          </a:prstGeom>
          <a:solidFill>
            <a:srgbClr val="BCF1FF"/>
          </a:solidFill>
          <a:ln>
            <a:noFill/>
          </a:ln>
        </p:spPr>
        <p:style>
          <a:lnRef idx="2">
            <a:srgbClr val="59C78A">
              <a:shade val="50000"/>
            </a:srgbClr>
          </a:lnRef>
          <a:fillRef idx="1">
            <a:srgbClr val="59C78A"/>
          </a:fillRef>
          <a:effectRef idx="0">
            <a:srgbClr val="59C78A"/>
          </a:effectRef>
          <a:fontRef idx="minor">
            <a:srgbClr val="FFFFFF"/>
          </a:fontRef>
        </p:style>
        <p:txBody>
          <a:bodyPr rtlCol="0" anchor="ctr">
            <a:normAutofit/>
          </a:bodyPr>
          <a:p>
            <a:pPr algn="ctr">
              <a:lnSpc>
                <a:spcPct val="120000"/>
              </a:lnSpc>
            </a:pPr>
            <a:r>
              <a:rPr lang="en-US" altLang="zh-CN" sz="3200" spc="150" dirty="0">
                <a:solidFill>
                  <a:schemeClr val="bg1"/>
                </a:solidFill>
                <a:latin typeface="Arial" panose="020B0604020202020204" pitchFamily="34" charset="0"/>
                <a:ea typeface="微软雅黑" panose="020B0503020204020204" pitchFamily="34" charset="-122"/>
                <a:sym typeface="Arial" panose="020B0604020202020204" pitchFamily="34" charset="0"/>
              </a:rPr>
              <a:t>01</a:t>
            </a:r>
            <a:endParaRPr lang="en-US" altLang="zh-CN" sz="3200" spc="15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8" name="任意多边形 37"/>
          <p:cNvSpPr/>
          <p:nvPr>
            <p:custDataLst>
              <p:tags r:id="rId3"/>
            </p:custDataLst>
          </p:nvPr>
        </p:nvSpPr>
        <p:spPr>
          <a:xfrm>
            <a:off x="1583055" y="1685925"/>
            <a:ext cx="1022985" cy="1058545"/>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bg1"/>
          </a:solidFill>
          <a:ln>
            <a:noFill/>
          </a:ln>
        </p:spPr>
        <p:style>
          <a:lnRef idx="2">
            <a:srgbClr val="59C78A">
              <a:shade val="50000"/>
            </a:srgbClr>
          </a:lnRef>
          <a:fillRef idx="1">
            <a:srgbClr val="59C78A"/>
          </a:fillRef>
          <a:effectRef idx="0">
            <a:srgbClr val="59C78A"/>
          </a:effectRef>
          <a:fontRef idx="minor">
            <a:srgbClr val="FFFFFF"/>
          </a:fontRef>
        </p:style>
        <p:txBody>
          <a:bodyPr rtlCol="0" anchor="ctr">
            <a:normAutofit/>
          </a:bodyPr>
          <a:p>
            <a:pPr algn="ctr"/>
            <a:endParaRPr lang="zh-CN" altLang="en-US">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9" name="文本框 38"/>
          <p:cNvSpPr txBox="1"/>
          <p:nvPr>
            <p:custDataLst>
              <p:tags r:id="rId4"/>
            </p:custDataLst>
          </p:nvPr>
        </p:nvSpPr>
        <p:spPr>
          <a:xfrm>
            <a:off x="2776220" y="1511935"/>
            <a:ext cx="2796540" cy="457200"/>
          </a:xfrm>
          <a:prstGeom prst="rect">
            <a:avLst/>
          </a:prstGeom>
          <a:noFill/>
        </p:spPr>
        <p:txBody>
          <a:bodyPr wrap="square" lIns="91440" tIns="45720" rIns="91440" bIns="45720" rtlCol="0" anchor="ctr" anchorCtr="0">
            <a:normAutofit/>
          </a:bodyPr>
          <a:p>
            <a:pPr>
              <a:lnSpc>
                <a:spcPct val="120000"/>
              </a:lnSpc>
            </a:pPr>
            <a:r>
              <a:rPr lang="zh-CN" altLang="en-US" sz="2000" b="1" dirty="0">
                <a:solidFill>
                  <a:schemeClr val="bg1"/>
                </a:solidFill>
                <a:latin typeface="汉仪糯米团简" panose="00020600040101010101" charset="-122"/>
                <a:ea typeface="汉仪糯米团简" panose="00020600040101010101" charset="-122"/>
                <a:sym typeface="+mn-ea"/>
              </a:rPr>
              <a:t>请输入您的标题</a:t>
            </a:r>
            <a:endParaRPr lang="zh-CN" altLang="en-US" sz="2000" b="1" spc="300" dirty="0">
              <a:solidFill>
                <a:schemeClr val="bg1"/>
              </a:solidFill>
              <a:latin typeface="汉仪糯米团简" panose="00020600040101010101" charset="-122"/>
              <a:ea typeface="汉仪糯米团简" panose="00020600040101010101" charset="-122"/>
              <a:cs typeface="+mn-ea"/>
              <a:sym typeface="+mn-ea"/>
            </a:endParaRPr>
          </a:p>
        </p:txBody>
      </p:sp>
      <p:sp>
        <p:nvSpPr>
          <p:cNvPr id="40" name="文本框 39"/>
          <p:cNvSpPr txBox="1"/>
          <p:nvPr>
            <p:custDataLst>
              <p:tags r:id="rId5"/>
            </p:custDataLst>
          </p:nvPr>
        </p:nvSpPr>
        <p:spPr>
          <a:xfrm>
            <a:off x="2776220" y="1991360"/>
            <a:ext cx="2796540" cy="1049655"/>
          </a:xfrm>
          <a:prstGeom prst="rect">
            <a:avLst/>
          </a:prstGeom>
          <a:noFill/>
        </p:spPr>
        <p:txBody>
          <a:bodyPr wrap="square" lIns="91440" tIns="45720" rIns="91440" bIns="45720" rtlCol="0" anchor="t" anchorCtr="0">
            <a:normAutofit/>
          </a:bodyPr>
          <a:p>
            <a:pPr lvl="0" indent="0" fontAlgn="base">
              <a:lnSpc>
                <a:spcPct val="130000"/>
              </a:lnSpc>
              <a:buFont typeface="Wingdings" panose="05000000000000000000" pitchFamily="2" charset="2"/>
              <a:buNone/>
            </a:pPr>
            <a:r>
              <a:rPr lang="en-US" altLang="zh-CN" sz="1600"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600" spc="150" dirty="0">
              <a:solidFill>
                <a:schemeClr val="bg1"/>
              </a:solidFill>
              <a:latin typeface="汉仪糯米团简" panose="00020600040101010101" charset="-122"/>
              <a:ea typeface="汉仪糯米团简" panose="00020600040101010101" charset="-122"/>
              <a:sym typeface="+mn-ea"/>
            </a:endParaRPr>
          </a:p>
        </p:txBody>
      </p:sp>
      <p:sp>
        <p:nvSpPr>
          <p:cNvPr id="43" name="矩形 42"/>
          <p:cNvSpPr/>
          <p:nvPr>
            <p:custDataLst>
              <p:tags r:id="rId6"/>
            </p:custDataLst>
          </p:nvPr>
        </p:nvSpPr>
        <p:spPr>
          <a:xfrm>
            <a:off x="6761480" y="1832610"/>
            <a:ext cx="739775" cy="765810"/>
          </a:xfrm>
          <a:prstGeom prst="rect">
            <a:avLst/>
          </a:prstGeom>
          <a:solidFill>
            <a:srgbClr val="89DEF9"/>
          </a:solidFill>
          <a:ln>
            <a:noFill/>
          </a:ln>
        </p:spPr>
        <p:style>
          <a:lnRef idx="2">
            <a:srgbClr val="59C78A">
              <a:shade val="50000"/>
            </a:srgbClr>
          </a:lnRef>
          <a:fillRef idx="1">
            <a:srgbClr val="59C78A"/>
          </a:fillRef>
          <a:effectRef idx="0">
            <a:srgbClr val="59C78A"/>
          </a:effectRef>
          <a:fontRef idx="minor">
            <a:srgbClr val="FFFFFF"/>
          </a:fontRef>
        </p:style>
        <p:txBody>
          <a:bodyPr rtlCol="0" anchor="ctr">
            <a:normAutofit/>
          </a:bodyPr>
          <a:p>
            <a:pPr algn="ctr">
              <a:lnSpc>
                <a:spcPct val="120000"/>
              </a:lnSpc>
            </a:pPr>
            <a:r>
              <a:rPr lang="en-US" altLang="zh-CN" sz="3200" spc="150" dirty="0">
                <a:solidFill>
                  <a:schemeClr val="bg1"/>
                </a:solidFill>
                <a:latin typeface="Arial" panose="020B0604020202020204" pitchFamily="34" charset="0"/>
                <a:ea typeface="微软雅黑" panose="020B0503020204020204" pitchFamily="34" charset="-122"/>
                <a:sym typeface="Arial" panose="020B0604020202020204" pitchFamily="34" charset="0"/>
              </a:rPr>
              <a:t>02</a:t>
            </a:r>
            <a:endParaRPr lang="en-US" altLang="zh-CN" sz="3200" spc="15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4" name="任意多边形 43"/>
          <p:cNvSpPr/>
          <p:nvPr>
            <p:custDataLst>
              <p:tags r:id="rId7"/>
            </p:custDataLst>
          </p:nvPr>
        </p:nvSpPr>
        <p:spPr>
          <a:xfrm>
            <a:off x="6619875" y="1685925"/>
            <a:ext cx="1022985" cy="1058545"/>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bg1"/>
          </a:solidFill>
          <a:ln>
            <a:noFill/>
          </a:ln>
        </p:spPr>
        <p:style>
          <a:lnRef idx="2">
            <a:srgbClr val="59C78A">
              <a:shade val="50000"/>
            </a:srgbClr>
          </a:lnRef>
          <a:fillRef idx="1">
            <a:srgbClr val="59C78A"/>
          </a:fillRef>
          <a:effectRef idx="0">
            <a:srgbClr val="59C78A"/>
          </a:effectRef>
          <a:fontRef idx="minor">
            <a:srgbClr val="FFFFFF"/>
          </a:fontRef>
        </p:style>
        <p:txBody>
          <a:bodyPr rtlCol="0" anchor="ctr">
            <a:normAutofit/>
          </a:bodyPr>
          <a:p>
            <a:pPr algn="ctr"/>
            <a:endParaRPr lang="zh-CN" altLang="en-US">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文本框 1"/>
          <p:cNvSpPr txBox="1"/>
          <p:nvPr>
            <p:custDataLst>
              <p:tags r:id="rId8"/>
            </p:custDataLst>
          </p:nvPr>
        </p:nvSpPr>
        <p:spPr>
          <a:xfrm>
            <a:off x="7813040" y="1511935"/>
            <a:ext cx="2796540" cy="457200"/>
          </a:xfrm>
          <a:prstGeom prst="rect">
            <a:avLst/>
          </a:prstGeom>
          <a:noFill/>
        </p:spPr>
        <p:txBody>
          <a:bodyPr wrap="square" lIns="91440" tIns="45720" rIns="91440" bIns="45720" rtlCol="0" anchor="ctr" anchorCtr="0">
            <a:normAutofit/>
          </a:bodyPr>
          <a:p>
            <a:pPr>
              <a:lnSpc>
                <a:spcPct val="120000"/>
              </a:lnSpc>
            </a:pPr>
            <a:r>
              <a:rPr lang="zh-CN" altLang="en-US" sz="2000" b="1" dirty="0">
                <a:solidFill>
                  <a:schemeClr val="bg1"/>
                </a:solidFill>
                <a:latin typeface="汉仪糯米团简" panose="00020600040101010101" charset="-122"/>
                <a:ea typeface="汉仪糯米团简" panose="00020600040101010101" charset="-122"/>
                <a:sym typeface="+mn-ea"/>
              </a:rPr>
              <a:t>请输入您的标题</a:t>
            </a:r>
            <a:endParaRPr lang="zh-CN" altLang="en-US" sz="2000" b="1" spc="300" dirty="0">
              <a:solidFill>
                <a:schemeClr val="bg1"/>
              </a:solidFill>
              <a:latin typeface="汉仪糯米团简" panose="00020600040101010101" charset="-122"/>
              <a:ea typeface="汉仪糯米团简" panose="00020600040101010101" charset="-122"/>
              <a:sym typeface="+mn-ea"/>
            </a:endParaRPr>
          </a:p>
        </p:txBody>
      </p:sp>
      <p:sp>
        <p:nvSpPr>
          <p:cNvPr id="3" name="文本框 2"/>
          <p:cNvSpPr txBox="1"/>
          <p:nvPr>
            <p:custDataLst>
              <p:tags r:id="rId9"/>
            </p:custDataLst>
          </p:nvPr>
        </p:nvSpPr>
        <p:spPr>
          <a:xfrm>
            <a:off x="7813040" y="1991360"/>
            <a:ext cx="2796540" cy="1049655"/>
          </a:xfrm>
          <a:prstGeom prst="rect">
            <a:avLst/>
          </a:prstGeom>
          <a:noFill/>
        </p:spPr>
        <p:txBody>
          <a:bodyPr wrap="square" lIns="91440" tIns="45720" rIns="91440" bIns="45720" rtlCol="0" anchor="t" anchorCtr="0">
            <a:normAutofit/>
          </a:bodyPr>
          <a:p>
            <a:pPr lvl="0" indent="0" fontAlgn="base">
              <a:lnSpc>
                <a:spcPct val="130000"/>
              </a:lnSpc>
              <a:buFont typeface="Wingdings" panose="05000000000000000000" pitchFamily="2" charset="2"/>
              <a:buNone/>
            </a:pPr>
            <a:r>
              <a:rPr lang="en-US" altLang="zh-CN" sz="1600"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600" spc="150" dirty="0">
              <a:solidFill>
                <a:schemeClr val="bg1"/>
              </a:solidFill>
              <a:latin typeface="汉仪糯米团简" panose="00020600040101010101" charset="-122"/>
              <a:ea typeface="汉仪糯米团简" panose="00020600040101010101" charset="-122"/>
              <a:sym typeface="+mn-ea"/>
            </a:endParaRPr>
          </a:p>
        </p:txBody>
      </p:sp>
      <p:sp>
        <p:nvSpPr>
          <p:cNvPr id="48" name="矩形 47"/>
          <p:cNvSpPr/>
          <p:nvPr>
            <p:custDataLst>
              <p:tags r:id="rId10"/>
            </p:custDataLst>
          </p:nvPr>
        </p:nvSpPr>
        <p:spPr>
          <a:xfrm>
            <a:off x="1724660" y="3963670"/>
            <a:ext cx="739775" cy="695960"/>
          </a:xfrm>
          <a:prstGeom prst="rect">
            <a:avLst/>
          </a:prstGeom>
          <a:solidFill>
            <a:srgbClr val="AFE8FB"/>
          </a:solidFill>
          <a:ln>
            <a:noFill/>
          </a:ln>
        </p:spPr>
        <p:style>
          <a:lnRef idx="2">
            <a:srgbClr val="59C78A">
              <a:shade val="50000"/>
            </a:srgbClr>
          </a:lnRef>
          <a:fillRef idx="1">
            <a:srgbClr val="59C78A"/>
          </a:fillRef>
          <a:effectRef idx="0">
            <a:srgbClr val="59C78A"/>
          </a:effectRef>
          <a:fontRef idx="minor">
            <a:srgbClr val="FFFFFF"/>
          </a:fontRef>
        </p:style>
        <p:txBody>
          <a:bodyPr rtlCol="0" anchor="ctr">
            <a:normAutofit/>
          </a:bodyPr>
          <a:p>
            <a:pPr algn="ctr">
              <a:lnSpc>
                <a:spcPct val="120000"/>
              </a:lnSpc>
            </a:pPr>
            <a:r>
              <a:rPr lang="en-US" altLang="zh-CN" sz="3200" spc="150" dirty="0">
                <a:solidFill>
                  <a:schemeClr val="bg1"/>
                </a:solidFill>
                <a:latin typeface="Arial" panose="020B0604020202020204" pitchFamily="34" charset="0"/>
                <a:ea typeface="微软雅黑" panose="020B0503020204020204" pitchFamily="34" charset="-122"/>
                <a:sym typeface="Arial" panose="020B0604020202020204" pitchFamily="34" charset="0"/>
              </a:rPr>
              <a:t>03</a:t>
            </a:r>
            <a:endParaRPr lang="en-US" altLang="zh-CN" sz="3200" spc="15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任意多边形 48"/>
          <p:cNvSpPr/>
          <p:nvPr>
            <p:custDataLst>
              <p:tags r:id="rId11"/>
            </p:custDataLst>
          </p:nvPr>
        </p:nvSpPr>
        <p:spPr>
          <a:xfrm>
            <a:off x="1583055" y="3830320"/>
            <a:ext cx="1022985" cy="962025"/>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bg1"/>
          </a:solidFill>
          <a:ln>
            <a:noFill/>
          </a:ln>
        </p:spPr>
        <p:style>
          <a:lnRef idx="2">
            <a:srgbClr val="59C78A">
              <a:shade val="50000"/>
            </a:srgbClr>
          </a:lnRef>
          <a:fillRef idx="1">
            <a:srgbClr val="59C78A"/>
          </a:fillRef>
          <a:effectRef idx="0">
            <a:srgbClr val="59C78A"/>
          </a:effectRef>
          <a:fontRef idx="minor">
            <a:srgbClr val="FFFFFF"/>
          </a:fontRef>
        </p:style>
        <p:txBody>
          <a:bodyPr rtlCol="0" anchor="ctr">
            <a:normAutofit/>
          </a:bodyPr>
          <a:p>
            <a:pPr algn="ctr"/>
            <a:endParaRPr lang="zh-CN" altLang="en-US">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p:cNvSpPr txBox="1"/>
          <p:nvPr>
            <p:custDataLst>
              <p:tags r:id="rId12"/>
            </p:custDataLst>
          </p:nvPr>
        </p:nvSpPr>
        <p:spPr>
          <a:xfrm>
            <a:off x="2776220" y="3664585"/>
            <a:ext cx="2796540" cy="415290"/>
          </a:xfrm>
          <a:prstGeom prst="rect">
            <a:avLst/>
          </a:prstGeom>
          <a:noFill/>
        </p:spPr>
        <p:txBody>
          <a:bodyPr wrap="square" lIns="91440" tIns="45720" rIns="91440" bIns="45720" rtlCol="0" anchor="ctr" anchorCtr="0">
            <a:normAutofit lnSpcReduction="20000"/>
          </a:bodyPr>
          <a:p>
            <a:pPr>
              <a:lnSpc>
                <a:spcPct val="120000"/>
              </a:lnSpc>
            </a:pPr>
            <a:r>
              <a:rPr lang="zh-CN" altLang="en-US" sz="2000" b="1" dirty="0">
                <a:solidFill>
                  <a:schemeClr val="bg1"/>
                </a:solidFill>
                <a:latin typeface="汉仪糯米团简" panose="00020600040101010101" charset="-122"/>
                <a:ea typeface="汉仪糯米团简" panose="00020600040101010101" charset="-122"/>
                <a:sym typeface="+mn-ea"/>
              </a:rPr>
              <a:t>请输入您的标题</a:t>
            </a:r>
            <a:endParaRPr lang="zh-CN" altLang="en-US" sz="2000" b="1" spc="300" dirty="0">
              <a:solidFill>
                <a:schemeClr val="bg1"/>
              </a:solidFill>
              <a:latin typeface="汉仪糯米团简" panose="00020600040101010101" charset="-122"/>
              <a:ea typeface="汉仪糯米团简" panose="00020600040101010101" charset="-122"/>
              <a:sym typeface="+mn-ea"/>
            </a:endParaRPr>
          </a:p>
        </p:txBody>
      </p:sp>
      <p:sp>
        <p:nvSpPr>
          <p:cNvPr id="51" name="文本框 50"/>
          <p:cNvSpPr txBox="1"/>
          <p:nvPr>
            <p:custDataLst>
              <p:tags r:id="rId13"/>
            </p:custDataLst>
          </p:nvPr>
        </p:nvSpPr>
        <p:spPr>
          <a:xfrm>
            <a:off x="2776220" y="4100195"/>
            <a:ext cx="2796540" cy="954405"/>
          </a:xfrm>
          <a:prstGeom prst="rect">
            <a:avLst/>
          </a:prstGeom>
          <a:noFill/>
        </p:spPr>
        <p:txBody>
          <a:bodyPr wrap="square" lIns="91440" tIns="45720" rIns="91440" bIns="45720" rtlCol="0" anchor="t" anchorCtr="0">
            <a:normAutofit lnSpcReduction="20000"/>
          </a:bodyPr>
          <a:p>
            <a:pPr lvl="0" indent="0" fontAlgn="base">
              <a:lnSpc>
                <a:spcPct val="130000"/>
              </a:lnSpc>
              <a:buFont typeface="Wingdings" panose="05000000000000000000" pitchFamily="2" charset="2"/>
              <a:buNone/>
            </a:pPr>
            <a:r>
              <a:rPr lang="en-US" altLang="zh-CN" sz="1600"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600" spc="150" dirty="0">
              <a:solidFill>
                <a:schemeClr val="bg1"/>
              </a:solidFill>
              <a:latin typeface="汉仪糯米团简" panose="00020600040101010101" charset="-122"/>
              <a:ea typeface="汉仪糯米团简" panose="00020600040101010101" charset="-122"/>
              <a:sym typeface="+mn-ea"/>
            </a:endParaRPr>
          </a:p>
        </p:txBody>
      </p:sp>
      <p:sp>
        <p:nvSpPr>
          <p:cNvPr id="4" name="矩形 3"/>
          <p:cNvSpPr/>
          <p:nvPr>
            <p:custDataLst>
              <p:tags r:id="rId14"/>
            </p:custDataLst>
          </p:nvPr>
        </p:nvSpPr>
        <p:spPr>
          <a:xfrm>
            <a:off x="6761480" y="3963670"/>
            <a:ext cx="739775" cy="695960"/>
          </a:xfrm>
          <a:prstGeom prst="rect">
            <a:avLst/>
          </a:prstGeom>
          <a:solidFill>
            <a:srgbClr val="76D8F8"/>
          </a:solidFill>
          <a:ln>
            <a:noFill/>
          </a:ln>
        </p:spPr>
        <p:style>
          <a:lnRef idx="2">
            <a:srgbClr val="59C78A">
              <a:shade val="50000"/>
            </a:srgbClr>
          </a:lnRef>
          <a:fillRef idx="1">
            <a:srgbClr val="59C78A"/>
          </a:fillRef>
          <a:effectRef idx="0">
            <a:srgbClr val="59C78A"/>
          </a:effectRef>
          <a:fontRef idx="minor">
            <a:srgbClr val="FFFFFF"/>
          </a:fontRef>
        </p:style>
        <p:txBody>
          <a:bodyPr rtlCol="0" anchor="ctr">
            <a:normAutofit/>
          </a:bodyPr>
          <a:p>
            <a:pPr algn="ctr">
              <a:lnSpc>
                <a:spcPct val="120000"/>
              </a:lnSpc>
            </a:pPr>
            <a:r>
              <a:rPr lang="en-US" altLang="zh-CN" sz="3200" spc="150" dirty="0">
                <a:solidFill>
                  <a:schemeClr val="bg1"/>
                </a:solidFill>
                <a:latin typeface="Arial" panose="020B0604020202020204" pitchFamily="34" charset="0"/>
                <a:ea typeface="微软雅黑" panose="020B0503020204020204" pitchFamily="34" charset="-122"/>
                <a:sym typeface="Arial" panose="020B0604020202020204" pitchFamily="34" charset="0"/>
              </a:rPr>
              <a:t>04</a:t>
            </a:r>
            <a:endParaRPr lang="en-US" altLang="zh-CN" sz="3200" spc="15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任意多边形 4"/>
          <p:cNvSpPr/>
          <p:nvPr>
            <p:custDataLst>
              <p:tags r:id="rId15"/>
            </p:custDataLst>
          </p:nvPr>
        </p:nvSpPr>
        <p:spPr>
          <a:xfrm>
            <a:off x="6619875" y="3830320"/>
            <a:ext cx="1022985" cy="962025"/>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bg1"/>
          </a:solidFill>
          <a:ln>
            <a:noFill/>
          </a:ln>
        </p:spPr>
        <p:style>
          <a:lnRef idx="2">
            <a:srgbClr val="59C78A">
              <a:shade val="50000"/>
            </a:srgbClr>
          </a:lnRef>
          <a:fillRef idx="1">
            <a:srgbClr val="59C78A"/>
          </a:fillRef>
          <a:effectRef idx="0">
            <a:srgbClr val="59C78A"/>
          </a:effectRef>
          <a:fontRef idx="minor">
            <a:srgbClr val="FFFFFF"/>
          </a:fontRef>
        </p:style>
        <p:txBody>
          <a:bodyPr rtlCol="0" anchor="ctr">
            <a:normAutofit/>
          </a:bodyPr>
          <a:p>
            <a:pPr algn="ctr"/>
            <a:endParaRPr lang="zh-CN" altLang="en-US">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文本框 5"/>
          <p:cNvSpPr txBox="1"/>
          <p:nvPr>
            <p:custDataLst>
              <p:tags r:id="rId16"/>
            </p:custDataLst>
          </p:nvPr>
        </p:nvSpPr>
        <p:spPr>
          <a:xfrm>
            <a:off x="7813040" y="3664585"/>
            <a:ext cx="2796540" cy="415290"/>
          </a:xfrm>
          <a:prstGeom prst="rect">
            <a:avLst/>
          </a:prstGeom>
          <a:noFill/>
        </p:spPr>
        <p:txBody>
          <a:bodyPr wrap="square" lIns="91440" tIns="45720" rIns="91440" bIns="45720" rtlCol="0" anchor="ctr" anchorCtr="0">
            <a:normAutofit lnSpcReduction="20000"/>
          </a:bodyPr>
          <a:p>
            <a:pPr>
              <a:lnSpc>
                <a:spcPct val="120000"/>
              </a:lnSpc>
            </a:pPr>
            <a:r>
              <a:rPr lang="zh-CN" altLang="en-US" sz="2000" b="1" dirty="0">
                <a:solidFill>
                  <a:schemeClr val="bg1"/>
                </a:solidFill>
                <a:latin typeface="汉仪糯米团简" panose="00020600040101010101" charset="-122"/>
                <a:ea typeface="汉仪糯米团简" panose="00020600040101010101" charset="-122"/>
                <a:sym typeface="+mn-ea"/>
              </a:rPr>
              <a:t>请输入您的标题</a:t>
            </a:r>
            <a:endParaRPr lang="zh-CN" altLang="en-US" sz="2000" b="1" spc="300" dirty="0">
              <a:solidFill>
                <a:schemeClr val="bg1"/>
              </a:solidFill>
              <a:latin typeface="汉仪糯米团简" panose="00020600040101010101" charset="-122"/>
              <a:ea typeface="汉仪糯米团简" panose="00020600040101010101" charset="-122"/>
              <a:sym typeface="+mn-ea"/>
            </a:endParaRPr>
          </a:p>
        </p:txBody>
      </p:sp>
      <p:sp>
        <p:nvSpPr>
          <p:cNvPr id="56" name="文本框 55"/>
          <p:cNvSpPr txBox="1"/>
          <p:nvPr>
            <p:custDataLst>
              <p:tags r:id="rId17"/>
            </p:custDataLst>
          </p:nvPr>
        </p:nvSpPr>
        <p:spPr>
          <a:xfrm>
            <a:off x="7813040" y="4100195"/>
            <a:ext cx="2796540" cy="954405"/>
          </a:xfrm>
          <a:prstGeom prst="rect">
            <a:avLst/>
          </a:prstGeom>
          <a:noFill/>
        </p:spPr>
        <p:txBody>
          <a:bodyPr wrap="square" lIns="91440" tIns="45720" rIns="91440" bIns="45720" rtlCol="0" anchor="t" anchorCtr="0">
            <a:normAutofit lnSpcReduction="20000"/>
          </a:bodyPr>
          <a:p>
            <a:pPr lvl="0" indent="0" fontAlgn="base">
              <a:lnSpc>
                <a:spcPct val="130000"/>
              </a:lnSpc>
              <a:buFont typeface="Wingdings" panose="05000000000000000000" pitchFamily="2" charset="2"/>
              <a:buNone/>
            </a:pPr>
            <a:r>
              <a:rPr lang="en-US" altLang="zh-CN" sz="1600"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600" spc="150" dirty="0">
              <a:solidFill>
                <a:schemeClr val="bg1"/>
              </a:solidFill>
              <a:latin typeface="汉仪糯米团简" panose="00020600040101010101" charset="-122"/>
              <a:ea typeface="汉仪糯米团简" panose="00020600040101010101" charset="-122"/>
              <a:sym typeface="+mn-ea"/>
            </a:endParaRPr>
          </a:p>
        </p:txBody>
      </p:sp>
    </p:spTree>
    <p:custDataLst>
      <p:tags r:id="rId18"/>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123" name="文本框 122"/>
          <p:cNvSpPr txBox="1"/>
          <p:nvPr/>
        </p:nvSpPr>
        <p:spPr>
          <a:xfrm>
            <a:off x="7776210" y="1852295"/>
            <a:ext cx="1581785" cy="1198880"/>
          </a:xfrm>
          <a:prstGeom prst="rect">
            <a:avLst/>
          </a:prstGeom>
          <a:noFill/>
          <a:extLst>
            <a:ext uri="{909E8E84-426E-40DD-AFC4-6F175D3DCCD1}">
              <a14:hiddenFill xmlns:a14="http://schemas.microsoft.com/office/drawing/2010/main">
                <a:solidFill>
                  <a:srgbClr val="583316"/>
                </a:solidFill>
              </a14:hiddenFill>
            </a:ext>
          </a:extLst>
        </p:spPr>
        <p:txBody>
          <a:bodyPr wrap="square" rtlCol="0">
            <a:spAutoFit/>
          </a:bodyPr>
          <a:p>
            <a:pPr algn="ctr"/>
            <a:r>
              <a:rPr lang="en-US" altLang="zh-CN" sz="7200" b="1">
                <a:ln>
                  <a:noFill/>
                </a:ln>
                <a:solidFill>
                  <a:schemeClr val="bg1"/>
                </a:solidFill>
                <a:latin typeface="汉仪糯米团简" panose="00020600040101010101" charset="-122"/>
                <a:ea typeface="汉仪糯米团简" panose="00020600040101010101" charset="-122"/>
              </a:rPr>
              <a:t>04</a:t>
            </a:r>
            <a:endParaRPr lang="en-US" altLang="zh-CN" sz="7200" b="1">
              <a:ln>
                <a:noFill/>
              </a:ln>
              <a:solidFill>
                <a:schemeClr val="bg1"/>
              </a:solidFill>
              <a:latin typeface="汉仪糯米团简" panose="00020600040101010101" charset="-122"/>
              <a:ea typeface="汉仪糯米团简" panose="00020600040101010101" charset="-122"/>
            </a:endParaRPr>
          </a:p>
        </p:txBody>
      </p:sp>
      <p:sp>
        <p:nvSpPr>
          <p:cNvPr id="124" name="文本框 123"/>
          <p:cNvSpPr txBox="1"/>
          <p:nvPr/>
        </p:nvSpPr>
        <p:spPr>
          <a:xfrm>
            <a:off x="6449695" y="3051175"/>
            <a:ext cx="4234815" cy="829945"/>
          </a:xfrm>
          <a:prstGeom prst="rect">
            <a:avLst/>
          </a:prstGeom>
          <a:noFill/>
        </p:spPr>
        <p:txBody>
          <a:bodyPr wrap="square" rtlCol="0">
            <a:spAutoFit/>
          </a:bodyPr>
          <a:p>
            <a:pPr indent="0" algn="dist">
              <a:buNone/>
            </a:pPr>
            <a:r>
              <a:rPr lang="zh-CN" altLang="en-US" sz="4800">
                <a:solidFill>
                  <a:schemeClr val="bg1"/>
                </a:solidFill>
                <a:latin typeface="汉仪糯米团简" panose="00020600040101010101" charset="-122"/>
                <a:ea typeface="汉仪糯米团简" panose="00020600040101010101" charset="-122"/>
              </a:rPr>
              <a:t>输入文本标题</a:t>
            </a:r>
            <a:endParaRPr lang="zh-CN" altLang="en-US" sz="4800">
              <a:solidFill>
                <a:schemeClr val="bg1"/>
              </a:solidFill>
              <a:latin typeface="汉仪糯米团简" panose="00020600040101010101" charset="-122"/>
              <a:ea typeface="汉仪糯米团简" panose="00020600040101010101" charset="-122"/>
            </a:endParaRPr>
          </a:p>
        </p:txBody>
      </p:sp>
      <p:sp>
        <p:nvSpPr>
          <p:cNvPr id="125" name="文本框 124"/>
          <p:cNvSpPr txBox="1"/>
          <p:nvPr/>
        </p:nvSpPr>
        <p:spPr>
          <a:xfrm>
            <a:off x="6333490" y="3743325"/>
            <a:ext cx="4466590" cy="374015"/>
          </a:xfrm>
          <a:prstGeom prst="rect">
            <a:avLst/>
          </a:prstGeom>
          <a:noFill/>
          <a:effectLst/>
        </p:spPr>
        <p:txBody>
          <a:bodyPr wrap="square" rtlCol="0">
            <a:noAutofit/>
          </a:bodyPr>
          <a:p>
            <a:pPr algn="dist">
              <a:lnSpc>
                <a:spcPct val="150000"/>
              </a:lnSpc>
            </a:pPr>
            <a:r>
              <a:rPr lang="en-US" altLang="zh-CN" sz="1200" dirty="0">
                <a:solidFill>
                  <a:schemeClr val="bg1"/>
                </a:solidFill>
                <a:latin typeface="汉仪糯米团简" panose="00020600040101010101" charset="-122"/>
                <a:ea typeface="汉仪糯米团简" panose="00020600040101010101" charset="-122"/>
                <a:cs typeface="华文仿宋" panose="02010600040101010101" charset="-122"/>
              </a:rPr>
              <a:t>Lorem ipsum dolor sit amet, consectetuer adipiscing elit</a:t>
            </a:r>
            <a:endParaRPr lang="en-US" altLang="zh-CN" sz="1200" dirty="0">
              <a:solidFill>
                <a:schemeClr val="bg1"/>
              </a:solidFill>
              <a:latin typeface="汉仪糯米团简" panose="00020600040101010101" charset="-122"/>
              <a:ea typeface="汉仪糯米团简" panose="00020600040101010101" charset="-122"/>
              <a:cs typeface="华文仿宋" panose="02010600040101010101" charset="-122"/>
            </a:endParaRPr>
          </a:p>
          <a:p>
            <a:pPr algn="l">
              <a:lnSpc>
                <a:spcPct val="150000"/>
              </a:lnSpc>
            </a:pPr>
            <a:endParaRPr lang="en-US" altLang="zh-CN" sz="1200" dirty="0">
              <a:solidFill>
                <a:schemeClr val="bg1"/>
              </a:solidFill>
              <a:latin typeface="汉仪糯米团简" panose="00020600040101010101" charset="-122"/>
              <a:ea typeface="汉仪糯米团简" panose="00020600040101010101" charset="-122"/>
              <a:cs typeface="华文仿宋" panose="02010600040101010101" charset="-122"/>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cxnSp>
        <p:nvCxnSpPr>
          <p:cNvPr id="51" name="直接连接符 50"/>
          <p:cNvCxnSpPr/>
          <p:nvPr>
            <p:custDataLst>
              <p:tags r:id="rId2"/>
            </p:custDataLst>
          </p:nvPr>
        </p:nvCxnSpPr>
        <p:spPr>
          <a:xfrm>
            <a:off x="1315085" y="3254375"/>
            <a:ext cx="9562465" cy="0"/>
          </a:xfrm>
          <a:prstGeom prst="line">
            <a:avLst/>
          </a:prstGeom>
          <a:ln w="12700">
            <a:solidFill>
              <a:schemeClr val="bg1"/>
            </a:solidFill>
          </a:ln>
        </p:spPr>
        <p:style>
          <a:lnRef idx="1">
            <a:srgbClr val="8590CA"/>
          </a:lnRef>
          <a:fillRef idx="0">
            <a:srgbClr val="8590CA"/>
          </a:fillRef>
          <a:effectRef idx="0">
            <a:srgbClr val="8590CA"/>
          </a:effectRef>
          <a:fontRef idx="minor">
            <a:sysClr val="windowText" lastClr="000000"/>
          </a:fontRef>
        </p:style>
      </p:cxnSp>
      <p:sp>
        <p:nvSpPr>
          <p:cNvPr id="52" name="椭圆 51"/>
          <p:cNvSpPr/>
          <p:nvPr>
            <p:custDataLst>
              <p:tags r:id="rId3"/>
            </p:custDataLst>
          </p:nvPr>
        </p:nvSpPr>
        <p:spPr>
          <a:xfrm flipH="1">
            <a:off x="2535555" y="3160395"/>
            <a:ext cx="187960" cy="187960"/>
          </a:xfrm>
          <a:prstGeom prst="ellipse">
            <a:avLst/>
          </a:prstGeom>
          <a:solidFill>
            <a:srgbClr val="44CEF6"/>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53" name="椭圆 52"/>
          <p:cNvSpPr/>
          <p:nvPr>
            <p:custDataLst>
              <p:tags r:id="rId4"/>
            </p:custDataLst>
          </p:nvPr>
        </p:nvSpPr>
        <p:spPr>
          <a:xfrm flipH="1">
            <a:off x="2208530" y="2192655"/>
            <a:ext cx="833755" cy="833755"/>
          </a:xfrm>
          <a:prstGeom prst="ellipse">
            <a:avLst/>
          </a:prstGeom>
          <a:solidFill>
            <a:srgbClr val="44CEF6"/>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55" name="椭圆 54"/>
          <p:cNvSpPr/>
          <p:nvPr>
            <p:custDataLst>
              <p:tags r:id="rId5"/>
            </p:custDataLst>
          </p:nvPr>
        </p:nvSpPr>
        <p:spPr>
          <a:xfrm flipH="1">
            <a:off x="4874260" y="3160395"/>
            <a:ext cx="187960" cy="187960"/>
          </a:xfrm>
          <a:prstGeom prst="ellipse">
            <a:avLst/>
          </a:prstGeom>
          <a:solidFill>
            <a:srgbClr val="76D8F8"/>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56" name="椭圆 55"/>
          <p:cNvSpPr/>
          <p:nvPr>
            <p:custDataLst>
              <p:tags r:id="rId6"/>
            </p:custDataLst>
          </p:nvPr>
        </p:nvSpPr>
        <p:spPr>
          <a:xfrm flipH="1">
            <a:off x="4551680" y="3557270"/>
            <a:ext cx="833755" cy="833755"/>
          </a:xfrm>
          <a:prstGeom prst="ellipse">
            <a:avLst/>
          </a:prstGeom>
          <a:solidFill>
            <a:srgbClr val="76D8F8"/>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58" name="椭圆 57"/>
          <p:cNvSpPr/>
          <p:nvPr>
            <p:custDataLst>
              <p:tags r:id="rId7"/>
            </p:custDataLst>
          </p:nvPr>
        </p:nvSpPr>
        <p:spPr>
          <a:xfrm flipH="1">
            <a:off x="7160260" y="3160395"/>
            <a:ext cx="187960" cy="187960"/>
          </a:xfrm>
          <a:prstGeom prst="ellipse">
            <a:avLst/>
          </a:prstGeom>
          <a:solidFill>
            <a:srgbClr val="AFE8FB"/>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59" name="椭圆 58"/>
          <p:cNvSpPr/>
          <p:nvPr>
            <p:custDataLst>
              <p:tags r:id="rId8"/>
            </p:custDataLst>
          </p:nvPr>
        </p:nvSpPr>
        <p:spPr>
          <a:xfrm flipH="1">
            <a:off x="6825615" y="2192655"/>
            <a:ext cx="833755" cy="833755"/>
          </a:xfrm>
          <a:prstGeom prst="ellipse">
            <a:avLst/>
          </a:prstGeom>
          <a:solidFill>
            <a:srgbClr val="AFE8FB"/>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61" name="椭圆 60"/>
          <p:cNvSpPr/>
          <p:nvPr>
            <p:custDataLst>
              <p:tags r:id="rId9"/>
            </p:custDataLst>
          </p:nvPr>
        </p:nvSpPr>
        <p:spPr>
          <a:xfrm flipH="1">
            <a:off x="9440545" y="3160395"/>
            <a:ext cx="187960" cy="187960"/>
          </a:xfrm>
          <a:prstGeom prst="ellipse">
            <a:avLst/>
          </a:prstGeom>
          <a:solidFill>
            <a:srgbClr val="BDF2FF"/>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62" name="椭圆 61"/>
          <p:cNvSpPr/>
          <p:nvPr>
            <p:custDataLst>
              <p:tags r:id="rId10"/>
            </p:custDataLst>
          </p:nvPr>
        </p:nvSpPr>
        <p:spPr>
          <a:xfrm flipH="1">
            <a:off x="9109710" y="3557270"/>
            <a:ext cx="833755" cy="833755"/>
          </a:xfrm>
          <a:prstGeom prst="ellipse">
            <a:avLst/>
          </a:prstGeom>
          <a:solidFill>
            <a:srgbClr val="BDF2FF"/>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64" name="文本框 63"/>
          <p:cNvSpPr txBox="1"/>
          <p:nvPr>
            <p:custDataLst>
              <p:tags r:id="rId11"/>
            </p:custDataLst>
          </p:nvPr>
        </p:nvSpPr>
        <p:spPr>
          <a:xfrm>
            <a:off x="6139180" y="3609975"/>
            <a:ext cx="260223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chorCtr="0">
            <a:normAutofit lnSpcReduction="10000"/>
          </a:bodyPr>
          <a:lstStyle>
            <a:defPPr>
              <a:defRPr lang="zh-CN"/>
            </a:defPPr>
            <a:lvl1pPr algn="ctr">
              <a:defRPr>
                <a:solidFill>
                  <a:srgbClr val="FFFFFF">
                    <a:lumMod val="10000"/>
                  </a:srgbClr>
                </a:solidFill>
                <a:latin typeface="Segoe UI" panose="020B0502040204020203" pitchFamily="34" charset="0"/>
                <a:ea typeface="微软雅黑 Light" panose="020B0502040204020203" pitchFamily="34" charset="-122"/>
              </a:defRPr>
            </a:lvl1pPr>
            <a:lvl2pPr marL="742950" indent="-285750">
              <a:defRPr>
                <a:latin typeface="Segoe UI" panose="020B0502040204020203" pitchFamily="34" charset="0"/>
                <a:ea typeface="微软雅黑 Light" panose="020B0502040204020203" pitchFamily="34" charset="-122"/>
              </a:defRPr>
            </a:lvl2pPr>
            <a:lvl3pPr marL="1143000" indent="-228600">
              <a:defRPr>
                <a:latin typeface="Segoe UI" panose="020B0502040204020203" pitchFamily="34" charset="0"/>
                <a:ea typeface="微软雅黑 Light" panose="020B0502040204020203" pitchFamily="34" charset="-122"/>
              </a:defRPr>
            </a:lvl3pPr>
            <a:lvl4pPr marL="1600200" indent="-228600">
              <a:defRPr>
                <a:latin typeface="Segoe UI" panose="020B0502040204020203" pitchFamily="34" charset="0"/>
                <a:ea typeface="微软雅黑 Light" panose="020B0502040204020203" pitchFamily="34" charset="-122"/>
              </a:defRPr>
            </a:lvl4pPr>
            <a:lvl5pPr marL="2057400" indent="-228600">
              <a:defRPr>
                <a:latin typeface="Segoe UI" panose="020B0502040204020203" pitchFamily="34" charset="0"/>
                <a:ea typeface="微软雅黑 Light" panose="020B0502040204020203" pitchFamily="34" charset="-122"/>
              </a:defRPr>
            </a:lvl5pPr>
            <a:lvl6pPr marL="2514600" indent="-228600" fontAlgn="base">
              <a:spcBef>
                <a:spcPct val="0"/>
              </a:spcBef>
              <a:spcAft>
                <a:spcPct val="0"/>
              </a:spcAft>
              <a:defRPr>
                <a:latin typeface="Segoe UI" panose="020B0502040204020203" pitchFamily="34" charset="0"/>
                <a:ea typeface="微软雅黑 Light" panose="020B0502040204020203" pitchFamily="34" charset="-122"/>
              </a:defRPr>
            </a:lvl6pPr>
            <a:lvl7pPr marL="2971800" indent="-228600" fontAlgn="base">
              <a:spcBef>
                <a:spcPct val="0"/>
              </a:spcBef>
              <a:spcAft>
                <a:spcPct val="0"/>
              </a:spcAft>
              <a:defRPr>
                <a:latin typeface="Segoe UI" panose="020B0502040204020203" pitchFamily="34" charset="0"/>
                <a:ea typeface="微软雅黑 Light" panose="020B0502040204020203" pitchFamily="34" charset="-122"/>
              </a:defRPr>
            </a:lvl7pPr>
            <a:lvl8pPr marL="3429000" indent="-228600" fontAlgn="base">
              <a:spcBef>
                <a:spcPct val="0"/>
              </a:spcBef>
              <a:spcAft>
                <a:spcPct val="0"/>
              </a:spcAft>
              <a:defRPr>
                <a:latin typeface="Segoe UI" panose="020B0502040204020203" pitchFamily="34" charset="0"/>
                <a:ea typeface="微软雅黑 Light" panose="020B0502040204020203" pitchFamily="34" charset="-122"/>
              </a:defRPr>
            </a:lvl8pPr>
            <a:lvl9pPr marL="3886200" indent="-228600" fontAlgn="base">
              <a:spcBef>
                <a:spcPct val="0"/>
              </a:spcBef>
              <a:spcAft>
                <a:spcPct val="0"/>
              </a:spcAft>
              <a:defRPr>
                <a:latin typeface="Segoe UI" panose="020B0502040204020203" pitchFamily="34" charset="0"/>
                <a:ea typeface="微软雅黑 Light" panose="020B0502040204020203" pitchFamily="34" charset="-122"/>
              </a:defRPr>
            </a:lvl9pPr>
          </a:lstStyle>
          <a:p>
            <a:pPr>
              <a:lnSpc>
                <a:spcPct val="120000"/>
              </a:lnSpc>
            </a:pPr>
            <a:r>
              <a:rPr lang="zh-CN" altLang="en-US" sz="2000" dirty="0">
                <a:solidFill>
                  <a:schemeClr val="bg1"/>
                </a:solidFill>
                <a:latin typeface="汉仪糯米团简" panose="00020600040101010101" charset="-122"/>
                <a:ea typeface="汉仪糯米团简" panose="00020600040101010101" charset="-122"/>
                <a:sym typeface="+mn-ea"/>
              </a:rPr>
              <a:t>请输入您的标题</a:t>
            </a:r>
            <a:endParaRPr lang="zh-CN" altLang="en-US" sz="2000" spc="300" dirty="0">
              <a:solidFill>
                <a:schemeClr val="bg1"/>
              </a:solidFill>
              <a:latin typeface="汉仪糯米团简" panose="00020600040101010101" charset="-122"/>
              <a:ea typeface="汉仪糯米团简" panose="00020600040101010101" charset="-122"/>
              <a:cs typeface="+mj-cs"/>
              <a:sym typeface="+mn-ea"/>
            </a:endParaRPr>
          </a:p>
        </p:txBody>
      </p:sp>
      <p:sp>
        <p:nvSpPr>
          <p:cNvPr id="65" name="文本框 64"/>
          <p:cNvSpPr txBox="1"/>
          <p:nvPr>
            <p:custDataLst>
              <p:tags r:id="rId12"/>
            </p:custDataLst>
          </p:nvPr>
        </p:nvSpPr>
        <p:spPr>
          <a:xfrm>
            <a:off x="6139180" y="4052570"/>
            <a:ext cx="2602230" cy="1005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defPPr>
              <a:defRPr lang="zh-CN"/>
            </a:defPPr>
            <a:lvl1pPr algn="ctr">
              <a:defRPr sz="1400">
                <a:solidFill>
                  <a:srgbClr val="FFFFFF">
                    <a:lumMod val="10000"/>
                  </a:srgbClr>
                </a:solidFill>
                <a:latin typeface="Segoe UI" panose="020B0502040204020203" pitchFamily="34" charset="0"/>
                <a:ea typeface="微软雅黑 Light" panose="020B0502040204020203" pitchFamily="34" charset="-122"/>
              </a:defRPr>
            </a:lvl1pPr>
            <a:lvl2pPr marL="742950" indent="-285750">
              <a:defRPr>
                <a:latin typeface="Segoe UI" panose="020B0502040204020203" pitchFamily="34" charset="0"/>
                <a:ea typeface="微软雅黑 Light" panose="020B0502040204020203" pitchFamily="34" charset="-122"/>
              </a:defRPr>
            </a:lvl2pPr>
            <a:lvl3pPr marL="1143000" indent="-228600">
              <a:defRPr>
                <a:latin typeface="Segoe UI" panose="020B0502040204020203" pitchFamily="34" charset="0"/>
                <a:ea typeface="微软雅黑 Light" panose="020B0502040204020203" pitchFamily="34" charset="-122"/>
              </a:defRPr>
            </a:lvl3pPr>
            <a:lvl4pPr marL="1600200" indent="-228600">
              <a:defRPr>
                <a:latin typeface="Segoe UI" panose="020B0502040204020203" pitchFamily="34" charset="0"/>
                <a:ea typeface="微软雅黑 Light" panose="020B0502040204020203" pitchFamily="34" charset="-122"/>
              </a:defRPr>
            </a:lvl4pPr>
            <a:lvl5pPr marL="2057400" indent="-228600">
              <a:defRPr>
                <a:latin typeface="Segoe UI" panose="020B0502040204020203" pitchFamily="34" charset="0"/>
                <a:ea typeface="微软雅黑 Light" panose="020B0502040204020203" pitchFamily="34" charset="-122"/>
              </a:defRPr>
            </a:lvl5pPr>
            <a:lvl6pPr marL="2514600" indent="-228600" fontAlgn="base">
              <a:spcBef>
                <a:spcPct val="0"/>
              </a:spcBef>
              <a:spcAft>
                <a:spcPct val="0"/>
              </a:spcAft>
              <a:defRPr>
                <a:latin typeface="Segoe UI" panose="020B0502040204020203" pitchFamily="34" charset="0"/>
                <a:ea typeface="微软雅黑 Light" panose="020B0502040204020203" pitchFamily="34" charset="-122"/>
              </a:defRPr>
            </a:lvl6pPr>
            <a:lvl7pPr marL="2971800" indent="-228600" fontAlgn="base">
              <a:spcBef>
                <a:spcPct val="0"/>
              </a:spcBef>
              <a:spcAft>
                <a:spcPct val="0"/>
              </a:spcAft>
              <a:defRPr>
                <a:latin typeface="Segoe UI" panose="020B0502040204020203" pitchFamily="34" charset="0"/>
                <a:ea typeface="微软雅黑 Light" panose="020B0502040204020203" pitchFamily="34" charset="-122"/>
              </a:defRPr>
            </a:lvl7pPr>
            <a:lvl8pPr marL="3429000" indent="-228600" fontAlgn="base">
              <a:spcBef>
                <a:spcPct val="0"/>
              </a:spcBef>
              <a:spcAft>
                <a:spcPct val="0"/>
              </a:spcAft>
              <a:defRPr>
                <a:latin typeface="Segoe UI" panose="020B0502040204020203" pitchFamily="34" charset="0"/>
                <a:ea typeface="微软雅黑 Light" panose="020B0502040204020203" pitchFamily="34" charset="-122"/>
              </a:defRPr>
            </a:lvl8pPr>
            <a:lvl9pPr marL="3886200" indent="-228600" fontAlgn="base">
              <a:spcBef>
                <a:spcPct val="0"/>
              </a:spcBef>
              <a:spcAft>
                <a:spcPct val="0"/>
              </a:spcAft>
              <a:defRPr>
                <a:latin typeface="Segoe UI" panose="020B0502040204020203" pitchFamily="34" charset="0"/>
                <a:ea typeface="微软雅黑 Light" panose="020B0502040204020203" pitchFamily="34" charset="-122"/>
              </a:defRPr>
            </a:lvl9pPr>
          </a:lstStyle>
          <a:p>
            <a:pPr algn="ctr">
              <a:lnSpc>
                <a:spcPct val="130000"/>
              </a:lnSpc>
            </a:pPr>
            <a:r>
              <a:rPr lang="en-US" altLang="zh-CN"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dirty="0">
              <a:solidFill>
                <a:schemeClr val="bg1"/>
              </a:solidFill>
              <a:latin typeface="汉仪糯米团简" panose="00020600040101010101" charset="-122"/>
              <a:ea typeface="汉仪糯米团简" panose="00020600040101010101" charset="-122"/>
              <a:sym typeface="+mn-ea"/>
            </a:endParaRPr>
          </a:p>
          <a:p>
            <a:pPr algn="ctr">
              <a:lnSpc>
                <a:spcPct val="130000"/>
              </a:lnSpc>
            </a:pPr>
            <a:endParaRPr lang="en-US" altLang="zh-CN" spc="150" dirty="0">
              <a:solidFill>
                <a:schemeClr val="bg1"/>
              </a:solidFill>
              <a:latin typeface="汉仪糯米团简" panose="00020600040101010101" charset="-122"/>
              <a:ea typeface="汉仪糯米团简" panose="00020600040101010101" charset="-122"/>
              <a:sym typeface="+mn-ea"/>
            </a:endParaRPr>
          </a:p>
        </p:txBody>
      </p:sp>
      <p:sp>
        <p:nvSpPr>
          <p:cNvPr id="66" name="文本框 65"/>
          <p:cNvSpPr txBox="1"/>
          <p:nvPr>
            <p:custDataLst>
              <p:tags r:id="rId13"/>
            </p:custDataLst>
          </p:nvPr>
        </p:nvSpPr>
        <p:spPr>
          <a:xfrm>
            <a:off x="1468120" y="3609975"/>
            <a:ext cx="260223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chorCtr="0">
            <a:normAutofit lnSpcReduction="10000"/>
          </a:bodyPr>
          <a:lstStyle>
            <a:defPPr>
              <a:defRPr lang="zh-CN"/>
            </a:defPPr>
            <a:lvl1pPr algn="ctr">
              <a:defRPr>
                <a:solidFill>
                  <a:srgbClr val="FFFFFF">
                    <a:lumMod val="10000"/>
                  </a:srgbClr>
                </a:solidFill>
                <a:latin typeface="Segoe UI" panose="020B0502040204020203" pitchFamily="34" charset="0"/>
                <a:ea typeface="微软雅黑 Light" panose="020B0502040204020203" pitchFamily="34" charset="-122"/>
              </a:defRPr>
            </a:lvl1pPr>
            <a:lvl2pPr marL="742950" indent="-285750">
              <a:defRPr>
                <a:latin typeface="Segoe UI" panose="020B0502040204020203" pitchFamily="34" charset="0"/>
                <a:ea typeface="微软雅黑 Light" panose="020B0502040204020203" pitchFamily="34" charset="-122"/>
              </a:defRPr>
            </a:lvl2pPr>
            <a:lvl3pPr marL="1143000" indent="-228600">
              <a:defRPr>
                <a:latin typeface="Segoe UI" panose="020B0502040204020203" pitchFamily="34" charset="0"/>
                <a:ea typeface="微软雅黑 Light" panose="020B0502040204020203" pitchFamily="34" charset="-122"/>
              </a:defRPr>
            </a:lvl3pPr>
            <a:lvl4pPr marL="1600200" indent="-228600">
              <a:defRPr>
                <a:latin typeface="Segoe UI" panose="020B0502040204020203" pitchFamily="34" charset="0"/>
                <a:ea typeface="微软雅黑 Light" panose="020B0502040204020203" pitchFamily="34" charset="-122"/>
              </a:defRPr>
            </a:lvl4pPr>
            <a:lvl5pPr marL="2057400" indent="-228600">
              <a:defRPr>
                <a:latin typeface="Segoe UI" panose="020B0502040204020203" pitchFamily="34" charset="0"/>
                <a:ea typeface="微软雅黑 Light" panose="020B0502040204020203" pitchFamily="34" charset="-122"/>
              </a:defRPr>
            </a:lvl5pPr>
            <a:lvl6pPr marL="2514600" indent="-228600" fontAlgn="base">
              <a:spcBef>
                <a:spcPct val="0"/>
              </a:spcBef>
              <a:spcAft>
                <a:spcPct val="0"/>
              </a:spcAft>
              <a:defRPr>
                <a:latin typeface="Segoe UI" panose="020B0502040204020203" pitchFamily="34" charset="0"/>
                <a:ea typeface="微软雅黑 Light" panose="020B0502040204020203" pitchFamily="34" charset="-122"/>
              </a:defRPr>
            </a:lvl6pPr>
            <a:lvl7pPr marL="2971800" indent="-228600" fontAlgn="base">
              <a:spcBef>
                <a:spcPct val="0"/>
              </a:spcBef>
              <a:spcAft>
                <a:spcPct val="0"/>
              </a:spcAft>
              <a:defRPr>
                <a:latin typeface="Segoe UI" panose="020B0502040204020203" pitchFamily="34" charset="0"/>
                <a:ea typeface="微软雅黑 Light" panose="020B0502040204020203" pitchFamily="34" charset="-122"/>
              </a:defRPr>
            </a:lvl7pPr>
            <a:lvl8pPr marL="3429000" indent="-228600" fontAlgn="base">
              <a:spcBef>
                <a:spcPct val="0"/>
              </a:spcBef>
              <a:spcAft>
                <a:spcPct val="0"/>
              </a:spcAft>
              <a:defRPr>
                <a:latin typeface="Segoe UI" panose="020B0502040204020203" pitchFamily="34" charset="0"/>
                <a:ea typeface="微软雅黑 Light" panose="020B0502040204020203" pitchFamily="34" charset="-122"/>
              </a:defRPr>
            </a:lvl8pPr>
            <a:lvl9pPr marL="3886200" indent="-228600" fontAlgn="base">
              <a:spcBef>
                <a:spcPct val="0"/>
              </a:spcBef>
              <a:spcAft>
                <a:spcPct val="0"/>
              </a:spcAft>
              <a:defRPr>
                <a:latin typeface="Segoe UI" panose="020B0502040204020203" pitchFamily="34" charset="0"/>
                <a:ea typeface="微软雅黑 Light" panose="020B0502040204020203" pitchFamily="34" charset="-122"/>
              </a:defRPr>
            </a:lvl9pPr>
          </a:lstStyle>
          <a:p>
            <a:pPr>
              <a:lnSpc>
                <a:spcPct val="120000"/>
              </a:lnSpc>
            </a:pPr>
            <a:r>
              <a:rPr lang="zh-CN" altLang="en-US" sz="2000" dirty="0">
                <a:solidFill>
                  <a:schemeClr val="bg1"/>
                </a:solidFill>
                <a:latin typeface="汉仪糯米团简" panose="00020600040101010101" charset="-122"/>
                <a:ea typeface="汉仪糯米团简" panose="00020600040101010101" charset="-122"/>
                <a:sym typeface="+mn-ea"/>
              </a:rPr>
              <a:t>请输入您的标题</a:t>
            </a:r>
            <a:endParaRPr lang="zh-CN" altLang="en-US" sz="2000" spc="300" dirty="0">
              <a:solidFill>
                <a:schemeClr val="bg1"/>
              </a:solidFill>
              <a:latin typeface="汉仪糯米团简" panose="00020600040101010101" charset="-122"/>
              <a:ea typeface="汉仪糯米团简" panose="00020600040101010101" charset="-122"/>
              <a:cs typeface="+mj-cs"/>
              <a:sym typeface="+mn-ea"/>
            </a:endParaRPr>
          </a:p>
        </p:txBody>
      </p:sp>
      <p:sp>
        <p:nvSpPr>
          <p:cNvPr id="67" name="文本框 66"/>
          <p:cNvSpPr txBox="1"/>
          <p:nvPr>
            <p:custDataLst>
              <p:tags r:id="rId14"/>
            </p:custDataLst>
          </p:nvPr>
        </p:nvSpPr>
        <p:spPr>
          <a:xfrm>
            <a:off x="1468120" y="4052570"/>
            <a:ext cx="2602230" cy="1005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defPPr>
              <a:defRPr lang="zh-CN"/>
            </a:defPPr>
            <a:lvl1pPr algn="ctr">
              <a:defRPr sz="1400">
                <a:solidFill>
                  <a:srgbClr val="FFFFFF">
                    <a:lumMod val="10000"/>
                  </a:srgbClr>
                </a:solidFill>
                <a:latin typeface="Segoe UI" panose="020B0502040204020203" pitchFamily="34" charset="0"/>
                <a:ea typeface="微软雅黑 Light" panose="020B0502040204020203" pitchFamily="34" charset="-122"/>
              </a:defRPr>
            </a:lvl1pPr>
            <a:lvl2pPr marL="742950" indent="-285750">
              <a:defRPr>
                <a:latin typeface="Segoe UI" panose="020B0502040204020203" pitchFamily="34" charset="0"/>
                <a:ea typeface="微软雅黑 Light" panose="020B0502040204020203" pitchFamily="34" charset="-122"/>
              </a:defRPr>
            </a:lvl2pPr>
            <a:lvl3pPr marL="1143000" indent="-228600">
              <a:defRPr>
                <a:latin typeface="Segoe UI" panose="020B0502040204020203" pitchFamily="34" charset="0"/>
                <a:ea typeface="微软雅黑 Light" panose="020B0502040204020203" pitchFamily="34" charset="-122"/>
              </a:defRPr>
            </a:lvl3pPr>
            <a:lvl4pPr marL="1600200" indent="-228600">
              <a:defRPr>
                <a:latin typeface="Segoe UI" panose="020B0502040204020203" pitchFamily="34" charset="0"/>
                <a:ea typeface="微软雅黑 Light" panose="020B0502040204020203" pitchFamily="34" charset="-122"/>
              </a:defRPr>
            </a:lvl4pPr>
            <a:lvl5pPr marL="2057400" indent="-228600">
              <a:defRPr>
                <a:latin typeface="Segoe UI" panose="020B0502040204020203" pitchFamily="34" charset="0"/>
                <a:ea typeface="微软雅黑 Light" panose="020B0502040204020203" pitchFamily="34" charset="-122"/>
              </a:defRPr>
            </a:lvl5pPr>
            <a:lvl6pPr marL="2514600" indent="-228600" fontAlgn="base">
              <a:spcBef>
                <a:spcPct val="0"/>
              </a:spcBef>
              <a:spcAft>
                <a:spcPct val="0"/>
              </a:spcAft>
              <a:defRPr>
                <a:latin typeface="Segoe UI" panose="020B0502040204020203" pitchFamily="34" charset="0"/>
                <a:ea typeface="微软雅黑 Light" panose="020B0502040204020203" pitchFamily="34" charset="-122"/>
              </a:defRPr>
            </a:lvl6pPr>
            <a:lvl7pPr marL="2971800" indent="-228600" fontAlgn="base">
              <a:spcBef>
                <a:spcPct val="0"/>
              </a:spcBef>
              <a:spcAft>
                <a:spcPct val="0"/>
              </a:spcAft>
              <a:defRPr>
                <a:latin typeface="Segoe UI" panose="020B0502040204020203" pitchFamily="34" charset="0"/>
                <a:ea typeface="微软雅黑 Light" panose="020B0502040204020203" pitchFamily="34" charset="-122"/>
              </a:defRPr>
            </a:lvl7pPr>
            <a:lvl8pPr marL="3429000" indent="-228600" fontAlgn="base">
              <a:spcBef>
                <a:spcPct val="0"/>
              </a:spcBef>
              <a:spcAft>
                <a:spcPct val="0"/>
              </a:spcAft>
              <a:defRPr>
                <a:latin typeface="Segoe UI" panose="020B0502040204020203" pitchFamily="34" charset="0"/>
                <a:ea typeface="微软雅黑 Light" panose="020B0502040204020203" pitchFamily="34" charset="-122"/>
              </a:defRPr>
            </a:lvl8pPr>
            <a:lvl9pPr marL="3886200" indent="-228600" fontAlgn="base">
              <a:spcBef>
                <a:spcPct val="0"/>
              </a:spcBef>
              <a:spcAft>
                <a:spcPct val="0"/>
              </a:spcAft>
              <a:defRPr>
                <a:latin typeface="Segoe UI" panose="020B0502040204020203" pitchFamily="34" charset="0"/>
                <a:ea typeface="微软雅黑 Light" panose="020B0502040204020203" pitchFamily="34" charset="-122"/>
              </a:defRPr>
            </a:lvl9pPr>
          </a:lstStyle>
          <a:p>
            <a:pPr lvl="0" indent="0" fontAlgn="base">
              <a:lnSpc>
                <a:spcPct val="130000"/>
              </a:lnSpc>
              <a:buFont typeface="Wingdings" panose="05000000000000000000" pitchFamily="2" charset="2"/>
              <a:buNone/>
            </a:pPr>
            <a:r>
              <a:rPr lang="en-US" altLang="zh-CN"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pc="150" dirty="0">
              <a:solidFill>
                <a:schemeClr val="bg1"/>
              </a:solidFill>
              <a:latin typeface="汉仪糯米团简" panose="00020600040101010101" charset="-122"/>
              <a:ea typeface="汉仪糯米团简" panose="00020600040101010101" charset="-122"/>
              <a:sym typeface="+mn-ea"/>
            </a:endParaRPr>
          </a:p>
        </p:txBody>
      </p:sp>
      <p:sp>
        <p:nvSpPr>
          <p:cNvPr id="69" name="文本框 68"/>
          <p:cNvSpPr txBox="1"/>
          <p:nvPr>
            <p:custDataLst>
              <p:tags r:id="rId15"/>
            </p:custDataLst>
          </p:nvPr>
        </p:nvSpPr>
        <p:spPr>
          <a:xfrm>
            <a:off x="8208010" y="1428750"/>
            <a:ext cx="260223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chorCtr="0">
            <a:normAutofit lnSpcReduction="10000"/>
          </a:bodyPr>
          <a:lstStyle>
            <a:defPPr>
              <a:defRPr lang="zh-CN"/>
            </a:defPPr>
            <a:lvl1pPr algn="ctr">
              <a:defRPr>
                <a:solidFill>
                  <a:srgbClr val="FFFFFF">
                    <a:lumMod val="10000"/>
                  </a:srgbClr>
                </a:solidFill>
                <a:latin typeface="Segoe UI" panose="020B0502040204020203" pitchFamily="34" charset="0"/>
                <a:ea typeface="微软雅黑 Light" panose="020B0502040204020203" pitchFamily="34" charset="-122"/>
              </a:defRPr>
            </a:lvl1pPr>
            <a:lvl2pPr marL="742950" indent="-285750">
              <a:defRPr>
                <a:latin typeface="Segoe UI" panose="020B0502040204020203" pitchFamily="34" charset="0"/>
                <a:ea typeface="微软雅黑 Light" panose="020B0502040204020203" pitchFamily="34" charset="-122"/>
              </a:defRPr>
            </a:lvl2pPr>
            <a:lvl3pPr marL="1143000" indent="-228600">
              <a:defRPr>
                <a:latin typeface="Segoe UI" panose="020B0502040204020203" pitchFamily="34" charset="0"/>
                <a:ea typeface="微软雅黑 Light" panose="020B0502040204020203" pitchFamily="34" charset="-122"/>
              </a:defRPr>
            </a:lvl3pPr>
            <a:lvl4pPr marL="1600200" indent="-228600">
              <a:defRPr>
                <a:latin typeface="Segoe UI" panose="020B0502040204020203" pitchFamily="34" charset="0"/>
                <a:ea typeface="微软雅黑 Light" panose="020B0502040204020203" pitchFamily="34" charset="-122"/>
              </a:defRPr>
            </a:lvl4pPr>
            <a:lvl5pPr marL="2057400" indent="-228600">
              <a:defRPr>
                <a:latin typeface="Segoe UI" panose="020B0502040204020203" pitchFamily="34" charset="0"/>
                <a:ea typeface="微软雅黑 Light" panose="020B0502040204020203" pitchFamily="34" charset="-122"/>
              </a:defRPr>
            </a:lvl5pPr>
            <a:lvl6pPr marL="2514600" indent="-228600" fontAlgn="base">
              <a:spcBef>
                <a:spcPct val="0"/>
              </a:spcBef>
              <a:spcAft>
                <a:spcPct val="0"/>
              </a:spcAft>
              <a:defRPr>
                <a:latin typeface="Segoe UI" panose="020B0502040204020203" pitchFamily="34" charset="0"/>
                <a:ea typeface="微软雅黑 Light" panose="020B0502040204020203" pitchFamily="34" charset="-122"/>
              </a:defRPr>
            </a:lvl6pPr>
            <a:lvl7pPr marL="2971800" indent="-228600" fontAlgn="base">
              <a:spcBef>
                <a:spcPct val="0"/>
              </a:spcBef>
              <a:spcAft>
                <a:spcPct val="0"/>
              </a:spcAft>
              <a:defRPr>
                <a:latin typeface="Segoe UI" panose="020B0502040204020203" pitchFamily="34" charset="0"/>
                <a:ea typeface="微软雅黑 Light" panose="020B0502040204020203" pitchFamily="34" charset="-122"/>
              </a:defRPr>
            </a:lvl7pPr>
            <a:lvl8pPr marL="3429000" indent="-228600" fontAlgn="base">
              <a:spcBef>
                <a:spcPct val="0"/>
              </a:spcBef>
              <a:spcAft>
                <a:spcPct val="0"/>
              </a:spcAft>
              <a:defRPr>
                <a:latin typeface="Segoe UI" panose="020B0502040204020203" pitchFamily="34" charset="0"/>
                <a:ea typeface="微软雅黑 Light" panose="020B0502040204020203" pitchFamily="34" charset="-122"/>
              </a:defRPr>
            </a:lvl8pPr>
            <a:lvl9pPr marL="3886200" indent="-228600" fontAlgn="base">
              <a:spcBef>
                <a:spcPct val="0"/>
              </a:spcBef>
              <a:spcAft>
                <a:spcPct val="0"/>
              </a:spcAft>
              <a:defRPr>
                <a:latin typeface="Segoe UI" panose="020B0502040204020203" pitchFamily="34" charset="0"/>
                <a:ea typeface="微软雅黑 Light" panose="020B0502040204020203" pitchFamily="34" charset="-122"/>
              </a:defRPr>
            </a:lvl9pPr>
          </a:lstStyle>
          <a:p>
            <a:pPr>
              <a:lnSpc>
                <a:spcPct val="120000"/>
              </a:lnSpc>
            </a:pPr>
            <a:r>
              <a:rPr lang="zh-CN" altLang="en-US" sz="2000" dirty="0">
                <a:solidFill>
                  <a:schemeClr val="bg1"/>
                </a:solidFill>
                <a:latin typeface="汉仪糯米团简" panose="00020600040101010101" charset="-122"/>
                <a:ea typeface="汉仪糯米团简" panose="00020600040101010101" charset="-122"/>
                <a:sym typeface="+mn-ea"/>
              </a:rPr>
              <a:t>请输入您的标题</a:t>
            </a:r>
            <a:endParaRPr lang="zh-CN" altLang="en-US" sz="2000" spc="300" dirty="0">
              <a:solidFill>
                <a:schemeClr val="bg1"/>
              </a:solidFill>
              <a:latin typeface="汉仪糯米团简" panose="00020600040101010101" charset="-122"/>
              <a:ea typeface="汉仪糯米团简" panose="00020600040101010101" charset="-122"/>
              <a:cs typeface="+mj-cs"/>
              <a:sym typeface="+mn-ea"/>
            </a:endParaRPr>
          </a:p>
        </p:txBody>
      </p:sp>
      <p:sp>
        <p:nvSpPr>
          <p:cNvPr id="70" name="文本框 69"/>
          <p:cNvSpPr txBox="1"/>
          <p:nvPr>
            <p:custDataLst>
              <p:tags r:id="rId16"/>
            </p:custDataLst>
          </p:nvPr>
        </p:nvSpPr>
        <p:spPr>
          <a:xfrm>
            <a:off x="8208010" y="1871345"/>
            <a:ext cx="2602230" cy="1005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defPPr>
              <a:defRPr lang="zh-CN"/>
            </a:defPPr>
            <a:lvl1pPr algn="ctr">
              <a:defRPr sz="1400">
                <a:solidFill>
                  <a:srgbClr val="FFFFFF">
                    <a:lumMod val="10000"/>
                  </a:srgbClr>
                </a:solidFill>
                <a:latin typeface="Segoe UI" panose="020B0502040204020203" pitchFamily="34" charset="0"/>
                <a:ea typeface="微软雅黑 Light" panose="020B0502040204020203" pitchFamily="34" charset="-122"/>
              </a:defRPr>
            </a:lvl1pPr>
            <a:lvl2pPr marL="742950" indent="-285750">
              <a:defRPr>
                <a:latin typeface="Segoe UI" panose="020B0502040204020203" pitchFamily="34" charset="0"/>
                <a:ea typeface="微软雅黑 Light" panose="020B0502040204020203" pitchFamily="34" charset="-122"/>
              </a:defRPr>
            </a:lvl2pPr>
            <a:lvl3pPr marL="1143000" indent="-228600">
              <a:defRPr>
                <a:latin typeface="Segoe UI" panose="020B0502040204020203" pitchFamily="34" charset="0"/>
                <a:ea typeface="微软雅黑 Light" panose="020B0502040204020203" pitchFamily="34" charset="-122"/>
              </a:defRPr>
            </a:lvl3pPr>
            <a:lvl4pPr marL="1600200" indent="-228600">
              <a:defRPr>
                <a:latin typeface="Segoe UI" panose="020B0502040204020203" pitchFamily="34" charset="0"/>
                <a:ea typeface="微软雅黑 Light" panose="020B0502040204020203" pitchFamily="34" charset="-122"/>
              </a:defRPr>
            </a:lvl4pPr>
            <a:lvl5pPr marL="2057400" indent="-228600">
              <a:defRPr>
                <a:latin typeface="Segoe UI" panose="020B0502040204020203" pitchFamily="34" charset="0"/>
                <a:ea typeface="微软雅黑 Light" panose="020B0502040204020203" pitchFamily="34" charset="-122"/>
              </a:defRPr>
            </a:lvl5pPr>
            <a:lvl6pPr marL="2514600" indent="-228600" fontAlgn="base">
              <a:spcBef>
                <a:spcPct val="0"/>
              </a:spcBef>
              <a:spcAft>
                <a:spcPct val="0"/>
              </a:spcAft>
              <a:defRPr>
                <a:latin typeface="Segoe UI" panose="020B0502040204020203" pitchFamily="34" charset="0"/>
                <a:ea typeface="微软雅黑 Light" panose="020B0502040204020203" pitchFamily="34" charset="-122"/>
              </a:defRPr>
            </a:lvl6pPr>
            <a:lvl7pPr marL="2971800" indent="-228600" fontAlgn="base">
              <a:spcBef>
                <a:spcPct val="0"/>
              </a:spcBef>
              <a:spcAft>
                <a:spcPct val="0"/>
              </a:spcAft>
              <a:defRPr>
                <a:latin typeface="Segoe UI" panose="020B0502040204020203" pitchFamily="34" charset="0"/>
                <a:ea typeface="微软雅黑 Light" panose="020B0502040204020203" pitchFamily="34" charset="-122"/>
              </a:defRPr>
            </a:lvl7pPr>
            <a:lvl8pPr marL="3429000" indent="-228600" fontAlgn="base">
              <a:spcBef>
                <a:spcPct val="0"/>
              </a:spcBef>
              <a:spcAft>
                <a:spcPct val="0"/>
              </a:spcAft>
              <a:defRPr>
                <a:latin typeface="Segoe UI" panose="020B0502040204020203" pitchFamily="34" charset="0"/>
                <a:ea typeface="微软雅黑 Light" panose="020B0502040204020203" pitchFamily="34" charset="-122"/>
              </a:defRPr>
            </a:lvl8pPr>
            <a:lvl9pPr marL="3886200" indent="-228600" fontAlgn="base">
              <a:spcBef>
                <a:spcPct val="0"/>
              </a:spcBef>
              <a:spcAft>
                <a:spcPct val="0"/>
              </a:spcAft>
              <a:defRPr>
                <a:latin typeface="Segoe UI" panose="020B0502040204020203" pitchFamily="34" charset="0"/>
                <a:ea typeface="微软雅黑 Light" panose="020B0502040204020203" pitchFamily="34" charset="-122"/>
              </a:defRPr>
            </a:lvl9pPr>
          </a:lstStyle>
          <a:p>
            <a:pPr lvl="0" indent="0" fontAlgn="base">
              <a:lnSpc>
                <a:spcPct val="130000"/>
              </a:lnSpc>
              <a:buFont typeface="Wingdings" panose="05000000000000000000" pitchFamily="2" charset="2"/>
              <a:buNone/>
            </a:pPr>
            <a:r>
              <a:rPr lang="en-US" altLang="zh-CN"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pc="150" dirty="0">
              <a:solidFill>
                <a:schemeClr val="bg1"/>
              </a:solidFill>
              <a:latin typeface="汉仪糯米团简" panose="00020600040101010101" charset="-122"/>
              <a:ea typeface="汉仪糯米团简" panose="00020600040101010101" charset="-122"/>
              <a:sym typeface="+mn-ea"/>
            </a:endParaRPr>
          </a:p>
        </p:txBody>
      </p:sp>
      <p:sp>
        <p:nvSpPr>
          <p:cNvPr id="71" name="文本框 70"/>
          <p:cNvSpPr txBox="1"/>
          <p:nvPr>
            <p:custDataLst>
              <p:tags r:id="rId17"/>
            </p:custDataLst>
          </p:nvPr>
        </p:nvSpPr>
        <p:spPr>
          <a:xfrm>
            <a:off x="3536950" y="1428750"/>
            <a:ext cx="260223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chorCtr="0">
            <a:normAutofit lnSpcReduction="10000"/>
          </a:bodyPr>
          <a:lstStyle>
            <a:defPPr>
              <a:defRPr lang="zh-CN"/>
            </a:defPPr>
            <a:lvl1pPr algn="ctr">
              <a:defRPr>
                <a:solidFill>
                  <a:srgbClr val="FFFFFF">
                    <a:lumMod val="10000"/>
                  </a:srgbClr>
                </a:solidFill>
                <a:latin typeface="Segoe UI" panose="020B0502040204020203" pitchFamily="34" charset="0"/>
                <a:ea typeface="微软雅黑 Light" panose="020B0502040204020203" pitchFamily="34" charset="-122"/>
              </a:defRPr>
            </a:lvl1pPr>
            <a:lvl2pPr marL="742950" indent="-285750">
              <a:defRPr>
                <a:latin typeface="Segoe UI" panose="020B0502040204020203" pitchFamily="34" charset="0"/>
                <a:ea typeface="微软雅黑 Light" panose="020B0502040204020203" pitchFamily="34" charset="-122"/>
              </a:defRPr>
            </a:lvl2pPr>
            <a:lvl3pPr marL="1143000" indent="-228600">
              <a:defRPr>
                <a:latin typeface="Segoe UI" panose="020B0502040204020203" pitchFamily="34" charset="0"/>
                <a:ea typeface="微软雅黑 Light" panose="020B0502040204020203" pitchFamily="34" charset="-122"/>
              </a:defRPr>
            </a:lvl3pPr>
            <a:lvl4pPr marL="1600200" indent="-228600">
              <a:defRPr>
                <a:latin typeface="Segoe UI" panose="020B0502040204020203" pitchFamily="34" charset="0"/>
                <a:ea typeface="微软雅黑 Light" panose="020B0502040204020203" pitchFamily="34" charset="-122"/>
              </a:defRPr>
            </a:lvl4pPr>
            <a:lvl5pPr marL="2057400" indent="-228600">
              <a:defRPr>
                <a:latin typeface="Segoe UI" panose="020B0502040204020203" pitchFamily="34" charset="0"/>
                <a:ea typeface="微软雅黑 Light" panose="020B0502040204020203" pitchFamily="34" charset="-122"/>
              </a:defRPr>
            </a:lvl5pPr>
            <a:lvl6pPr marL="2514600" indent="-228600" fontAlgn="base">
              <a:spcBef>
                <a:spcPct val="0"/>
              </a:spcBef>
              <a:spcAft>
                <a:spcPct val="0"/>
              </a:spcAft>
              <a:defRPr>
                <a:latin typeface="Segoe UI" panose="020B0502040204020203" pitchFamily="34" charset="0"/>
                <a:ea typeface="微软雅黑 Light" panose="020B0502040204020203" pitchFamily="34" charset="-122"/>
              </a:defRPr>
            </a:lvl6pPr>
            <a:lvl7pPr marL="2971800" indent="-228600" fontAlgn="base">
              <a:spcBef>
                <a:spcPct val="0"/>
              </a:spcBef>
              <a:spcAft>
                <a:spcPct val="0"/>
              </a:spcAft>
              <a:defRPr>
                <a:latin typeface="Segoe UI" panose="020B0502040204020203" pitchFamily="34" charset="0"/>
                <a:ea typeface="微软雅黑 Light" panose="020B0502040204020203" pitchFamily="34" charset="-122"/>
              </a:defRPr>
            </a:lvl7pPr>
            <a:lvl8pPr marL="3429000" indent="-228600" fontAlgn="base">
              <a:spcBef>
                <a:spcPct val="0"/>
              </a:spcBef>
              <a:spcAft>
                <a:spcPct val="0"/>
              </a:spcAft>
              <a:defRPr>
                <a:latin typeface="Segoe UI" panose="020B0502040204020203" pitchFamily="34" charset="0"/>
                <a:ea typeface="微软雅黑 Light" panose="020B0502040204020203" pitchFamily="34" charset="-122"/>
              </a:defRPr>
            </a:lvl8pPr>
            <a:lvl9pPr marL="3886200" indent="-228600" fontAlgn="base">
              <a:spcBef>
                <a:spcPct val="0"/>
              </a:spcBef>
              <a:spcAft>
                <a:spcPct val="0"/>
              </a:spcAft>
              <a:defRPr>
                <a:latin typeface="Segoe UI" panose="020B0502040204020203" pitchFamily="34" charset="0"/>
                <a:ea typeface="微软雅黑 Light" panose="020B0502040204020203" pitchFamily="34" charset="-122"/>
              </a:defRPr>
            </a:lvl9pPr>
          </a:lstStyle>
          <a:p>
            <a:pPr>
              <a:lnSpc>
                <a:spcPct val="120000"/>
              </a:lnSpc>
            </a:pPr>
            <a:r>
              <a:rPr lang="zh-CN" altLang="en-US" sz="2000" dirty="0">
                <a:solidFill>
                  <a:schemeClr val="bg1"/>
                </a:solidFill>
                <a:latin typeface="汉仪糯米团简" panose="00020600040101010101" charset="-122"/>
                <a:ea typeface="汉仪糯米团简" panose="00020600040101010101" charset="-122"/>
                <a:sym typeface="+mn-ea"/>
              </a:rPr>
              <a:t>请输入您的标题</a:t>
            </a:r>
            <a:endParaRPr lang="zh-CN" altLang="en-US" sz="2000" spc="300" dirty="0">
              <a:solidFill>
                <a:schemeClr val="bg1"/>
              </a:solidFill>
              <a:latin typeface="汉仪糯米团简" panose="00020600040101010101" charset="-122"/>
              <a:ea typeface="汉仪糯米团简" panose="00020600040101010101" charset="-122"/>
              <a:cs typeface="+mj-cs"/>
              <a:sym typeface="+mn-ea"/>
            </a:endParaRPr>
          </a:p>
        </p:txBody>
      </p:sp>
      <p:sp>
        <p:nvSpPr>
          <p:cNvPr id="72" name="文本框 71"/>
          <p:cNvSpPr txBox="1"/>
          <p:nvPr>
            <p:custDataLst>
              <p:tags r:id="rId18"/>
            </p:custDataLst>
          </p:nvPr>
        </p:nvSpPr>
        <p:spPr>
          <a:xfrm>
            <a:off x="3536950" y="1871345"/>
            <a:ext cx="2602230" cy="1005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defPPr>
              <a:defRPr lang="zh-CN"/>
            </a:defPPr>
            <a:lvl1pPr algn="ctr">
              <a:defRPr sz="1400">
                <a:solidFill>
                  <a:srgbClr val="FFFFFF">
                    <a:lumMod val="10000"/>
                  </a:srgbClr>
                </a:solidFill>
                <a:latin typeface="Segoe UI" panose="020B0502040204020203" pitchFamily="34" charset="0"/>
                <a:ea typeface="微软雅黑 Light" panose="020B0502040204020203" pitchFamily="34" charset="-122"/>
              </a:defRPr>
            </a:lvl1pPr>
            <a:lvl2pPr marL="742950" indent="-285750">
              <a:defRPr>
                <a:latin typeface="Segoe UI" panose="020B0502040204020203" pitchFamily="34" charset="0"/>
                <a:ea typeface="微软雅黑 Light" panose="020B0502040204020203" pitchFamily="34" charset="-122"/>
              </a:defRPr>
            </a:lvl2pPr>
            <a:lvl3pPr marL="1143000" indent="-228600">
              <a:defRPr>
                <a:latin typeface="Segoe UI" panose="020B0502040204020203" pitchFamily="34" charset="0"/>
                <a:ea typeface="微软雅黑 Light" panose="020B0502040204020203" pitchFamily="34" charset="-122"/>
              </a:defRPr>
            </a:lvl3pPr>
            <a:lvl4pPr marL="1600200" indent="-228600">
              <a:defRPr>
                <a:latin typeface="Segoe UI" panose="020B0502040204020203" pitchFamily="34" charset="0"/>
                <a:ea typeface="微软雅黑 Light" panose="020B0502040204020203" pitchFamily="34" charset="-122"/>
              </a:defRPr>
            </a:lvl4pPr>
            <a:lvl5pPr marL="2057400" indent="-228600">
              <a:defRPr>
                <a:latin typeface="Segoe UI" panose="020B0502040204020203" pitchFamily="34" charset="0"/>
                <a:ea typeface="微软雅黑 Light" panose="020B0502040204020203" pitchFamily="34" charset="-122"/>
              </a:defRPr>
            </a:lvl5pPr>
            <a:lvl6pPr marL="2514600" indent="-228600" fontAlgn="base">
              <a:spcBef>
                <a:spcPct val="0"/>
              </a:spcBef>
              <a:spcAft>
                <a:spcPct val="0"/>
              </a:spcAft>
              <a:defRPr>
                <a:latin typeface="Segoe UI" panose="020B0502040204020203" pitchFamily="34" charset="0"/>
                <a:ea typeface="微软雅黑 Light" panose="020B0502040204020203" pitchFamily="34" charset="-122"/>
              </a:defRPr>
            </a:lvl6pPr>
            <a:lvl7pPr marL="2971800" indent="-228600" fontAlgn="base">
              <a:spcBef>
                <a:spcPct val="0"/>
              </a:spcBef>
              <a:spcAft>
                <a:spcPct val="0"/>
              </a:spcAft>
              <a:defRPr>
                <a:latin typeface="Segoe UI" panose="020B0502040204020203" pitchFamily="34" charset="0"/>
                <a:ea typeface="微软雅黑 Light" panose="020B0502040204020203" pitchFamily="34" charset="-122"/>
              </a:defRPr>
            </a:lvl7pPr>
            <a:lvl8pPr marL="3429000" indent="-228600" fontAlgn="base">
              <a:spcBef>
                <a:spcPct val="0"/>
              </a:spcBef>
              <a:spcAft>
                <a:spcPct val="0"/>
              </a:spcAft>
              <a:defRPr>
                <a:latin typeface="Segoe UI" panose="020B0502040204020203" pitchFamily="34" charset="0"/>
                <a:ea typeface="微软雅黑 Light" panose="020B0502040204020203" pitchFamily="34" charset="-122"/>
              </a:defRPr>
            </a:lvl8pPr>
            <a:lvl9pPr marL="3886200" indent="-228600" fontAlgn="base">
              <a:spcBef>
                <a:spcPct val="0"/>
              </a:spcBef>
              <a:spcAft>
                <a:spcPct val="0"/>
              </a:spcAft>
              <a:defRPr>
                <a:latin typeface="Segoe UI" panose="020B0502040204020203" pitchFamily="34" charset="0"/>
                <a:ea typeface="微软雅黑 Light" panose="020B0502040204020203" pitchFamily="34" charset="-122"/>
              </a:defRPr>
            </a:lvl9pPr>
          </a:lstStyle>
          <a:p>
            <a:pPr lvl="0" indent="0" fontAlgn="base">
              <a:lnSpc>
                <a:spcPct val="130000"/>
              </a:lnSpc>
              <a:buFont typeface="Wingdings" panose="05000000000000000000" pitchFamily="2" charset="2"/>
              <a:buNone/>
            </a:pPr>
            <a:r>
              <a:rPr lang="en-US" altLang="zh-CN"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pc="150" dirty="0">
              <a:solidFill>
                <a:schemeClr val="bg1"/>
              </a:solidFill>
              <a:latin typeface="汉仪糯米团简" panose="00020600040101010101" charset="-122"/>
              <a:ea typeface="汉仪糯米团简" panose="00020600040101010101" charset="-122"/>
              <a:sym typeface="+mn-ea"/>
            </a:endParaRPr>
          </a:p>
        </p:txBody>
      </p:sp>
      <p:sp>
        <p:nvSpPr>
          <p:cNvPr id="132" name="对话框"/>
          <p:cNvSpPr/>
          <p:nvPr/>
        </p:nvSpPr>
        <p:spPr bwMode="auto">
          <a:xfrm>
            <a:off x="2439670" y="2436495"/>
            <a:ext cx="379730" cy="346710"/>
          </a:xfrm>
          <a:custGeom>
            <a:avLst/>
            <a:gdLst>
              <a:gd name="T0" fmla="*/ 1678361 w 3644"/>
              <a:gd name="T1" fmla="*/ 0 h 3384"/>
              <a:gd name="T2" fmla="*/ 122036 w 3644"/>
              <a:gd name="T3" fmla="*/ 0 h 3384"/>
              <a:gd name="T4" fmla="*/ 0 w 3644"/>
              <a:gd name="T5" fmla="*/ 122102 h 3384"/>
              <a:gd name="T6" fmla="*/ 0 w 3644"/>
              <a:gd name="T7" fmla="*/ 1180975 h 3384"/>
              <a:gd name="T8" fmla="*/ 122036 w 3644"/>
              <a:gd name="T9" fmla="*/ 1303077 h 3384"/>
              <a:gd name="T10" fmla="*/ 1012847 w 3644"/>
              <a:gd name="T11" fmla="*/ 1303077 h 3384"/>
              <a:gd name="T12" fmla="*/ 1269764 w 3644"/>
              <a:gd name="T13" fmla="*/ 1672842 h 3384"/>
              <a:gd name="T14" fmla="*/ 1253954 w 3644"/>
              <a:gd name="T15" fmla="*/ 1303077 h 3384"/>
              <a:gd name="T16" fmla="*/ 1678361 w 3644"/>
              <a:gd name="T17" fmla="*/ 1303077 h 3384"/>
              <a:gd name="T18" fmla="*/ 1800397 w 3644"/>
              <a:gd name="T19" fmla="*/ 1180975 h 3384"/>
              <a:gd name="T20" fmla="*/ 1800397 w 3644"/>
              <a:gd name="T21" fmla="*/ 122102 h 3384"/>
              <a:gd name="T22" fmla="*/ 1678361 w 3644"/>
              <a:gd name="T23" fmla="*/ 0 h 3384"/>
              <a:gd name="T24" fmla="*/ 1069171 w 3644"/>
              <a:gd name="T25" fmla="*/ 932817 h 3384"/>
              <a:gd name="T26" fmla="*/ 369566 w 3644"/>
              <a:gd name="T27" fmla="*/ 932817 h 3384"/>
              <a:gd name="T28" fmla="*/ 313241 w 3644"/>
              <a:gd name="T29" fmla="*/ 876957 h 3384"/>
              <a:gd name="T30" fmla="*/ 369566 w 3644"/>
              <a:gd name="T31" fmla="*/ 820602 h 3384"/>
              <a:gd name="T32" fmla="*/ 1069171 w 3644"/>
              <a:gd name="T33" fmla="*/ 820602 h 3384"/>
              <a:gd name="T34" fmla="*/ 1125495 w 3644"/>
              <a:gd name="T35" fmla="*/ 876957 h 3384"/>
              <a:gd name="T36" fmla="*/ 1069171 w 3644"/>
              <a:gd name="T37" fmla="*/ 932817 h 3384"/>
              <a:gd name="T38" fmla="*/ 1430831 w 3644"/>
              <a:gd name="T39" fmla="*/ 691580 h 3384"/>
              <a:gd name="T40" fmla="*/ 369566 w 3644"/>
              <a:gd name="T41" fmla="*/ 691580 h 3384"/>
              <a:gd name="T42" fmla="*/ 313241 w 3644"/>
              <a:gd name="T43" fmla="*/ 635225 h 3384"/>
              <a:gd name="T44" fmla="*/ 369566 w 3644"/>
              <a:gd name="T45" fmla="*/ 579365 h 3384"/>
              <a:gd name="T46" fmla="*/ 1430831 w 3644"/>
              <a:gd name="T47" fmla="*/ 579365 h 3384"/>
              <a:gd name="T48" fmla="*/ 1487156 w 3644"/>
              <a:gd name="T49" fmla="*/ 635225 h 3384"/>
              <a:gd name="T50" fmla="*/ 1430831 w 3644"/>
              <a:gd name="T51" fmla="*/ 691580 h 3384"/>
              <a:gd name="T52" fmla="*/ 1430831 w 3644"/>
              <a:gd name="T53" fmla="*/ 450343 h 3384"/>
              <a:gd name="T54" fmla="*/ 369566 w 3644"/>
              <a:gd name="T55" fmla="*/ 450343 h 3384"/>
              <a:gd name="T56" fmla="*/ 313241 w 3644"/>
              <a:gd name="T57" fmla="*/ 393988 h 3384"/>
              <a:gd name="T58" fmla="*/ 369566 w 3644"/>
              <a:gd name="T59" fmla="*/ 337633 h 3384"/>
              <a:gd name="T60" fmla="*/ 1430831 w 3644"/>
              <a:gd name="T61" fmla="*/ 337633 h 3384"/>
              <a:gd name="T62" fmla="*/ 1487156 w 3644"/>
              <a:gd name="T63" fmla="*/ 393988 h 3384"/>
              <a:gd name="T64" fmla="*/ 1430831 w 3644"/>
              <a:gd name="T65" fmla="*/ 450343 h 338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644" h="3384">
                <a:moveTo>
                  <a:pt x="3397" y="0"/>
                </a:moveTo>
                <a:cubicBezTo>
                  <a:pt x="247" y="0"/>
                  <a:pt x="247" y="0"/>
                  <a:pt x="247" y="0"/>
                </a:cubicBezTo>
                <a:cubicBezTo>
                  <a:pt x="110" y="0"/>
                  <a:pt x="0" y="111"/>
                  <a:pt x="0" y="247"/>
                </a:cubicBezTo>
                <a:cubicBezTo>
                  <a:pt x="0" y="2389"/>
                  <a:pt x="0" y="2389"/>
                  <a:pt x="0" y="2389"/>
                </a:cubicBezTo>
                <a:cubicBezTo>
                  <a:pt x="0" y="2525"/>
                  <a:pt x="110" y="2636"/>
                  <a:pt x="247" y="2636"/>
                </a:cubicBezTo>
                <a:cubicBezTo>
                  <a:pt x="2050" y="2636"/>
                  <a:pt x="2050" y="2636"/>
                  <a:pt x="2050" y="2636"/>
                </a:cubicBezTo>
                <a:cubicBezTo>
                  <a:pt x="2570" y="3384"/>
                  <a:pt x="2570" y="3384"/>
                  <a:pt x="2570" y="3384"/>
                </a:cubicBezTo>
                <a:cubicBezTo>
                  <a:pt x="2538" y="2636"/>
                  <a:pt x="2538" y="2636"/>
                  <a:pt x="2538" y="2636"/>
                </a:cubicBezTo>
                <a:cubicBezTo>
                  <a:pt x="3397" y="2636"/>
                  <a:pt x="3397" y="2636"/>
                  <a:pt x="3397" y="2636"/>
                </a:cubicBezTo>
                <a:cubicBezTo>
                  <a:pt x="3534" y="2636"/>
                  <a:pt x="3644" y="2525"/>
                  <a:pt x="3644" y="2389"/>
                </a:cubicBezTo>
                <a:cubicBezTo>
                  <a:pt x="3644" y="247"/>
                  <a:pt x="3644" y="247"/>
                  <a:pt x="3644" y="247"/>
                </a:cubicBezTo>
                <a:cubicBezTo>
                  <a:pt x="3644" y="111"/>
                  <a:pt x="3534" y="0"/>
                  <a:pt x="3397" y="0"/>
                </a:cubicBezTo>
                <a:close/>
                <a:moveTo>
                  <a:pt x="2164" y="1887"/>
                </a:moveTo>
                <a:cubicBezTo>
                  <a:pt x="748" y="1887"/>
                  <a:pt x="748" y="1887"/>
                  <a:pt x="748" y="1887"/>
                </a:cubicBezTo>
                <a:cubicBezTo>
                  <a:pt x="685" y="1887"/>
                  <a:pt x="634" y="1837"/>
                  <a:pt x="634" y="1774"/>
                </a:cubicBezTo>
                <a:cubicBezTo>
                  <a:pt x="634" y="1711"/>
                  <a:pt x="685" y="1660"/>
                  <a:pt x="748" y="1660"/>
                </a:cubicBezTo>
                <a:cubicBezTo>
                  <a:pt x="2164" y="1660"/>
                  <a:pt x="2164" y="1660"/>
                  <a:pt x="2164" y="1660"/>
                </a:cubicBezTo>
                <a:cubicBezTo>
                  <a:pt x="2227" y="1660"/>
                  <a:pt x="2278" y="1711"/>
                  <a:pt x="2278" y="1774"/>
                </a:cubicBezTo>
                <a:cubicBezTo>
                  <a:pt x="2278" y="1837"/>
                  <a:pt x="2227" y="1887"/>
                  <a:pt x="2164" y="1887"/>
                </a:cubicBezTo>
                <a:close/>
                <a:moveTo>
                  <a:pt x="2896" y="1399"/>
                </a:moveTo>
                <a:cubicBezTo>
                  <a:pt x="748" y="1399"/>
                  <a:pt x="748" y="1399"/>
                  <a:pt x="748" y="1399"/>
                </a:cubicBezTo>
                <a:cubicBezTo>
                  <a:pt x="685" y="1399"/>
                  <a:pt x="634" y="1348"/>
                  <a:pt x="634" y="1285"/>
                </a:cubicBezTo>
                <a:cubicBezTo>
                  <a:pt x="634" y="1223"/>
                  <a:pt x="685" y="1172"/>
                  <a:pt x="748" y="1172"/>
                </a:cubicBezTo>
                <a:cubicBezTo>
                  <a:pt x="2896" y="1172"/>
                  <a:pt x="2896" y="1172"/>
                  <a:pt x="2896" y="1172"/>
                </a:cubicBezTo>
                <a:cubicBezTo>
                  <a:pt x="2959" y="1172"/>
                  <a:pt x="3010" y="1223"/>
                  <a:pt x="3010" y="1285"/>
                </a:cubicBezTo>
                <a:cubicBezTo>
                  <a:pt x="3010" y="1348"/>
                  <a:pt x="2959" y="1399"/>
                  <a:pt x="2896" y="1399"/>
                </a:cubicBezTo>
                <a:close/>
                <a:moveTo>
                  <a:pt x="2896" y="911"/>
                </a:moveTo>
                <a:cubicBezTo>
                  <a:pt x="748" y="911"/>
                  <a:pt x="748" y="911"/>
                  <a:pt x="748" y="911"/>
                </a:cubicBezTo>
                <a:cubicBezTo>
                  <a:pt x="685" y="911"/>
                  <a:pt x="634" y="860"/>
                  <a:pt x="634" y="797"/>
                </a:cubicBezTo>
                <a:cubicBezTo>
                  <a:pt x="634" y="734"/>
                  <a:pt x="685" y="683"/>
                  <a:pt x="748" y="683"/>
                </a:cubicBezTo>
                <a:cubicBezTo>
                  <a:pt x="2896" y="683"/>
                  <a:pt x="2896" y="683"/>
                  <a:pt x="2896" y="683"/>
                </a:cubicBezTo>
                <a:cubicBezTo>
                  <a:pt x="2959" y="683"/>
                  <a:pt x="3010" y="734"/>
                  <a:pt x="3010" y="797"/>
                </a:cubicBezTo>
                <a:cubicBezTo>
                  <a:pt x="3010" y="860"/>
                  <a:pt x="2959" y="911"/>
                  <a:pt x="2896" y="911"/>
                </a:cubicBezTo>
                <a:close/>
              </a:path>
            </a:pathLst>
          </a:custGeom>
          <a:solidFill>
            <a:schemeClr val="bg1"/>
          </a:solidFill>
          <a:ln>
            <a:noFill/>
          </a:ln>
        </p:spPr>
      </p:sp>
      <p:sp>
        <p:nvSpPr>
          <p:cNvPr id="151" name="Freeform 97"/>
          <p:cNvSpPr>
            <a:spLocks noChangeArrowheads="1"/>
          </p:cNvSpPr>
          <p:nvPr/>
        </p:nvSpPr>
        <p:spPr bwMode="auto">
          <a:xfrm>
            <a:off x="4772025" y="3808730"/>
            <a:ext cx="391795" cy="331470"/>
          </a:xfrm>
          <a:custGeom>
            <a:avLst/>
            <a:gdLst>
              <a:gd name="T0" fmla="*/ 103587 w 497"/>
              <a:gd name="T1" fmla="*/ 104160 h 426"/>
              <a:gd name="T2" fmla="*/ 103587 w 497"/>
              <a:gd name="T3" fmla="*/ 104160 h 426"/>
              <a:gd name="T4" fmla="*/ 123403 w 497"/>
              <a:gd name="T5" fmla="*/ 104160 h 426"/>
              <a:gd name="T6" fmla="*/ 123403 w 497"/>
              <a:gd name="T7" fmla="*/ 124000 h 426"/>
              <a:gd name="T8" fmla="*/ 223387 w 497"/>
              <a:gd name="T9" fmla="*/ 124000 h 426"/>
              <a:gd name="T10" fmla="*/ 219333 w 497"/>
              <a:gd name="T11" fmla="*/ 59971 h 426"/>
              <a:gd name="T12" fmla="*/ 199517 w 497"/>
              <a:gd name="T13" fmla="*/ 36073 h 426"/>
              <a:gd name="T14" fmla="*/ 163487 w 497"/>
              <a:gd name="T15" fmla="*/ 36073 h 426"/>
              <a:gd name="T16" fmla="*/ 151777 w 497"/>
              <a:gd name="T17" fmla="*/ 12175 h 426"/>
              <a:gd name="T18" fmla="*/ 135113 w 497"/>
              <a:gd name="T19" fmla="*/ 0 h 426"/>
              <a:gd name="T20" fmla="*/ 87373 w 497"/>
              <a:gd name="T21" fmla="*/ 0 h 426"/>
              <a:gd name="T22" fmla="*/ 75663 w 497"/>
              <a:gd name="T23" fmla="*/ 12175 h 426"/>
              <a:gd name="T24" fmla="*/ 59900 w 497"/>
              <a:gd name="T25" fmla="*/ 36073 h 426"/>
              <a:gd name="T26" fmla="*/ 23870 w 497"/>
              <a:gd name="T27" fmla="*/ 36073 h 426"/>
              <a:gd name="T28" fmla="*/ 4053 w 497"/>
              <a:gd name="T29" fmla="*/ 59971 h 426"/>
              <a:gd name="T30" fmla="*/ 0 w 497"/>
              <a:gd name="T31" fmla="*/ 124000 h 426"/>
              <a:gd name="T32" fmla="*/ 103587 w 497"/>
              <a:gd name="T33" fmla="*/ 124000 h 426"/>
              <a:gd name="T34" fmla="*/ 103587 w 497"/>
              <a:gd name="T35" fmla="*/ 104160 h 426"/>
              <a:gd name="T36" fmla="*/ 83770 w 497"/>
              <a:gd name="T37" fmla="*/ 23898 h 426"/>
              <a:gd name="T38" fmla="*/ 83770 w 497"/>
              <a:gd name="T39" fmla="*/ 23898 h 426"/>
              <a:gd name="T40" fmla="*/ 95480 w 497"/>
              <a:gd name="T41" fmla="*/ 16233 h 426"/>
              <a:gd name="T42" fmla="*/ 127907 w 497"/>
              <a:gd name="T43" fmla="*/ 16233 h 426"/>
              <a:gd name="T44" fmla="*/ 139166 w 497"/>
              <a:gd name="T45" fmla="*/ 23898 h 426"/>
              <a:gd name="T46" fmla="*/ 143670 w 497"/>
              <a:gd name="T47" fmla="*/ 36073 h 426"/>
              <a:gd name="T48" fmla="*/ 79717 w 497"/>
              <a:gd name="T49" fmla="*/ 36073 h 426"/>
              <a:gd name="T50" fmla="*/ 83770 w 497"/>
              <a:gd name="T51" fmla="*/ 23898 h 426"/>
              <a:gd name="T52" fmla="*/ 123403 w 497"/>
              <a:gd name="T53" fmla="*/ 160073 h 426"/>
              <a:gd name="T54" fmla="*/ 123403 w 497"/>
              <a:gd name="T55" fmla="*/ 160073 h 426"/>
              <a:gd name="T56" fmla="*/ 103587 w 497"/>
              <a:gd name="T57" fmla="*/ 160073 h 426"/>
              <a:gd name="T58" fmla="*/ 103587 w 497"/>
              <a:gd name="T59" fmla="*/ 136175 h 426"/>
              <a:gd name="T60" fmla="*/ 4053 w 497"/>
              <a:gd name="T61" fmla="*/ 136175 h 426"/>
              <a:gd name="T62" fmla="*/ 7656 w 497"/>
              <a:gd name="T63" fmla="*/ 171797 h 426"/>
              <a:gd name="T64" fmla="*/ 27923 w 497"/>
              <a:gd name="T65" fmla="*/ 191637 h 426"/>
              <a:gd name="T66" fmla="*/ 195463 w 497"/>
              <a:gd name="T67" fmla="*/ 191637 h 426"/>
              <a:gd name="T68" fmla="*/ 215280 w 497"/>
              <a:gd name="T69" fmla="*/ 171797 h 426"/>
              <a:gd name="T70" fmla="*/ 219333 w 497"/>
              <a:gd name="T71" fmla="*/ 136175 h 426"/>
              <a:gd name="T72" fmla="*/ 123403 w 497"/>
              <a:gd name="T73" fmla="*/ 136175 h 426"/>
              <a:gd name="T74" fmla="*/ 123403 w 497"/>
              <a:gd name="T75" fmla="*/ 160073 h 4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97" h="426">
                <a:moveTo>
                  <a:pt x="230" y="231"/>
                </a:moveTo>
                <a:lnTo>
                  <a:pt x="230" y="231"/>
                </a:lnTo>
                <a:cubicBezTo>
                  <a:pt x="274" y="231"/>
                  <a:pt x="274" y="231"/>
                  <a:pt x="274" y="231"/>
                </a:cubicBezTo>
                <a:cubicBezTo>
                  <a:pt x="274" y="275"/>
                  <a:pt x="274" y="275"/>
                  <a:pt x="274" y="275"/>
                </a:cubicBezTo>
                <a:cubicBezTo>
                  <a:pt x="496" y="275"/>
                  <a:pt x="496" y="275"/>
                  <a:pt x="496" y="275"/>
                </a:cubicBezTo>
                <a:cubicBezTo>
                  <a:pt x="496" y="275"/>
                  <a:pt x="496" y="168"/>
                  <a:pt x="487" y="133"/>
                </a:cubicBezTo>
                <a:cubicBezTo>
                  <a:pt x="487" y="97"/>
                  <a:pt x="478" y="80"/>
                  <a:pt x="443" y="80"/>
                </a:cubicBezTo>
                <a:cubicBezTo>
                  <a:pt x="363" y="80"/>
                  <a:pt x="363" y="80"/>
                  <a:pt x="363" y="80"/>
                </a:cubicBezTo>
                <a:cubicBezTo>
                  <a:pt x="345" y="53"/>
                  <a:pt x="337" y="27"/>
                  <a:pt x="337" y="27"/>
                </a:cubicBezTo>
                <a:cubicBezTo>
                  <a:pt x="328" y="9"/>
                  <a:pt x="319" y="0"/>
                  <a:pt x="300" y="0"/>
                </a:cubicBezTo>
                <a:cubicBezTo>
                  <a:pt x="194" y="0"/>
                  <a:pt x="194" y="0"/>
                  <a:pt x="194" y="0"/>
                </a:cubicBezTo>
                <a:cubicBezTo>
                  <a:pt x="177" y="0"/>
                  <a:pt x="168" y="9"/>
                  <a:pt x="168" y="27"/>
                </a:cubicBezTo>
                <a:cubicBezTo>
                  <a:pt x="159" y="27"/>
                  <a:pt x="150" y="53"/>
                  <a:pt x="133" y="80"/>
                </a:cubicBezTo>
                <a:cubicBezTo>
                  <a:pt x="53" y="80"/>
                  <a:pt x="53" y="80"/>
                  <a:pt x="53" y="80"/>
                </a:cubicBezTo>
                <a:cubicBezTo>
                  <a:pt x="17" y="80"/>
                  <a:pt x="9" y="97"/>
                  <a:pt x="9" y="133"/>
                </a:cubicBezTo>
                <a:cubicBezTo>
                  <a:pt x="0" y="168"/>
                  <a:pt x="0" y="275"/>
                  <a:pt x="0" y="275"/>
                </a:cubicBezTo>
                <a:cubicBezTo>
                  <a:pt x="230" y="275"/>
                  <a:pt x="230" y="275"/>
                  <a:pt x="230" y="275"/>
                </a:cubicBezTo>
                <a:lnTo>
                  <a:pt x="230" y="231"/>
                </a:lnTo>
                <a:close/>
                <a:moveTo>
                  <a:pt x="186" y="53"/>
                </a:moveTo>
                <a:lnTo>
                  <a:pt x="186" y="53"/>
                </a:lnTo>
                <a:cubicBezTo>
                  <a:pt x="194" y="44"/>
                  <a:pt x="194" y="36"/>
                  <a:pt x="212" y="36"/>
                </a:cubicBezTo>
                <a:cubicBezTo>
                  <a:pt x="284" y="36"/>
                  <a:pt x="284" y="36"/>
                  <a:pt x="284" y="36"/>
                </a:cubicBezTo>
                <a:cubicBezTo>
                  <a:pt x="300" y="36"/>
                  <a:pt x="300" y="44"/>
                  <a:pt x="309" y="53"/>
                </a:cubicBezTo>
                <a:cubicBezTo>
                  <a:pt x="309" y="53"/>
                  <a:pt x="319" y="71"/>
                  <a:pt x="319" y="80"/>
                </a:cubicBezTo>
                <a:cubicBezTo>
                  <a:pt x="177" y="80"/>
                  <a:pt x="177" y="80"/>
                  <a:pt x="177" y="80"/>
                </a:cubicBezTo>
                <a:cubicBezTo>
                  <a:pt x="186" y="71"/>
                  <a:pt x="186" y="53"/>
                  <a:pt x="186" y="53"/>
                </a:cubicBezTo>
                <a:close/>
                <a:moveTo>
                  <a:pt x="274" y="355"/>
                </a:moveTo>
                <a:lnTo>
                  <a:pt x="274" y="355"/>
                </a:lnTo>
                <a:cubicBezTo>
                  <a:pt x="230" y="355"/>
                  <a:pt x="230" y="355"/>
                  <a:pt x="230" y="355"/>
                </a:cubicBezTo>
                <a:cubicBezTo>
                  <a:pt x="230" y="302"/>
                  <a:pt x="230" y="302"/>
                  <a:pt x="230" y="302"/>
                </a:cubicBezTo>
                <a:cubicBezTo>
                  <a:pt x="9" y="302"/>
                  <a:pt x="9" y="302"/>
                  <a:pt x="9" y="302"/>
                </a:cubicBezTo>
                <a:cubicBezTo>
                  <a:pt x="9" y="302"/>
                  <a:pt x="17" y="346"/>
                  <a:pt x="17" y="381"/>
                </a:cubicBezTo>
                <a:cubicBezTo>
                  <a:pt x="17" y="399"/>
                  <a:pt x="26" y="425"/>
                  <a:pt x="62" y="425"/>
                </a:cubicBezTo>
                <a:cubicBezTo>
                  <a:pt x="434" y="425"/>
                  <a:pt x="434" y="425"/>
                  <a:pt x="434" y="425"/>
                </a:cubicBezTo>
                <a:cubicBezTo>
                  <a:pt x="469" y="425"/>
                  <a:pt x="478" y="399"/>
                  <a:pt x="478" y="381"/>
                </a:cubicBezTo>
                <a:cubicBezTo>
                  <a:pt x="478" y="346"/>
                  <a:pt x="487" y="302"/>
                  <a:pt x="487" y="302"/>
                </a:cubicBezTo>
                <a:cubicBezTo>
                  <a:pt x="274" y="302"/>
                  <a:pt x="274" y="302"/>
                  <a:pt x="274" y="302"/>
                </a:cubicBezTo>
                <a:lnTo>
                  <a:pt x="274" y="355"/>
                </a:lnTo>
                <a:close/>
              </a:path>
            </a:pathLst>
          </a:custGeom>
          <a:solidFill>
            <a:schemeClr val="bg1"/>
          </a:solidFill>
          <a:ln>
            <a:noFill/>
          </a:ln>
          <a:effectLst/>
        </p:spPr>
      </p:sp>
      <p:sp>
        <p:nvSpPr>
          <p:cNvPr id="89" name="齿轮"/>
          <p:cNvSpPr/>
          <p:nvPr/>
        </p:nvSpPr>
        <p:spPr bwMode="auto">
          <a:xfrm>
            <a:off x="7033895" y="2436495"/>
            <a:ext cx="416560" cy="370205"/>
          </a:xfrm>
          <a:custGeom>
            <a:avLst/>
            <a:gdLst>
              <a:gd name="T0" fmla="*/ 1678526 w 2768"/>
              <a:gd name="T1" fmla="*/ 720029 h 2768"/>
              <a:gd name="T2" fmla="*/ 1532963 w 2768"/>
              <a:gd name="T3" fmla="*/ 720029 h 2768"/>
              <a:gd name="T4" fmla="*/ 1472528 w 2768"/>
              <a:gd name="T5" fmla="*/ 574982 h 2768"/>
              <a:gd name="T6" fmla="*/ 1577152 w 2768"/>
              <a:gd name="T7" fmla="*/ 469612 h 2768"/>
              <a:gd name="T8" fmla="*/ 1577152 w 2768"/>
              <a:gd name="T9" fmla="*/ 299199 h 2768"/>
              <a:gd name="T10" fmla="*/ 1492023 w 2768"/>
              <a:gd name="T11" fmla="*/ 213992 h 2768"/>
              <a:gd name="T12" fmla="*/ 1321766 w 2768"/>
              <a:gd name="T13" fmla="*/ 213992 h 2768"/>
              <a:gd name="T14" fmla="*/ 1215193 w 2768"/>
              <a:gd name="T15" fmla="*/ 320663 h 2768"/>
              <a:gd name="T16" fmla="*/ 1079378 w 2768"/>
              <a:gd name="T17" fmla="*/ 265376 h 2768"/>
              <a:gd name="T18" fmla="*/ 1079378 w 2768"/>
              <a:gd name="T19" fmla="*/ 119680 h 2768"/>
              <a:gd name="T20" fmla="*/ 959158 w 2768"/>
              <a:gd name="T21" fmla="*/ 0 h 2768"/>
              <a:gd name="T22" fmla="*/ 839588 w 2768"/>
              <a:gd name="T23" fmla="*/ 0 h 2768"/>
              <a:gd name="T24" fmla="*/ 719368 w 2768"/>
              <a:gd name="T25" fmla="*/ 119680 h 2768"/>
              <a:gd name="T26" fmla="*/ 719368 w 2768"/>
              <a:gd name="T27" fmla="*/ 265376 h 2768"/>
              <a:gd name="T28" fmla="*/ 579004 w 2768"/>
              <a:gd name="T29" fmla="*/ 323265 h 2768"/>
              <a:gd name="T30" fmla="*/ 469182 w 2768"/>
              <a:gd name="T31" fmla="*/ 213992 h 2768"/>
              <a:gd name="T32" fmla="*/ 298925 w 2768"/>
              <a:gd name="T33" fmla="*/ 213992 h 2768"/>
              <a:gd name="T34" fmla="*/ 213796 w 2768"/>
              <a:gd name="T35" fmla="*/ 299199 h 2768"/>
              <a:gd name="T36" fmla="*/ 213796 w 2768"/>
              <a:gd name="T37" fmla="*/ 469612 h 2768"/>
              <a:gd name="T38" fmla="*/ 322968 w 2768"/>
              <a:gd name="T39" fmla="*/ 579535 h 2768"/>
              <a:gd name="T40" fmla="*/ 265133 w 2768"/>
              <a:gd name="T41" fmla="*/ 720029 h 2768"/>
              <a:gd name="T42" fmla="*/ 119570 w 2768"/>
              <a:gd name="T43" fmla="*/ 720029 h 2768"/>
              <a:gd name="T44" fmla="*/ 0 w 2768"/>
              <a:gd name="T45" fmla="*/ 839708 h 2768"/>
              <a:gd name="T46" fmla="*/ 0 w 2768"/>
              <a:gd name="T47" fmla="*/ 960038 h 2768"/>
              <a:gd name="T48" fmla="*/ 119570 w 2768"/>
              <a:gd name="T49" fmla="*/ 1080368 h 2768"/>
              <a:gd name="T50" fmla="*/ 265133 w 2768"/>
              <a:gd name="T51" fmla="*/ 1080368 h 2768"/>
              <a:gd name="T52" fmla="*/ 320369 w 2768"/>
              <a:gd name="T53" fmla="*/ 1216309 h 2768"/>
              <a:gd name="T54" fmla="*/ 213796 w 2768"/>
              <a:gd name="T55" fmla="*/ 1322980 h 2768"/>
              <a:gd name="T56" fmla="*/ 213796 w 2768"/>
              <a:gd name="T57" fmla="*/ 1493393 h 2768"/>
              <a:gd name="T58" fmla="*/ 298925 w 2768"/>
              <a:gd name="T59" fmla="*/ 1578600 h 2768"/>
              <a:gd name="T60" fmla="*/ 469182 w 2768"/>
              <a:gd name="T61" fmla="*/ 1578600 h 2768"/>
              <a:gd name="T62" fmla="*/ 573805 w 2768"/>
              <a:gd name="T63" fmla="*/ 1473880 h 2768"/>
              <a:gd name="T64" fmla="*/ 719368 w 2768"/>
              <a:gd name="T65" fmla="*/ 1534370 h 2768"/>
              <a:gd name="T66" fmla="*/ 719368 w 2768"/>
              <a:gd name="T67" fmla="*/ 1680067 h 2768"/>
              <a:gd name="T68" fmla="*/ 839588 w 2768"/>
              <a:gd name="T69" fmla="*/ 1800397 h 2768"/>
              <a:gd name="T70" fmla="*/ 959158 w 2768"/>
              <a:gd name="T71" fmla="*/ 1800397 h 2768"/>
              <a:gd name="T72" fmla="*/ 1079378 w 2768"/>
              <a:gd name="T73" fmla="*/ 1680067 h 2768"/>
              <a:gd name="T74" fmla="*/ 1079378 w 2768"/>
              <a:gd name="T75" fmla="*/ 1534370 h 2768"/>
              <a:gd name="T76" fmla="*/ 1219742 w 2768"/>
              <a:gd name="T77" fmla="*/ 1476482 h 2768"/>
              <a:gd name="T78" fmla="*/ 1321766 w 2768"/>
              <a:gd name="T79" fmla="*/ 1578600 h 2768"/>
              <a:gd name="T80" fmla="*/ 1492023 w 2768"/>
              <a:gd name="T81" fmla="*/ 1578600 h 2768"/>
              <a:gd name="T82" fmla="*/ 1577152 w 2768"/>
              <a:gd name="T83" fmla="*/ 1493393 h 2768"/>
              <a:gd name="T84" fmla="*/ 1577152 w 2768"/>
              <a:gd name="T85" fmla="*/ 1322980 h 2768"/>
              <a:gd name="T86" fmla="*/ 1475128 w 2768"/>
              <a:gd name="T87" fmla="*/ 1220862 h 2768"/>
              <a:gd name="T88" fmla="*/ 1532963 w 2768"/>
              <a:gd name="T89" fmla="*/ 1080368 h 2768"/>
              <a:gd name="T90" fmla="*/ 1678526 w 2768"/>
              <a:gd name="T91" fmla="*/ 1080368 h 2768"/>
              <a:gd name="T92" fmla="*/ 1798746 w 2768"/>
              <a:gd name="T93" fmla="*/ 960038 h 2768"/>
              <a:gd name="T94" fmla="*/ 1798746 w 2768"/>
              <a:gd name="T95" fmla="*/ 839708 h 2768"/>
              <a:gd name="T96" fmla="*/ 1678526 w 2768"/>
              <a:gd name="T97" fmla="*/ 720029 h 2768"/>
              <a:gd name="T98" fmla="*/ 899373 w 2768"/>
              <a:gd name="T99" fmla="*/ 1259888 h 2768"/>
              <a:gd name="T100" fmla="*/ 539364 w 2768"/>
              <a:gd name="T101" fmla="*/ 900199 h 2768"/>
              <a:gd name="T102" fmla="*/ 899373 w 2768"/>
              <a:gd name="T103" fmla="*/ 539859 h 2768"/>
              <a:gd name="T104" fmla="*/ 1258732 w 2768"/>
              <a:gd name="T105" fmla="*/ 900199 h 2768"/>
              <a:gd name="T106" fmla="*/ 899373 w 2768"/>
              <a:gd name="T107" fmla="*/ 1259888 h 2768"/>
              <a:gd name="T108" fmla="*/ 899373 w 2768"/>
              <a:gd name="T109" fmla="*/ 720029 h 2768"/>
              <a:gd name="T110" fmla="*/ 719368 w 2768"/>
              <a:gd name="T111" fmla="*/ 900199 h 2768"/>
              <a:gd name="T112" fmla="*/ 899373 w 2768"/>
              <a:gd name="T113" fmla="*/ 1080368 h 2768"/>
              <a:gd name="T114" fmla="*/ 1079378 w 2768"/>
              <a:gd name="T115" fmla="*/ 900199 h 2768"/>
              <a:gd name="T116" fmla="*/ 899373 w 2768"/>
              <a:gd name="T117" fmla="*/ 720029 h 276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768" h="2768">
                <a:moveTo>
                  <a:pt x="2583" y="1107"/>
                </a:moveTo>
                <a:cubicBezTo>
                  <a:pt x="2359" y="1107"/>
                  <a:pt x="2359" y="1107"/>
                  <a:pt x="2359" y="1107"/>
                </a:cubicBezTo>
                <a:cubicBezTo>
                  <a:pt x="2337" y="1028"/>
                  <a:pt x="2306" y="953"/>
                  <a:pt x="2266" y="884"/>
                </a:cubicBezTo>
                <a:cubicBezTo>
                  <a:pt x="2427" y="722"/>
                  <a:pt x="2427" y="722"/>
                  <a:pt x="2427" y="722"/>
                </a:cubicBezTo>
                <a:cubicBezTo>
                  <a:pt x="2500" y="650"/>
                  <a:pt x="2500" y="532"/>
                  <a:pt x="2427" y="460"/>
                </a:cubicBezTo>
                <a:cubicBezTo>
                  <a:pt x="2296" y="329"/>
                  <a:pt x="2296" y="329"/>
                  <a:pt x="2296" y="329"/>
                </a:cubicBezTo>
                <a:cubicBezTo>
                  <a:pt x="2224" y="256"/>
                  <a:pt x="2106" y="256"/>
                  <a:pt x="2034" y="329"/>
                </a:cubicBezTo>
                <a:cubicBezTo>
                  <a:pt x="1870" y="493"/>
                  <a:pt x="1870" y="493"/>
                  <a:pt x="1870" y="493"/>
                </a:cubicBezTo>
                <a:cubicBezTo>
                  <a:pt x="1804" y="457"/>
                  <a:pt x="1734" y="429"/>
                  <a:pt x="1661" y="408"/>
                </a:cubicBezTo>
                <a:cubicBezTo>
                  <a:pt x="1661" y="184"/>
                  <a:pt x="1661" y="184"/>
                  <a:pt x="1661" y="184"/>
                </a:cubicBezTo>
                <a:cubicBezTo>
                  <a:pt x="1661" y="83"/>
                  <a:pt x="1578" y="0"/>
                  <a:pt x="1476" y="0"/>
                </a:cubicBezTo>
                <a:cubicBezTo>
                  <a:pt x="1292" y="0"/>
                  <a:pt x="1292" y="0"/>
                  <a:pt x="1292" y="0"/>
                </a:cubicBezTo>
                <a:cubicBezTo>
                  <a:pt x="1190" y="0"/>
                  <a:pt x="1107" y="83"/>
                  <a:pt x="1107" y="184"/>
                </a:cubicBezTo>
                <a:cubicBezTo>
                  <a:pt x="1107" y="408"/>
                  <a:pt x="1107" y="408"/>
                  <a:pt x="1107" y="408"/>
                </a:cubicBezTo>
                <a:cubicBezTo>
                  <a:pt x="1031" y="430"/>
                  <a:pt x="958" y="459"/>
                  <a:pt x="891" y="497"/>
                </a:cubicBezTo>
                <a:cubicBezTo>
                  <a:pt x="722" y="329"/>
                  <a:pt x="722" y="329"/>
                  <a:pt x="722" y="329"/>
                </a:cubicBezTo>
                <a:cubicBezTo>
                  <a:pt x="650" y="256"/>
                  <a:pt x="532" y="256"/>
                  <a:pt x="460" y="329"/>
                </a:cubicBezTo>
                <a:cubicBezTo>
                  <a:pt x="329" y="460"/>
                  <a:pt x="329" y="460"/>
                  <a:pt x="329" y="460"/>
                </a:cubicBezTo>
                <a:cubicBezTo>
                  <a:pt x="256" y="532"/>
                  <a:pt x="256" y="650"/>
                  <a:pt x="329" y="722"/>
                </a:cubicBezTo>
                <a:cubicBezTo>
                  <a:pt x="497" y="891"/>
                  <a:pt x="497" y="891"/>
                  <a:pt x="497" y="891"/>
                </a:cubicBezTo>
                <a:cubicBezTo>
                  <a:pt x="460" y="958"/>
                  <a:pt x="430" y="1031"/>
                  <a:pt x="408" y="1107"/>
                </a:cubicBezTo>
                <a:cubicBezTo>
                  <a:pt x="184" y="1107"/>
                  <a:pt x="184" y="1107"/>
                  <a:pt x="184" y="1107"/>
                </a:cubicBezTo>
                <a:cubicBezTo>
                  <a:pt x="83" y="1107"/>
                  <a:pt x="0" y="1190"/>
                  <a:pt x="0" y="1291"/>
                </a:cubicBezTo>
                <a:cubicBezTo>
                  <a:pt x="0" y="1476"/>
                  <a:pt x="0" y="1476"/>
                  <a:pt x="0" y="1476"/>
                </a:cubicBezTo>
                <a:cubicBezTo>
                  <a:pt x="0" y="1578"/>
                  <a:pt x="83" y="1661"/>
                  <a:pt x="184" y="1661"/>
                </a:cubicBezTo>
                <a:cubicBezTo>
                  <a:pt x="408" y="1661"/>
                  <a:pt x="408" y="1661"/>
                  <a:pt x="408" y="1661"/>
                </a:cubicBezTo>
                <a:cubicBezTo>
                  <a:pt x="429" y="1734"/>
                  <a:pt x="457" y="1804"/>
                  <a:pt x="493" y="1870"/>
                </a:cubicBezTo>
                <a:cubicBezTo>
                  <a:pt x="329" y="2034"/>
                  <a:pt x="329" y="2034"/>
                  <a:pt x="329" y="2034"/>
                </a:cubicBezTo>
                <a:cubicBezTo>
                  <a:pt x="256" y="2106"/>
                  <a:pt x="256" y="2224"/>
                  <a:pt x="329" y="2296"/>
                </a:cubicBezTo>
                <a:cubicBezTo>
                  <a:pt x="460" y="2427"/>
                  <a:pt x="460" y="2427"/>
                  <a:pt x="460" y="2427"/>
                </a:cubicBezTo>
                <a:cubicBezTo>
                  <a:pt x="532" y="2500"/>
                  <a:pt x="650" y="2500"/>
                  <a:pt x="722" y="2427"/>
                </a:cubicBezTo>
                <a:cubicBezTo>
                  <a:pt x="883" y="2266"/>
                  <a:pt x="883" y="2266"/>
                  <a:pt x="883" y="2266"/>
                </a:cubicBezTo>
                <a:cubicBezTo>
                  <a:pt x="953" y="2306"/>
                  <a:pt x="1028" y="2337"/>
                  <a:pt x="1107" y="2359"/>
                </a:cubicBezTo>
                <a:cubicBezTo>
                  <a:pt x="1107" y="2583"/>
                  <a:pt x="1107" y="2583"/>
                  <a:pt x="1107" y="2583"/>
                </a:cubicBezTo>
                <a:cubicBezTo>
                  <a:pt x="1107" y="2685"/>
                  <a:pt x="1190" y="2768"/>
                  <a:pt x="1292" y="2768"/>
                </a:cubicBezTo>
                <a:cubicBezTo>
                  <a:pt x="1476" y="2768"/>
                  <a:pt x="1476" y="2768"/>
                  <a:pt x="1476" y="2768"/>
                </a:cubicBezTo>
                <a:cubicBezTo>
                  <a:pt x="1578" y="2768"/>
                  <a:pt x="1661" y="2685"/>
                  <a:pt x="1661" y="2583"/>
                </a:cubicBezTo>
                <a:cubicBezTo>
                  <a:pt x="1661" y="2359"/>
                  <a:pt x="1661" y="2359"/>
                  <a:pt x="1661" y="2359"/>
                </a:cubicBezTo>
                <a:cubicBezTo>
                  <a:pt x="1737" y="2338"/>
                  <a:pt x="1809" y="2308"/>
                  <a:pt x="1877" y="2270"/>
                </a:cubicBezTo>
                <a:cubicBezTo>
                  <a:pt x="2034" y="2427"/>
                  <a:pt x="2034" y="2427"/>
                  <a:pt x="2034" y="2427"/>
                </a:cubicBezTo>
                <a:cubicBezTo>
                  <a:pt x="2106" y="2500"/>
                  <a:pt x="2224" y="2500"/>
                  <a:pt x="2296" y="2427"/>
                </a:cubicBezTo>
                <a:cubicBezTo>
                  <a:pt x="2427" y="2296"/>
                  <a:pt x="2427" y="2296"/>
                  <a:pt x="2427" y="2296"/>
                </a:cubicBezTo>
                <a:cubicBezTo>
                  <a:pt x="2500" y="2224"/>
                  <a:pt x="2500" y="2106"/>
                  <a:pt x="2427" y="2034"/>
                </a:cubicBezTo>
                <a:cubicBezTo>
                  <a:pt x="2270" y="1877"/>
                  <a:pt x="2270" y="1877"/>
                  <a:pt x="2270" y="1877"/>
                </a:cubicBezTo>
                <a:cubicBezTo>
                  <a:pt x="2308" y="1809"/>
                  <a:pt x="2338" y="1737"/>
                  <a:pt x="2359" y="1661"/>
                </a:cubicBezTo>
                <a:cubicBezTo>
                  <a:pt x="2583" y="1661"/>
                  <a:pt x="2583" y="1661"/>
                  <a:pt x="2583" y="1661"/>
                </a:cubicBezTo>
                <a:cubicBezTo>
                  <a:pt x="2685" y="1661"/>
                  <a:pt x="2768" y="1578"/>
                  <a:pt x="2768" y="1476"/>
                </a:cubicBezTo>
                <a:cubicBezTo>
                  <a:pt x="2768" y="1291"/>
                  <a:pt x="2768" y="1291"/>
                  <a:pt x="2768" y="1291"/>
                </a:cubicBezTo>
                <a:cubicBezTo>
                  <a:pt x="2768" y="1190"/>
                  <a:pt x="2685" y="1107"/>
                  <a:pt x="2583" y="1107"/>
                </a:cubicBezTo>
                <a:close/>
                <a:moveTo>
                  <a:pt x="1384" y="1937"/>
                </a:moveTo>
                <a:cubicBezTo>
                  <a:pt x="1078" y="1937"/>
                  <a:pt x="830" y="1690"/>
                  <a:pt x="830" y="1384"/>
                </a:cubicBezTo>
                <a:cubicBezTo>
                  <a:pt x="830" y="1078"/>
                  <a:pt x="1078" y="830"/>
                  <a:pt x="1384" y="830"/>
                </a:cubicBezTo>
                <a:cubicBezTo>
                  <a:pt x="1689" y="830"/>
                  <a:pt x="1937" y="1078"/>
                  <a:pt x="1937" y="1384"/>
                </a:cubicBezTo>
                <a:cubicBezTo>
                  <a:pt x="1937" y="1690"/>
                  <a:pt x="1689" y="1937"/>
                  <a:pt x="1384" y="1937"/>
                </a:cubicBezTo>
                <a:close/>
                <a:moveTo>
                  <a:pt x="1384" y="1107"/>
                </a:moveTo>
                <a:cubicBezTo>
                  <a:pt x="1231" y="1107"/>
                  <a:pt x="1107" y="1231"/>
                  <a:pt x="1107" y="1384"/>
                </a:cubicBezTo>
                <a:cubicBezTo>
                  <a:pt x="1107" y="1537"/>
                  <a:pt x="1231" y="1661"/>
                  <a:pt x="1384" y="1661"/>
                </a:cubicBezTo>
                <a:cubicBezTo>
                  <a:pt x="1537" y="1661"/>
                  <a:pt x="1661" y="1537"/>
                  <a:pt x="1661" y="1384"/>
                </a:cubicBezTo>
                <a:cubicBezTo>
                  <a:pt x="1661" y="1231"/>
                  <a:pt x="1537" y="1107"/>
                  <a:pt x="1384" y="1107"/>
                </a:cubicBezTo>
                <a:close/>
              </a:path>
            </a:pathLst>
          </a:custGeom>
          <a:solidFill>
            <a:schemeClr val="bg1"/>
          </a:solidFill>
          <a:ln>
            <a:noFill/>
          </a:ln>
        </p:spPr>
      </p:sp>
      <p:sp>
        <p:nvSpPr>
          <p:cNvPr id="143" name="Freeform 47"/>
          <p:cNvSpPr>
            <a:spLocks noChangeArrowheads="1"/>
          </p:cNvSpPr>
          <p:nvPr/>
        </p:nvSpPr>
        <p:spPr bwMode="auto">
          <a:xfrm>
            <a:off x="9356090" y="3799840"/>
            <a:ext cx="356870" cy="340360"/>
          </a:xfrm>
          <a:custGeom>
            <a:avLst/>
            <a:gdLst>
              <a:gd name="T0" fmla="*/ 221804 w 498"/>
              <a:gd name="T1" fmla="*/ 194813 h 435"/>
              <a:gd name="T2" fmla="*/ 221804 w 498"/>
              <a:gd name="T3" fmla="*/ 194813 h 435"/>
              <a:gd name="T4" fmla="*/ 217341 w 498"/>
              <a:gd name="T5" fmla="*/ 147232 h 435"/>
              <a:gd name="T6" fmla="*/ 189671 w 498"/>
              <a:gd name="T7" fmla="*/ 131521 h 435"/>
              <a:gd name="T8" fmla="*/ 166018 w 498"/>
              <a:gd name="T9" fmla="*/ 103691 h 435"/>
              <a:gd name="T10" fmla="*/ 174051 w 498"/>
              <a:gd name="T11" fmla="*/ 87980 h 435"/>
              <a:gd name="T12" fmla="*/ 182084 w 498"/>
              <a:gd name="T13" fmla="*/ 71372 h 435"/>
              <a:gd name="T14" fmla="*/ 178068 w 498"/>
              <a:gd name="T15" fmla="*/ 67781 h 435"/>
              <a:gd name="T16" fmla="*/ 182084 w 498"/>
              <a:gd name="T17" fmla="*/ 51621 h 435"/>
              <a:gd name="T18" fmla="*/ 154415 w 498"/>
              <a:gd name="T19" fmla="*/ 27830 h 435"/>
              <a:gd name="T20" fmla="*/ 126745 w 498"/>
              <a:gd name="T21" fmla="*/ 51621 h 435"/>
              <a:gd name="T22" fmla="*/ 130762 w 498"/>
              <a:gd name="T23" fmla="*/ 67781 h 435"/>
              <a:gd name="T24" fmla="*/ 126745 w 498"/>
              <a:gd name="T25" fmla="*/ 71372 h 435"/>
              <a:gd name="T26" fmla="*/ 134778 w 498"/>
              <a:gd name="T27" fmla="*/ 87980 h 435"/>
              <a:gd name="T28" fmla="*/ 138795 w 498"/>
              <a:gd name="T29" fmla="*/ 103691 h 435"/>
              <a:gd name="T30" fmla="*/ 130762 w 498"/>
              <a:gd name="T31" fmla="*/ 123441 h 435"/>
              <a:gd name="T32" fmla="*/ 170035 w 498"/>
              <a:gd name="T33" fmla="*/ 163392 h 435"/>
              <a:gd name="T34" fmla="*/ 170035 w 498"/>
              <a:gd name="T35" fmla="*/ 194813 h 435"/>
              <a:gd name="T36" fmla="*/ 221804 w 498"/>
              <a:gd name="T37" fmla="*/ 194813 h 435"/>
              <a:gd name="T38" fmla="*/ 115142 w 498"/>
              <a:gd name="T39" fmla="*/ 135561 h 435"/>
              <a:gd name="T40" fmla="*/ 115142 w 498"/>
              <a:gd name="T41" fmla="*/ 135561 h 435"/>
              <a:gd name="T42" fmla="*/ 83455 w 498"/>
              <a:gd name="T43" fmla="*/ 103691 h 435"/>
              <a:gd name="T44" fmla="*/ 95059 w 498"/>
              <a:gd name="T45" fmla="*/ 75412 h 435"/>
              <a:gd name="T46" fmla="*/ 103092 w 498"/>
              <a:gd name="T47" fmla="*/ 59701 h 435"/>
              <a:gd name="T48" fmla="*/ 99075 w 498"/>
              <a:gd name="T49" fmla="*/ 51621 h 435"/>
              <a:gd name="T50" fmla="*/ 103092 w 498"/>
              <a:gd name="T51" fmla="*/ 31870 h 435"/>
              <a:gd name="T52" fmla="*/ 67389 w 498"/>
              <a:gd name="T53" fmla="*/ 0 h 435"/>
              <a:gd name="T54" fmla="*/ 31686 w 498"/>
              <a:gd name="T55" fmla="*/ 31870 h 435"/>
              <a:gd name="T56" fmla="*/ 31686 w 498"/>
              <a:gd name="T57" fmla="*/ 51621 h 435"/>
              <a:gd name="T58" fmla="*/ 31686 w 498"/>
              <a:gd name="T59" fmla="*/ 59701 h 435"/>
              <a:gd name="T60" fmla="*/ 39719 w 498"/>
              <a:gd name="T61" fmla="*/ 75412 h 435"/>
              <a:gd name="T62" fmla="*/ 47753 w 498"/>
              <a:gd name="T63" fmla="*/ 103691 h 435"/>
              <a:gd name="T64" fmla="*/ 20083 w 498"/>
              <a:gd name="T65" fmla="*/ 135561 h 435"/>
              <a:gd name="T66" fmla="*/ 0 w 498"/>
              <a:gd name="T67" fmla="*/ 155312 h 435"/>
              <a:gd name="T68" fmla="*/ 0 w 498"/>
              <a:gd name="T69" fmla="*/ 194813 h 435"/>
              <a:gd name="T70" fmla="*/ 154415 w 498"/>
              <a:gd name="T71" fmla="*/ 194813 h 435"/>
              <a:gd name="T72" fmla="*/ 154415 w 498"/>
              <a:gd name="T73" fmla="*/ 163392 h 435"/>
              <a:gd name="T74" fmla="*/ 115142 w 498"/>
              <a:gd name="T75" fmla="*/ 135561 h 4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98" h="435">
                <a:moveTo>
                  <a:pt x="497" y="434"/>
                </a:moveTo>
                <a:lnTo>
                  <a:pt x="497" y="434"/>
                </a:lnTo>
                <a:cubicBezTo>
                  <a:pt x="497" y="434"/>
                  <a:pt x="497" y="337"/>
                  <a:pt x="487" y="328"/>
                </a:cubicBezTo>
                <a:cubicBezTo>
                  <a:pt x="479" y="319"/>
                  <a:pt x="462" y="302"/>
                  <a:pt x="425" y="293"/>
                </a:cubicBezTo>
                <a:cubicBezTo>
                  <a:pt x="390" y="275"/>
                  <a:pt x="372" y="257"/>
                  <a:pt x="372" y="231"/>
                </a:cubicBezTo>
                <a:cubicBezTo>
                  <a:pt x="372" y="213"/>
                  <a:pt x="390" y="222"/>
                  <a:pt x="390" y="196"/>
                </a:cubicBezTo>
                <a:cubicBezTo>
                  <a:pt x="390" y="178"/>
                  <a:pt x="408" y="196"/>
                  <a:pt x="408" y="159"/>
                </a:cubicBezTo>
                <a:cubicBezTo>
                  <a:pt x="408" y="151"/>
                  <a:pt x="399" y="151"/>
                  <a:pt x="399" y="151"/>
                </a:cubicBezTo>
                <a:cubicBezTo>
                  <a:pt x="399" y="151"/>
                  <a:pt x="408" y="133"/>
                  <a:pt x="408" y="115"/>
                </a:cubicBezTo>
                <a:cubicBezTo>
                  <a:pt x="408" y="98"/>
                  <a:pt x="399" y="62"/>
                  <a:pt x="346" y="62"/>
                </a:cubicBezTo>
                <a:cubicBezTo>
                  <a:pt x="293" y="62"/>
                  <a:pt x="284" y="98"/>
                  <a:pt x="284" y="115"/>
                </a:cubicBezTo>
                <a:cubicBezTo>
                  <a:pt x="284" y="133"/>
                  <a:pt x="293" y="151"/>
                  <a:pt x="293" y="151"/>
                </a:cubicBezTo>
                <a:cubicBezTo>
                  <a:pt x="293" y="151"/>
                  <a:pt x="284" y="151"/>
                  <a:pt x="284" y="159"/>
                </a:cubicBezTo>
                <a:cubicBezTo>
                  <a:pt x="284" y="196"/>
                  <a:pt x="293" y="178"/>
                  <a:pt x="302" y="196"/>
                </a:cubicBezTo>
                <a:cubicBezTo>
                  <a:pt x="302" y="222"/>
                  <a:pt x="311" y="213"/>
                  <a:pt x="311" y="231"/>
                </a:cubicBezTo>
                <a:cubicBezTo>
                  <a:pt x="311" y="249"/>
                  <a:pt x="311" y="266"/>
                  <a:pt x="293" y="275"/>
                </a:cubicBezTo>
                <a:cubicBezTo>
                  <a:pt x="372" y="319"/>
                  <a:pt x="381" y="319"/>
                  <a:pt x="381" y="364"/>
                </a:cubicBezTo>
                <a:cubicBezTo>
                  <a:pt x="381" y="434"/>
                  <a:pt x="381" y="434"/>
                  <a:pt x="381" y="434"/>
                </a:cubicBezTo>
                <a:lnTo>
                  <a:pt x="497" y="434"/>
                </a:lnTo>
                <a:close/>
                <a:moveTo>
                  <a:pt x="258" y="302"/>
                </a:moveTo>
                <a:lnTo>
                  <a:pt x="258" y="302"/>
                </a:lnTo>
                <a:cubicBezTo>
                  <a:pt x="204" y="284"/>
                  <a:pt x="187" y="266"/>
                  <a:pt x="187" y="231"/>
                </a:cubicBezTo>
                <a:cubicBezTo>
                  <a:pt x="187" y="204"/>
                  <a:pt x="204" y="213"/>
                  <a:pt x="213" y="168"/>
                </a:cubicBezTo>
                <a:cubicBezTo>
                  <a:pt x="213" y="159"/>
                  <a:pt x="231" y="168"/>
                  <a:pt x="231" y="133"/>
                </a:cubicBezTo>
                <a:cubicBezTo>
                  <a:pt x="231" y="115"/>
                  <a:pt x="222" y="115"/>
                  <a:pt x="222" y="115"/>
                </a:cubicBezTo>
                <a:cubicBezTo>
                  <a:pt x="222" y="115"/>
                  <a:pt x="222" y="89"/>
                  <a:pt x="231" y="71"/>
                </a:cubicBezTo>
                <a:cubicBezTo>
                  <a:pt x="231" y="53"/>
                  <a:pt x="213" y="0"/>
                  <a:pt x="151" y="0"/>
                </a:cubicBezTo>
                <a:cubicBezTo>
                  <a:pt x="80" y="0"/>
                  <a:pt x="71" y="53"/>
                  <a:pt x="71" y="71"/>
                </a:cubicBezTo>
                <a:cubicBezTo>
                  <a:pt x="71" y="89"/>
                  <a:pt x="71" y="115"/>
                  <a:pt x="71" y="115"/>
                </a:cubicBezTo>
                <a:cubicBezTo>
                  <a:pt x="71" y="115"/>
                  <a:pt x="71" y="115"/>
                  <a:pt x="71" y="133"/>
                </a:cubicBezTo>
                <a:cubicBezTo>
                  <a:pt x="71" y="168"/>
                  <a:pt x="80" y="159"/>
                  <a:pt x="89" y="168"/>
                </a:cubicBezTo>
                <a:cubicBezTo>
                  <a:pt x="89" y="213"/>
                  <a:pt x="107" y="204"/>
                  <a:pt x="107" y="231"/>
                </a:cubicBezTo>
                <a:cubicBezTo>
                  <a:pt x="107" y="266"/>
                  <a:pt x="89" y="284"/>
                  <a:pt x="45" y="302"/>
                </a:cubicBezTo>
                <a:cubicBezTo>
                  <a:pt x="27" y="310"/>
                  <a:pt x="0" y="319"/>
                  <a:pt x="0" y="346"/>
                </a:cubicBezTo>
                <a:cubicBezTo>
                  <a:pt x="0" y="434"/>
                  <a:pt x="0" y="434"/>
                  <a:pt x="0" y="434"/>
                </a:cubicBezTo>
                <a:cubicBezTo>
                  <a:pt x="346" y="434"/>
                  <a:pt x="346" y="434"/>
                  <a:pt x="346" y="434"/>
                </a:cubicBezTo>
                <a:cubicBezTo>
                  <a:pt x="346" y="434"/>
                  <a:pt x="346" y="381"/>
                  <a:pt x="346" y="364"/>
                </a:cubicBezTo>
                <a:cubicBezTo>
                  <a:pt x="346" y="346"/>
                  <a:pt x="302" y="328"/>
                  <a:pt x="258" y="302"/>
                </a:cubicBezTo>
                <a:close/>
              </a:path>
            </a:pathLst>
          </a:custGeom>
          <a:solidFill>
            <a:schemeClr val="bg1"/>
          </a:solidFill>
          <a:ln>
            <a:noFill/>
          </a:ln>
          <a:effectLst/>
        </p:spPr>
      </p:sp>
    </p:spTree>
    <p:custDataLst>
      <p:tags r:id="rId19"/>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cxnSp>
        <p:nvCxnSpPr>
          <p:cNvPr id="26" name="Straight Connector 25"/>
          <p:cNvCxnSpPr/>
          <p:nvPr>
            <p:custDataLst>
              <p:tags r:id="rId2"/>
            </p:custDataLst>
          </p:nvPr>
        </p:nvCxnSpPr>
        <p:spPr>
          <a:xfrm flipH="1">
            <a:off x="3480435" y="3546475"/>
            <a:ext cx="1282700" cy="0"/>
          </a:xfrm>
          <a:prstGeom prst="line">
            <a:avLst/>
          </a:prstGeom>
          <a:ln w="25400">
            <a:solidFill>
              <a:schemeClr val="bg1"/>
            </a:solidFill>
            <a:tailEnd type="oval"/>
          </a:ln>
        </p:spPr>
        <p:style>
          <a:lnRef idx="1">
            <a:srgbClr val="8590CA"/>
          </a:lnRef>
          <a:fillRef idx="0">
            <a:srgbClr val="8590CA"/>
          </a:fillRef>
          <a:effectRef idx="0">
            <a:srgbClr val="8590CA"/>
          </a:effectRef>
          <a:fontRef idx="minor">
            <a:sysClr val="windowText" lastClr="000000"/>
          </a:fontRef>
        </p:style>
      </p:cxnSp>
      <p:cxnSp>
        <p:nvCxnSpPr>
          <p:cNvPr id="27" name="Straight Connector 26"/>
          <p:cNvCxnSpPr/>
          <p:nvPr>
            <p:custDataLst>
              <p:tags r:id="rId3"/>
            </p:custDataLst>
          </p:nvPr>
        </p:nvCxnSpPr>
        <p:spPr>
          <a:xfrm>
            <a:off x="6385560" y="4672330"/>
            <a:ext cx="1418590" cy="0"/>
          </a:xfrm>
          <a:prstGeom prst="line">
            <a:avLst/>
          </a:prstGeom>
          <a:ln w="25400">
            <a:solidFill>
              <a:srgbClr val="76D8F8"/>
            </a:solidFill>
            <a:tailEnd type="oval"/>
          </a:ln>
        </p:spPr>
        <p:style>
          <a:lnRef idx="1">
            <a:srgbClr val="8590CA"/>
          </a:lnRef>
          <a:fillRef idx="0">
            <a:srgbClr val="8590CA"/>
          </a:fillRef>
          <a:effectRef idx="0">
            <a:srgbClr val="8590CA"/>
          </a:effectRef>
          <a:fontRef idx="minor">
            <a:sysClr val="windowText" lastClr="000000"/>
          </a:fontRef>
        </p:style>
      </p:cxnSp>
      <p:cxnSp>
        <p:nvCxnSpPr>
          <p:cNvPr id="28" name="Straight Connector 27"/>
          <p:cNvCxnSpPr/>
          <p:nvPr>
            <p:custDataLst>
              <p:tags r:id="rId4"/>
            </p:custDataLst>
          </p:nvPr>
        </p:nvCxnSpPr>
        <p:spPr>
          <a:xfrm>
            <a:off x="7867650" y="3576320"/>
            <a:ext cx="927100" cy="0"/>
          </a:xfrm>
          <a:prstGeom prst="line">
            <a:avLst/>
          </a:prstGeom>
          <a:ln w="25400">
            <a:solidFill>
              <a:schemeClr val="bg1"/>
            </a:solidFill>
            <a:tailEnd type="oval"/>
          </a:ln>
        </p:spPr>
        <p:style>
          <a:lnRef idx="1">
            <a:srgbClr val="8590CA"/>
          </a:lnRef>
          <a:fillRef idx="0">
            <a:srgbClr val="8590CA"/>
          </a:fillRef>
          <a:effectRef idx="0">
            <a:srgbClr val="8590CA"/>
          </a:effectRef>
          <a:fontRef idx="minor">
            <a:sysClr val="windowText" lastClr="000000"/>
          </a:fontRef>
        </p:style>
      </p:cxnSp>
      <p:cxnSp>
        <p:nvCxnSpPr>
          <p:cNvPr id="29" name="Straight Connector 28"/>
          <p:cNvCxnSpPr/>
          <p:nvPr>
            <p:custDataLst>
              <p:tags r:id="rId5"/>
            </p:custDataLst>
          </p:nvPr>
        </p:nvCxnSpPr>
        <p:spPr>
          <a:xfrm flipH="1">
            <a:off x="4654550" y="2039620"/>
            <a:ext cx="1333500" cy="0"/>
          </a:xfrm>
          <a:prstGeom prst="line">
            <a:avLst/>
          </a:prstGeom>
          <a:ln w="25400">
            <a:solidFill>
              <a:srgbClr val="76D8F8"/>
            </a:solidFill>
            <a:tailEnd type="oval"/>
          </a:ln>
        </p:spPr>
        <p:style>
          <a:lnRef idx="1">
            <a:srgbClr val="8590CA"/>
          </a:lnRef>
          <a:fillRef idx="0">
            <a:srgbClr val="8590CA"/>
          </a:fillRef>
          <a:effectRef idx="0">
            <a:srgbClr val="8590CA"/>
          </a:effectRef>
          <a:fontRef idx="minor">
            <a:sysClr val="windowText" lastClr="000000"/>
          </a:fontRef>
        </p:style>
      </p:cxnSp>
      <p:sp>
        <p:nvSpPr>
          <p:cNvPr id="4" name="Freeform 5"/>
          <p:cNvSpPr/>
          <p:nvPr>
            <p:custDataLst>
              <p:tags r:id="rId6"/>
            </p:custDataLst>
          </p:nvPr>
        </p:nvSpPr>
        <p:spPr bwMode="auto">
          <a:xfrm>
            <a:off x="6445250" y="2821305"/>
            <a:ext cx="1467485" cy="1466215"/>
          </a:xfrm>
          <a:custGeom>
            <a:avLst/>
            <a:gdLst>
              <a:gd name="T0" fmla="*/ 328 w 1143"/>
              <a:gd name="T1" fmla="*/ 487 h 1143"/>
              <a:gd name="T2" fmla="*/ 276 w 1143"/>
              <a:gd name="T3" fmla="*/ 363 h 1143"/>
              <a:gd name="T4" fmla="*/ 174 w 1143"/>
              <a:gd name="T5" fmla="*/ 398 h 1143"/>
              <a:gd name="T6" fmla="*/ 0 w 1143"/>
              <a:gd name="T7" fmla="*/ 572 h 1143"/>
              <a:gd name="T8" fmla="*/ 175 w 1143"/>
              <a:gd name="T9" fmla="*/ 746 h 1143"/>
              <a:gd name="T10" fmla="*/ 211 w 1143"/>
              <a:gd name="T11" fmla="*/ 849 h 1143"/>
              <a:gd name="T12" fmla="*/ 86 w 1143"/>
              <a:gd name="T13" fmla="*/ 900 h 1143"/>
              <a:gd name="T14" fmla="*/ 246 w 1143"/>
              <a:gd name="T15" fmla="*/ 1060 h 1143"/>
              <a:gd name="T16" fmla="*/ 298 w 1143"/>
              <a:gd name="T17" fmla="*/ 936 h 1143"/>
              <a:gd name="T18" fmla="*/ 400 w 1143"/>
              <a:gd name="T19" fmla="*/ 972 h 1143"/>
              <a:gd name="T20" fmla="*/ 572 w 1143"/>
              <a:gd name="T21" fmla="*/ 1143 h 1143"/>
              <a:gd name="T22" fmla="*/ 1143 w 1143"/>
              <a:gd name="T23" fmla="*/ 572 h 1143"/>
              <a:gd name="T24" fmla="*/ 959 w 1143"/>
              <a:gd name="T25" fmla="*/ 388 h 1143"/>
              <a:gd name="T26" fmla="*/ 916 w 1143"/>
              <a:gd name="T27" fmla="*/ 345 h 1143"/>
              <a:gd name="T28" fmla="*/ 759 w 1143"/>
              <a:gd name="T29" fmla="*/ 187 h 1143"/>
              <a:gd name="T30" fmla="*/ 746 w 1143"/>
              <a:gd name="T31" fmla="*/ 175 h 1143"/>
              <a:gd name="T32" fmla="*/ 572 w 1143"/>
              <a:gd name="T33" fmla="*/ 0 h 1143"/>
              <a:gd name="T34" fmla="*/ 572 w 1143"/>
              <a:gd name="T35" fmla="*/ 0 h 1143"/>
              <a:gd name="T36" fmla="*/ 398 w 1143"/>
              <a:gd name="T37" fmla="*/ 174 h 1143"/>
              <a:gd name="T38" fmla="*/ 378 w 1143"/>
              <a:gd name="T39" fmla="*/ 194 h 1143"/>
              <a:gd name="T40" fmla="*/ 379 w 1143"/>
              <a:gd name="T41" fmla="*/ 194 h 1143"/>
              <a:gd name="T42" fmla="*/ 363 w 1143"/>
              <a:gd name="T43" fmla="*/ 276 h 1143"/>
              <a:gd name="T44" fmla="*/ 488 w 1143"/>
              <a:gd name="T45" fmla="*/ 328 h 1143"/>
              <a:gd name="T46" fmla="*/ 328 w 1143"/>
              <a:gd name="T47" fmla="*/ 487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43" h="1143">
                <a:moveTo>
                  <a:pt x="328" y="487"/>
                </a:moveTo>
                <a:cubicBezTo>
                  <a:pt x="272" y="446"/>
                  <a:pt x="296" y="413"/>
                  <a:pt x="276" y="363"/>
                </a:cubicBezTo>
                <a:cubicBezTo>
                  <a:pt x="266" y="336"/>
                  <a:pt x="236" y="336"/>
                  <a:pt x="174" y="398"/>
                </a:cubicBezTo>
                <a:cubicBezTo>
                  <a:pt x="0" y="572"/>
                  <a:pt x="0" y="572"/>
                  <a:pt x="0" y="572"/>
                </a:cubicBezTo>
                <a:cubicBezTo>
                  <a:pt x="175" y="746"/>
                  <a:pt x="175" y="746"/>
                  <a:pt x="175" y="746"/>
                </a:cubicBezTo>
                <a:cubicBezTo>
                  <a:pt x="238" y="809"/>
                  <a:pt x="237" y="839"/>
                  <a:pt x="211" y="849"/>
                </a:cubicBezTo>
                <a:cubicBezTo>
                  <a:pt x="160" y="868"/>
                  <a:pt x="127" y="844"/>
                  <a:pt x="86" y="900"/>
                </a:cubicBezTo>
                <a:cubicBezTo>
                  <a:pt x="16" y="997"/>
                  <a:pt x="150" y="1131"/>
                  <a:pt x="246" y="1060"/>
                </a:cubicBezTo>
                <a:cubicBezTo>
                  <a:pt x="303" y="1019"/>
                  <a:pt x="279" y="986"/>
                  <a:pt x="298" y="936"/>
                </a:cubicBezTo>
                <a:cubicBezTo>
                  <a:pt x="308" y="909"/>
                  <a:pt x="338" y="909"/>
                  <a:pt x="400" y="972"/>
                </a:cubicBezTo>
                <a:cubicBezTo>
                  <a:pt x="572" y="1143"/>
                  <a:pt x="572" y="1143"/>
                  <a:pt x="572" y="1143"/>
                </a:cubicBezTo>
                <a:cubicBezTo>
                  <a:pt x="1143" y="572"/>
                  <a:pt x="1143" y="572"/>
                  <a:pt x="1143" y="572"/>
                </a:cubicBezTo>
                <a:cubicBezTo>
                  <a:pt x="959" y="388"/>
                  <a:pt x="959" y="388"/>
                  <a:pt x="959" y="388"/>
                </a:cubicBezTo>
                <a:cubicBezTo>
                  <a:pt x="916" y="345"/>
                  <a:pt x="916" y="345"/>
                  <a:pt x="916" y="345"/>
                </a:cubicBezTo>
                <a:cubicBezTo>
                  <a:pt x="759" y="187"/>
                  <a:pt x="759" y="187"/>
                  <a:pt x="759" y="187"/>
                </a:cubicBezTo>
                <a:cubicBezTo>
                  <a:pt x="755" y="183"/>
                  <a:pt x="751" y="179"/>
                  <a:pt x="746" y="175"/>
                </a:cubicBezTo>
                <a:cubicBezTo>
                  <a:pt x="572" y="0"/>
                  <a:pt x="572" y="0"/>
                  <a:pt x="572" y="0"/>
                </a:cubicBezTo>
                <a:cubicBezTo>
                  <a:pt x="572" y="0"/>
                  <a:pt x="572" y="0"/>
                  <a:pt x="572" y="0"/>
                </a:cubicBezTo>
                <a:cubicBezTo>
                  <a:pt x="398" y="174"/>
                  <a:pt x="398" y="174"/>
                  <a:pt x="398" y="174"/>
                </a:cubicBezTo>
                <a:cubicBezTo>
                  <a:pt x="378" y="194"/>
                  <a:pt x="378" y="194"/>
                  <a:pt x="378" y="194"/>
                </a:cubicBezTo>
                <a:cubicBezTo>
                  <a:pt x="379" y="194"/>
                  <a:pt x="379" y="194"/>
                  <a:pt x="379" y="194"/>
                </a:cubicBezTo>
                <a:cubicBezTo>
                  <a:pt x="336" y="243"/>
                  <a:pt x="339" y="267"/>
                  <a:pt x="363" y="276"/>
                </a:cubicBezTo>
                <a:cubicBezTo>
                  <a:pt x="413" y="295"/>
                  <a:pt x="446" y="272"/>
                  <a:pt x="488" y="328"/>
                </a:cubicBezTo>
                <a:cubicBezTo>
                  <a:pt x="559" y="425"/>
                  <a:pt x="425" y="558"/>
                  <a:pt x="328" y="487"/>
                </a:cubicBezTo>
                <a:close/>
              </a:path>
            </a:pathLst>
          </a:custGeom>
          <a:solidFill>
            <a:schemeClr val="bg1"/>
          </a:solidFill>
          <a:ln>
            <a:noFill/>
          </a:ln>
        </p:spPr>
        <p:txBody>
          <a:bodyPr vert="horz" wrap="square" lIns="90000" tIns="46800" rIns="90000" bIns="46800" numCol="1" anchor="t" anchorCtr="0" compatLnSpc="1">
            <a:normAutofit/>
          </a:bodyPr>
          <a:lstStyle/>
          <a:p>
            <a:pPr>
              <a:lnSpc>
                <a:spcPct val="120000"/>
              </a:lnSpc>
            </a:pPr>
            <a:endParaRPr lang="id-ID" sz="1200">
              <a:latin typeface="Arial" panose="020B0604020202020204" pitchFamily="34" charset="0"/>
              <a:ea typeface="微软雅黑" panose="020B0503020204020204" pitchFamily="34" charset="-122"/>
              <a:sym typeface="Arial" panose="020B0604020202020204" pitchFamily="34" charset="0"/>
            </a:endParaRPr>
          </a:p>
        </p:txBody>
      </p:sp>
      <p:sp>
        <p:nvSpPr>
          <p:cNvPr id="5" name="Freeform 6"/>
          <p:cNvSpPr/>
          <p:nvPr>
            <p:custDataLst>
              <p:tags r:id="rId7"/>
            </p:custDataLst>
          </p:nvPr>
        </p:nvSpPr>
        <p:spPr bwMode="auto">
          <a:xfrm>
            <a:off x="5520055" y="1831340"/>
            <a:ext cx="1364615" cy="1363345"/>
          </a:xfrm>
          <a:custGeom>
            <a:avLst/>
            <a:gdLst>
              <a:gd name="T0" fmla="*/ 378 w 1062"/>
              <a:gd name="T1" fmla="*/ 908 h 1062"/>
              <a:gd name="T2" fmla="*/ 335 w 1062"/>
              <a:gd name="T3" fmla="*/ 852 h 1062"/>
              <a:gd name="T4" fmla="*/ 372 w 1062"/>
              <a:gd name="T5" fmla="*/ 845 h 1062"/>
              <a:gd name="T6" fmla="*/ 470 w 1062"/>
              <a:gd name="T7" fmla="*/ 791 h 1062"/>
              <a:gd name="T8" fmla="*/ 451 w 1062"/>
              <a:gd name="T9" fmla="*/ 611 h 1062"/>
              <a:gd name="T10" fmla="*/ 271 w 1062"/>
              <a:gd name="T11" fmla="*/ 592 h 1062"/>
              <a:gd name="T12" fmla="*/ 217 w 1062"/>
              <a:gd name="T13" fmla="*/ 690 h 1062"/>
              <a:gd name="T14" fmla="*/ 210 w 1062"/>
              <a:gd name="T15" fmla="*/ 727 h 1062"/>
              <a:gd name="T16" fmla="*/ 173 w 1062"/>
              <a:gd name="T17" fmla="*/ 703 h 1062"/>
              <a:gd name="T18" fmla="*/ 164 w 1062"/>
              <a:gd name="T19" fmla="*/ 694 h 1062"/>
              <a:gd name="T20" fmla="*/ 0 w 1062"/>
              <a:gd name="T21" fmla="*/ 531 h 1062"/>
              <a:gd name="T22" fmla="*/ 155 w 1062"/>
              <a:gd name="T23" fmla="*/ 376 h 1062"/>
              <a:gd name="T24" fmla="*/ 167 w 1062"/>
              <a:gd name="T25" fmla="*/ 365 h 1062"/>
              <a:gd name="T26" fmla="*/ 167 w 1062"/>
              <a:gd name="T27" fmla="*/ 365 h 1062"/>
              <a:gd name="T28" fmla="*/ 532 w 1062"/>
              <a:gd name="T29" fmla="*/ 0 h 1062"/>
              <a:gd name="T30" fmla="*/ 1062 w 1062"/>
              <a:gd name="T31" fmla="*/ 531 h 1062"/>
              <a:gd name="T32" fmla="*/ 911 w 1062"/>
              <a:gd name="T33" fmla="*/ 682 h 1062"/>
              <a:gd name="T34" fmla="*/ 857 w 1062"/>
              <a:gd name="T35" fmla="*/ 753 h 1062"/>
              <a:gd name="T36" fmla="*/ 865 w 1062"/>
              <a:gd name="T37" fmla="*/ 819 h 1062"/>
              <a:gd name="T38" fmla="*/ 886 w 1062"/>
              <a:gd name="T39" fmla="*/ 832 h 1062"/>
              <a:gd name="T40" fmla="*/ 940 w 1062"/>
              <a:gd name="T41" fmla="*/ 843 h 1062"/>
              <a:gd name="T42" fmla="*/ 986 w 1062"/>
              <a:gd name="T43" fmla="*/ 860 h 1062"/>
              <a:gd name="T44" fmla="*/ 997 w 1062"/>
              <a:gd name="T45" fmla="*/ 873 h 1062"/>
              <a:gd name="T46" fmla="*/ 982 w 1062"/>
              <a:gd name="T47" fmla="*/ 979 h 1062"/>
              <a:gd name="T48" fmla="*/ 877 w 1062"/>
              <a:gd name="T49" fmla="*/ 993 h 1062"/>
              <a:gd name="T50" fmla="*/ 864 w 1062"/>
              <a:gd name="T51" fmla="*/ 982 h 1062"/>
              <a:gd name="T52" fmla="*/ 847 w 1062"/>
              <a:gd name="T53" fmla="*/ 936 h 1062"/>
              <a:gd name="T54" fmla="*/ 836 w 1062"/>
              <a:gd name="T55" fmla="*/ 882 h 1062"/>
              <a:gd name="T56" fmla="*/ 822 w 1062"/>
              <a:gd name="T57" fmla="*/ 861 h 1062"/>
              <a:gd name="T58" fmla="*/ 686 w 1062"/>
              <a:gd name="T59" fmla="*/ 907 h 1062"/>
              <a:gd name="T60" fmla="*/ 531 w 1062"/>
              <a:gd name="T61" fmla="*/ 1062 h 1062"/>
              <a:gd name="T62" fmla="*/ 378 w 1062"/>
              <a:gd name="T63" fmla="*/ 908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2" h="1062">
                <a:moveTo>
                  <a:pt x="378" y="908"/>
                </a:moveTo>
                <a:cubicBezTo>
                  <a:pt x="346" y="876"/>
                  <a:pt x="337" y="859"/>
                  <a:pt x="335" y="852"/>
                </a:cubicBezTo>
                <a:cubicBezTo>
                  <a:pt x="348" y="848"/>
                  <a:pt x="360" y="847"/>
                  <a:pt x="372" y="845"/>
                </a:cubicBezTo>
                <a:cubicBezTo>
                  <a:pt x="402" y="842"/>
                  <a:pt x="436" y="839"/>
                  <a:pt x="470" y="791"/>
                </a:cubicBezTo>
                <a:cubicBezTo>
                  <a:pt x="510" y="737"/>
                  <a:pt x="502" y="663"/>
                  <a:pt x="451" y="611"/>
                </a:cubicBezTo>
                <a:cubicBezTo>
                  <a:pt x="399" y="560"/>
                  <a:pt x="326" y="552"/>
                  <a:pt x="271" y="592"/>
                </a:cubicBezTo>
                <a:cubicBezTo>
                  <a:pt x="223" y="627"/>
                  <a:pt x="220" y="660"/>
                  <a:pt x="217" y="690"/>
                </a:cubicBezTo>
                <a:cubicBezTo>
                  <a:pt x="216" y="703"/>
                  <a:pt x="215" y="715"/>
                  <a:pt x="210" y="727"/>
                </a:cubicBezTo>
                <a:cubicBezTo>
                  <a:pt x="205" y="726"/>
                  <a:pt x="193" y="720"/>
                  <a:pt x="173" y="703"/>
                </a:cubicBezTo>
                <a:cubicBezTo>
                  <a:pt x="164" y="694"/>
                  <a:pt x="164" y="694"/>
                  <a:pt x="164" y="694"/>
                </a:cubicBezTo>
                <a:cubicBezTo>
                  <a:pt x="0" y="531"/>
                  <a:pt x="0" y="531"/>
                  <a:pt x="0" y="531"/>
                </a:cubicBezTo>
                <a:cubicBezTo>
                  <a:pt x="155" y="376"/>
                  <a:pt x="155" y="376"/>
                  <a:pt x="155" y="376"/>
                </a:cubicBezTo>
                <a:cubicBezTo>
                  <a:pt x="159" y="372"/>
                  <a:pt x="163" y="369"/>
                  <a:pt x="167" y="365"/>
                </a:cubicBezTo>
                <a:cubicBezTo>
                  <a:pt x="167" y="365"/>
                  <a:pt x="167" y="365"/>
                  <a:pt x="167" y="365"/>
                </a:cubicBezTo>
                <a:cubicBezTo>
                  <a:pt x="532" y="0"/>
                  <a:pt x="532" y="0"/>
                  <a:pt x="532" y="0"/>
                </a:cubicBezTo>
                <a:cubicBezTo>
                  <a:pt x="1062" y="531"/>
                  <a:pt x="1062" y="531"/>
                  <a:pt x="1062" y="531"/>
                </a:cubicBezTo>
                <a:cubicBezTo>
                  <a:pt x="911" y="682"/>
                  <a:pt x="911" y="682"/>
                  <a:pt x="911" y="682"/>
                </a:cubicBezTo>
                <a:cubicBezTo>
                  <a:pt x="884" y="710"/>
                  <a:pt x="866" y="733"/>
                  <a:pt x="857" y="753"/>
                </a:cubicBezTo>
                <a:cubicBezTo>
                  <a:pt x="842" y="788"/>
                  <a:pt x="855" y="809"/>
                  <a:pt x="865" y="819"/>
                </a:cubicBezTo>
                <a:cubicBezTo>
                  <a:pt x="870" y="824"/>
                  <a:pt x="877" y="829"/>
                  <a:pt x="886" y="832"/>
                </a:cubicBezTo>
                <a:cubicBezTo>
                  <a:pt x="906" y="840"/>
                  <a:pt x="925" y="841"/>
                  <a:pt x="940" y="843"/>
                </a:cubicBezTo>
                <a:cubicBezTo>
                  <a:pt x="960" y="845"/>
                  <a:pt x="972" y="846"/>
                  <a:pt x="986" y="860"/>
                </a:cubicBezTo>
                <a:cubicBezTo>
                  <a:pt x="990" y="864"/>
                  <a:pt x="993" y="868"/>
                  <a:pt x="997" y="873"/>
                </a:cubicBezTo>
                <a:cubicBezTo>
                  <a:pt x="1025" y="912"/>
                  <a:pt x="1007" y="954"/>
                  <a:pt x="982" y="979"/>
                </a:cubicBezTo>
                <a:cubicBezTo>
                  <a:pt x="958" y="1003"/>
                  <a:pt x="916" y="1022"/>
                  <a:pt x="877" y="993"/>
                </a:cubicBezTo>
                <a:cubicBezTo>
                  <a:pt x="872" y="990"/>
                  <a:pt x="867" y="986"/>
                  <a:pt x="864" y="982"/>
                </a:cubicBezTo>
                <a:cubicBezTo>
                  <a:pt x="850" y="968"/>
                  <a:pt x="849" y="957"/>
                  <a:pt x="847" y="936"/>
                </a:cubicBezTo>
                <a:cubicBezTo>
                  <a:pt x="845" y="921"/>
                  <a:pt x="843" y="903"/>
                  <a:pt x="836" y="882"/>
                </a:cubicBezTo>
                <a:cubicBezTo>
                  <a:pt x="832" y="874"/>
                  <a:pt x="828" y="866"/>
                  <a:pt x="822" y="861"/>
                </a:cubicBezTo>
                <a:cubicBezTo>
                  <a:pt x="777" y="816"/>
                  <a:pt x="708" y="885"/>
                  <a:pt x="686" y="907"/>
                </a:cubicBezTo>
                <a:cubicBezTo>
                  <a:pt x="531" y="1062"/>
                  <a:pt x="531" y="1062"/>
                  <a:pt x="531" y="1062"/>
                </a:cubicBezTo>
                <a:lnTo>
                  <a:pt x="378" y="908"/>
                </a:lnTo>
                <a:close/>
              </a:path>
            </a:pathLst>
          </a:custGeom>
          <a:solidFill>
            <a:srgbClr val="76D8F8"/>
          </a:solidFill>
          <a:ln>
            <a:noFill/>
          </a:ln>
        </p:spPr>
        <p:txBody>
          <a:bodyPr vert="horz" wrap="square" lIns="90000" tIns="46800" rIns="90000" bIns="46800" numCol="1" anchor="t" anchorCtr="0" compatLnSpc="1">
            <a:normAutofit/>
          </a:bodyPr>
          <a:lstStyle/>
          <a:p>
            <a:pPr>
              <a:lnSpc>
                <a:spcPct val="120000"/>
              </a:lnSpc>
            </a:pPr>
            <a:endParaRPr lang="id-ID" sz="1200">
              <a:latin typeface="Arial" panose="020B0604020202020204" pitchFamily="34" charset="0"/>
              <a:ea typeface="微软雅黑" panose="020B0503020204020204" pitchFamily="34" charset="-122"/>
              <a:sym typeface="Arial" panose="020B0604020202020204" pitchFamily="34" charset="0"/>
            </a:endParaRPr>
          </a:p>
        </p:txBody>
      </p:sp>
      <p:sp>
        <p:nvSpPr>
          <p:cNvPr id="6" name="Freeform 7"/>
          <p:cNvSpPr/>
          <p:nvPr>
            <p:custDataLst>
              <p:tags r:id="rId8"/>
            </p:custDataLst>
          </p:nvPr>
        </p:nvSpPr>
        <p:spPr bwMode="auto">
          <a:xfrm>
            <a:off x="4520565" y="2813050"/>
            <a:ext cx="1467485" cy="1467485"/>
          </a:xfrm>
          <a:custGeom>
            <a:avLst/>
            <a:gdLst>
              <a:gd name="T0" fmla="*/ 814 w 1143"/>
              <a:gd name="T1" fmla="*/ 656 h 1143"/>
              <a:gd name="T2" fmla="*/ 866 w 1143"/>
              <a:gd name="T3" fmla="*/ 781 h 1143"/>
              <a:gd name="T4" fmla="*/ 969 w 1143"/>
              <a:gd name="T5" fmla="*/ 745 h 1143"/>
              <a:gd name="T6" fmla="*/ 1143 w 1143"/>
              <a:gd name="T7" fmla="*/ 572 h 1143"/>
              <a:gd name="T8" fmla="*/ 968 w 1143"/>
              <a:gd name="T9" fmla="*/ 397 h 1143"/>
              <a:gd name="T10" fmla="*/ 932 w 1143"/>
              <a:gd name="T11" fmla="*/ 294 h 1143"/>
              <a:gd name="T12" fmla="*/ 1057 w 1143"/>
              <a:gd name="T13" fmla="*/ 243 h 1143"/>
              <a:gd name="T14" fmla="*/ 896 w 1143"/>
              <a:gd name="T15" fmla="*/ 83 h 1143"/>
              <a:gd name="T16" fmla="*/ 845 w 1143"/>
              <a:gd name="T17" fmla="*/ 207 h 1143"/>
              <a:gd name="T18" fmla="*/ 743 w 1143"/>
              <a:gd name="T19" fmla="*/ 172 h 1143"/>
              <a:gd name="T20" fmla="*/ 571 w 1143"/>
              <a:gd name="T21" fmla="*/ 0 h 1143"/>
              <a:gd name="T22" fmla="*/ 0 w 1143"/>
              <a:gd name="T23" fmla="*/ 572 h 1143"/>
              <a:gd name="T24" fmla="*/ 184 w 1143"/>
              <a:gd name="T25" fmla="*/ 755 h 1143"/>
              <a:gd name="T26" fmla="*/ 227 w 1143"/>
              <a:gd name="T27" fmla="*/ 798 h 1143"/>
              <a:gd name="T28" fmla="*/ 384 w 1143"/>
              <a:gd name="T29" fmla="*/ 956 h 1143"/>
              <a:gd name="T30" fmla="*/ 396 w 1143"/>
              <a:gd name="T31" fmla="*/ 969 h 1143"/>
              <a:gd name="T32" fmla="*/ 571 w 1143"/>
              <a:gd name="T33" fmla="*/ 1143 h 1143"/>
              <a:gd name="T34" fmla="*/ 571 w 1143"/>
              <a:gd name="T35" fmla="*/ 1143 h 1143"/>
              <a:gd name="T36" fmla="*/ 745 w 1143"/>
              <a:gd name="T37" fmla="*/ 970 h 1143"/>
              <a:gd name="T38" fmla="*/ 765 w 1143"/>
              <a:gd name="T39" fmla="*/ 949 h 1143"/>
              <a:gd name="T40" fmla="*/ 764 w 1143"/>
              <a:gd name="T41" fmla="*/ 949 h 1143"/>
              <a:gd name="T42" fmla="*/ 780 w 1143"/>
              <a:gd name="T43" fmla="*/ 867 h 1143"/>
              <a:gd name="T44" fmla="*/ 655 w 1143"/>
              <a:gd name="T45" fmla="*/ 815 h 1143"/>
              <a:gd name="T46" fmla="*/ 814 w 1143"/>
              <a:gd name="T47" fmla="*/ 656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43" h="1143">
                <a:moveTo>
                  <a:pt x="814" y="656"/>
                </a:moveTo>
                <a:cubicBezTo>
                  <a:pt x="871" y="697"/>
                  <a:pt x="847" y="730"/>
                  <a:pt x="866" y="781"/>
                </a:cubicBezTo>
                <a:cubicBezTo>
                  <a:pt x="877" y="807"/>
                  <a:pt x="907" y="808"/>
                  <a:pt x="969" y="745"/>
                </a:cubicBezTo>
                <a:cubicBezTo>
                  <a:pt x="1143" y="572"/>
                  <a:pt x="1143" y="572"/>
                  <a:pt x="1143" y="572"/>
                </a:cubicBezTo>
                <a:cubicBezTo>
                  <a:pt x="968" y="397"/>
                  <a:pt x="968" y="397"/>
                  <a:pt x="968" y="397"/>
                </a:cubicBezTo>
                <a:cubicBezTo>
                  <a:pt x="905" y="334"/>
                  <a:pt x="905" y="304"/>
                  <a:pt x="932" y="294"/>
                </a:cubicBezTo>
                <a:cubicBezTo>
                  <a:pt x="983" y="275"/>
                  <a:pt x="1016" y="300"/>
                  <a:pt x="1057" y="243"/>
                </a:cubicBezTo>
                <a:cubicBezTo>
                  <a:pt x="1127" y="147"/>
                  <a:pt x="993" y="12"/>
                  <a:pt x="896" y="83"/>
                </a:cubicBezTo>
                <a:cubicBezTo>
                  <a:pt x="840" y="124"/>
                  <a:pt x="864" y="157"/>
                  <a:pt x="845" y="207"/>
                </a:cubicBezTo>
                <a:cubicBezTo>
                  <a:pt x="835" y="234"/>
                  <a:pt x="805" y="234"/>
                  <a:pt x="743" y="172"/>
                </a:cubicBezTo>
                <a:cubicBezTo>
                  <a:pt x="571" y="0"/>
                  <a:pt x="571" y="0"/>
                  <a:pt x="571" y="0"/>
                </a:cubicBezTo>
                <a:cubicBezTo>
                  <a:pt x="0" y="572"/>
                  <a:pt x="0" y="572"/>
                  <a:pt x="0" y="572"/>
                </a:cubicBezTo>
                <a:cubicBezTo>
                  <a:pt x="184" y="755"/>
                  <a:pt x="184" y="755"/>
                  <a:pt x="184" y="755"/>
                </a:cubicBezTo>
                <a:cubicBezTo>
                  <a:pt x="227" y="798"/>
                  <a:pt x="227" y="798"/>
                  <a:pt x="227" y="798"/>
                </a:cubicBezTo>
                <a:cubicBezTo>
                  <a:pt x="384" y="956"/>
                  <a:pt x="384" y="956"/>
                  <a:pt x="384" y="956"/>
                </a:cubicBezTo>
                <a:cubicBezTo>
                  <a:pt x="388" y="960"/>
                  <a:pt x="392" y="964"/>
                  <a:pt x="396" y="969"/>
                </a:cubicBezTo>
                <a:cubicBezTo>
                  <a:pt x="571" y="1143"/>
                  <a:pt x="571" y="1143"/>
                  <a:pt x="571" y="1143"/>
                </a:cubicBezTo>
                <a:cubicBezTo>
                  <a:pt x="571" y="1143"/>
                  <a:pt x="571" y="1143"/>
                  <a:pt x="571" y="1143"/>
                </a:cubicBezTo>
                <a:cubicBezTo>
                  <a:pt x="745" y="970"/>
                  <a:pt x="745" y="970"/>
                  <a:pt x="745" y="970"/>
                </a:cubicBezTo>
                <a:cubicBezTo>
                  <a:pt x="765" y="949"/>
                  <a:pt x="765" y="949"/>
                  <a:pt x="765" y="949"/>
                </a:cubicBezTo>
                <a:cubicBezTo>
                  <a:pt x="764" y="949"/>
                  <a:pt x="764" y="949"/>
                  <a:pt x="764" y="949"/>
                </a:cubicBezTo>
                <a:cubicBezTo>
                  <a:pt x="807" y="900"/>
                  <a:pt x="804" y="876"/>
                  <a:pt x="780" y="867"/>
                </a:cubicBezTo>
                <a:cubicBezTo>
                  <a:pt x="729" y="848"/>
                  <a:pt x="697" y="872"/>
                  <a:pt x="655" y="815"/>
                </a:cubicBezTo>
                <a:cubicBezTo>
                  <a:pt x="584" y="718"/>
                  <a:pt x="717" y="585"/>
                  <a:pt x="814" y="656"/>
                </a:cubicBezTo>
                <a:close/>
              </a:path>
            </a:pathLst>
          </a:custGeom>
          <a:solidFill>
            <a:schemeClr val="bg1"/>
          </a:solidFill>
          <a:ln>
            <a:noFill/>
          </a:ln>
        </p:spPr>
        <p:txBody>
          <a:bodyPr vert="horz" wrap="square" lIns="90000" tIns="46800" rIns="90000" bIns="46800" numCol="1" anchor="t" anchorCtr="0" compatLnSpc="1">
            <a:normAutofit/>
          </a:bodyPr>
          <a:lstStyle/>
          <a:p>
            <a:pPr>
              <a:lnSpc>
                <a:spcPct val="120000"/>
              </a:lnSpc>
            </a:pPr>
            <a:endParaRPr lang="id-ID" sz="1200">
              <a:latin typeface="Arial" panose="020B0604020202020204" pitchFamily="34" charset="0"/>
              <a:ea typeface="微软雅黑" panose="020B0503020204020204" pitchFamily="34" charset="-122"/>
              <a:sym typeface="Arial" panose="020B0604020202020204" pitchFamily="34" charset="0"/>
            </a:endParaRPr>
          </a:p>
        </p:txBody>
      </p:sp>
      <p:sp>
        <p:nvSpPr>
          <p:cNvPr id="7" name="Freeform 6"/>
          <p:cNvSpPr/>
          <p:nvPr>
            <p:custDataLst>
              <p:tags r:id="rId9"/>
            </p:custDataLst>
          </p:nvPr>
        </p:nvSpPr>
        <p:spPr bwMode="auto">
          <a:xfrm rot="10800000">
            <a:off x="5520055" y="3828415"/>
            <a:ext cx="1364615" cy="1363345"/>
          </a:xfrm>
          <a:custGeom>
            <a:avLst/>
            <a:gdLst>
              <a:gd name="T0" fmla="*/ 378 w 1062"/>
              <a:gd name="T1" fmla="*/ 908 h 1062"/>
              <a:gd name="T2" fmla="*/ 335 w 1062"/>
              <a:gd name="T3" fmla="*/ 852 h 1062"/>
              <a:gd name="T4" fmla="*/ 372 w 1062"/>
              <a:gd name="T5" fmla="*/ 845 h 1062"/>
              <a:gd name="T6" fmla="*/ 470 w 1062"/>
              <a:gd name="T7" fmla="*/ 791 h 1062"/>
              <a:gd name="T8" fmla="*/ 451 w 1062"/>
              <a:gd name="T9" fmla="*/ 611 h 1062"/>
              <a:gd name="T10" fmla="*/ 271 w 1062"/>
              <a:gd name="T11" fmla="*/ 592 h 1062"/>
              <a:gd name="T12" fmla="*/ 217 w 1062"/>
              <a:gd name="T13" fmla="*/ 690 h 1062"/>
              <a:gd name="T14" fmla="*/ 210 w 1062"/>
              <a:gd name="T15" fmla="*/ 727 h 1062"/>
              <a:gd name="T16" fmla="*/ 173 w 1062"/>
              <a:gd name="T17" fmla="*/ 703 h 1062"/>
              <a:gd name="T18" fmla="*/ 164 w 1062"/>
              <a:gd name="T19" fmla="*/ 694 h 1062"/>
              <a:gd name="T20" fmla="*/ 0 w 1062"/>
              <a:gd name="T21" fmla="*/ 531 h 1062"/>
              <a:gd name="T22" fmla="*/ 155 w 1062"/>
              <a:gd name="T23" fmla="*/ 376 h 1062"/>
              <a:gd name="T24" fmla="*/ 167 w 1062"/>
              <a:gd name="T25" fmla="*/ 365 h 1062"/>
              <a:gd name="T26" fmla="*/ 167 w 1062"/>
              <a:gd name="T27" fmla="*/ 365 h 1062"/>
              <a:gd name="T28" fmla="*/ 532 w 1062"/>
              <a:gd name="T29" fmla="*/ 0 h 1062"/>
              <a:gd name="T30" fmla="*/ 1062 w 1062"/>
              <a:gd name="T31" fmla="*/ 531 h 1062"/>
              <a:gd name="T32" fmla="*/ 911 w 1062"/>
              <a:gd name="T33" fmla="*/ 682 h 1062"/>
              <a:gd name="T34" fmla="*/ 857 w 1062"/>
              <a:gd name="T35" fmla="*/ 753 h 1062"/>
              <a:gd name="T36" fmla="*/ 865 w 1062"/>
              <a:gd name="T37" fmla="*/ 819 h 1062"/>
              <a:gd name="T38" fmla="*/ 886 w 1062"/>
              <a:gd name="T39" fmla="*/ 832 h 1062"/>
              <a:gd name="T40" fmla="*/ 940 w 1062"/>
              <a:gd name="T41" fmla="*/ 843 h 1062"/>
              <a:gd name="T42" fmla="*/ 986 w 1062"/>
              <a:gd name="T43" fmla="*/ 860 h 1062"/>
              <a:gd name="T44" fmla="*/ 997 w 1062"/>
              <a:gd name="T45" fmla="*/ 873 h 1062"/>
              <a:gd name="T46" fmla="*/ 982 w 1062"/>
              <a:gd name="T47" fmla="*/ 979 h 1062"/>
              <a:gd name="T48" fmla="*/ 877 w 1062"/>
              <a:gd name="T49" fmla="*/ 993 h 1062"/>
              <a:gd name="T50" fmla="*/ 864 w 1062"/>
              <a:gd name="T51" fmla="*/ 982 h 1062"/>
              <a:gd name="T52" fmla="*/ 847 w 1062"/>
              <a:gd name="T53" fmla="*/ 936 h 1062"/>
              <a:gd name="T54" fmla="*/ 836 w 1062"/>
              <a:gd name="T55" fmla="*/ 882 h 1062"/>
              <a:gd name="T56" fmla="*/ 822 w 1062"/>
              <a:gd name="T57" fmla="*/ 861 h 1062"/>
              <a:gd name="T58" fmla="*/ 686 w 1062"/>
              <a:gd name="T59" fmla="*/ 907 h 1062"/>
              <a:gd name="T60" fmla="*/ 531 w 1062"/>
              <a:gd name="T61" fmla="*/ 1062 h 1062"/>
              <a:gd name="T62" fmla="*/ 378 w 1062"/>
              <a:gd name="T63" fmla="*/ 908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2" h="1062">
                <a:moveTo>
                  <a:pt x="378" y="908"/>
                </a:moveTo>
                <a:cubicBezTo>
                  <a:pt x="346" y="876"/>
                  <a:pt x="337" y="859"/>
                  <a:pt x="335" y="852"/>
                </a:cubicBezTo>
                <a:cubicBezTo>
                  <a:pt x="348" y="848"/>
                  <a:pt x="360" y="847"/>
                  <a:pt x="372" y="845"/>
                </a:cubicBezTo>
                <a:cubicBezTo>
                  <a:pt x="402" y="842"/>
                  <a:pt x="436" y="839"/>
                  <a:pt x="470" y="791"/>
                </a:cubicBezTo>
                <a:cubicBezTo>
                  <a:pt x="510" y="737"/>
                  <a:pt x="502" y="663"/>
                  <a:pt x="451" y="611"/>
                </a:cubicBezTo>
                <a:cubicBezTo>
                  <a:pt x="399" y="560"/>
                  <a:pt x="326" y="552"/>
                  <a:pt x="271" y="592"/>
                </a:cubicBezTo>
                <a:cubicBezTo>
                  <a:pt x="223" y="627"/>
                  <a:pt x="220" y="660"/>
                  <a:pt x="217" y="690"/>
                </a:cubicBezTo>
                <a:cubicBezTo>
                  <a:pt x="216" y="703"/>
                  <a:pt x="215" y="715"/>
                  <a:pt x="210" y="727"/>
                </a:cubicBezTo>
                <a:cubicBezTo>
                  <a:pt x="205" y="726"/>
                  <a:pt x="193" y="720"/>
                  <a:pt x="173" y="703"/>
                </a:cubicBezTo>
                <a:cubicBezTo>
                  <a:pt x="164" y="694"/>
                  <a:pt x="164" y="694"/>
                  <a:pt x="164" y="694"/>
                </a:cubicBezTo>
                <a:cubicBezTo>
                  <a:pt x="0" y="531"/>
                  <a:pt x="0" y="531"/>
                  <a:pt x="0" y="531"/>
                </a:cubicBezTo>
                <a:cubicBezTo>
                  <a:pt x="155" y="376"/>
                  <a:pt x="155" y="376"/>
                  <a:pt x="155" y="376"/>
                </a:cubicBezTo>
                <a:cubicBezTo>
                  <a:pt x="159" y="372"/>
                  <a:pt x="163" y="369"/>
                  <a:pt x="167" y="365"/>
                </a:cubicBezTo>
                <a:cubicBezTo>
                  <a:pt x="167" y="365"/>
                  <a:pt x="167" y="365"/>
                  <a:pt x="167" y="365"/>
                </a:cubicBezTo>
                <a:cubicBezTo>
                  <a:pt x="532" y="0"/>
                  <a:pt x="532" y="0"/>
                  <a:pt x="532" y="0"/>
                </a:cubicBezTo>
                <a:cubicBezTo>
                  <a:pt x="1062" y="531"/>
                  <a:pt x="1062" y="531"/>
                  <a:pt x="1062" y="531"/>
                </a:cubicBezTo>
                <a:cubicBezTo>
                  <a:pt x="911" y="682"/>
                  <a:pt x="911" y="682"/>
                  <a:pt x="911" y="682"/>
                </a:cubicBezTo>
                <a:cubicBezTo>
                  <a:pt x="884" y="710"/>
                  <a:pt x="866" y="733"/>
                  <a:pt x="857" y="753"/>
                </a:cubicBezTo>
                <a:cubicBezTo>
                  <a:pt x="842" y="788"/>
                  <a:pt x="855" y="809"/>
                  <a:pt x="865" y="819"/>
                </a:cubicBezTo>
                <a:cubicBezTo>
                  <a:pt x="870" y="824"/>
                  <a:pt x="877" y="829"/>
                  <a:pt x="886" y="832"/>
                </a:cubicBezTo>
                <a:cubicBezTo>
                  <a:pt x="906" y="840"/>
                  <a:pt x="925" y="841"/>
                  <a:pt x="940" y="843"/>
                </a:cubicBezTo>
                <a:cubicBezTo>
                  <a:pt x="960" y="845"/>
                  <a:pt x="972" y="846"/>
                  <a:pt x="986" y="860"/>
                </a:cubicBezTo>
                <a:cubicBezTo>
                  <a:pt x="990" y="864"/>
                  <a:pt x="993" y="868"/>
                  <a:pt x="997" y="873"/>
                </a:cubicBezTo>
                <a:cubicBezTo>
                  <a:pt x="1025" y="912"/>
                  <a:pt x="1007" y="954"/>
                  <a:pt x="982" y="979"/>
                </a:cubicBezTo>
                <a:cubicBezTo>
                  <a:pt x="958" y="1003"/>
                  <a:pt x="916" y="1022"/>
                  <a:pt x="877" y="993"/>
                </a:cubicBezTo>
                <a:cubicBezTo>
                  <a:pt x="872" y="990"/>
                  <a:pt x="867" y="986"/>
                  <a:pt x="864" y="982"/>
                </a:cubicBezTo>
                <a:cubicBezTo>
                  <a:pt x="850" y="968"/>
                  <a:pt x="849" y="957"/>
                  <a:pt x="847" y="936"/>
                </a:cubicBezTo>
                <a:cubicBezTo>
                  <a:pt x="845" y="921"/>
                  <a:pt x="843" y="903"/>
                  <a:pt x="836" y="882"/>
                </a:cubicBezTo>
                <a:cubicBezTo>
                  <a:pt x="832" y="874"/>
                  <a:pt x="828" y="866"/>
                  <a:pt x="822" y="861"/>
                </a:cubicBezTo>
                <a:cubicBezTo>
                  <a:pt x="777" y="816"/>
                  <a:pt x="708" y="885"/>
                  <a:pt x="686" y="907"/>
                </a:cubicBezTo>
                <a:cubicBezTo>
                  <a:pt x="531" y="1062"/>
                  <a:pt x="531" y="1062"/>
                  <a:pt x="531" y="1062"/>
                </a:cubicBezTo>
                <a:lnTo>
                  <a:pt x="378" y="908"/>
                </a:lnTo>
                <a:close/>
              </a:path>
            </a:pathLst>
          </a:custGeom>
          <a:solidFill>
            <a:srgbClr val="76D8F8"/>
          </a:solidFill>
          <a:ln>
            <a:noFill/>
          </a:ln>
        </p:spPr>
        <p:txBody>
          <a:bodyPr vert="horz" wrap="square" lIns="90000" tIns="46800" rIns="90000" bIns="46800" numCol="1" anchor="t" anchorCtr="0" compatLnSpc="1">
            <a:normAutofit/>
          </a:bodyPr>
          <a:lstStyle/>
          <a:p>
            <a:pPr>
              <a:lnSpc>
                <a:spcPct val="120000"/>
              </a:lnSpc>
            </a:pPr>
            <a:endParaRPr lang="id-ID" sz="1200">
              <a:latin typeface="Arial" panose="020B0604020202020204" pitchFamily="34" charset="0"/>
              <a:ea typeface="微软雅黑" panose="020B0503020204020204" pitchFamily="34" charset="-122"/>
              <a:sym typeface="Arial" panose="020B0604020202020204" pitchFamily="34" charset="0"/>
            </a:endParaRPr>
          </a:p>
        </p:txBody>
      </p:sp>
      <p:sp>
        <p:nvSpPr>
          <p:cNvPr id="18" name="文本框 17"/>
          <p:cNvSpPr txBox="1"/>
          <p:nvPr>
            <p:custDataLst>
              <p:tags r:id="rId10"/>
            </p:custDataLst>
          </p:nvPr>
        </p:nvSpPr>
        <p:spPr>
          <a:xfrm>
            <a:off x="1703705" y="1514475"/>
            <a:ext cx="2787650" cy="793115"/>
          </a:xfrm>
          <a:prstGeom prst="rect">
            <a:avLst/>
          </a:prstGeom>
        </p:spPr>
        <p:txBody>
          <a:bodyPr wrap="square" lIns="90000" tIns="46800" rIns="90000" bIns="46800" anchor="ctr" anchorCtr="0">
            <a:normAutofit fontScale="90000" lnSpcReduction="20000"/>
          </a:bodyPr>
          <a:lstStyle>
            <a:defPPr>
              <a:defRPr lang="zh-CN"/>
            </a:defPPr>
            <a:lvl1pPr algn="r">
              <a:defRPr sz="2000">
                <a:solidFill>
                  <a:sysClr val="window" lastClr="FFFFFF"/>
                </a:solidFill>
              </a:defRPr>
            </a:lvl1pPr>
          </a:lstStyle>
          <a:p>
            <a:pPr lvl="0" indent="0" fontAlgn="base">
              <a:lnSpc>
                <a:spcPct val="130000"/>
              </a:lnSpc>
              <a:buFont typeface="Wingdings" panose="05000000000000000000" pitchFamily="2" charset="2"/>
              <a:buNone/>
            </a:pPr>
            <a:r>
              <a:rPr lang="en-US" altLang="zh-CN" sz="1400"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400" spc="150" dirty="0">
              <a:solidFill>
                <a:schemeClr val="bg1"/>
              </a:solidFill>
              <a:latin typeface="汉仪糯米团简" panose="00020600040101010101" charset="-122"/>
              <a:ea typeface="汉仪糯米团简" panose="00020600040101010101" charset="-122"/>
              <a:sym typeface="+mn-ea"/>
            </a:endParaRPr>
          </a:p>
        </p:txBody>
      </p:sp>
      <p:sp>
        <p:nvSpPr>
          <p:cNvPr id="19" name="文本框 18"/>
          <p:cNvSpPr txBox="1"/>
          <p:nvPr>
            <p:custDataLst>
              <p:tags r:id="rId11"/>
            </p:custDataLst>
          </p:nvPr>
        </p:nvSpPr>
        <p:spPr>
          <a:xfrm>
            <a:off x="1703705" y="1078865"/>
            <a:ext cx="2787650" cy="549910"/>
          </a:xfrm>
          <a:prstGeom prst="rect">
            <a:avLst/>
          </a:prstGeom>
          <a:noFill/>
        </p:spPr>
        <p:txBody>
          <a:bodyPr wrap="square" lIns="90000" tIns="46800" rIns="90000" bIns="46800" rtlCol="0" anchor="ctr" anchorCtr="0">
            <a:normAutofit/>
          </a:bodyPr>
          <a:lstStyle>
            <a:defPPr>
              <a:defRPr lang="zh-CN"/>
            </a:defPPr>
            <a:lvl1pPr algn="r">
              <a:defRPr sz="2400" b="1">
                <a:solidFill>
                  <a:sysClr val="window" lastClr="FFFFFF"/>
                </a:solidFill>
                <a:latin typeface="+mj-lt"/>
                <a:ea typeface="+mj-ea"/>
                <a:cs typeface="+mj-cs"/>
              </a:defRPr>
            </a:lvl1pPr>
          </a:lstStyle>
          <a:p>
            <a:pPr>
              <a:lnSpc>
                <a:spcPct val="120000"/>
              </a:lnSpc>
            </a:pPr>
            <a:r>
              <a:rPr lang="zh-CN" altLang="en-US" sz="2000" b="0" dirty="0">
                <a:solidFill>
                  <a:schemeClr val="bg1"/>
                </a:solidFill>
                <a:latin typeface="汉仪糯米团简" panose="00020600040101010101" charset="-122"/>
                <a:ea typeface="汉仪糯米团简" panose="00020600040101010101" charset="-122"/>
                <a:cs typeface="+mn-cs"/>
                <a:sym typeface="+mn-ea"/>
              </a:rPr>
              <a:t>请输入您的标题</a:t>
            </a:r>
            <a:endParaRPr lang="zh-CN" altLang="en-US" sz="2000" b="0" spc="300" dirty="0">
              <a:solidFill>
                <a:schemeClr val="bg1"/>
              </a:solidFill>
              <a:latin typeface="汉仪糯米团简" panose="00020600040101010101" charset="-122"/>
              <a:ea typeface="汉仪糯米团简" panose="00020600040101010101" charset="-122"/>
              <a:cs typeface="+mn-cs"/>
              <a:sym typeface="+mn-ea"/>
            </a:endParaRPr>
          </a:p>
        </p:txBody>
      </p:sp>
      <p:sp>
        <p:nvSpPr>
          <p:cNvPr id="23" name="文本框 22"/>
          <p:cNvSpPr txBox="1"/>
          <p:nvPr>
            <p:custDataLst>
              <p:tags r:id="rId12"/>
            </p:custDataLst>
          </p:nvPr>
        </p:nvSpPr>
        <p:spPr>
          <a:xfrm>
            <a:off x="528320" y="3272155"/>
            <a:ext cx="2787650" cy="793115"/>
          </a:xfrm>
          <a:prstGeom prst="rect">
            <a:avLst/>
          </a:prstGeom>
        </p:spPr>
        <p:txBody>
          <a:bodyPr wrap="square" lIns="90000" tIns="46800" rIns="90000" bIns="46800" anchor="ctr" anchorCtr="0">
            <a:normAutofit fontScale="90000" lnSpcReduction="20000"/>
          </a:bodyPr>
          <a:lstStyle>
            <a:defPPr>
              <a:defRPr lang="zh-CN"/>
            </a:defPPr>
            <a:lvl1pPr algn="r">
              <a:defRPr sz="2000">
                <a:solidFill>
                  <a:sysClr val="window" lastClr="FFFFFF"/>
                </a:solidFill>
              </a:defRPr>
            </a:lvl1pPr>
          </a:lstStyle>
          <a:p>
            <a:pPr lvl="0" indent="0" fontAlgn="base">
              <a:lnSpc>
                <a:spcPct val="130000"/>
              </a:lnSpc>
              <a:buFont typeface="Wingdings" panose="05000000000000000000" pitchFamily="2" charset="2"/>
              <a:buNone/>
            </a:pPr>
            <a:r>
              <a:rPr lang="en-US" altLang="zh-CN" sz="1400"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400" spc="150" dirty="0">
              <a:solidFill>
                <a:schemeClr val="bg1"/>
              </a:solidFill>
              <a:latin typeface="汉仪糯米团简" panose="00020600040101010101" charset="-122"/>
              <a:ea typeface="汉仪糯米团简" panose="00020600040101010101" charset="-122"/>
              <a:sym typeface="+mn-ea"/>
            </a:endParaRPr>
          </a:p>
        </p:txBody>
      </p:sp>
      <p:sp>
        <p:nvSpPr>
          <p:cNvPr id="24" name="文本框 23"/>
          <p:cNvSpPr txBox="1"/>
          <p:nvPr>
            <p:custDataLst>
              <p:tags r:id="rId13"/>
            </p:custDataLst>
          </p:nvPr>
        </p:nvSpPr>
        <p:spPr>
          <a:xfrm>
            <a:off x="528320" y="2836545"/>
            <a:ext cx="2787650" cy="549910"/>
          </a:xfrm>
          <a:prstGeom prst="rect">
            <a:avLst/>
          </a:prstGeom>
          <a:noFill/>
        </p:spPr>
        <p:txBody>
          <a:bodyPr wrap="square" lIns="90000" tIns="46800" rIns="90000" bIns="46800" rtlCol="0" anchor="ctr" anchorCtr="0">
            <a:normAutofit/>
          </a:bodyPr>
          <a:lstStyle>
            <a:defPPr>
              <a:defRPr lang="zh-CN"/>
            </a:defPPr>
            <a:lvl1pPr algn="r">
              <a:defRPr sz="2400" b="1">
                <a:solidFill>
                  <a:sysClr val="window" lastClr="FFFFFF"/>
                </a:solidFill>
                <a:latin typeface="+mj-lt"/>
                <a:ea typeface="+mj-ea"/>
                <a:cs typeface="+mj-cs"/>
              </a:defRPr>
            </a:lvl1pPr>
          </a:lstStyle>
          <a:p>
            <a:pPr>
              <a:lnSpc>
                <a:spcPct val="120000"/>
              </a:lnSpc>
            </a:pPr>
            <a:r>
              <a:rPr lang="zh-CN" altLang="en-US" sz="2000" b="0" dirty="0">
                <a:solidFill>
                  <a:schemeClr val="bg1"/>
                </a:solidFill>
                <a:latin typeface="汉仪糯米团简" panose="00020600040101010101" charset="-122"/>
                <a:ea typeface="汉仪糯米团简" panose="00020600040101010101" charset="-122"/>
                <a:cs typeface="+mn-cs"/>
                <a:sym typeface="+mn-ea"/>
              </a:rPr>
              <a:t>请输入您的标题</a:t>
            </a:r>
            <a:endParaRPr lang="zh-CN" altLang="en-US" sz="2000" b="0" spc="300" dirty="0">
              <a:solidFill>
                <a:schemeClr val="bg1"/>
              </a:solidFill>
              <a:latin typeface="汉仪糯米团简" panose="00020600040101010101" charset="-122"/>
              <a:ea typeface="汉仪糯米团简" panose="00020600040101010101" charset="-122"/>
              <a:cs typeface="+mn-cs"/>
              <a:sym typeface="+mn-ea"/>
            </a:endParaRPr>
          </a:p>
        </p:txBody>
      </p:sp>
      <p:sp>
        <p:nvSpPr>
          <p:cNvPr id="25" name="文本框 24"/>
          <p:cNvSpPr txBox="1"/>
          <p:nvPr>
            <p:custDataLst>
              <p:tags r:id="rId14"/>
            </p:custDataLst>
          </p:nvPr>
        </p:nvSpPr>
        <p:spPr>
          <a:xfrm>
            <a:off x="8876030" y="3007995"/>
            <a:ext cx="2787650" cy="793115"/>
          </a:xfrm>
          <a:prstGeom prst="rect">
            <a:avLst/>
          </a:prstGeom>
        </p:spPr>
        <p:txBody>
          <a:bodyPr wrap="square" lIns="90000" tIns="46800" rIns="90000" bIns="46800" anchor="ctr" anchorCtr="0">
            <a:normAutofit fontScale="90000" lnSpcReduction="20000"/>
          </a:bodyPr>
          <a:lstStyle>
            <a:defPPr>
              <a:defRPr lang="zh-CN"/>
            </a:defPPr>
            <a:lvl1pPr algn="r">
              <a:defRPr sz="2000">
                <a:solidFill>
                  <a:sysClr val="window" lastClr="FFFFFF"/>
                </a:solidFill>
              </a:defRPr>
            </a:lvl1pPr>
          </a:lstStyle>
          <a:p>
            <a:pPr lvl="0" indent="0" algn="l" fontAlgn="base">
              <a:lnSpc>
                <a:spcPct val="130000"/>
              </a:lnSpc>
              <a:buFont typeface="Wingdings" panose="05000000000000000000" pitchFamily="2" charset="2"/>
              <a:buNone/>
            </a:pPr>
            <a:r>
              <a:rPr lang="en-US" altLang="zh-CN" sz="1400"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400" spc="150" dirty="0">
              <a:solidFill>
                <a:schemeClr val="bg1"/>
              </a:solidFill>
              <a:latin typeface="汉仪糯米团简" panose="00020600040101010101" charset="-122"/>
              <a:ea typeface="汉仪糯米团简" panose="00020600040101010101" charset="-122"/>
              <a:sym typeface="+mn-ea"/>
            </a:endParaRPr>
          </a:p>
        </p:txBody>
      </p:sp>
      <p:sp>
        <p:nvSpPr>
          <p:cNvPr id="30" name="文本框 29"/>
          <p:cNvSpPr txBox="1"/>
          <p:nvPr>
            <p:custDataLst>
              <p:tags r:id="rId15"/>
            </p:custDataLst>
          </p:nvPr>
        </p:nvSpPr>
        <p:spPr>
          <a:xfrm>
            <a:off x="8876030" y="2572385"/>
            <a:ext cx="2787650" cy="549910"/>
          </a:xfrm>
          <a:prstGeom prst="rect">
            <a:avLst/>
          </a:prstGeom>
          <a:noFill/>
        </p:spPr>
        <p:txBody>
          <a:bodyPr wrap="square" lIns="90000" tIns="46800" rIns="90000" bIns="46800" rtlCol="0" anchor="ctr" anchorCtr="0">
            <a:normAutofit/>
          </a:bodyPr>
          <a:lstStyle>
            <a:defPPr>
              <a:defRPr lang="zh-CN"/>
            </a:defPPr>
            <a:lvl1pPr algn="r">
              <a:defRPr sz="2400" b="1">
                <a:solidFill>
                  <a:sysClr val="window" lastClr="FFFFFF"/>
                </a:solidFill>
                <a:latin typeface="+mj-lt"/>
                <a:ea typeface="+mj-ea"/>
                <a:cs typeface="+mj-cs"/>
              </a:defRPr>
            </a:lvl1pPr>
          </a:lstStyle>
          <a:p>
            <a:pPr algn="l">
              <a:lnSpc>
                <a:spcPct val="120000"/>
              </a:lnSpc>
            </a:pPr>
            <a:r>
              <a:rPr lang="zh-CN" altLang="en-US" sz="2000" b="0" dirty="0">
                <a:solidFill>
                  <a:schemeClr val="bg1"/>
                </a:solidFill>
                <a:latin typeface="汉仪糯米团简" panose="00020600040101010101" charset="-122"/>
                <a:ea typeface="汉仪糯米团简" panose="00020600040101010101" charset="-122"/>
                <a:cs typeface="+mn-cs"/>
                <a:sym typeface="+mn-ea"/>
              </a:rPr>
              <a:t>请输入您的标题</a:t>
            </a:r>
            <a:endParaRPr lang="zh-CN" altLang="en-US" sz="2000" b="0" spc="300" dirty="0">
              <a:solidFill>
                <a:schemeClr val="bg1"/>
              </a:solidFill>
              <a:latin typeface="汉仪糯米团简" panose="00020600040101010101" charset="-122"/>
              <a:ea typeface="汉仪糯米团简" panose="00020600040101010101" charset="-122"/>
              <a:cs typeface="+mn-cs"/>
              <a:sym typeface="+mn-ea"/>
            </a:endParaRPr>
          </a:p>
        </p:txBody>
      </p:sp>
      <p:sp>
        <p:nvSpPr>
          <p:cNvPr id="31" name="文本框 30"/>
          <p:cNvSpPr txBox="1"/>
          <p:nvPr>
            <p:custDataLst>
              <p:tags r:id="rId16"/>
            </p:custDataLst>
          </p:nvPr>
        </p:nvSpPr>
        <p:spPr>
          <a:xfrm>
            <a:off x="7982585" y="4716145"/>
            <a:ext cx="2787650" cy="793115"/>
          </a:xfrm>
          <a:prstGeom prst="rect">
            <a:avLst/>
          </a:prstGeom>
        </p:spPr>
        <p:txBody>
          <a:bodyPr wrap="square" lIns="90000" tIns="46800" rIns="90000" bIns="46800" anchor="ctr" anchorCtr="0">
            <a:normAutofit lnSpcReduction="20000"/>
          </a:bodyPr>
          <a:lstStyle>
            <a:defPPr>
              <a:defRPr lang="zh-CN"/>
            </a:defPPr>
            <a:lvl1pPr algn="r">
              <a:defRPr sz="2000">
                <a:solidFill>
                  <a:sysClr val="window" lastClr="FFFFFF"/>
                </a:solidFill>
              </a:defRPr>
            </a:lvl1pPr>
          </a:lstStyle>
          <a:p>
            <a:pPr algn="l">
              <a:lnSpc>
                <a:spcPct val="120000"/>
              </a:lnSpc>
            </a:pPr>
            <a:r>
              <a:rPr lang="en-US" altLang="zh-CN" sz="1400" dirty="0">
                <a:solidFill>
                  <a:schemeClr val="bg1"/>
                </a:solidFill>
                <a:latin typeface="汉仪糯米团简" panose="00020600040101010101" charset="-122"/>
                <a:ea typeface="汉仪糯米团简" panose="00020600040101010101" charset="-122"/>
                <a:sym typeface="+mn-ea"/>
              </a:rPr>
              <a:t>Lorem ipsum dolor sit amet, consectetuer adipiscing elit. Maecenas porttitor congue </a:t>
            </a:r>
            <a:endParaRPr lang="en-US" altLang="zh-CN" sz="1400" dirty="0">
              <a:solidFill>
                <a:schemeClr val="bg1"/>
              </a:solidFill>
              <a:latin typeface="汉仪糯米团简" panose="00020600040101010101" charset="-122"/>
              <a:ea typeface="汉仪糯米团简" panose="00020600040101010101" charset="-122"/>
              <a:sym typeface="+mn-ea"/>
            </a:endParaRPr>
          </a:p>
          <a:p>
            <a:pPr algn="l">
              <a:lnSpc>
                <a:spcPct val="120000"/>
              </a:lnSpc>
            </a:pPr>
            <a:endParaRPr lang="en-US" altLang="zh-CN" sz="1400" spc="150" dirty="0">
              <a:solidFill>
                <a:schemeClr val="bg1"/>
              </a:solidFill>
              <a:latin typeface="汉仪糯米团简" panose="00020600040101010101" charset="-122"/>
              <a:ea typeface="汉仪糯米团简" panose="00020600040101010101" charset="-122"/>
              <a:sym typeface="+mn-ea"/>
            </a:endParaRPr>
          </a:p>
        </p:txBody>
      </p:sp>
      <p:sp>
        <p:nvSpPr>
          <p:cNvPr id="32" name="文本框 31"/>
          <p:cNvSpPr txBox="1"/>
          <p:nvPr>
            <p:custDataLst>
              <p:tags r:id="rId17"/>
            </p:custDataLst>
          </p:nvPr>
        </p:nvSpPr>
        <p:spPr>
          <a:xfrm>
            <a:off x="7982585" y="4166235"/>
            <a:ext cx="2787650" cy="549910"/>
          </a:xfrm>
          <a:prstGeom prst="rect">
            <a:avLst/>
          </a:prstGeom>
          <a:noFill/>
        </p:spPr>
        <p:txBody>
          <a:bodyPr wrap="square" lIns="90000" tIns="46800" rIns="90000" bIns="46800" rtlCol="0" anchor="ctr" anchorCtr="0">
            <a:normAutofit/>
          </a:bodyPr>
          <a:lstStyle>
            <a:defPPr>
              <a:defRPr lang="zh-CN"/>
            </a:defPPr>
            <a:lvl1pPr algn="r">
              <a:defRPr sz="2400" b="1">
                <a:solidFill>
                  <a:sysClr val="window" lastClr="FFFFFF"/>
                </a:solidFill>
                <a:latin typeface="+mj-lt"/>
                <a:ea typeface="+mj-ea"/>
                <a:cs typeface="+mj-cs"/>
              </a:defRPr>
            </a:lvl1pPr>
          </a:lstStyle>
          <a:p>
            <a:pPr algn="l">
              <a:lnSpc>
                <a:spcPct val="120000"/>
              </a:lnSpc>
            </a:pPr>
            <a:r>
              <a:rPr lang="zh-CN" altLang="en-US" sz="2000" b="0" dirty="0">
                <a:solidFill>
                  <a:schemeClr val="bg1"/>
                </a:solidFill>
                <a:latin typeface="汉仪糯米团简" panose="00020600040101010101" charset="-122"/>
                <a:ea typeface="汉仪糯米团简" panose="00020600040101010101" charset="-122"/>
                <a:cs typeface="+mn-cs"/>
                <a:sym typeface="+mn-ea"/>
              </a:rPr>
              <a:t>请输入您的标题</a:t>
            </a:r>
            <a:endParaRPr lang="zh-CN" altLang="en-US" sz="2000" b="0" spc="300" dirty="0">
              <a:solidFill>
                <a:schemeClr val="bg1"/>
              </a:solidFill>
              <a:latin typeface="汉仪糯米团简" panose="00020600040101010101" charset="-122"/>
              <a:ea typeface="汉仪糯米团简" panose="00020600040101010101" charset="-122"/>
              <a:cs typeface="+mn-cs"/>
              <a:sym typeface="+mn-ea"/>
            </a:endParaRPr>
          </a:p>
        </p:txBody>
      </p:sp>
      <p:sp>
        <p:nvSpPr>
          <p:cNvPr id="132" name="对话框"/>
          <p:cNvSpPr/>
          <p:nvPr/>
        </p:nvSpPr>
        <p:spPr bwMode="auto">
          <a:xfrm>
            <a:off x="6042025" y="2262505"/>
            <a:ext cx="343535" cy="309880"/>
          </a:xfrm>
          <a:custGeom>
            <a:avLst/>
            <a:gdLst>
              <a:gd name="T0" fmla="*/ 1678361 w 3644"/>
              <a:gd name="T1" fmla="*/ 0 h 3384"/>
              <a:gd name="T2" fmla="*/ 122036 w 3644"/>
              <a:gd name="T3" fmla="*/ 0 h 3384"/>
              <a:gd name="T4" fmla="*/ 0 w 3644"/>
              <a:gd name="T5" fmla="*/ 122102 h 3384"/>
              <a:gd name="T6" fmla="*/ 0 w 3644"/>
              <a:gd name="T7" fmla="*/ 1180975 h 3384"/>
              <a:gd name="T8" fmla="*/ 122036 w 3644"/>
              <a:gd name="T9" fmla="*/ 1303077 h 3384"/>
              <a:gd name="T10" fmla="*/ 1012847 w 3644"/>
              <a:gd name="T11" fmla="*/ 1303077 h 3384"/>
              <a:gd name="T12" fmla="*/ 1269764 w 3644"/>
              <a:gd name="T13" fmla="*/ 1672842 h 3384"/>
              <a:gd name="T14" fmla="*/ 1253954 w 3644"/>
              <a:gd name="T15" fmla="*/ 1303077 h 3384"/>
              <a:gd name="T16" fmla="*/ 1678361 w 3644"/>
              <a:gd name="T17" fmla="*/ 1303077 h 3384"/>
              <a:gd name="T18" fmla="*/ 1800397 w 3644"/>
              <a:gd name="T19" fmla="*/ 1180975 h 3384"/>
              <a:gd name="T20" fmla="*/ 1800397 w 3644"/>
              <a:gd name="T21" fmla="*/ 122102 h 3384"/>
              <a:gd name="T22" fmla="*/ 1678361 w 3644"/>
              <a:gd name="T23" fmla="*/ 0 h 3384"/>
              <a:gd name="T24" fmla="*/ 1069171 w 3644"/>
              <a:gd name="T25" fmla="*/ 932817 h 3384"/>
              <a:gd name="T26" fmla="*/ 369566 w 3644"/>
              <a:gd name="T27" fmla="*/ 932817 h 3384"/>
              <a:gd name="T28" fmla="*/ 313241 w 3644"/>
              <a:gd name="T29" fmla="*/ 876957 h 3384"/>
              <a:gd name="T30" fmla="*/ 369566 w 3644"/>
              <a:gd name="T31" fmla="*/ 820602 h 3384"/>
              <a:gd name="T32" fmla="*/ 1069171 w 3644"/>
              <a:gd name="T33" fmla="*/ 820602 h 3384"/>
              <a:gd name="T34" fmla="*/ 1125495 w 3644"/>
              <a:gd name="T35" fmla="*/ 876957 h 3384"/>
              <a:gd name="T36" fmla="*/ 1069171 w 3644"/>
              <a:gd name="T37" fmla="*/ 932817 h 3384"/>
              <a:gd name="T38" fmla="*/ 1430831 w 3644"/>
              <a:gd name="T39" fmla="*/ 691580 h 3384"/>
              <a:gd name="T40" fmla="*/ 369566 w 3644"/>
              <a:gd name="T41" fmla="*/ 691580 h 3384"/>
              <a:gd name="T42" fmla="*/ 313241 w 3644"/>
              <a:gd name="T43" fmla="*/ 635225 h 3384"/>
              <a:gd name="T44" fmla="*/ 369566 w 3644"/>
              <a:gd name="T45" fmla="*/ 579365 h 3384"/>
              <a:gd name="T46" fmla="*/ 1430831 w 3644"/>
              <a:gd name="T47" fmla="*/ 579365 h 3384"/>
              <a:gd name="T48" fmla="*/ 1487156 w 3644"/>
              <a:gd name="T49" fmla="*/ 635225 h 3384"/>
              <a:gd name="T50" fmla="*/ 1430831 w 3644"/>
              <a:gd name="T51" fmla="*/ 691580 h 3384"/>
              <a:gd name="T52" fmla="*/ 1430831 w 3644"/>
              <a:gd name="T53" fmla="*/ 450343 h 3384"/>
              <a:gd name="T54" fmla="*/ 369566 w 3644"/>
              <a:gd name="T55" fmla="*/ 450343 h 3384"/>
              <a:gd name="T56" fmla="*/ 313241 w 3644"/>
              <a:gd name="T57" fmla="*/ 393988 h 3384"/>
              <a:gd name="T58" fmla="*/ 369566 w 3644"/>
              <a:gd name="T59" fmla="*/ 337633 h 3384"/>
              <a:gd name="T60" fmla="*/ 1430831 w 3644"/>
              <a:gd name="T61" fmla="*/ 337633 h 3384"/>
              <a:gd name="T62" fmla="*/ 1487156 w 3644"/>
              <a:gd name="T63" fmla="*/ 393988 h 3384"/>
              <a:gd name="T64" fmla="*/ 1430831 w 3644"/>
              <a:gd name="T65" fmla="*/ 450343 h 338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644" h="3384">
                <a:moveTo>
                  <a:pt x="3397" y="0"/>
                </a:moveTo>
                <a:cubicBezTo>
                  <a:pt x="247" y="0"/>
                  <a:pt x="247" y="0"/>
                  <a:pt x="247" y="0"/>
                </a:cubicBezTo>
                <a:cubicBezTo>
                  <a:pt x="110" y="0"/>
                  <a:pt x="0" y="111"/>
                  <a:pt x="0" y="247"/>
                </a:cubicBezTo>
                <a:cubicBezTo>
                  <a:pt x="0" y="2389"/>
                  <a:pt x="0" y="2389"/>
                  <a:pt x="0" y="2389"/>
                </a:cubicBezTo>
                <a:cubicBezTo>
                  <a:pt x="0" y="2525"/>
                  <a:pt x="110" y="2636"/>
                  <a:pt x="247" y="2636"/>
                </a:cubicBezTo>
                <a:cubicBezTo>
                  <a:pt x="2050" y="2636"/>
                  <a:pt x="2050" y="2636"/>
                  <a:pt x="2050" y="2636"/>
                </a:cubicBezTo>
                <a:cubicBezTo>
                  <a:pt x="2570" y="3384"/>
                  <a:pt x="2570" y="3384"/>
                  <a:pt x="2570" y="3384"/>
                </a:cubicBezTo>
                <a:cubicBezTo>
                  <a:pt x="2538" y="2636"/>
                  <a:pt x="2538" y="2636"/>
                  <a:pt x="2538" y="2636"/>
                </a:cubicBezTo>
                <a:cubicBezTo>
                  <a:pt x="3397" y="2636"/>
                  <a:pt x="3397" y="2636"/>
                  <a:pt x="3397" y="2636"/>
                </a:cubicBezTo>
                <a:cubicBezTo>
                  <a:pt x="3534" y="2636"/>
                  <a:pt x="3644" y="2525"/>
                  <a:pt x="3644" y="2389"/>
                </a:cubicBezTo>
                <a:cubicBezTo>
                  <a:pt x="3644" y="247"/>
                  <a:pt x="3644" y="247"/>
                  <a:pt x="3644" y="247"/>
                </a:cubicBezTo>
                <a:cubicBezTo>
                  <a:pt x="3644" y="111"/>
                  <a:pt x="3534" y="0"/>
                  <a:pt x="3397" y="0"/>
                </a:cubicBezTo>
                <a:close/>
                <a:moveTo>
                  <a:pt x="2164" y="1887"/>
                </a:moveTo>
                <a:cubicBezTo>
                  <a:pt x="748" y="1887"/>
                  <a:pt x="748" y="1887"/>
                  <a:pt x="748" y="1887"/>
                </a:cubicBezTo>
                <a:cubicBezTo>
                  <a:pt x="685" y="1887"/>
                  <a:pt x="634" y="1837"/>
                  <a:pt x="634" y="1774"/>
                </a:cubicBezTo>
                <a:cubicBezTo>
                  <a:pt x="634" y="1711"/>
                  <a:pt x="685" y="1660"/>
                  <a:pt x="748" y="1660"/>
                </a:cubicBezTo>
                <a:cubicBezTo>
                  <a:pt x="2164" y="1660"/>
                  <a:pt x="2164" y="1660"/>
                  <a:pt x="2164" y="1660"/>
                </a:cubicBezTo>
                <a:cubicBezTo>
                  <a:pt x="2227" y="1660"/>
                  <a:pt x="2278" y="1711"/>
                  <a:pt x="2278" y="1774"/>
                </a:cubicBezTo>
                <a:cubicBezTo>
                  <a:pt x="2278" y="1837"/>
                  <a:pt x="2227" y="1887"/>
                  <a:pt x="2164" y="1887"/>
                </a:cubicBezTo>
                <a:close/>
                <a:moveTo>
                  <a:pt x="2896" y="1399"/>
                </a:moveTo>
                <a:cubicBezTo>
                  <a:pt x="748" y="1399"/>
                  <a:pt x="748" y="1399"/>
                  <a:pt x="748" y="1399"/>
                </a:cubicBezTo>
                <a:cubicBezTo>
                  <a:pt x="685" y="1399"/>
                  <a:pt x="634" y="1348"/>
                  <a:pt x="634" y="1285"/>
                </a:cubicBezTo>
                <a:cubicBezTo>
                  <a:pt x="634" y="1223"/>
                  <a:pt x="685" y="1172"/>
                  <a:pt x="748" y="1172"/>
                </a:cubicBezTo>
                <a:cubicBezTo>
                  <a:pt x="2896" y="1172"/>
                  <a:pt x="2896" y="1172"/>
                  <a:pt x="2896" y="1172"/>
                </a:cubicBezTo>
                <a:cubicBezTo>
                  <a:pt x="2959" y="1172"/>
                  <a:pt x="3010" y="1223"/>
                  <a:pt x="3010" y="1285"/>
                </a:cubicBezTo>
                <a:cubicBezTo>
                  <a:pt x="3010" y="1348"/>
                  <a:pt x="2959" y="1399"/>
                  <a:pt x="2896" y="1399"/>
                </a:cubicBezTo>
                <a:close/>
                <a:moveTo>
                  <a:pt x="2896" y="911"/>
                </a:moveTo>
                <a:cubicBezTo>
                  <a:pt x="748" y="911"/>
                  <a:pt x="748" y="911"/>
                  <a:pt x="748" y="911"/>
                </a:cubicBezTo>
                <a:cubicBezTo>
                  <a:pt x="685" y="911"/>
                  <a:pt x="634" y="860"/>
                  <a:pt x="634" y="797"/>
                </a:cubicBezTo>
                <a:cubicBezTo>
                  <a:pt x="634" y="734"/>
                  <a:pt x="685" y="683"/>
                  <a:pt x="748" y="683"/>
                </a:cubicBezTo>
                <a:cubicBezTo>
                  <a:pt x="2896" y="683"/>
                  <a:pt x="2896" y="683"/>
                  <a:pt x="2896" y="683"/>
                </a:cubicBezTo>
                <a:cubicBezTo>
                  <a:pt x="2959" y="683"/>
                  <a:pt x="3010" y="734"/>
                  <a:pt x="3010" y="797"/>
                </a:cubicBezTo>
                <a:cubicBezTo>
                  <a:pt x="3010" y="860"/>
                  <a:pt x="2959" y="911"/>
                  <a:pt x="2896" y="911"/>
                </a:cubicBezTo>
                <a:close/>
              </a:path>
            </a:pathLst>
          </a:custGeom>
          <a:solidFill>
            <a:schemeClr val="bg1"/>
          </a:solidFill>
          <a:ln>
            <a:noFill/>
          </a:ln>
        </p:spPr>
      </p:sp>
      <p:sp>
        <p:nvSpPr>
          <p:cNvPr id="151" name="Freeform 97"/>
          <p:cNvSpPr>
            <a:spLocks noChangeArrowheads="1"/>
          </p:cNvSpPr>
          <p:nvPr/>
        </p:nvSpPr>
        <p:spPr bwMode="auto">
          <a:xfrm>
            <a:off x="4869815" y="3406140"/>
            <a:ext cx="342265" cy="281940"/>
          </a:xfrm>
          <a:custGeom>
            <a:avLst/>
            <a:gdLst>
              <a:gd name="T0" fmla="*/ 103587 w 497"/>
              <a:gd name="T1" fmla="*/ 104160 h 426"/>
              <a:gd name="T2" fmla="*/ 103587 w 497"/>
              <a:gd name="T3" fmla="*/ 104160 h 426"/>
              <a:gd name="T4" fmla="*/ 123403 w 497"/>
              <a:gd name="T5" fmla="*/ 104160 h 426"/>
              <a:gd name="T6" fmla="*/ 123403 w 497"/>
              <a:gd name="T7" fmla="*/ 124000 h 426"/>
              <a:gd name="T8" fmla="*/ 223387 w 497"/>
              <a:gd name="T9" fmla="*/ 124000 h 426"/>
              <a:gd name="T10" fmla="*/ 219333 w 497"/>
              <a:gd name="T11" fmla="*/ 59971 h 426"/>
              <a:gd name="T12" fmla="*/ 199517 w 497"/>
              <a:gd name="T13" fmla="*/ 36073 h 426"/>
              <a:gd name="T14" fmla="*/ 163487 w 497"/>
              <a:gd name="T15" fmla="*/ 36073 h 426"/>
              <a:gd name="T16" fmla="*/ 151777 w 497"/>
              <a:gd name="T17" fmla="*/ 12175 h 426"/>
              <a:gd name="T18" fmla="*/ 135113 w 497"/>
              <a:gd name="T19" fmla="*/ 0 h 426"/>
              <a:gd name="T20" fmla="*/ 87373 w 497"/>
              <a:gd name="T21" fmla="*/ 0 h 426"/>
              <a:gd name="T22" fmla="*/ 75663 w 497"/>
              <a:gd name="T23" fmla="*/ 12175 h 426"/>
              <a:gd name="T24" fmla="*/ 59900 w 497"/>
              <a:gd name="T25" fmla="*/ 36073 h 426"/>
              <a:gd name="T26" fmla="*/ 23870 w 497"/>
              <a:gd name="T27" fmla="*/ 36073 h 426"/>
              <a:gd name="T28" fmla="*/ 4053 w 497"/>
              <a:gd name="T29" fmla="*/ 59971 h 426"/>
              <a:gd name="T30" fmla="*/ 0 w 497"/>
              <a:gd name="T31" fmla="*/ 124000 h 426"/>
              <a:gd name="T32" fmla="*/ 103587 w 497"/>
              <a:gd name="T33" fmla="*/ 124000 h 426"/>
              <a:gd name="T34" fmla="*/ 103587 w 497"/>
              <a:gd name="T35" fmla="*/ 104160 h 426"/>
              <a:gd name="T36" fmla="*/ 83770 w 497"/>
              <a:gd name="T37" fmla="*/ 23898 h 426"/>
              <a:gd name="T38" fmla="*/ 83770 w 497"/>
              <a:gd name="T39" fmla="*/ 23898 h 426"/>
              <a:gd name="T40" fmla="*/ 95480 w 497"/>
              <a:gd name="T41" fmla="*/ 16233 h 426"/>
              <a:gd name="T42" fmla="*/ 127907 w 497"/>
              <a:gd name="T43" fmla="*/ 16233 h 426"/>
              <a:gd name="T44" fmla="*/ 139166 w 497"/>
              <a:gd name="T45" fmla="*/ 23898 h 426"/>
              <a:gd name="T46" fmla="*/ 143670 w 497"/>
              <a:gd name="T47" fmla="*/ 36073 h 426"/>
              <a:gd name="T48" fmla="*/ 79717 w 497"/>
              <a:gd name="T49" fmla="*/ 36073 h 426"/>
              <a:gd name="T50" fmla="*/ 83770 w 497"/>
              <a:gd name="T51" fmla="*/ 23898 h 426"/>
              <a:gd name="T52" fmla="*/ 123403 w 497"/>
              <a:gd name="T53" fmla="*/ 160073 h 426"/>
              <a:gd name="T54" fmla="*/ 123403 w 497"/>
              <a:gd name="T55" fmla="*/ 160073 h 426"/>
              <a:gd name="T56" fmla="*/ 103587 w 497"/>
              <a:gd name="T57" fmla="*/ 160073 h 426"/>
              <a:gd name="T58" fmla="*/ 103587 w 497"/>
              <a:gd name="T59" fmla="*/ 136175 h 426"/>
              <a:gd name="T60" fmla="*/ 4053 w 497"/>
              <a:gd name="T61" fmla="*/ 136175 h 426"/>
              <a:gd name="T62" fmla="*/ 7656 w 497"/>
              <a:gd name="T63" fmla="*/ 171797 h 426"/>
              <a:gd name="T64" fmla="*/ 27923 w 497"/>
              <a:gd name="T65" fmla="*/ 191637 h 426"/>
              <a:gd name="T66" fmla="*/ 195463 w 497"/>
              <a:gd name="T67" fmla="*/ 191637 h 426"/>
              <a:gd name="T68" fmla="*/ 215280 w 497"/>
              <a:gd name="T69" fmla="*/ 171797 h 426"/>
              <a:gd name="T70" fmla="*/ 219333 w 497"/>
              <a:gd name="T71" fmla="*/ 136175 h 426"/>
              <a:gd name="T72" fmla="*/ 123403 w 497"/>
              <a:gd name="T73" fmla="*/ 136175 h 426"/>
              <a:gd name="T74" fmla="*/ 123403 w 497"/>
              <a:gd name="T75" fmla="*/ 160073 h 4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97" h="426">
                <a:moveTo>
                  <a:pt x="230" y="231"/>
                </a:moveTo>
                <a:lnTo>
                  <a:pt x="230" y="231"/>
                </a:lnTo>
                <a:cubicBezTo>
                  <a:pt x="274" y="231"/>
                  <a:pt x="274" y="231"/>
                  <a:pt x="274" y="231"/>
                </a:cubicBezTo>
                <a:cubicBezTo>
                  <a:pt x="274" y="275"/>
                  <a:pt x="274" y="275"/>
                  <a:pt x="274" y="275"/>
                </a:cubicBezTo>
                <a:cubicBezTo>
                  <a:pt x="496" y="275"/>
                  <a:pt x="496" y="275"/>
                  <a:pt x="496" y="275"/>
                </a:cubicBezTo>
                <a:cubicBezTo>
                  <a:pt x="496" y="275"/>
                  <a:pt x="496" y="168"/>
                  <a:pt x="487" y="133"/>
                </a:cubicBezTo>
                <a:cubicBezTo>
                  <a:pt x="487" y="97"/>
                  <a:pt x="478" y="80"/>
                  <a:pt x="443" y="80"/>
                </a:cubicBezTo>
                <a:cubicBezTo>
                  <a:pt x="363" y="80"/>
                  <a:pt x="363" y="80"/>
                  <a:pt x="363" y="80"/>
                </a:cubicBezTo>
                <a:cubicBezTo>
                  <a:pt x="345" y="53"/>
                  <a:pt x="337" y="27"/>
                  <a:pt x="337" y="27"/>
                </a:cubicBezTo>
                <a:cubicBezTo>
                  <a:pt x="328" y="9"/>
                  <a:pt x="319" y="0"/>
                  <a:pt x="300" y="0"/>
                </a:cubicBezTo>
                <a:cubicBezTo>
                  <a:pt x="194" y="0"/>
                  <a:pt x="194" y="0"/>
                  <a:pt x="194" y="0"/>
                </a:cubicBezTo>
                <a:cubicBezTo>
                  <a:pt x="177" y="0"/>
                  <a:pt x="168" y="9"/>
                  <a:pt x="168" y="27"/>
                </a:cubicBezTo>
                <a:cubicBezTo>
                  <a:pt x="159" y="27"/>
                  <a:pt x="150" y="53"/>
                  <a:pt x="133" y="80"/>
                </a:cubicBezTo>
                <a:cubicBezTo>
                  <a:pt x="53" y="80"/>
                  <a:pt x="53" y="80"/>
                  <a:pt x="53" y="80"/>
                </a:cubicBezTo>
                <a:cubicBezTo>
                  <a:pt x="17" y="80"/>
                  <a:pt x="9" y="97"/>
                  <a:pt x="9" y="133"/>
                </a:cubicBezTo>
                <a:cubicBezTo>
                  <a:pt x="0" y="168"/>
                  <a:pt x="0" y="275"/>
                  <a:pt x="0" y="275"/>
                </a:cubicBezTo>
                <a:cubicBezTo>
                  <a:pt x="230" y="275"/>
                  <a:pt x="230" y="275"/>
                  <a:pt x="230" y="275"/>
                </a:cubicBezTo>
                <a:lnTo>
                  <a:pt x="230" y="231"/>
                </a:lnTo>
                <a:close/>
                <a:moveTo>
                  <a:pt x="186" y="53"/>
                </a:moveTo>
                <a:lnTo>
                  <a:pt x="186" y="53"/>
                </a:lnTo>
                <a:cubicBezTo>
                  <a:pt x="194" y="44"/>
                  <a:pt x="194" y="36"/>
                  <a:pt x="212" y="36"/>
                </a:cubicBezTo>
                <a:cubicBezTo>
                  <a:pt x="284" y="36"/>
                  <a:pt x="284" y="36"/>
                  <a:pt x="284" y="36"/>
                </a:cubicBezTo>
                <a:cubicBezTo>
                  <a:pt x="300" y="36"/>
                  <a:pt x="300" y="44"/>
                  <a:pt x="309" y="53"/>
                </a:cubicBezTo>
                <a:cubicBezTo>
                  <a:pt x="309" y="53"/>
                  <a:pt x="319" y="71"/>
                  <a:pt x="319" y="80"/>
                </a:cubicBezTo>
                <a:cubicBezTo>
                  <a:pt x="177" y="80"/>
                  <a:pt x="177" y="80"/>
                  <a:pt x="177" y="80"/>
                </a:cubicBezTo>
                <a:cubicBezTo>
                  <a:pt x="186" y="71"/>
                  <a:pt x="186" y="53"/>
                  <a:pt x="186" y="53"/>
                </a:cubicBezTo>
                <a:close/>
                <a:moveTo>
                  <a:pt x="274" y="355"/>
                </a:moveTo>
                <a:lnTo>
                  <a:pt x="274" y="355"/>
                </a:lnTo>
                <a:cubicBezTo>
                  <a:pt x="230" y="355"/>
                  <a:pt x="230" y="355"/>
                  <a:pt x="230" y="355"/>
                </a:cubicBezTo>
                <a:cubicBezTo>
                  <a:pt x="230" y="302"/>
                  <a:pt x="230" y="302"/>
                  <a:pt x="230" y="302"/>
                </a:cubicBezTo>
                <a:cubicBezTo>
                  <a:pt x="9" y="302"/>
                  <a:pt x="9" y="302"/>
                  <a:pt x="9" y="302"/>
                </a:cubicBezTo>
                <a:cubicBezTo>
                  <a:pt x="9" y="302"/>
                  <a:pt x="17" y="346"/>
                  <a:pt x="17" y="381"/>
                </a:cubicBezTo>
                <a:cubicBezTo>
                  <a:pt x="17" y="399"/>
                  <a:pt x="26" y="425"/>
                  <a:pt x="62" y="425"/>
                </a:cubicBezTo>
                <a:cubicBezTo>
                  <a:pt x="434" y="425"/>
                  <a:pt x="434" y="425"/>
                  <a:pt x="434" y="425"/>
                </a:cubicBezTo>
                <a:cubicBezTo>
                  <a:pt x="469" y="425"/>
                  <a:pt x="478" y="399"/>
                  <a:pt x="478" y="381"/>
                </a:cubicBezTo>
                <a:cubicBezTo>
                  <a:pt x="478" y="346"/>
                  <a:pt x="487" y="302"/>
                  <a:pt x="487" y="302"/>
                </a:cubicBezTo>
                <a:cubicBezTo>
                  <a:pt x="274" y="302"/>
                  <a:pt x="274" y="302"/>
                  <a:pt x="274" y="302"/>
                </a:cubicBezTo>
                <a:lnTo>
                  <a:pt x="274" y="355"/>
                </a:lnTo>
                <a:close/>
              </a:path>
            </a:pathLst>
          </a:custGeom>
          <a:solidFill>
            <a:srgbClr val="76D8F8"/>
          </a:solidFill>
          <a:ln>
            <a:noFill/>
          </a:ln>
          <a:effectLst/>
        </p:spPr>
      </p:sp>
      <p:sp>
        <p:nvSpPr>
          <p:cNvPr id="89" name="齿轮"/>
          <p:cNvSpPr/>
          <p:nvPr/>
        </p:nvSpPr>
        <p:spPr bwMode="auto">
          <a:xfrm>
            <a:off x="7127240" y="3413125"/>
            <a:ext cx="333375" cy="325755"/>
          </a:xfrm>
          <a:custGeom>
            <a:avLst/>
            <a:gdLst>
              <a:gd name="T0" fmla="*/ 1678526 w 2768"/>
              <a:gd name="T1" fmla="*/ 720029 h 2768"/>
              <a:gd name="T2" fmla="*/ 1532963 w 2768"/>
              <a:gd name="T3" fmla="*/ 720029 h 2768"/>
              <a:gd name="T4" fmla="*/ 1472528 w 2768"/>
              <a:gd name="T5" fmla="*/ 574982 h 2768"/>
              <a:gd name="T6" fmla="*/ 1577152 w 2768"/>
              <a:gd name="T7" fmla="*/ 469612 h 2768"/>
              <a:gd name="T8" fmla="*/ 1577152 w 2768"/>
              <a:gd name="T9" fmla="*/ 299199 h 2768"/>
              <a:gd name="T10" fmla="*/ 1492023 w 2768"/>
              <a:gd name="T11" fmla="*/ 213992 h 2768"/>
              <a:gd name="T12" fmla="*/ 1321766 w 2768"/>
              <a:gd name="T13" fmla="*/ 213992 h 2768"/>
              <a:gd name="T14" fmla="*/ 1215193 w 2768"/>
              <a:gd name="T15" fmla="*/ 320663 h 2768"/>
              <a:gd name="T16" fmla="*/ 1079378 w 2768"/>
              <a:gd name="T17" fmla="*/ 265376 h 2768"/>
              <a:gd name="T18" fmla="*/ 1079378 w 2768"/>
              <a:gd name="T19" fmla="*/ 119680 h 2768"/>
              <a:gd name="T20" fmla="*/ 959158 w 2768"/>
              <a:gd name="T21" fmla="*/ 0 h 2768"/>
              <a:gd name="T22" fmla="*/ 839588 w 2768"/>
              <a:gd name="T23" fmla="*/ 0 h 2768"/>
              <a:gd name="T24" fmla="*/ 719368 w 2768"/>
              <a:gd name="T25" fmla="*/ 119680 h 2768"/>
              <a:gd name="T26" fmla="*/ 719368 w 2768"/>
              <a:gd name="T27" fmla="*/ 265376 h 2768"/>
              <a:gd name="T28" fmla="*/ 579004 w 2768"/>
              <a:gd name="T29" fmla="*/ 323265 h 2768"/>
              <a:gd name="T30" fmla="*/ 469182 w 2768"/>
              <a:gd name="T31" fmla="*/ 213992 h 2768"/>
              <a:gd name="T32" fmla="*/ 298925 w 2768"/>
              <a:gd name="T33" fmla="*/ 213992 h 2768"/>
              <a:gd name="T34" fmla="*/ 213796 w 2768"/>
              <a:gd name="T35" fmla="*/ 299199 h 2768"/>
              <a:gd name="T36" fmla="*/ 213796 w 2768"/>
              <a:gd name="T37" fmla="*/ 469612 h 2768"/>
              <a:gd name="T38" fmla="*/ 322968 w 2768"/>
              <a:gd name="T39" fmla="*/ 579535 h 2768"/>
              <a:gd name="T40" fmla="*/ 265133 w 2768"/>
              <a:gd name="T41" fmla="*/ 720029 h 2768"/>
              <a:gd name="T42" fmla="*/ 119570 w 2768"/>
              <a:gd name="T43" fmla="*/ 720029 h 2768"/>
              <a:gd name="T44" fmla="*/ 0 w 2768"/>
              <a:gd name="T45" fmla="*/ 839708 h 2768"/>
              <a:gd name="T46" fmla="*/ 0 w 2768"/>
              <a:gd name="T47" fmla="*/ 960038 h 2768"/>
              <a:gd name="T48" fmla="*/ 119570 w 2768"/>
              <a:gd name="T49" fmla="*/ 1080368 h 2768"/>
              <a:gd name="T50" fmla="*/ 265133 w 2768"/>
              <a:gd name="T51" fmla="*/ 1080368 h 2768"/>
              <a:gd name="T52" fmla="*/ 320369 w 2768"/>
              <a:gd name="T53" fmla="*/ 1216309 h 2768"/>
              <a:gd name="T54" fmla="*/ 213796 w 2768"/>
              <a:gd name="T55" fmla="*/ 1322980 h 2768"/>
              <a:gd name="T56" fmla="*/ 213796 w 2768"/>
              <a:gd name="T57" fmla="*/ 1493393 h 2768"/>
              <a:gd name="T58" fmla="*/ 298925 w 2768"/>
              <a:gd name="T59" fmla="*/ 1578600 h 2768"/>
              <a:gd name="T60" fmla="*/ 469182 w 2768"/>
              <a:gd name="T61" fmla="*/ 1578600 h 2768"/>
              <a:gd name="T62" fmla="*/ 573805 w 2768"/>
              <a:gd name="T63" fmla="*/ 1473880 h 2768"/>
              <a:gd name="T64" fmla="*/ 719368 w 2768"/>
              <a:gd name="T65" fmla="*/ 1534370 h 2768"/>
              <a:gd name="T66" fmla="*/ 719368 w 2768"/>
              <a:gd name="T67" fmla="*/ 1680067 h 2768"/>
              <a:gd name="T68" fmla="*/ 839588 w 2768"/>
              <a:gd name="T69" fmla="*/ 1800397 h 2768"/>
              <a:gd name="T70" fmla="*/ 959158 w 2768"/>
              <a:gd name="T71" fmla="*/ 1800397 h 2768"/>
              <a:gd name="T72" fmla="*/ 1079378 w 2768"/>
              <a:gd name="T73" fmla="*/ 1680067 h 2768"/>
              <a:gd name="T74" fmla="*/ 1079378 w 2768"/>
              <a:gd name="T75" fmla="*/ 1534370 h 2768"/>
              <a:gd name="T76" fmla="*/ 1219742 w 2768"/>
              <a:gd name="T77" fmla="*/ 1476482 h 2768"/>
              <a:gd name="T78" fmla="*/ 1321766 w 2768"/>
              <a:gd name="T79" fmla="*/ 1578600 h 2768"/>
              <a:gd name="T80" fmla="*/ 1492023 w 2768"/>
              <a:gd name="T81" fmla="*/ 1578600 h 2768"/>
              <a:gd name="T82" fmla="*/ 1577152 w 2768"/>
              <a:gd name="T83" fmla="*/ 1493393 h 2768"/>
              <a:gd name="T84" fmla="*/ 1577152 w 2768"/>
              <a:gd name="T85" fmla="*/ 1322980 h 2768"/>
              <a:gd name="T86" fmla="*/ 1475128 w 2768"/>
              <a:gd name="T87" fmla="*/ 1220862 h 2768"/>
              <a:gd name="T88" fmla="*/ 1532963 w 2768"/>
              <a:gd name="T89" fmla="*/ 1080368 h 2768"/>
              <a:gd name="T90" fmla="*/ 1678526 w 2768"/>
              <a:gd name="T91" fmla="*/ 1080368 h 2768"/>
              <a:gd name="T92" fmla="*/ 1798746 w 2768"/>
              <a:gd name="T93" fmla="*/ 960038 h 2768"/>
              <a:gd name="T94" fmla="*/ 1798746 w 2768"/>
              <a:gd name="T95" fmla="*/ 839708 h 2768"/>
              <a:gd name="T96" fmla="*/ 1678526 w 2768"/>
              <a:gd name="T97" fmla="*/ 720029 h 2768"/>
              <a:gd name="T98" fmla="*/ 899373 w 2768"/>
              <a:gd name="T99" fmla="*/ 1259888 h 2768"/>
              <a:gd name="T100" fmla="*/ 539364 w 2768"/>
              <a:gd name="T101" fmla="*/ 900199 h 2768"/>
              <a:gd name="T102" fmla="*/ 899373 w 2768"/>
              <a:gd name="T103" fmla="*/ 539859 h 2768"/>
              <a:gd name="T104" fmla="*/ 1258732 w 2768"/>
              <a:gd name="T105" fmla="*/ 900199 h 2768"/>
              <a:gd name="T106" fmla="*/ 899373 w 2768"/>
              <a:gd name="T107" fmla="*/ 1259888 h 2768"/>
              <a:gd name="T108" fmla="*/ 899373 w 2768"/>
              <a:gd name="T109" fmla="*/ 720029 h 2768"/>
              <a:gd name="T110" fmla="*/ 719368 w 2768"/>
              <a:gd name="T111" fmla="*/ 900199 h 2768"/>
              <a:gd name="T112" fmla="*/ 899373 w 2768"/>
              <a:gd name="T113" fmla="*/ 1080368 h 2768"/>
              <a:gd name="T114" fmla="*/ 1079378 w 2768"/>
              <a:gd name="T115" fmla="*/ 900199 h 2768"/>
              <a:gd name="T116" fmla="*/ 899373 w 2768"/>
              <a:gd name="T117" fmla="*/ 720029 h 276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768" h="2768">
                <a:moveTo>
                  <a:pt x="2583" y="1107"/>
                </a:moveTo>
                <a:cubicBezTo>
                  <a:pt x="2359" y="1107"/>
                  <a:pt x="2359" y="1107"/>
                  <a:pt x="2359" y="1107"/>
                </a:cubicBezTo>
                <a:cubicBezTo>
                  <a:pt x="2337" y="1028"/>
                  <a:pt x="2306" y="953"/>
                  <a:pt x="2266" y="884"/>
                </a:cubicBezTo>
                <a:cubicBezTo>
                  <a:pt x="2427" y="722"/>
                  <a:pt x="2427" y="722"/>
                  <a:pt x="2427" y="722"/>
                </a:cubicBezTo>
                <a:cubicBezTo>
                  <a:pt x="2500" y="650"/>
                  <a:pt x="2500" y="532"/>
                  <a:pt x="2427" y="460"/>
                </a:cubicBezTo>
                <a:cubicBezTo>
                  <a:pt x="2296" y="329"/>
                  <a:pt x="2296" y="329"/>
                  <a:pt x="2296" y="329"/>
                </a:cubicBezTo>
                <a:cubicBezTo>
                  <a:pt x="2224" y="256"/>
                  <a:pt x="2106" y="256"/>
                  <a:pt x="2034" y="329"/>
                </a:cubicBezTo>
                <a:cubicBezTo>
                  <a:pt x="1870" y="493"/>
                  <a:pt x="1870" y="493"/>
                  <a:pt x="1870" y="493"/>
                </a:cubicBezTo>
                <a:cubicBezTo>
                  <a:pt x="1804" y="457"/>
                  <a:pt x="1734" y="429"/>
                  <a:pt x="1661" y="408"/>
                </a:cubicBezTo>
                <a:cubicBezTo>
                  <a:pt x="1661" y="184"/>
                  <a:pt x="1661" y="184"/>
                  <a:pt x="1661" y="184"/>
                </a:cubicBezTo>
                <a:cubicBezTo>
                  <a:pt x="1661" y="83"/>
                  <a:pt x="1578" y="0"/>
                  <a:pt x="1476" y="0"/>
                </a:cubicBezTo>
                <a:cubicBezTo>
                  <a:pt x="1292" y="0"/>
                  <a:pt x="1292" y="0"/>
                  <a:pt x="1292" y="0"/>
                </a:cubicBezTo>
                <a:cubicBezTo>
                  <a:pt x="1190" y="0"/>
                  <a:pt x="1107" y="83"/>
                  <a:pt x="1107" y="184"/>
                </a:cubicBezTo>
                <a:cubicBezTo>
                  <a:pt x="1107" y="408"/>
                  <a:pt x="1107" y="408"/>
                  <a:pt x="1107" y="408"/>
                </a:cubicBezTo>
                <a:cubicBezTo>
                  <a:pt x="1031" y="430"/>
                  <a:pt x="958" y="459"/>
                  <a:pt x="891" y="497"/>
                </a:cubicBezTo>
                <a:cubicBezTo>
                  <a:pt x="722" y="329"/>
                  <a:pt x="722" y="329"/>
                  <a:pt x="722" y="329"/>
                </a:cubicBezTo>
                <a:cubicBezTo>
                  <a:pt x="650" y="256"/>
                  <a:pt x="532" y="256"/>
                  <a:pt x="460" y="329"/>
                </a:cubicBezTo>
                <a:cubicBezTo>
                  <a:pt x="329" y="460"/>
                  <a:pt x="329" y="460"/>
                  <a:pt x="329" y="460"/>
                </a:cubicBezTo>
                <a:cubicBezTo>
                  <a:pt x="256" y="532"/>
                  <a:pt x="256" y="650"/>
                  <a:pt x="329" y="722"/>
                </a:cubicBezTo>
                <a:cubicBezTo>
                  <a:pt x="497" y="891"/>
                  <a:pt x="497" y="891"/>
                  <a:pt x="497" y="891"/>
                </a:cubicBezTo>
                <a:cubicBezTo>
                  <a:pt x="460" y="958"/>
                  <a:pt x="430" y="1031"/>
                  <a:pt x="408" y="1107"/>
                </a:cubicBezTo>
                <a:cubicBezTo>
                  <a:pt x="184" y="1107"/>
                  <a:pt x="184" y="1107"/>
                  <a:pt x="184" y="1107"/>
                </a:cubicBezTo>
                <a:cubicBezTo>
                  <a:pt x="83" y="1107"/>
                  <a:pt x="0" y="1190"/>
                  <a:pt x="0" y="1291"/>
                </a:cubicBezTo>
                <a:cubicBezTo>
                  <a:pt x="0" y="1476"/>
                  <a:pt x="0" y="1476"/>
                  <a:pt x="0" y="1476"/>
                </a:cubicBezTo>
                <a:cubicBezTo>
                  <a:pt x="0" y="1578"/>
                  <a:pt x="83" y="1661"/>
                  <a:pt x="184" y="1661"/>
                </a:cubicBezTo>
                <a:cubicBezTo>
                  <a:pt x="408" y="1661"/>
                  <a:pt x="408" y="1661"/>
                  <a:pt x="408" y="1661"/>
                </a:cubicBezTo>
                <a:cubicBezTo>
                  <a:pt x="429" y="1734"/>
                  <a:pt x="457" y="1804"/>
                  <a:pt x="493" y="1870"/>
                </a:cubicBezTo>
                <a:cubicBezTo>
                  <a:pt x="329" y="2034"/>
                  <a:pt x="329" y="2034"/>
                  <a:pt x="329" y="2034"/>
                </a:cubicBezTo>
                <a:cubicBezTo>
                  <a:pt x="256" y="2106"/>
                  <a:pt x="256" y="2224"/>
                  <a:pt x="329" y="2296"/>
                </a:cubicBezTo>
                <a:cubicBezTo>
                  <a:pt x="460" y="2427"/>
                  <a:pt x="460" y="2427"/>
                  <a:pt x="460" y="2427"/>
                </a:cubicBezTo>
                <a:cubicBezTo>
                  <a:pt x="532" y="2500"/>
                  <a:pt x="650" y="2500"/>
                  <a:pt x="722" y="2427"/>
                </a:cubicBezTo>
                <a:cubicBezTo>
                  <a:pt x="883" y="2266"/>
                  <a:pt x="883" y="2266"/>
                  <a:pt x="883" y="2266"/>
                </a:cubicBezTo>
                <a:cubicBezTo>
                  <a:pt x="953" y="2306"/>
                  <a:pt x="1028" y="2337"/>
                  <a:pt x="1107" y="2359"/>
                </a:cubicBezTo>
                <a:cubicBezTo>
                  <a:pt x="1107" y="2583"/>
                  <a:pt x="1107" y="2583"/>
                  <a:pt x="1107" y="2583"/>
                </a:cubicBezTo>
                <a:cubicBezTo>
                  <a:pt x="1107" y="2685"/>
                  <a:pt x="1190" y="2768"/>
                  <a:pt x="1292" y="2768"/>
                </a:cubicBezTo>
                <a:cubicBezTo>
                  <a:pt x="1476" y="2768"/>
                  <a:pt x="1476" y="2768"/>
                  <a:pt x="1476" y="2768"/>
                </a:cubicBezTo>
                <a:cubicBezTo>
                  <a:pt x="1578" y="2768"/>
                  <a:pt x="1661" y="2685"/>
                  <a:pt x="1661" y="2583"/>
                </a:cubicBezTo>
                <a:cubicBezTo>
                  <a:pt x="1661" y="2359"/>
                  <a:pt x="1661" y="2359"/>
                  <a:pt x="1661" y="2359"/>
                </a:cubicBezTo>
                <a:cubicBezTo>
                  <a:pt x="1737" y="2338"/>
                  <a:pt x="1809" y="2308"/>
                  <a:pt x="1877" y="2270"/>
                </a:cubicBezTo>
                <a:cubicBezTo>
                  <a:pt x="2034" y="2427"/>
                  <a:pt x="2034" y="2427"/>
                  <a:pt x="2034" y="2427"/>
                </a:cubicBezTo>
                <a:cubicBezTo>
                  <a:pt x="2106" y="2500"/>
                  <a:pt x="2224" y="2500"/>
                  <a:pt x="2296" y="2427"/>
                </a:cubicBezTo>
                <a:cubicBezTo>
                  <a:pt x="2427" y="2296"/>
                  <a:pt x="2427" y="2296"/>
                  <a:pt x="2427" y="2296"/>
                </a:cubicBezTo>
                <a:cubicBezTo>
                  <a:pt x="2500" y="2224"/>
                  <a:pt x="2500" y="2106"/>
                  <a:pt x="2427" y="2034"/>
                </a:cubicBezTo>
                <a:cubicBezTo>
                  <a:pt x="2270" y="1877"/>
                  <a:pt x="2270" y="1877"/>
                  <a:pt x="2270" y="1877"/>
                </a:cubicBezTo>
                <a:cubicBezTo>
                  <a:pt x="2308" y="1809"/>
                  <a:pt x="2338" y="1737"/>
                  <a:pt x="2359" y="1661"/>
                </a:cubicBezTo>
                <a:cubicBezTo>
                  <a:pt x="2583" y="1661"/>
                  <a:pt x="2583" y="1661"/>
                  <a:pt x="2583" y="1661"/>
                </a:cubicBezTo>
                <a:cubicBezTo>
                  <a:pt x="2685" y="1661"/>
                  <a:pt x="2768" y="1578"/>
                  <a:pt x="2768" y="1476"/>
                </a:cubicBezTo>
                <a:cubicBezTo>
                  <a:pt x="2768" y="1291"/>
                  <a:pt x="2768" y="1291"/>
                  <a:pt x="2768" y="1291"/>
                </a:cubicBezTo>
                <a:cubicBezTo>
                  <a:pt x="2768" y="1190"/>
                  <a:pt x="2685" y="1107"/>
                  <a:pt x="2583" y="1107"/>
                </a:cubicBezTo>
                <a:close/>
                <a:moveTo>
                  <a:pt x="1384" y="1937"/>
                </a:moveTo>
                <a:cubicBezTo>
                  <a:pt x="1078" y="1937"/>
                  <a:pt x="830" y="1690"/>
                  <a:pt x="830" y="1384"/>
                </a:cubicBezTo>
                <a:cubicBezTo>
                  <a:pt x="830" y="1078"/>
                  <a:pt x="1078" y="830"/>
                  <a:pt x="1384" y="830"/>
                </a:cubicBezTo>
                <a:cubicBezTo>
                  <a:pt x="1689" y="830"/>
                  <a:pt x="1937" y="1078"/>
                  <a:pt x="1937" y="1384"/>
                </a:cubicBezTo>
                <a:cubicBezTo>
                  <a:pt x="1937" y="1690"/>
                  <a:pt x="1689" y="1937"/>
                  <a:pt x="1384" y="1937"/>
                </a:cubicBezTo>
                <a:close/>
                <a:moveTo>
                  <a:pt x="1384" y="1107"/>
                </a:moveTo>
                <a:cubicBezTo>
                  <a:pt x="1231" y="1107"/>
                  <a:pt x="1107" y="1231"/>
                  <a:pt x="1107" y="1384"/>
                </a:cubicBezTo>
                <a:cubicBezTo>
                  <a:pt x="1107" y="1537"/>
                  <a:pt x="1231" y="1661"/>
                  <a:pt x="1384" y="1661"/>
                </a:cubicBezTo>
                <a:cubicBezTo>
                  <a:pt x="1537" y="1661"/>
                  <a:pt x="1661" y="1537"/>
                  <a:pt x="1661" y="1384"/>
                </a:cubicBezTo>
                <a:cubicBezTo>
                  <a:pt x="1661" y="1231"/>
                  <a:pt x="1537" y="1107"/>
                  <a:pt x="1384" y="1107"/>
                </a:cubicBezTo>
                <a:close/>
              </a:path>
            </a:pathLst>
          </a:custGeom>
          <a:solidFill>
            <a:srgbClr val="76D8F8"/>
          </a:solidFill>
          <a:ln>
            <a:noFill/>
          </a:ln>
        </p:spPr>
      </p:sp>
      <p:sp>
        <p:nvSpPr>
          <p:cNvPr id="143" name="Freeform 47"/>
          <p:cNvSpPr>
            <a:spLocks noChangeArrowheads="1"/>
          </p:cNvSpPr>
          <p:nvPr/>
        </p:nvSpPr>
        <p:spPr bwMode="auto">
          <a:xfrm>
            <a:off x="5988050" y="4444365"/>
            <a:ext cx="356870" cy="340360"/>
          </a:xfrm>
          <a:custGeom>
            <a:avLst/>
            <a:gdLst>
              <a:gd name="T0" fmla="*/ 221804 w 498"/>
              <a:gd name="T1" fmla="*/ 194813 h 435"/>
              <a:gd name="T2" fmla="*/ 221804 w 498"/>
              <a:gd name="T3" fmla="*/ 194813 h 435"/>
              <a:gd name="T4" fmla="*/ 217341 w 498"/>
              <a:gd name="T5" fmla="*/ 147232 h 435"/>
              <a:gd name="T6" fmla="*/ 189671 w 498"/>
              <a:gd name="T7" fmla="*/ 131521 h 435"/>
              <a:gd name="T8" fmla="*/ 166018 w 498"/>
              <a:gd name="T9" fmla="*/ 103691 h 435"/>
              <a:gd name="T10" fmla="*/ 174051 w 498"/>
              <a:gd name="T11" fmla="*/ 87980 h 435"/>
              <a:gd name="T12" fmla="*/ 182084 w 498"/>
              <a:gd name="T13" fmla="*/ 71372 h 435"/>
              <a:gd name="T14" fmla="*/ 178068 w 498"/>
              <a:gd name="T15" fmla="*/ 67781 h 435"/>
              <a:gd name="T16" fmla="*/ 182084 w 498"/>
              <a:gd name="T17" fmla="*/ 51621 h 435"/>
              <a:gd name="T18" fmla="*/ 154415 w 498"/>
              <a:gd name="T19" fmla="*/ 27830 h 435"/>
              <a:gd name="T20" fmla="*/ 126745 w 498"/>
              <a:gd name="T21" fmla="*/ 51621 h 435"/>
              <a:gd name="T22" fmla="*/ 130762 w 498"/>
              <a:gd name="T23" fmla="*/ 67781 h 435"/>
              <a:gd name="T24" fmla="*/ 126745 w 498"/>
              <a:gd name="T25" fmla="*/ 71372 h 435"/>
              <a:gd name="T26" fmla="*/ 134778 w 498"/>
              <a:gd name="T27" fmla="*/ 87980 h 435"/>
              <a:gd name="T28" fmla="*/ 138795 w 498"/>
              <a:gd name="T29" fmla="*/ 103691 h 435"/>
              <a:gd name="T30" fmla="*/ 130762 w 498"/>
              <a:gd name="T31" fmla="*/ 123441 h 435"/>
              <a:gd name="T32" fmla="*/ 170035 w 498"/>
              <a:gd name="T33" fmla="*/ 163392 h 435"/>
              <a:gd name="T34" fmla="*/ 170035 w 498"/>
              <a:gd name="T35" fmla="*/ 194813 h 435"/>
              <a:gd name="T36" fmla="*/ 221804 w 498"/>
              <a:gd name="T37" fmla="*/ 194813 h 435"/>
              <a:gd name="T38" fmla="*/ 115142 w 498"/>
              <a:gd name="T39" fmla="*/ 135561 h 435"/>
              <a:gd name="T40" fmla="*/ 115142 w 498"/>
              <a:gd name="T41" fmla="*/ 135561 h 435"/>
              <a:gd name="T42" fmla="*/ 83455 w 498"/>
              <a:gd name="T43" fmla="*/ 103691 h 435"/>
              <a:gd name="T44" fmla="*/ 95059 w 498"/>
              <a:gd name="T45" fmla="*/ 75412 h 435"/>
              <a:gd name="T46" fmla="*/ 103092 w 498"/>
              <a:gd name="T47" fmla="*/ 59701 h 435"/>
              <a:gd name="T48" fmla="*/ 99075 w 498"/>
              <a:gd name="T49" fmla="*/ 51621 h 435"/>
              <a:gd name="T50" fmla="*/ 103092 w 498"/>
              <a:gd name="T51" fmla="*/ 31870 h 435"/>
              <a:gd name="T52" fmla="*/ 67389 w 498"/>
              <a:gd name="T53" fmla="*/ 0 h 435"/>
              <a:gd name="T54" fmla="*/ 31686 w 498"/>
              <a:gd name="T55" fmla="*/ 31870 h 435"/>
              <a:gd name="T56" fmla="*/ 31686 w 498"/>
              <a:gd name="T57" fmla="*/ 51621 h 435"/>
              <a:gd name="T58" fmla="*/ 31686 w 498"/>
              <a:gd name="T59" fmla="*/ 59701 h 435"/>
              <a:gd name="T60" fmla="*/ 39719 w 498"/>
              <a:gd name="T61" fmla="*/ 75412 h 435"/>
              <a:gd name="T62" fmla="*/ 47753 w 498"/>
              <a:gd name="T63" fmla="*/ 103691 h 435"/>
              <a:gd name="T64" fmla="*/ 20083 w 498"/>
              <a:gd name="T65" fmla="*/ 135561 h 435"/>
              <a:gd name="T66" fmla="*/ 0 w 498"/>
              <a:gd name="T67" fmla="*/ 155312 h 435"/>
              <a:gd name="T68" fmla="*/ 0 w 498"/>
              <a:gd name="T69" fmla="*/ 194813 h 435"/>
              <a:gd name="T70" fmla="*/ 154415 w 498"/>
              <a:gd name="T71" fmla="*/ 194813 h 435"/>
              <a:gd name="T72" fmla="*/ 154415 w 498"/>
              <a:gd name="T73" fmla="*/ 163392 h 435"/>
              <a:gd name="T74" fmla="*/ 115142 w 498"/>
              <a:gd name="T75" fmla="*/ 135561 h 4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98" h="435">
                <a:moveTo>
                  <a:pt x="497" y="434"/>
                </a:moveTo>
                <a:lnTo>
                  <a:pt x="497" y="434"/>
                </a:lnTo>
                <a:cubicBezTo>
                  <a:pt x="497" y="434"/>
                  <a:pt x="497" y="337"/>
                  <a:pt x="487" y="328"/>
                </a:cubicBezTo>
                <a:cubicBezTo>
                  <a:pt x="479" y="319"/>
                  <a:pt x="462" y="302"/>
                  <a:pt x="425" y="293"/>
                </a:cubicBezTo>
                <a:cubicBezTo>
                  <a:pt x="390" y="275"/>
                  <a:pt x="372" y="257"/>
                  <a:pt x="372" y="231"/>
                </a:cubicBezTo>
                <a:cubicBezTo>
                  <a:pt x="372" y="213"/>
                  <a:pt x="390" y="222"/>
                  <a:pt x="390" y="196"/>
                </a:cubicBezTo>
                <a:cubicBezTo>
                  <a:pt x="390" y="178"/>
                  <a:pt x="408" y="196"/>
                  <a:pt x="408" y="159"/>
                </a:cubicBezTo>
                <a:cubicBezTo>
                  <a:pt x="408" y="151"/>
                  <a:pt x="399" y="151"/>
                  <a:pt x="399" y="151"/>
                </a:cubicBezTo>
                <a:cubicBezTo>
                  <a:pt x="399" y="151"/>
                  <a:pt x="408" y="133"/>
                  <a:pt x="408" y="115"/>
                </a:cubicBezTo>
                <a:cubicBezTo>
                  <a:pt x="408" y="98"/>
                  <a:pt x="399" y="62"/>
                  <a:pt x="346" y="62"/>
                </a:cubicBezTo>
                <a:cubicBezTo>
                  <a:pt x="293" y="62"/>
                  <a:pt x="284" y="98"/>
                  <a:pt x="284" y="115"/>
                </a:cubicBezTo>
                <a:cubicBezTo>
                  <a:pt x="284" y="133"/>
                  <a:pt x="293" y="151"/>
                  <a:pt x="293" y="151"/>
                </a:cubicBezTo>
                <a:cubicBezTo>
                  <a:pt x="293" y="151"/>
                  <a:pt x="284" y="151"/>
                  <a:pt x="284" y="159"/>
                </a:cubicBezTo>
                <a:cubicBezTo>
                  <a:pt x="284" y="196"/>
                  <a:pt x="293" y="178"/>
                  <a:pt x="302" y="196"/>
                </a:cubicBezTo>
                <a:cubicBezTo>
                  <a:pt x="302" y="222"/>
                  <a:pt x="311" y="213"/>
                  <a:pt x="311" y="231"/>
                </a:cubicBezTo>
                <a:cubicBezTo>
                  <a:pt x="311" y="249"/>
                  <a:pt x="311" y="266"/>
                  <a:pt x="293" y="275"/>
                </a:cubicBezTo>
                <a:cubicBezTo>
                  <a:pt x="372" y="319"/>
                  <a:pt x="381" y="319"/>
                  <a:pt x="381" y="364"/>
                </a:cubicBezTo>
                <a:cubicBezTo>
                  <a:pt x="381" y="434"/>
                  <a:pt x="381" y="434"/>
                  <a:pt x="381" y="434"/>
                </a:cubicBezTo>
                <a:lnTo>
                  <a:pt x="497" y="434"/>
                </a:lnTo>
                <a:close/>
                <a:moveTo>
                  <a:pt x="258" y="302"/>
                </a:moveTo>
                <a:lnTo>
                  <a:pt x="258" y="302"/>
                </a:lnTo>
                <a:cubicBezTo>
                  <a:pt x="204" y="284"/>
                  <a:pt x="187" y="266"/>
                  <a:pt x="187" y="231"/>
                </a:cubicBezTo>
                <a:cubicBezTo>
                  <a:pt x="187" y="204"/>
                  <a:pt x="204" y="213"/>
                  <a:pt x="213" y="168"/>
                </a:cubicBezTo>
                <a:cubicBezTo>
                  <a:pt x="213" y="159"/>
                  <a:pt x="231" y="168"/>
                  <a:pt x="231" y="133"/>
                </a:cubicBezTo>
                <a:cubicBezTo>
                  <a:pt x="231" y="115"/>
                  <a:pt x="222" y="115"/>
                  <a:pt x="222" y="115"/>
                </a:cubicBezTo>
                <a:cubicBezTo>
                  <a:pt x="222" y="115"/>
                  <a:pt x="222" y="89"/>
                  <a:pt x="231" y="71"/>
                </a:cubicBezTo>
                <a:cubicBezTo>
                  <a:pt x="231" y="53"/>
                  <a:pt x="213" y="0"/>
                  <a:pt x="151" y="0"/>
                </a:cubicBezTo>
                <a:cubicBezTo>
                  <a:pt x="80" y="0"/>
                  <a:pt x="71" y="53"/>
                  <a:pt x="71" y="71"/>
                </a:cubicBezTo>
                <a:cubicBezTo>
                  <a:pt x="71" y="89"/>
                  <a:pt x="71" y="115"/>
                  <a:pt x="71" y="115"/>
                </a:cubicBezTo>
                <a:cubicBezTo>
                  <a:pt x="71" y="115"/>
                  <a:pt x="71" y="115"/>
                  <a:pt x="71" y="133"/>
                </a:cubicBezTo>
                <a:cubicBezTo>
                  <a:pt x="71" y="168"/>
                  <a:pt x="80" y="159"/>
                  <a:pt x="89" y="168"/>
                </a:cubicBezTo>
                <a:cubicBezTo>
                  <a:pt x="89" y="213"/>
                  <a:pt x="107" y="204"/>
                  <a:pt x="107" y="231"/>
                </a:cubicBezTo>
                <a:cubicBezTo>
                  <a:pt x="107" y="266"/>
                  <a:pt x="89" y="284"/>
                  <a:pt x="45" y="302"/>
                </a:cubicBezTo>
                <a:cubicBezTo>
                  <a:pt x="27" y="310"/>
                  <a:pt x="0" y="319"/>
                  <a:pt x="0" y="346"/>
                </a:cubicBezTo>
                <a:cubicBezTo>
                  <a:pt x="0" y="434"/>
                  <a:pt x="0" y="434"/>
                  <a:pt x="0" y="434"/>
                </a:cubicBezTo>
                <a:cubicBezTo>
                  <a:pt x="346" y="434"/>
                  <a:pt x="346" y="434"/>
                  <a:pt x="346" y="434"/>
                </a:cubicBezTo>
                <a:cubicBezTo>
                  <a:pt x="346" y="434"/>
                  <a:pt x="346" y="381"/>
                  <a:pt x="346" y="364"/>
                </a:cubicBezTo>
                <a:cubicBezTo>
                  <a:pt x="346" y="346"/>
                  <a:pt x="302" y="328"/>
                  <a:pt x="258" y="302"/>
                </a:cubicBezTo>
                <a:close/>
              </a:path>
            </a:pathLst>
          </a:custGeom>
          <a:solidFill>
            <a:schemeClr val="bg1"/>
          </a:solidFill>
          <a:ln>
            <a:noFill/>
          </a:ln>
          <a:effectLst/>
        </p:spPr>
      </p:sp>
    </p:spTree>
    <p:custDataLst>
      <p:tags r:id="rId18"/>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5"/>
          <p:cNvSpPr/>
          <p:nvPr/>
        </p:nvSpPr>
        <p:spPr>
          <a:xfrm>
            <a:off x="593090" y="1597660"/>
            <a:ext cx="6505575" cy="279654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algn="ctr">
              <a:lnSpc>
                <a:spcPct val="110000"/>
              </a:lnSpc>
            </a:pPr>
            <a:r>
              <a:rPr sz="7200" b="0">
                <a:solidFill>
                  <a:schemeClr val="bg1"/>
                </a:solidFill>
                <a:latin typeface="汉仪糯米团简" panose="00020600040101010101" charset="-122"/>
                <a:ea typeface="汉仪糯米团简" panose="00020600040101010101" charset="-122"/>
                <a:cs typeface="汉仪糯米团简" panose="00020600040101010101" charset="-122"/>
              </a:rPr>
              <a:t>谢谢您的观看</a:t>
            </a:r>
            <a:endParaRPr sz="7200" b="0">
              <a:solidFill>
                <a:schemeClr val="bg1"/>
              </a:solidFill>
              <a:latin typeface="汉仪糯米团简" panose="00020600040101010101" charset="-122"/>
              <a:ea typeface="汉仪糯米团简" panose="00020600040101010101" charset="-122"/>
              <a:cs typeface="汉仪糯米团简" panose="0002060004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169560_4*m_h_i*1_2_1"/>
  <p:tag name="KSO_WM_TEMPLATE_CATEGORY" val="diagram"/>
  <p:tag name="KSO_WM_TEMPLATE_INDEX" val="20169560"/>
  <p:tag name="KSO_WM_UNIT_LAYERLEVEL" val="1_1_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69560_4*m_h_i*1_1_1"/>
  <p:tag name="KSO_WM_TEMPLATE_CATEGORY" val="diagram"/>
  <p:tag name="KSO_WM_TEMPLATE_INDEX" val="2016956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70.xml><?xml version="1.0" encoding="utf-8"?>
<p:tagLst xmlns:p="http://schemas.openxmlformats.org/presentationml/2006/main">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169560_4*m_h_a*1_1_1"/>
  <p:tag name="KSO_WM_TEMPLATE_CATEGORY" val="diagram"/>
  <p:tag name="KSO_WM_TEMPLATE_INDEX" val="20169560"/>
  <p:tag name="KSO_WM_UNIT_LAYERLEVEL" val="1_1_1"/>
  <p:tag name="KSO_WM_TAG_VERSION" val="1.0"/>
  <p:tag name="KSO_WM_BEAUTIFY_FLAG" val="#wm#"/>
  <p:tag name="KSO_WM_UNIT_PRESET_TEXT" val="点击添加标题"/>
  <p:tag name="KSO_WM_UNIT_TEXT_FILL_FORE_SCHEMECOLOR_INDEX" val="2"/>
  <p:tag name="KSO_WM_UNIT_TEXT_FILL_TYPE" val="1"/>
</p:tagLst>
</file>

<file path=ppt/tags/tag71.xml><?xml version="1.0" encoding="utf-8"?>
<p:tagLst xmlns:p="http://schemas.openxmlformats.org/presentationml/2006/main">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169560_4*m_h_a*1_2_1"/>
  <p:tag name="KSO_WM_TEMPLATE_CATEGORY" val="diagram"/>
  <p:tag name="KSO_WM_TEMPLATE_INDEX" val="20169560"/>
  <p:tag name="KSO_WM_UNIT_LAYERLEVEL" val="1_1_1"/>
  <p:tag name="KSO_WM_TAG_VERSION" val="1.0"/>
  <p:tag name="KSO_WM_BEAUTIFY_FLAG" val="#wm#"/>
  <p:tag name="KSO_WM_UNIT_PRESET_TEXT" val="点击添加标题"/>
  <p:tag name="KSO_WM_UNIT_TEXT_FILL_FORE_SCHEMECOLOR_INDEX" val="2"/>
  <p:tag name="KSO_WM_UNIT_TEXT_FILL_TYPE" val="1"/>
</p:tagLst>
</file>

<file path=ppt/tags/tag72.xml><?xml version="1.0" encoding="utf-8"?>
<p:tagLst xmlns:p="http://schemas.openxmlformats.org/presentationml/2006/main">
  <p:tag name="KSO_WM_UNIT_NOCLEAR" val="0"/>
  <p:tag name="KSO_WM_UNIT_VALUE" val="64"/>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69560_4*m_h_f*1_1_1"/>
  <p:tag name="KSO_WM_TEMPLATE_CATEGORY" val="diagram"/>
  <p:tag name="KSO_WM_TEMPLATE_INDEX" val="20169560"/>
  <p:tag name="KSO_WM_UNIT_LAYERLEVEL" val="1_1_1"/>
  <p:tag name="KSO_WM_TAG_VERSION" val="1.0"/>
  <p:tag name="KSO_WM_BEAUTIFY_FLAG" val="#wm#"/>
  <p:tag name="KSO_WM_UNIT_PRESET_TEXT" val="点击此处添加正文，为了演示发布的良好效果，请您尽可能提炼思想的精髓，然后简单的阐述您的观点。"/>
  <p:tag name="KSO_WM_UNIT_TEXT_FILL_FORE_SCHEMECOLOR_INDEX" val="13"/>
  <p:tag name="KSO_WM_UNIT_TEXT_FILL_TYPE" val="1"/>
</p:tagLst>
</file>

<file path=ppt/tags/tag73.xml><?xml version="1.0" encoding="utf-8"?>
<p:tagLst xmlns:p="http://schemas.openxmlformats.org/presentationml/2006/main">
  <p:tag name="KSO_WM_UNIT_NOCLEAR" val="0"/>
  <p:tag name="KSO_WM_UNIT_VALUE" val="64"/>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169560_4*m_h_f*1_2_1"/>
  <p:tag name="KSO_WM_TEMPLATE_CATEGORY" val="diagram"/>
  <p:tag name="KSO_WM_TEMPLATE_INDEX" val="20169560"/>
  <p:tag name="KSO_WM_UNIT_LAYERLEVEL" val="1_1_1"/>
  <p:tag name="KSO_WM_TAG_VERSION" val="1.0"/>
  <p:tag name="KSO_WM_BEAUTIFY_FLAG" val="#wm#"/>
  <p:tag name="KSO_WM_UNIT_PRESET_TEXT" val="点击此处添加正文，为了演示发布的良好效果，请您尽可能提炼思想的精髓，然后简单的阐述您的观点。"/>
  <p:tag name="KSO_WM_UNIT_TEXT_FILL_FORE_SCHEMECOLOR_INDEX" val="13"/>
  <p:tag name="KSO_WM_UNIT_TEXT_FILL_TYPE"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169560_4*m_h_i*1_3_1"/>
  <p:tag name="KSO_WM_TEMPLATE_CATEGORY" val="diagram"/>
  <p:tag name="KSO_WM_TEMPLATE_INDEX" val="2016956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75.xml><?xml version="1.0" encoding="utf-8"?>
<p:tagLst xmlns:p="http://schemas.openxmlformats.org/presentationml/2006/main">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169560_4*m_h_a*1_3_1"/>
  <p:tag name="KSO_WM_TEMPLATE_CATEGORY" val="diagram"/>
  <p:tag name="KSO_WM_TEMPLATE_INDEX" val="20169560"/>
  <p:tag name="KSO_WM_UNIT_LAYERLEVEL" val="1_1_1"/>
  <p:tag name="KSO_WM_TAG_VERSION" val="1.0"/>
  <p:tag name="KSO_WM_BEAUTIFY_FLAG" val="#wm#"/>
  <p:tag name="KSO_WM_UNIT_PRESET_TEXT" val="点击添加标题"/>
  <p:tag name="KSO_WM_UNIT_TEXT_FILL_FORE_SCHEMECOLOR_INDEX" val="2"/>
  <p:tag name="KSO_WM_UNIT_TEXT_FILL_TYPE" val="1"/>
</p:tagLst>
</file>

<file path=ppt/tags/tag76.xml><?xml version="1.0" encoding="utf-8"?>
<p:tagLst xmlns:p="http://schemas.openxmlformats.org/presentationml/2006/main">
  <p:tag name="KSO_WM_UNIT_NOCLEAR" val="0"/>
  <p:tag name="KSO_WM_UNIT_VALUE" val="64"/>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169560_4*m_h_f*1_3_1"/>
  <p:tag name="KSO_WM_TEMPLATE_CATEGORY" val="diagram"/>
  <p:tag name="KSO_WM_TEMPLATE_INDEX" val="20169560"/>
  <p:tag name="KSO_WM_UNIT_LAYERLEVEL" val="1_1_1"/>
  <p:tag name="KSO_WM_TAG_VERSION" val="1.0"/>
  <p:tag name="KSO_WM_BEAUTIFY_FLAG" val="#wm#"/>
  <p:tag name="KSO_WM_UNIT_PRESET_TEXT" val="点击此处添加正文，为了演示发布的良好效果，请您尽可能提炼思想的精髓，然后简单的阐述您的观点。"/>
  <p:tag name="KSO_WM_UNIT_TEXT_FILL_FORE_SCHEMECOLOR_INDEX" val="13"/>
  <p:tag name="KSO_WM_UNIT_TEXT_FILL_TYPE" val="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169560_4*m_h_i*1_4_1"/>
  <p:tag name="KSO_WM_TEMPLATE_CATEGORY" val="diagram"/>
  <p:tag name="KSO_WM_TEMPLATE_INDEX" val="20169560"/>
  <p:tag name="KSO_WM_UNIT_LAYERLEVEL" val="1_1_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78.xml><?xml version="1.0" encoding="utf-8"?>
<p:tagLst xmlns:p="http://schemas.openxmlformats.org/presentationml/2006/main">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m1-1"/>
  <p:tag name="KSO_WM_UNIT_TYPE" val="m_h_a"/>
  <p:tag name="KSO_WM_UNIT_INDEX" val="1_4_1"/>
  <p:tag name="KSO_WM_UNIT_ID" val="diagram20169560_4*m_h_a*1_4_1"/>
  <p:tag name="KSO_WM_TEMPLATE_CATEGORY" val="diagram"/>
  <p:tag name="KSO_WM_TEMPLATE_INDEX" val="20169560"/>
  <p:tag name="KSO_WM_UNIT_LAYERLEVEL" val="1_1_1"/>
  <p:tag name="KSO_WM_TAG_VERSION" val="1.0"/>
  <p:tag name="KSO_WM_BEAUTIFY_FLAG" val="#wm#"/>
  <p:tag name="KSO_WM_UNIT_PRESET_TEXT" val="点击添加标题"/>
  <p:tag name="KSO_WM_UNIT_TEXT_FILL_FORE_SCHEMECOLOR_INDEX" val="2"/>
  <p:tag name="KSO_WM_UNIT_TEXT_FILL_TYPE" val="1"/>
</p:tagLst>
</file>

<file path=ppt/tags/tag79.xml><?xml version="1.0" encoding="utf-8"?>
<p:tagLst xmlns:p="http://schemas.openxmlformats.org/presentationml/2006/main">
  <p:tag name="KSO_WM_UNIT_NOCLEAR" val="0"/>
  <p:tag name="KSO_WM_UNIT_VALUE" val="64"/>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169560_4*m_h_f*1_4_1"/>
  <p:tag name="KSO_WM_TEMPLATE_CATEGORY" val="diagram"/>
  <p:tag name="KSO_WM_TEMPLATE_INDEX" val="20169560"/>
  <p:tag name="KSO_WM_UNIT_LAYERLEVEL" val="1_1_1"/>
  <p:tag name="KSO_WM_TAG_VERSION" val="1.0"/>
  <p:tag name="KSO_WM_BEAUTIFY_FLAG" val="#wm#"/>
  <p:tag name="KSO_WM_UNIT_PRESET_TEXT" val="点击此处添加正文，为了演示发布的良好效果，请您尽可能提炼思想的精髓，然后简单的阐述您的观点。"/>
  <p:tag name="KSO_WM_UNIT_TEXT_FILL_FORE_SCHEMECOLOR_INDEX" val="13"/>
  <p:tag name="KSO_WM_UNIT_TEXT_FILL_TYPE" val="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UNIT_ISCONTENTSTITLE" val="0"/>
  <p:tag name="KSO_WM_UNIT_PRESET_TEXT" val="单击此处&#13;添加标题内容"/>
  <p:tag name="KSO_WM_UNIT_NOCLEAR" val="0"/>
  <p:tag name="KSO_WM_UNIT_VALUE" val="16"/>
  <p:tag name="KSO_WM_UNIT_HIGHLIGHT" val="0"/>
  <p:tag name="KSO_WM_UNIT_COMPATIBLE" val="0"/>
  <p:tag name="KSO_WM_UNIT_DIAGRAM_ISNUMVISUAL" val="0"/>
  <p:tag name="KSO_WM_UNIT_DIAGRAM_ISREFERUNIT" val="0"/>
  <p:tag name="KSO_WM_DIAGRAM_GROUP_CODE" val="ζ1-1"/>
  <p:tag name="KSO_WM_UNIT_TYPE" val="a"/>
  <p:tag name="KSO_WM_UNIT_INDEX" val="1"/>
  <p:tag name="KSO_WM_UNIT_ID" val="diagram20200571_1*a*1"/>
  <p:tag name="KSO_WM_TEMPLATE_CATEGORY" val="diagram"/>
  <p:tag name="KSO_WM_TEMPLATE_INDEX" val="20200571"/>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83.xml><?xml version="1.0" encoding="utf-8"?>
<p:tagLst xmlns:p="http://schemas.openxmlformats.org/presentationml/2006/main">
  <p:tag name="KSO_WM_UNIT_ISCONTENTSTITLE" val="0"/>
  <p:tag name="KSO_WM_UNIT_PRESET_TEXT" val="单击此处&#13;添加标题内容"/>
  <p:tag name="KSO_WM_UNIT_NOCLEAR" val="0"/>
  <p:tag name="KSO_WM_UNIT_VALUE" val="16"/>
  <p:tag name="KSO_WM_UNIT_HIGHLIGHT" val="0"/>
  <p:tag name="KSO_WM_UNIT_COMPATIBLE" val="0"/>
  <p:tag name="KSO_WM_UNIT_DIAGRAM_ISNUMVISUAL" val="0"/>
  <p:tag name="KSO_WM_UNIT_DIAGRAM_ISREFERUNIT" val="0"/>
  <p:tag name="KSO_WM_DIAGRAM_GROUP_CODE" val="ζ1-1"/>
  <p:tag name="KSO_WM_UNIT_TYPE" val="a"/>
  <p:tag name="KSO_WM_UNIT_INDEX" val="1"/>
  <p:tag name="KSO_WM_UNIT_ID" val="diagram20200571_1*a*1"/>
  <p:tag name="KSO_WM_TEMPLATE_CATEGORY" val="diagram"/>
  <p:tag name="KSO_WM_TEMPLATE_INDEX" val="20200571"/>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84.xml><?xml version="1.0" encoding="utf-8"?>
<p:tagLst xmlns:p="http://schemas.openxmlformats.org/presentationml/2006/main">
  <p:tag name="KSO_WM_UNIT_ISCONTENTSTITLE" val="0"/>
  <p:tag name="KSO_WM_UNIT_PRESET_TEXT" val="单击此处&#13;添加标题内容"/>
  <p:tag name="KSO_WM_UNIT_NOCLEAR" val="0"/>
  <p:tag name="KSO_WM_UNIT_VALUE" val="16"/>
  <p:tag name="KSO_WM_UNIT_HIGHLIGHT" val="0"/>
  <p:tag name="KSO_WM_UNIT_COMPATIBLE" val="0"/>
  <p:tag name="KSO_WM_UNIT_DIAGRAM_ISNUMVISUAL" val="0"/>
  <p:tag name="KSO_WM_UNIT_DIAGRAM_ISREFERUNIT" val="0"/>
  <p:tag name="KSO_WM_DIAGRAM_GROUP_CODE" val="ζ1-1"/>
  <p:tag name="KSO_WM_UNIT_TYPE" val="a"/>
  <p:tag name="KSO_WM_UNIT_INDEX" val="1"/>
  <p:tag name="KSO_WM_UNIT_ID" val="diagram20200571_1*a*1"/>
  <p:tag name="KSO_WM_TEMPLATE_CATEGORY" val="diagram"/>
  <p:tag name="KSO_WM_TEMPLATE_INDEX" val="20200571"/>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85.xml><?xml version="1.0" encoding="utf-8"?>
<p:tagLst xmlns:p="http://schemas.openxmlformats.org/presentationml/2006/main">
  <p:tag name="KSO_WM_UNIT_ISCONTENTSTITLE" val="0"/>
  <p:tag name="KSO_WM_UNIT_PRESET_TEXT" val="单击此处&#13;添加标题内容"/>
  <p:tag name="KSO_WM_UNIT_NOCLEAR" val="0"/>
  <p:tag name="KSO_WM_UNIT_VALUE" val="16"/>
  <p:tag name="KSO_WM_UNIT_HIGHLIGHT" val="0"/>
  <p:tag name="KSO_WM_UNIT_COMPATIBLE" val="0"/>
  <p:tag name="KSO_WM_UNIT_DIAGRAM_ISNUMVISUAL" val="0"/>
  <p:tag name="KSO_WM_UNIT_DIAGRAM_ISREFERUNIT" val="0"/>
  <p:tag name="KSO_WM_DIAGRAM_GROUP_CODE" val="ζ1-1"/>
  <p:tag name="KSO_WM_UNIT_TYPE" val="a"/>
  <p:tag name="KSO_WM_UNIT_INDEX" val="1"/>
  <p:tag name="KSO_WM_UNIT_ID" val="diagram20200571_1*a*1"/>
  <p:tag name="KSO_WM_TEMPLATE_CATEGORY" val="diagram"/>
  <p:tag name="KSO_WM_TEMPLATE_INDEX" val="20200571"/>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86.xml><?xml version="1.0" encoding="utf-8"?>
<p:tagLst xmlns:p="http://schemas.openxmlformats.org/presentationml/2006/main">
  <p:tag name="KSO_WM_UNIT_ISCONTENTSTITLE" val="0"/>
  <p:tag name="KSO_WM_UNIT_PRESET_TEXT" val="单击此处&#13;添加标题内容"/>
  <p:tag name="KSO_WM_UNIT_NOCLEAR" val="0"/>
  <p:tag name="KSO_WM_UNIT_VALUE" val="16"/>
  <p:tag name="KSO_WM_UNIT_HIGHLIGHT" val="0"/>
  <p:tag name="KSO_WM_UNIT_COMPATIBLE" val="0"/>
  <p:tag name="KSO_WM_UNIT_DIAGRAM_ISNUMVISUAL" val="0"/>
  <p:tag name="KSO_WM_UNIT_DIAGRAM_ISREFERUNIT" val="0"/>
  <p:tag name="KSO_WM_DIAGRAM_GROUP_CODE" val="ζ1-1"/>
  <p:tag name="KSO_WM_UNIT_TYPE" val="a"/>
  <p:tag name="KSO_WM_UNIT_INDEX" val="1"/>
  <p:tag name="KSO_WM_UNIT_ID" val="diagram20200571_1*a*1"/>
  <p:tag name="KSO_WM_TEMPLATE_CATEGORY" val="diagram"/>
  <p:tag name="KSO_WM_TEMPLATE_INDEX" val="20200571"/>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87.xml><?xml version="1.0" encoding="utf-8"?>
<p:tagLst xmlns:p="http://schemas.openxmlformats.org/presentationml/2006/main">
  <p:tag name="KSO_WM_BEAUTIFY_FLAG" val="#wm#"/>
  <p:tag name="KSO_WM_TEMPLATE_CATEGORY" val="custom"/>
  <p:tag name="KSO_WM_TEMPLATE_INDEX" val="20205081"/>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ISCONTENTSTITLE" val="0"/>
  <p:tag name="KSO_WM_UNIT_PRESET_TEXT" val="单击此处&#13;添加标题内容"/>
  <p:tag name="KSO_WM_UNIT_NOCLEAR" val="0"/>
  <p:tag name="KSO_WM_UNIT_VALUE" val="16"/>
  <p:tag name="KSO_WM_UNIT_HIGHLIGHT" val="0"/>
  <p:tag name="KSO_WM_UNIT_COMPATIBLE" val="0"/>
  <p:tag name="KSO_WM_UNIT_DIAGRAM_ISNUMVISUAL" val="0"/>
  <p:tag name="KSO_WM_UNIT_DIAGRAM_ISREFERUNIT" val="0"/>
  <p:tag name="KSO_WM_DIAGRAM_GROUP_CODE" val="ζ1-1"/>
  <p:tag name="KSO_WM_UNIT_TYPE" val="a"/>
  <p:tag name="KSO_WM_UNIT_INDEX" val="1"/>
  <p:tag name="KSO_WM_UNIT_ID" val="diagram20200571_1*a*1"/>
  <p:tag name="KSO_WM_TEMPLATE_CATEGORY" val="diagram"/>
  <p:tag name="KSO_WM_TEMPLATE_INDEX" val="20200571"/>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91.xml><?xml version="1.0" encoding="utf-8"?>
<p:tagLst xmlns:p="http://schemas.openxmlformats.org/presentationml/2006/main">
  <p:tag name="KSO_WM_UNIT_ISCONTENTSTITLE" val="0"/>
  <p:tag name="KSO_WM_UNIT_PRESET_TEXT" val="单击此处&#13;添加标题内容"/>
  <p:tag name="KSO_WM_UNIT_NOCLEAR" val="0"/>
  <p:tag name="KSO_WM_UNIT_VALUE" val="16"/>
  <p:tag name="KSO_WM_UNIT_HIGHLIGHT" val="0"/>
  <p:tag name="KSO_WM_UNIT_COMPATIBLE" val="0"/>
  <p:tag name="KSO_WM_UNIT_DIAGRAM_ISNUMVISUAL" val="0"/>
  <p:tag name="KSO_WM_UNIT_DIAGRAM_ISREFERUNIT" val="0"/>
  <p:tag name="KSO_WM_DIAGRAM_GROUP_CODE" val="ζ1-1"/>
  <p:tag name="KSO_WM_UNIT_TYPE" val="a"/>
  <p:tag name="KSO_WM_UNIT_INDEX" val="1"/>
  <p:tag name="KSO_WM_UNIT_ID" val="diagram20200571_1*a*1"/>
  <p:tag name="KSO_WM_TEMPLATE_CATEGORY" val="diagram"/>
  <p:tag name="KSO_WM_TEMPLATE_INDEX" val="20200571"/>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92.xml><?xml version="1.0" encoding="utf-8"?>
<p:tagLst xmlns:p="http://schemas.openxmlformats.org/presentationml/2006/main">
  <p:tag name="KSO_WM_UNIT_ISCONTENTSTITLE" val="0"/>
  <p:tag name="KSO_WM_UNIT_PRESET_TEXT" val="单击此处&#13;添加标题内容"/>
  <p:tag name="KSO_WM_UNIT_NOCLEAR" val="0"/>
  <p:tag name="KSO_WM_UNIT_VALUE" val="16"/>
  <p:tag name="KSO_WM_UNIT_HIGHLIGHT" val="0"/>
  <p:tag name="KSO_WM_UNIT_COMPATIBLE" val="0"/>
  <p:tag name="KSO_WM_UNIT_DIAGRAM_ISNUMVISUAL" val="0"/>
  <p:tag name="KSO_WM_UNIT_DIAGRAM_ISREFERUNIT" val="0"/>
  <p:tag name="KSO_WM_DIAGRAM_GROUP_CODE" val="ζ1-1"/>
  <p:tag name="KSO_WM_UNIT_TYPE" val="a"/>
  <p:tag name="KSO_WM_UNIT_INDEX" val="1"/>
  <p:tag name="KSO_WM_UNIT_ID" val="diagram20200571_1*a*1"/>
  <p:tag name="KSO_WM_TEMPLATE_CATEGORY" val="diagram"/>
  <p:tag name="KSO_WM_TEMPLATE_INDEX" val="20200571"/>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93.xml><?xml version="1.0" encoding="utf-8"?>
<p:tagLst xmlns:p="http://schemas.openxmlformats.org/presentationml/2006/main">
  <p:tag name="KSO_WM_BEAUTIFY_FLAG" val="#wm#"/>
  <p:tag name="KSO_WM_TEMPLATE_CATEGORY" val="custom"/>
  <p:tag name="KSO_WM_TEMPLATE_INDEX" val="2020508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160390_4*l_h_i*1_1_1"/>
  <p:tag name="KSO_WM_TEMPLATE_CATEGORY" val="diagram"/>
  <p:tag name="KSO_WM_TEMPLATE_INDEX" val="160390"/>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160390_4*l_h_i*1_1_2"/>
  <p:tag name="KSO_WM_TEMPLATE_CATEGORY" val="diagram"/>
  <p:tag name="KSO_WM_TEMPLATE_INDEX" val="16039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9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160390_4*l_h_a*1_1_1"/>
  <p:tag name="KSO_WM_TEMPLATE_CATEGORY" val="diagram"/>
  <p:tag name="KSO_WM_TEMPLATE_INDEX" val="160390"/>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9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160390_4*l_h_f*1_1_1"/>
  <p:tag name="KSO_WM_TEMPLATE_CATEGORY" val="diagram"/>
  <p:tag name="KSO_WM_TEMPLATE_INDEX" val="160390"/>
  <p:tag name="KSO_WM_UNIT_LAYERLEVEL" val="1_1_1"/>
  <p:tag name="KSO_WM_TAG_VERSION" val="1.0"/>
  <p:tag name="KSO_WM_BEAUTIFY_FLAG" val="#wm#"/>
  <p:tag name="KSO_WM_UNIT_PRESET_TEXT" val="单击此处输入你的正文，文字是您思想的提炼，请尽量言简意赅的阐述观点。"/>
  <p:tag name="KSO_WM_UNIT_TEXT_FILL_FORE_SCHEMECOLOR_INDEX" val="13"/>
  <p:tag name="KSO_WM_UNIT_TEXT_FILL_TYPE"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160390_4*l_h_i*1_2_1"/>
  <p:tag name="KSO_WM_TEMPLATE_CATEGORY" val="diagram"/>
  <p:tag name="KSO_WM_TEMPLATE_INDEX" val="160390"/>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160390_4*l_h_i*1_2_2"/>
  <p:tag name="KSO_WM_TEMPLATE_CATEGORY" val="diagram"/>
  <p:tag name="KSO_WM_TEMPLATE_INDEX" val="160390"/>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10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160390_4*l_h_a*1_2_1"/>
  <p:tag name="KSO_WM_TEMPLATE_CATEGORY" val="diagram"/>
  <p:tag name="KSO_WM_TEMPLATE_INDEX" val="160390"/>
  <p:tag name="KSO_WM_UNIT_LAYERLEVEL" val="1_1_1"/>
  <p:tag name="KSO_WM_TAG_VERSION" val="1.0"/>
  <p:tag name="KSO_WM_BEAUTIFY_FLAG" val="#wm#"/>
  <p:tag name="KSO_WM_UNIT_PRESET_TEXT" val="单击此处添加标题"/>
  <p:tag name="KSO_WM_UNIT_TEXT_FILL_FORE_SCHEMECOLOR_INDEX" val="6"/>
  <p:tag name="KSO_WM_UNIT_TEXT_FILL_TYPE" val="1"/>
</p:tagLst>
</file>

<file path=ppt/tags/tag10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160390_4*l_h_f*1_2_1"/>
  <p:tag name="KSO_WM_TEMPLATE_CATEGORY" val="diagram"/>
  <p:tag name="KSO_WM_TEMPLATE_INDEX" val="160390"/>
  <p:tag name="KSO_WM_UNIT_LAYERLEVEL" val="1_1_1"/>
  <p:tag name="KSO_WM_TAG_VERSION" val="1.0"/>
  <p:tag name="KSO_WM_BEAUTIFY_FLAG" val="#wm#"/>
  <p:tag name="KSO_WM_UNIT_PRESET_TEXT" val="单击此处输入你的正文，文字是您思想的提炼，请尽量言简意赅的阐述观点。"/>
  <p:tag name="KSO_WM_UNIT_TEXT_FILL_FORE_SCHEMECOLOR_INDEX" val="13"/>
  <p:tag name="KSO_WM_UNIT_TEXT_FILL_TYPE"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160390_4*l_h_i*1_3_1"/>
  <p:tag name="KSO_WM_TEMPLATE_CATEGORY" val="diagram"/>
  <p:tag name="KSO_WM_TEMPLATE_INDEX" val="160390"/>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160390_4*l_h_i*1_3_2"/>
  <p:tag name="KSO_WM_TEMPLATE_CATEGORY" val="diagram"/>
  <p:tag name="KSO_WM_TEMPLATE_INDEX" val="160390"/>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10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160390_4*l_h_a*1_3_1"/>
  <p:tag name="KSO_WM_TEMPLATE_CATEGORY" val="diagram"/>
  <p:tag name="KSO_WM_TEMPLATE_INDEX" val="160390"/>
  <p:tag name="KSO_WM_UNIT_LAYERLEVEL" val="1_1_1"/>
  <p:tag name="KSO_WM_TAG_VERSION" val="1.0"/>
  <p:tag name="KSO_WM_BEAUTIFY_FLAG" val="#wm#"/>
  <p:tag name="KSO_WM_UNIT_PRESET_TEXT" val="单击此处添加标题"/>
  <p:tag name="KSO_WM_UNIT_TEXT_FILL_FORE_SCHEMECOLOR_INDEX" val="7"/>
  <p:tag name="KSO_WM_UNIT_TEXT_FILL_TYPE" val="1"/>
</p:tagLst>
</file>

<file path=ppt/tags/tag10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160390_4*l_h_f*1_3_1"/>
  <p:tag name="KSO_WM_TEMPLATE_CATEGORY" val="diagram"/>
  <p:tag name="KSO_WM_TEMPLATE_INDEX" val="160390"/>
  <p:tag name="KSO_WM_UNIT_LAYERLEVEL" val="1_1_1"/>
  <p:tag name="KSO_WM_TAG_VERSION" val="1.0"/>
  <p:tag name="KSO_WM_BEAUTIFY_FLAG" val="#wm#"/>
  <p:tag name="KSO_WM_UNIT_PRESET_TEXT" val="单击此处输入你的正文，文字是您思想的提炼，请尽量言简意赅的阐述观点。"/>
  <p:tag name="KSO_WM_UNIT_TEXT_FILL_FORE_SCHEMECOLOR_INDEX" val="13"/>
  <p:tag name="KSO_WM_UNIT_TEXT_FILL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390_4*l_h_i*1_4_1"/>
  <p:tag name="KSO_WM_TEMPLATE_CATEGORY" val="diagram"/>
  <p:tag name="KSO_WM_TEMPLATE_INDEX" val="160390"/>
  <p:tag name="KSO_WM_UNIT_LAYERLEVEL" val="1_1_1"/>
  <p:tag name="KSO_WM_TAG_VERSION" val="1.0"/>
  <p:tag name="KSO_WM_BEAUTIFY_FLAG" val="#wm#"/>
  <p:tag name="KSO_WM_UNIT_FILL_FORE_SCHEMECOLOR_INDEX" val="8"/>
  <p:tag name="KSO_WM_UNIT_FILL_TYPE" val="1"/>
  <p:tag name="KSO_WM_UNIT_TEXT_FILL_FORE_SCHEMECOLOR_INDEX" val="14"/>
  <p:tag name="KSO_WM_UNIT_TEXT_FILL_TYPE"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160390_4*l_h_i*1_4_2"/>
  <p:tag name="KSO_WM_TEMPLATE_CATEGORY" val="diagram"/>
  <p:tag name="KSO_WM_TEMPLATE_INDEX" val="160390"/>
  <p:tag name="KSO_WM_UNIT_LAYERLEVEL" val="1_1_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10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390_4*l_h_a*1_4_1"/>
  <p:tag name="KSO_WM_TEMPLATE_CATEGORY" val="diagram"/>
  <p:tag name="KSO_WM_TEMPLATE_INDEX" val="160390"/>
  <p:tag name="KSO_WM_UNIT_LAYERLEVEL" val="1_1_1"/>
  <p:tag name="KSO_WM_TAG_VERSION" val="1.0"/>
  <p:tag name="KSO_WM_BEAUTIFY_FLAG" val="#wm#"/>
  <p:tag name="KSO_WM_UNIT_PRESET_TEXT" val="单击此处添加标题"/>
  <p:tag name="KSO_WM_UNIT_TEXT_FILL_FORE_SCHEMECOLOR_INDEX" val="8"/>
  <p:tag name="KSO_WM_UNIT_TEXT_FILL_TYPE" val="1"/>
</p:tagLst>
</file>

<file path=ppt/tags/tag10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390_4*l_h_f*1_4_1"/>
  <p:tag name="KSO_WM_TEMPLATE_CATEGORY" val="diagram"/>
  <p:tag name="KSO_WM_TEMPLATE_INDEX" val="160390"/>
  <p:tag name="KSO_WM_UNIT_LAYERLEVEL" val="1_1_1"/>
  <p:tag name="KSO_WM_TAG_VERSION" val="1.0"/>
  <p:tag name="KSO_WM_BEAUTIFY_FLAG" val="#wm#"/>
  <p:tag name="KSO_WM_UNIT_PRESET_TEXT" val="单击此处输入你的正文，文字是您思想的提炼，请尽量言简意赅的阐述观点。"/>
  <p:tag name="KSO_WM_UNIT_TEXT_FILL_FORE_SCHEMECOLOR_INDEX" val="13"/>
  <p:tag name="KSO_WM_UNIT_TEXT_FILL_TYPE" val="1"/>
</p:tagLst>
</file>

<file path=ppt/tags/tag110.xml><?xml version="1.0" encoding="utf-8"?>
<p:tagLst xmlns:p="http://schemas.openxmlformats.org/presentationml/2006/main">
  <p:tag name="KSO_WM_BEAUTIFY_FLAG" val="#wm#"/>
  <p:tag name="KSO_WM_TEMPLATE_CATEGORY" val="custom"/>
  <p:tag name="KSO_WM_TEMPLATE_INDEX" val="20205081"/>
</p:tagLst>
</file>

<file path=ppt/tags/tag111.xml><?xml version="1.0" encoding="utf-8"?>
<p:tagLst xmlns:p="http://schemas.openxmlformats.org/presentationml/2006/main">
  <p:tag name="KSO_WM_BEAUTIFY_FLAG" val="#wm#"/>
  <p:tag name="KSO_WM_TEMPLATE_CATEGORY" val="custom"/>
  <p:tag name="KSO_WM_TEMPLATE_INDEX" val="20205081"/>
</p:tagLst>
</file>

<file path=ppt/tags/tag112.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i"/>
  <p:tag name="KSO_WM_UNIT_INDEX" val="1_1"/>
  <p:tag name="KSO_WM_UNIT_LAYERLEVEL" val="1_1"/>
  <p:tag name="KSO_WM_DIAGRAM_GROUP_CODE" val="m1-1"/>
  <p:tag name="KSO_WM_UNIT_ID" val="diagram20170889_3*m_i*1_1"/>
  <p:tag name="KSO_WM_UNIT_HIGHLIGHT" val="0"/>
  <p:tag name="KSO_WM_UNIT_COMPATIBLE" val="0"/>
  <p:tag name="KSO_WM_UNIT_DIAGRAM_ISNUMVISUAL" val="0"/>
  <p:tag name="KSO_WM_UNIT_DIAGRAM_ISREFERUNIT" val="0"/>
  <p:tag name="KSO_WM_UNIT_LINE_FORE_SCHEMECOLOR_INDEX" val="14"/>
  <p:tag name="KSO_WM_UNIT_LINE_FILL_TYPE" val="2"/>
</p:tagLst>
</file>

<file path=ppt/tags/tag113.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i"/>
  <p:tag name="KSO_WM_UNIT_INDEX" val="1_1_1"/>
  <p:tag name="KSO_WM_UNIT_ID" val="diagram20170889_3*m_h_i*1_1_1"/>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 val="15"/>
  <p:tag name="KSO_WM_UNIT_FILL_TYPE" val="1"/>
  <p:tag name="KSO_WM_UNIT_TEXT_FILL_FORE_SCHEMECOLOR_INDEX" val="16"/>
  <p:tag name="KSO_WM_UNIT_TEXT_FILL_TYPE" val="1"/>
</p:tagLst>
</file>

<file path=ppt/tags/tag114.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i"/>
  <p:tag name="KSO_WM_UNIT_INDEX" val="1_1_2"/>
  <p:tag name="KSO_WM_UNIT_ID" val="diagram20170889_3*m_h_i*1_1_2"/>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 val="15"/>
  <p:tag name="KSO_WM_UNIT_FILL_TYPE" val="1"/>
  <p:tag name="KSO_WM_UNIT_TEXT_FILL_FORE_SCHEMECOLOR_INDEX" val="14"/>
  <p:tag name="KSO_WM_UNIT_TEXT_FILL_TYPE" val="1"/>
</p:tagLst>
</file>

<file path=ppt/tags/tag115.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i"/>
  <p:tag name="KSO_WM_UNIT_INDEX" val="1_2_1"/>
  <p:tag name="KSO_WM_UNIT_ID" val="diagram20170889_3*m_h_i*1_2_1"/>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16"/>
  <p:tag name="KSO_WM_UNIT_TEXT_FILL_TYPE" val="1"/>
</p:tagLst>
</file>

<file path=ppt/tags/tag116.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i"/>
  <p:tag name="KSO_WM_UNIT_INDEX" val="1_2_2"/>
  <p:tag name="KSO_WM_UNIT_ID" val="diagram20170889_3*m_h_i*1_2_2"/>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14"/>
  <p:tag name="KSO_WM_UNIT_TEXT_FILL_TYPE" val="1"/>
</p:tagLst>
</file>

<file path=ppt/tags/tag117.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i"/>
  <p:tag name="KSO_WM_UNIT_INDEX" val="1_3_1"/>
  <p:tag name="KSO_WM_UNIT_ID" val="diagram20170889_3*m_h_i*1_3_1"/>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6"/>
  <p:tag name="KSO_WM_UNIT_TEXT_FILL_TYPE" val="1"/>
</p:tagLst>
</file>

<file path=ppt/tags/tag118.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i"/>
  <p:tag name="KSO_WM_UNIT_INDEX" val="1_3_2"/>
  <p:tag name="KSO_WM_UNIT_ID" val="diagram20170889_3*m_h_i*1_3_2"/>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Lst>
</file>

<file path=ppt/tags/tag119.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i"/>
  <p:tag name="KSO_WM_UNIT_INDEX" val="1_4_1"/>
  <p:tag name="KSO_WM_UNIT_ID" val="diagram20170889_3*m_h_i*1_4_1"/>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 val="7"/>
  <p:tag name="KSO_WM_UNIT_FILL_TYPE" val="1"/>
  <p:tag name="KSO_WM_UNIT_TEXT_FILL_FORE_SCHEMECOLOR_INDEX" val="16"/>
  <p:tag name="KSO_WM_UNIT_TEXT_FILL_TYPE" val="1"/>
</p:tagLst>
</file>

<file path=ppt/tags/tag120.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i"/>
  <p:tag name="KSO_WM_UNIT_INDEX" val="1_4_2"/>
  <p:tag name="KSO_WM_UNIT_ID" val="diagram20170889_3*m_h_i*1_4_2"/>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 val="7"/>
  <p:tag name="KSO_WM_UNIT_FILL_TYPE" val="1"/>
  <p:tag name="KSO_WM_UNIT_TEXT_FILL_FORE_SCHEMECOLOR_INDEX" val="14"/>
  <p:tag name="KSO_WM_UNIT_TEXT_FILL_TYPE" val="1"/>
</p:tagLst>
</file>

<file path=ppt/tags/tag121.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a"/>
  <p:tag name="KSO_WM_UNIT_INDEX" val="1_3_1"/>
  <p:tag name="KSO_WM_UNIT_LAYERLEVEL" val="1_1_1"/>
  <p:tag name="KSO_WM_UNIT_VALUE" val="10"/>
  <p:tag name="KSO_WM_UNIT_HIGHLIGHT" val="0"/>
  <p:tag name="KSO_WM_UNIT_COMPATIBLE" val="0"/>
  <p:tag name="KSO_WM_DIAGRAM_GROUP_CODE" val="m1-1"/>
  <p:tag name="KSO_WM_UNIT_ID" val="diagram20170889_3*m_h_a*1_3_1"/>
  <p:tag name="KSO_WM_UNIT_ISCONTENTSTITLE" val="0"/>
  <p:tag name="KSO_WM_UNIT_NOCLEAR" val="0"/>
  <p:tag name="KSO_WM_UNIT_DIAGRAM_ISNUMVISUAL" val="0"/>
  <p:tag name="KSO_WM_UNIT_DIAGRAM_ISREFERUNIT" val="0"/>
  <p:tag name="KSO_WM_UNIT_PRESET_TEXT" val="添加标题"/>
  <p:tag name="KSO_WM_UNIT_TEXT_FILL_FORE_SCHEMECOLOR_INDEX" val="13"/>
  <p:tag name="KSO_WM_UNIT_TEXT_FILL_TYPE" val="1"/>
</p:tagLst>
</file>

<file path=ppt/tags/tag122.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f"/>
  <p:tag name="KSO_WM_UNIT_INDEX" val="1_3_1"/>
  <p:tag name="KSO_WM_UNIT_LAYERLEVEL" val="1_1_1"/>
  <p:tag name="KSO_WM_UNIT_VALUE" val="30"/>
  <p:tag name="KSO_WM_UNIT_HIGHLIGHT" val="0"/>
  <p:tag name="KSO_WM_UNIT_COMPATIBLE" val="0"/>
  <p:tag name="KSO_WM_DIAGRAM_GROUP_CODE" val="m1-1"/>
  <p:tag name="KSO_WM_UNIT_ID" val="diagram20170889_3*m_h_f*1_3_1"/>
  <p:tag name="KSO_WM_UNIT_NOCLEAR" val="0"/>
  <p:tag name="KSO_WM_UNIT_DIAGRAM_ISNUMVISUAL" val="0"/>
  <p:tag name="KSO_WM_UNIT_DIAGRAM_ISREFERUNIT" val="0"/>
  <p:tag name="KSO_WM_UNIT_PRESET_TEXT" val="单击此处添加文本具体内容，简明扼要的阐述您的观点。"/>
  <p:tag name="KSO_WM_UNIT_TEXT_FILL_FORE_SCHEMECOLOR_INDEX" val="13"/>
  <p:tag name="KSO_WM_UNIT_TEXT_FILL_TYPE" val="1"/>
</p:tagLst>
</file>

<file path=ppt/tags/tag123.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a"/>
  <p:tag name="KSO_WM_UNIT_INDEX" val="1_1_1"/>
  <p:tag name="KSO_WM_UNIT_LAYERLEVEL" val="1_1_1"/>
  <p:tag name="KSO_WM_UNIT_VALUE" val="10"/>
  <p:tag name="KSO_WM_UNIT_HIGHLIGHT" val="0"/>
  <p:tag name="KSO_WM_UNIT_COMPATIBLE" val="0"/>
  <p:tag name="KSO_WM_DIAGRAM_GROUP_CODE" val="m1-1"/>
  <p:tag name="KSO_WM_UNIT_ID" val="diagram20170889_3*m_h_a*1_1_1"/>
  <p:tag name="KSO_WM_UNIT_ISCONTENTSTITLE" val="0"/>
  <p:tag name="KSO_WM_UNIT_NOCLEAR" val="0"/>
  <p:tag name="KSO_WM_UNIT_DIAGRAM_ISNUMVISUAL" val="0"/>
  <p:tag name="KSO_WM_UNIT_DIAGRAM_ISREFERUNIT" val="0"/>
  <p:tag name="KSO_WM_UNIT_PRESET_TEXT" val="添加标题"/>
  <p:tag name="KSO_WM_UNIT_TEXT_FILL_FORE_SCHEMECOLOR_INDEX" val="13"/>
  <p:tag name="KSO_WM_UNIT_TEXT_FILL_TYPE" val="1"/>
</p:tagLst>
</file>

<file path=ppt/tags/tag124.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f"/>
  <p:tag name="KSO_WM_UNIT_INDEX" val="1_1_1"/>
  <p:tag name="KSO_WM_UNIT_LAYERLEVEL" val="1_1_1"/>
  <p:tag name="KSO_WM_UNIT_VALUE" val="30"/>
  <p:tag name="KSO_WM_UNIT_HIGHLIGHT" val="0"/>
  <p:tag name="KSO_WM_UNIT_COMPATIBLE" val="0"/>
  <p:tag name="KSO_WM_DIAGRAM_GROUP_CODE" val="m1-1"/>
  <p:tag name="KSO_WM_UNIT_ID" val="diagram20170889_3*m_h_f*1_1_1"/>
  <p:tag name="KSO_WM_UNIT_NOCLEAR" val="0"/>
  <p:tag name="KSO_WM_UNIT_DIAGRAM_ISNUMVISUAL" val="0"/>
  <p:tag name="KSO_WM_UNIT_DIAGRAM_ISREFERUNIT" val="0"/>
  <p:tag name="KSO_WM_UNIT_PRESET_TEXT" val="单击此处添加文本具体内容，简明扼要的阐述您的观点。"/>
  <p:tag name="KSO_WM_UNIT_TEXT_FILL_FORE_SCHEMECOLOR_INDEX" val="13"/>
  <p:tag name="KSO_WM_UNIT_TEXT_FILL_TYPE" val="1"/>
</p:tagLst>
</file>

<file path=ppt/tags/tag125.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a"/>
  <p:tag name="KSO_WM_UNIT_INDEX" val="1_4_1"/>
  <p:tag name="KSO_WM_UNIT_LAYERLEVEL" val="1_1_1"/>
  <p:tag name="KSO_WM_UNIT_VALUE" val="10"/>
  <p:tag name="KSO_WM_UNIT_HIGHLIGHT" val="0"/>
  <p:tag name="KSO_WM_UNIT_COMPATIBLE" val="0"/>
  <p:tag name="KSO_WM_DIAGRAM_GROUP_CODE" val="m1-1"/>
  <p:tag name="KSO_WM_UNIT_ID" val="diagram20170889_3*m_h_a*1_4_1"/>
  <p:tag name="KSO_WM_UNIT_ISCONTENTSTITLE" val="0"/>
  <p:tag name="KSO_WM_UNIT_NOCLEAR" val="0"/>
  <p:tag name="KSO_WM_UNIT_DIAGRAM_ISNUMVISUAL" val="0"/>
  <p:tag name="KSO_WM_UNIT_DIAGRAM_ISREFERUNIT" val="0"/>
  <p:tag name="KSO_WM_UNIT_PRESET_TEXT" val="添加标题"/>
  <p:tag name="KSO_WM_UNIT_TEXT_FILL_FORE_SCHEMECOLOR_INDEX" val="13"/>
  <p:tag name="KSO_WM_UNIT_TEXT_FILL_TYPE" val="1"/>
</p:tagLst>
</file>

<file path=ppt/tags/tag126.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f"/>
  <p:tag name="KSO_WM_UNIT_INDEX" val="1_4_1"/>
  <p:tag name="KSO_WM_UNIT_LAYERLEVEL" val="1_1_1"/>
  <p:tag name="KSO_WM_UNIT_VALUE" val="30"/>
  <p:tag name="KSO_WM_UNIT_HIGHLIGHT" val="0"/>
  <p:tag name="KSO_WM_UNIT_COMPATIBLE" val="0"/>
  <p:tag name="KSO_WM_DIAGRAM_GROUP_CODE" val="m1-1"/>
  <p:tag name="KSO_WM_UNIT_ID" val="diagram20170889_3*m_h_f*1_4_1"/>
  <p:tag name="KSO_WM_UNIT_NOCLEAR" val="0"/>
  <p:tag name="KSO_WM_UNIT_DIAGRAM_ISNUMVISUAL" val="0"/>
  <p:tag name="KSO_WM_UNIT_DIAGRAM_ISREFERUNIT" val="0"/>
  <p:tag name="KSO_WM_UNIT_PRESET_TEXT" val="单击此处添加文本具体内容，简明扼要的阐述您的观点。"/>
  <p:tag name="KSO_WM_UNIT_TEXT_FILL_FORE_SCHEMECOLOR_INDEX" val="13"/>
  <p:tag name="KSO_WM_UNIT_TEXT_FILL_TYPE" val="1"/>
</p:tagLst>
</file>

<file path=ppt/tags/tag127.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a"/>
  <p:tag name="KSO_WM_UNIT_INDEX" val="1_2_1"/>
  <p:tag name="KSO_WM_UNIT_LAYERLEVEL" val="1_1_1"/>
  <p:tag name="KSO_WM_UNIT_VALUE" val="10"/>
  <p:tag name="KSO_WM_UNIT_HIGHLIGHT" val="0"/>
  <p:tag name="KSO_WM_UNIT_COMPATIBLE" val="0"/>
  <p:tag name="KSO_WM_DIAGRAM_GROUP_CODE" val="m1-1"/>
  <p:tag name="KSO_WM_UNIT_ID" val="diagram20170889_3*m_h_a*1_2_1"/>
  <p:tag name="KSO_WM_UNIT_ISCONTENTSTITLE" val="0"/>
  <p:tag name="KSO_WM_UNIT_NOCLEAR" val="0"/>
  <p:tag name="KSO_WM_UNIT_DIAGRAM_ISNUMVISUAL" val="0"/>
  <p:tag name="KSO_WM_UNIT_DIAGRAM_ISREFERUNIT" val="0"/>
  <p:tag name="KSO_WM_UNIT_PRESET_TEXT" val="添加标题"/>
  <p:tag name="KSO_WM_UNIT_TEXT_FILL_FORE_SCHEMECOLOR_INDEX" val="13"/>
  <p:tag name="KSO_WM_UNIT_TEXT_FILL_TYPE" val="1"/>
</p:tagLst>
</file>

<file path=ppt/tags/tag128.xml><?xml version="1.0" encoding="utf-8"?>
<p:tagLst xmlns:p="http://schemas.openxmlformats.org/presentationml/2006/main">
  <p:tag name="KSO_WM_TAG_VERSION" val="1.0"/>
  <p:tag name="KSO_WM_BEAUTIFY_FLAG" val="#wm#"/>
  <p:tag name="KSO_WM_TEMPLATE_CATEGORY" val="diagram"/>
  <p:tag name="KSO_WM_TEMPLATE_INDEX" val="20170889"/>
  <p:tag name="KSO_WM_UNIT_TYPE" val="m_h_f"/>
  <p:tag name="KSO_WM_UNIT_INDEX" val="1_2_1"/>
  <p:tag name="KSO_WM_UNIT_LAYERLEVEL" val="1_1_1"/>
  <p:tag name="KSO_WM_UNIT_VALUE" val="30"/>
  <p:tag name="KSO_WM_UNIT_HIGHLIGHT" val="0"/>
  <p:tag name="KSO_WM_UNIT_COMPATIBLE" val="0"/>
  <p:tag name="KSO_WM_DIAGRAM_GROUP_CODE" val="m1-1"/>
  <p:tag name="KSO_WM_UNIT_ID" val="diagram20170889_3*m_h_f*1_2_1"/>
  <p:tag name="KSO_WM_UNIT_NOCLEAR" val="0"/>
  <p:tag name="KSO_WM_UNIT_DIAGRAM_ISNUMVISUAL" val="0"/>
  <p:tag name="KSO_WM_UNIT_DIAGRAM_ISREFERUNIT" val="0"/>
  <p:tag name="KSO_WM_UNIT_PRESET_TEXT" val="单击此处添加文本具体内容，简明扼要的阐述您的观点。"/>
  <p:tag name="KSO_WM_UNIT_TEXT_FILL_FORE_SCHEMECOLOR_INDEX" val="13"/>
  <p:tag name="KSO_WM_UNIT_TEXT_FILL_TYPE" val="1"/>
</p:tagLst>
</file>

<file path=ppt/tags/tag129.xml><?xml version="1.0" encoding="utf-8"?>
<p:tagLst xmlns:p="http://schemas.openxmlformats.org/presentationml/2006/main">
  <p:tag name="KSO_WM_BEAUTIFY_FLAG" val="#wm#"/>
  <p:tag name="KSO_WM_TEMPLATE_CATEGORY" val="custom"/>
  <p:tag name="KSO_WM_TEMPLATE_INDEX" val="20205081"/>
</p:tagLst>
</file>

<file path=ppt/tags/tag130.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4_2"/>
  <p:tag name="KSO_WM_UNIT_ID" val="diagram20170390_3*l_h_i*1_4_2"/>
  <p:tag name="KSO_WM_UNIT_LAYERLEVEL" val="1_1_1"/>
  <p:tag name="KSO_WM_DIAGRAM_GROUP_CODE" val="l1-1"/>
  <p:tag name="KSO_WM_UNIT_HIGHLIGHT" val="0"/>
  <p:tag name="KSO_WM_UNIT_COMPATIBLE" val="0"/>
  <p:tag name="KSO_WM_UNIT_DIAGRAM_ISNUMVISUAL" val="0"/>
  <p:tag name="KSO_WM_UNIT_DIAGRAM_ISREFERUNIT" val="0"/>
  <p:tag name="KSO_WM_UNIT_LINE_FORE_SCHEMECOLOR_INDEX" val="5"/>
  <p:tag name="KSO_WM_UNIT_LINE_FILL_TYPE" val="2"/>
</p:tagLst>
</file>

<file path=ppt/tags/tag131.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3_2"/>
  <p:tag name="KSO_WM_UNIT_ID" val="diagram20170390_3*l_h_i*1_3_2"/>
  <p:tag name="KSO_WM_UNIT_LAYERLEVEL" val="1_1_1"/>
  <p:tag name="KSO_WM_DIAGRAM_GROUP_CODE" val="l1-1"/>
  <p:tag name="KSO_WM_UNIT_HIGHLIGHT" val="0"/>
  <p:tag name="KSO_WM_UNIT_COMPATIBLE" val="0"/>
  <p:tag name="KSO_WM_UNIT_DIAGRAM_ISNUMVISUAL" val="0"/>
  <p:tag name="KSO_WM_UNIT_DIAGRAM_ISREFERUNIT" val="0"/>
  <p:tag name="KSO_WM_UNIT_LINE_FORE_SCHEMECOLOR_INDEX" val="8"/>
  <p:tag name="KSO_WM_UNIT_LINE_FILL_TYPE" val="2"/>
</p:tagLst>
</file>

<file path=ppt/tags/tag132.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2_2"/>
  <p:tag name="KSO_WM_UNIT_ID" val="diagram20170390_3*l_h_i*1_2_2"/>
  <p:tag name="KSO_WM_UNIT_LAYERLEVEL" val="1_1_1"/>
  <p:tag name="KSO_WM_DIAGRAM_GROUP_CODE" val="l1-1"/>
  <p:tag name="KSO_WM_UNIT_HIGHLIGHT" val="0"/>
  <p:tag name="KSO_WM_UNIT_COMPATIBLE" val="0"/>
  <p:tag name="KSO_WM_UNIT_DIAGRAM_ISNUMVISUAL" val="0"/>
  <p:tag name="KSO_WM_UNIT_DIAGRAM_ISREFERUNIT" val="0"/>
  <p:tag name="KSO_WM_UNIT_LINE_FORE_SCHEMECOLOR_INDEX" val="7"/>
  <p:tag name="KSO_WM_UNIT_LINE_FILL_TYPE" val="2"/>
</p:tagLst>
</file>

<file path=ppt/tags/tag133.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1_2"/>
  <p:tag name="KSO_WM_UNIT_ID" val="diagram20170390_3*l_h_i*1_1_2"/>
  <p:tag name="KSO_WM_UNIT_LAYERLEVEL" val="1_1_1"/>
  <p:tag name="KSO_WM_DIAGRAM_GROUP_CODE" val="l1-1"/>
  <p:tag name="KSO_WM_UNIT_HIGHLIGHT" val="0"/>
  <p:tag name="KSO_WM_UNIT_COMPATIBLE" val="0"/>
  <p:tag name="KSO_WM_UNIT_DIAGRAM_ISNUMVISUAL" val="0"/>
  <p:tag name="KSO_WM_UNIT_DIAGRAM_ISREFERUNIT" val="0"/>
  <p:tag name="KSO_WM_UNIT_LINE_FORE_SCHEMECOLOR_INDEX" val="6"/>
  <p:tag name="KSO_WM_UNIT_LINE_FILL_TYPE" val="2"/>
</p:tagLst>
</file>

<file path=ppt/tags/tag134.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2_1"/>
  <p:tag name="KSO_WM_UNIT_ID" val="diagram20170390_3*l_h_i*1_2_1"/>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7"/>
  <p:tag name="KSO_WM_UNIT_FILL_TYPE" val="1"/>
  <p:tag name="KSO_WM_UNIT_TEXT_FILL_FORE_SCHEMECOLOR_INDEX" val="13"/>
  <p:tag name="KSO_WM_UNIT_TEXT_FILL_TYPE" val="1"/>
</p:tagLst>
</file>

<file path=ppt/tags/tag135.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1_1"/>
  <p:tag name="KSO_WM_UNIT_ID" val="diagram20170390_3*l_h_i*1_1_1"/>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3"/>
  <p:tag name="KSO_WM_UNIT_TEXT_FILL_TYPE" val="1"/>
</p:tagLst>
</file>

<file path=ppt/tags/tag136.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4_1"/>
  <p:tag name="KSO_WM_UNIT_ID" val="diagram20170390_3*l_h_i*1_4_1"/>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13"/>
  <p:tag name="KSO_WM_UNIT_TEXT_FILL_TYPE" val="1"/>
</p:tagLst>
</file>

<file path=ppt/tags/tag137.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i"/>
  <p:tag name="KSO_WM_UNIT_INDEX" val="1_3_1"/>
  <p:tag name="KSO_WM_UNIT_ID" val="diagram20170390_3*l_h_i*1_3_1"/>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8"/>
  <p:tag name="KSO_WM_UNIT_FILL_TYPE" val="1"/>
  <p:tag name="KSO_WM_UNIT_TEXT_FILL_FORE_SCHEMECOLOR_INDEX" val="13"/>
  <p:tag name="KSO_WM_UNIT_TEXT_FILL_TYPE" val="1"/>
</p:tagLst>
</file>

<file path=ppt/tags/tag138.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f"/>
  <p:tag name="KSO_WM_UNIT_INDEX" val="1_1_1"/>
  <p:tag name="KSO_WM_UNIT_LAYERLEVEL" val="1_1_1"/>
  <p:tag name="KSO_WM_UNIT_VALUE" val="30"/>
  <p:tag name="KSO_WM_UNIT_HIGHLIGHT" val="0"/>
  <p:tag name="KSO_WM_UNIT_COMPATIBLE" val="0"/>
  <p:tag name="KSO_WM_DIAGRAM_GROUP_CODE" val="l1-1"/>
  <p:tag name="KSO_WM_UNIT_ID" val="diagram20170390_3*l_h_f*1_1_1"/>
  <p:tag name="KSO_WM_UNIT_NOCLEAR" val="0"/>
  <p:tag name="KSO_WM_UNIT_DIAGRAM_ISNUMVISUAL" val="0"/>
  <p:tag name="KSO_WM_UNIT_DIAGRAM_ISREFERUNIT" val="0"/>
  <p:tag name="KSO_WM_UNIT_PRESET_TEXT" val="单击此处添加文本具体内容，简明扼要地阐述你的观点"/>
  <p:tag name="KSO_WM_UNIT_TEXT_FILL_FORE_SCHEMECOLOR_INDEX" val="13"/>
  <p:tag name="KSO_WM_UNIT_TEXT_FILL_TYPE" val="1"/>
</p:tagLst>
</file>

<file path=ppt/tags/tag139.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a"/>
  <p:tag name="KSO_WM_UNIT_INDEX" val="1_1_1"/>
  <p:tag name="KSO_WM_UNIT_LAYERLEVEL" val="1_1_1"/>
  <p:tag name="KSO_WM_UNIT_VALUE" val="10"/>
  <p:tag name="KSO_WM_UNIT_HIGHLIGHT" val="0"/>
  <p:tag name="KSO_WM_UNIT_COMPATIBLE" val="0"/>
  <p:tag name="KSO_WM_DIAGRAM_GROUP_CODE" val="l1-1"/>
  <p:tag name="KSO_WM_UNIT_ID" val="diagram20170390_3*l_h_a*1_1_1"/>
  <p:tag name="KSO_WM_UNIT_ISCONTENTSTITLE" val="0"/>
  <p:tag name="KSO_WM_UNIT_NOCLEAR" val="0"/>
  <p:tag name="KSO_WM_UNIT_DIAGRAM_ISNUMVISUAL" val="0"/>
  <p:tag name="KSO_WM_UNIT_DIAGRAM_ISREFERUNIT" val="0"/>
  <p:tag name="KSO_WM_UNIT_PRESET_TEXT" val="单击此处添加标题"/>
  <p:tag name="KSO_WM_UNIT_TEXT_FILL_FORE_SCHEMECOLOR_INDEX" val="13"/>
  <p:tag name="KSO_WM_UNIT_TEXT_FILL_TYPE" val="1"/>
</p:tagLst>
</file>

<file path=ppt/tags/tag140.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f"/>
  <p:tag name="KSO_WM_UNIT_INDEX" val="1_4_1"/>
  <p:tag name="KSO_WM_UNIT_LAYERLEVEL" val="1_1_1"/>
  <p:tag name="KSO_WM_UNIT_VALUE" val="30"/>
  <p:tag name="KSO_WM_UNIT_HIGHLIGHT" val="0"/>
  <p:tag name="KSO_WM_UNIT_COMPATIBLE" val="0"/>
  <p:tag name="KSO_WM_DIAGRAM_GROUP_CODE" val="l1-1"/>
  <p:tag name="KSO_WM_UNIT_ID" val="diagram20170390_3*l_h_f*1_4_1"/>
  <p:tag name="KSO_WM_UNIT_NOCLEAR" val="0"/>
  <p:tag name="KSO_WM_UNIT_DIAGRAM_ISNUMVISUAL" val="0"/>
  <p:tag name="KSO_WM_UNIT_DIAGRAM_ISREFERUNIT" val="0"/>
  <p:tag name="KSO_WM_UNIT_PRESET_TEXT" val="单击此处添加文本具体内容，简明扼要地阐述你的观点"/>
  <p:tag name="KSO_WM_UNIT_TEXT_FILL_FORE_SCHEMECOLOR_INDEX" val="13"/>
  <p:tag name="KSO_WM_UNIT_TEXT_FILL_TYPE" val="1"/>
</p:tagLst>
</file>

<file path=ppt/tags/tag141.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a"/>
  <p:tag name="KSO_WM_UNIT_INDEX" val="1_4_1"/>
  <p:tag name="KSO_WM_UNIT_LAYERLEVEL" val="1_1_1"/>
  <p:tag name="KSO_WM_UNIT_VALUE" val="10"/>
  <p:tag name="KSO_WM_UNIT_HIGHLIGHT" val="0"/>
  <p:tag name="KSO_WM_UNIT_COMPATIBLE" val="0"/>
  <p:tag name="KSO_WM_DIAGRAM_GROUP_CODE" val="l1-1"/>
  <p:tag name="KSO_WM_UNIT_ID" val="diagram20170390_3*l_h_a*1_4_1"/>
  <p:tag name="KSO_WM_UNIT_ISCONTENTSTITLE" val="0"/>
  <p:tag name="KSO_WM_UNIT_NOCLEAR" val="0"/>
  <p:tag name="KSO_WM_UNIT_DIAGRAM_ISNUMVISUAL" val="0"/>
  <p:tag name="KSO_WM_UNIT_DIAGRAM_ISREFERUNIT" val="0"/>
  <p:tag name="KSO_WM_UNIT_PRESET_TEXT" val="单击此处添加标题"/>
  <p:tag name="KSO_WM_UNIT_TEXT_FILL_FORE_SCHEMECOLOR_INDEX" val="13"/>
  <p:tag name="KSO_WM_UNIT_TEXT_FILL_TYPE" val="1"/>
</p:tagLst>
</file>

<file path=ppt/tags/tag142.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f"/>
  <p:tag name="KSO_WM_UNIT_INDEX" val="1_2_1"/>
  <p:tag name="KSO_WM_UNIT_LAYERLEVEL" val="1_1_1"/>
  <p:tag name="KSO_WM_UNIT_VALUE" val="30"/>
  <p:tag name="KSO_WM_UNIT_HIGHLIGHT" val="0"/>
  <p:tag name="KSO_WM_UNIT_COMPATIBLE" val="0"/>
  <p:tag name="KSO_WM_DIAGRAM_GROUP_CODE" val="l1-1"/>
  <p:tag name="KSO_WM_UNIT_ID" val="diagram20170390_3*l_h_f*1_2_1"/>
  <p:tag name="KSO_WM_UNIT_NOCLEAR" val="0"/>
  <p:tag name="KSO_WM_UNIT_DIAGRAM_ISNUMVISUAL" val="0"/>
  <p:tag name="KSO_WM_UNIT_DIAGRAM_ISREFERUNIT" val="0"/>
  <p:tag name="KSO_WM_UNIT_PRESET_TEXT" val="单击此处添加文本具体内容，简明扼要地阐述你的观点"/>
  <p:tag name="KSO_WM_UNIT_TEXT_FILL_FORE_SCHEMECOLOR_INDEX" val="13"/>
  <p:tag name="KSO_WM_UNIT_TEXT_FILL_TYPE" val="1"/>
</p:tagLst>
</file>

<file path=ppt/tags/tag143.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a"/>
  <p:tag name="KSO_WM_UNIT_INDEX" val="1_2_1"/>
  <p:tag name="KSO_WM_UNIT_LAYERLEVEL" val="1_1_1"/>
  <p:tag name="KSO_WM_UNIT_VALUE" val="10"/>
  <p:tag name="KSO_WM_UNIT_HIGHLIGHT" val="0"/>
  <p:tag name="KSO_WM_UNIT_COMPATIBLE" val="0"/>
  <p:tag name="KSO_WM_DIAGRAM_GROUP_CODE" val="l1-1"/>
  <p:tag name="KSO_WM_UNIT_ID" val="diagram20170390_3*l_h_a*1_2_1"/>
  <p:tag name="KSO_WM_UNIT_ISCONTENTSTITLE" val="0"/>
  <p:tag name="KSO_WM_UNIT_NOCLEAR" val="0"/>
  <p:tag name="KSO_WM_UNIT_DIAGRAM_ISNUMVISUAL" val="0"/>
  <p:tag name="KSO_WM_UNIT_DIAGRAM_ISREFERUNIT" val="0"/>
  <p:tag name="KSO_WM_UNIT_PRESET_TEXT" val="单击此处添加标题"/>
  <p:tag name="KSO_WM_UNIT_TEXT_FILL_FORE_SCHEMECOLOR_INDEX" val="13"/>
  <p:tag name="KSO_WM_UNIT_TEXT_FILL_TYPE" val="1"/>
</p:tagLst>
</file>

<file path=ppt/tags/tag144.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f"/>
  <p:tag name="KSO_WM_UNIT_INDEX" val="1_3_1"/>
  <p:tag name="KSO_WM_UNIT_LAYERLEVEL" val="1_1_1"/>
  <p:tag name="KSO_WM_UNIT_VALUE" val="30"/>
  <p:tag name="KSO_WM_UNIT_HIGHLIGHT" val="0"/>
  <p:tag name="KSO_WM_UNIT_COMPATIBLE" val="0"/>
  <p:tag name="KSO_WM_DIAGRAM_GROUP_CODE" val="l1-1"/>
  <p:tag name="KSO_WM_UNIT_ID" val="diagram20170390_3*l_h_f*1_3_1"/>
  <p:tag name="KSO_WM_UNIT_NOCLEAR" val="0"/>
  <p:tag name="KSO_WM_UNIT_DIAGRAM_ISNUMVISUAL" val="0"/>
  <p:tag name="KSO_WM_UNIT_DIAGRAM_ISREFERUNIT" val="0"/>
  <p:tag name="KSO_WM_UNIT_PRESET_TEXT" val="单击此处添加文本具体内容，简明扼要地阐述你的观点"/>
  <p:tag name="KSO_WM_UNIT_TEXT_FILL_FORE_SCHEMECOLOR_INDEX" val="13"/>
  <p:tag name="KSO_WM_UNIT_TEXT_FILL_TYPE" val="1"/>
</p:tagLst>
</file>

<file path=ppt/tags/tag145.xml><?xml version="1.0" encoding="utf-8"?>
<p:tagLst xmlns:p="http://schemas.openxmlformats.org/presentationml/2006/main">
  <p:tag name="KSO_WM_TAG_VERSION" val="1.0"/>
  <p:tag name="KSO_WM_BEAUTIFY_FLAG" val="#wm#"/>
  <p:tag name="KSO_WM_TEMPLATE_CATEGORY" val="diagram"/>
  <p:tag name="KSO_WM_TEMPLATE_INDEX" val="20170390"/>
  <p:tag name="KSO_WM_UNIT_TYPE" val="l_h_a"/>
  <p:tag name="KSO_WM_UNIT_INDEX" val="1_3_1"/>
  <p:tag name="KSO_WM_UNIT_LAYERLEVEL" val="1_1_1"/>
  <p:tag name="KSO_WM_UNIT_VALUE" val="10"/>
  <p:tag name="KSO_WM_UNIT_HIGHLIGHT" val="0"/>
  <p:tag name="KSO_WM_UNIT_COMPATIBLE" val="0"/>
  <p:tag name="KSO_WM_DIAGRAM_GROUP_CODE" val="l1-1"/>
  <p:tag name="KSO_WM_UNIT_ID" val="diagram20170390_3*l_h_a*1_3_1"/>
  <p:tag name="KSO_WM_UNIT_ISCONTENTSTITLE" val="0"/>
  <p:tag name="KSO_WM_UNIT_NOCLEAR" val="0"/>
  <p:tag name="KSO_WM_UNIT_DIAGRAM_ISNUMVISUAL" val="0"/>
  <p:tag name="KSO_WM_UNIT_DIAGRAM_ISREFERUNIT" val="0"/>
  <p:tag name="KSO_WM_UNIT_PRESET_TEXT" val="单击此处添加标题"/>
  <p:tag name="KSO_WM_UNIT_TEXT_FILL_FORE_SCHEMECOLOR_INDEX" val="13"/>
  <p:tag name="KSO_WM_UNIT_TEXT_FILL_TYPE" val="1"/>
</p:tagLst>
</file>

<file path=ppt/tags/tag146.xml><?xml version="1.0" encoding="utf-8"?>
<p:tagLst xmlns:p="http://schemas.openxmlformats.org/presentationml/2006/main">
  <p:tag name="KSO_WM_BEAUTIFY_FLAG" val="#wm#"/>
  <p:tag name="KSO_WM_TEMPLATE_CATEGORY" val="custom"/>
  <p:tag name="KSO_WM_TEMPLATE_INDEX" val="20205081"/>
</p:tagLst>
</file>

<file path=ppt/tags/tag147.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3454</Words>
  <Application>WPS 演示</Application>
  <PresentationFormat>宽屏</PresentationFormat>
  <Paragraphs>210</Paragraphs>
  <Slides>15</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宋体</vt:lpstr>
      <vt:lpstr>Wingdings</vt:lpstr>
      <vt:lpstr>微软雅黑</vt:lpstr>
      <vt:lpstr>Wingdings</vt:lpstr>
      <vt:lpstr>汉仪糯米团简</vt:lpstr>
      <vt:lpstr>华文仿宋</vt:lpstr>
      <vt:lpstr>汉仪字研卡通繁</vt:lpstr>
      <vt:lpstr>Segoe UI</vt:lpstr>
      <vt:lpstr>微软雅黑 Light</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FIND YOU</cp:lastModifiedBy>
  <cp:revision>155</cp:revision>
  <dcterms:created xsi:type="dcterms:W3CDTF">2019-06-19T02:08:00Z</dcterms:created>
  <dcterms:modified xsi:type="dcterms:W3CDTF">2026-10-25T06:06:19Z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KSOTemplateUUID">
    <vt:lpwstr>v1.0_mb_mNLcJC6jA1vZHZ9mpa0iAw==</vt:lpwstr>
  </property>
  <property fmtid="{D5CDD505-2E9C-101B-9397-08002B2CF9AE}" pid="4" name="ICV">
    <vt:lpwstr>EF5A120394E246B19C86F60AC2412C2A_11</vt:lpwstr>
  </property>
</Properties>
</file>