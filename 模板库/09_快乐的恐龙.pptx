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21"/>
  </p:handoutMasterIdLst>
  <p:sldIdLst>
    <p:sldId id="409" r:id="rId3"/>
    <p:sldId id="411" r:id="rId4"/>
    <p:sldId id="413" r:id="rId5"/>
    <p:sldId id="414" r:id="rId6"/>
    <p:sldId id="418" r:id="rId7"/>
    <p:sldId id="417" r:id="rId8"/>
    <p:sldId id="419" r:id="rId9"/>
    <p:sldId id="420" r:id="rId11"/>
    <p:sldId id="421" r:id="rId12"/>
    <p:sldId id="430" r:id="rId13"/>
    <p:sldId id="415" r:id="rId14"/>
    <p:sldId id="422" r:id="rId15"/>
    <p:sldId id="423" r:id="rId16"/>
    <p:sldId id="416" r:id="rId17"/>
    <p:sldId id="424" r:id="rId18"/>
    <p:sldId id="425" r:id="rId19"/>
    <p:sldId id="410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5" userDrawn="1">
          <p15:clr>
            <a:srgbClr val="A4A3A4"/>
          </p15:clr>
        </p15:guide>
        <p15:guide id="2" pos="37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D7E7"/>
    <a:srgbClr val="FFFFFF"/>
    <a:srgbClr val="5F4232"/>
    <a:srgbClr val="009AB2"/>
    <a:srgbClr val="AFD5E8"/>
    <a:srgbClr val="ACD6E6"/>
    <a:srgbClr val="DCDCDC"/>
    <a:srgbClr val="F0F0F0"/>
    <a:srgbClr val="E6E6E6"/>
    <a:srgbClr val="C8C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5"/>
        <p:guide pos="377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914400" marR="0" lvl="2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371600" marR="0" lvl="3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828800" marR="0" lvl="4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>
              <a:lnSpc>
                <a:spcPct val="130000"/>
              </a:lnSpc>
              <a:buFont typeface="Wingdings" panose="05000000000000000000" pitchFamily="2" charset="2"/>
              <a:buChar char="l"/>
              <a:defRPr sz="1600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>
              <a:lnSpc>
                <a:spcPct val="130000"/>
              </a:lnSpc>
              <a:buFont typeface="Wingdings" panose="05000000000000000000" pitchFamily="2" charset="2"/>
              <a:buChar char="l"/>
              <a:defRPr sz="1600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30000"/>
              </a:lnSpc>
              <a:buFont typeface="Wingdings" panose="05000000000000000000" pitchFamily="2" charset="2"/>
              <a:buChar char="l"/>
              <a:defRPr sz="1600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30000"/>
              </a:lnSpc>
              <a:buFont typeface="Wingdings" panose="05000000000000000000" pitchFamily="2" charset="2"/>
              <a:buChar char="l"/>
              <a:defRPr sz="1600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1264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单击此处编辑文本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indent="0" eaLnBrk="1" fontAlgn="auto" latinLnBrk="0" hangingPunct="1">
              <a:lnSpc>
                <a:spcPct val="160000"/>
              </a:lnSpc>
              <a:spcAft>
                <a:spcPts val="1600"/>
              </a:spcAft>
              <a:buNone/>
              <a:defRPr spc="3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indent="0" eaLnBrk="1" fontAlgn="auto" latinLnBrk="0" hangingPunct="1">
              <a:lnSpc>
                <a:spcPct val="160000"/>
              </a:lnSpc>
              <a:spcAft>
                <a:spcPts val="1600"/>
              </a:spcAft>
              <a:buNone/>
              <a:defRPr spc="3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indent="0" eaLnBrk="1" fontAlgn="auto" latinLnBrk="0" hangingPunct="1">
              <a:lnSpc>
                <a:spcPct val="160000"/>
              </a:lnSpc>
              <a:spcAft>
                <a:spcPts val="1600"/>
              </a:spcAft>
              <a:buNone/>
              <a:defRPr spc="3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indent="0" eaLnBrk="1" fontAlgn="auto" latinLnBrk="0" hangingPunct="1">
              <a:lnSpc>
                <a:spcPct val="160000"/>
              </a:lnSpc>
              <a:spcAft>
                <a:spcPts val="1600"/>
              </a:spcAft>
              <a:buNone/>
              <a:defRPr spc="3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indent="0" eaLnBrk="1" fontAlgn="auto" latinLnBrk="0" hangingPunct="1">
              <a:lnSpc>
                <a:spcPct val="160000"/>
              </a:lnSpc>
              <a:spcAft>
                <a:spcPts val="1600"/>
              </a:spcAft>
              <a:buNone/>
              <a:defRPr spc="3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11430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6002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20574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515600"/>
            <a:ext cx="10969200" cy="473688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6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7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8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69.xml"/><Relationship Id="rId4" Type="http://schemas.openxmlformats.org/officeDocument/2006/relationships/image" Target="../media/image4.png"/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70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71.xml"/><Relationship Id="rId6" Type="http://schemas.openxmlformats.org/officeDocument/2006/relationships/image" Target="../media/image16.png"/><Relationship Id="rId5" Type="http://schemas.openxmlformats.org/officeDocument/2006/relationships/image" Target="../media/image4.png"/><Relationship Id="rId4" Type="http://schemas.openxmlformats.org/officeDocument/2006/relationships/image" Target="../media/image9.png"/><Relationship Id="rId3" Type="http://schemas.openxmlformats.org/officeDocument/2006/relationships/image" Target="../media/image10.png"/><Relationship Id="rId2" Type="http://schemas.openxmlformats.org/officeDocument/2006/relationships/image" Target="../media/image15.png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72.xml"/><Relationship Id="rId5" Type="http://schemas.openxmlformats.org/officeDocument/2006/relationships/image" Target="../media/image4.png"/><Relationship Id="rId4" Type="http://schemas.openxmlformats.org/officeDocument/2006/relationships/image" Target="../media/image9.png"/><Relationship Id="rId3" Type="http://schemas.openxmlformats.org/officeDocument/2006/relationships/image" Target="../media/image10.png"/><Relationship Id="rId2" Type="http://schemas.openxmlformats.org/officeDocument/2006/relationships/image" Target="../media/image17.png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3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74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75.xml"/><Relationship Id="rId3" Type="http://schemas.openxmlformats.org/officeDocument/2006/relationships/image" Target="../media/image9.png"/><Relationship Id="rId2" Type="http://schemas.openxmlformats.org/officeDocument/2006/relationships/image" Target="../media/image18.png"/><Relationship Id="rId1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6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77.xml"/><Relationship Id="rId1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78.xml"/><Relationship Id="rId2" Type="http://schemas.openxmlformats.org/officeDocument/2006/relationships/image" Target="../media/image19.png"/><Relationship Id="rId1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9.xml"/><Relationship Id="rId1" Type="http://schemas.openxmlformats.org/officeDocument/2006/relationships/image" Target="../media/image2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958840" y="1927860"/>
            <a:ext cx="577659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0">
                <a:solidFill>
                  <a:srgbClr val="5F4232"/>
                </a:solidFill>
                <a:latin typeface="方正卡通简体" panose="03000509000000000000" charset="-122"/>
                <a:ea typeface="方正卡通简体" panose="03000509000000000000" charset="-122"/>
              </a:rPr>
              <a:t>快乐的恐龙</a:t>
            </a:r>
            <a:endParaRPr lang="zh-CN" altLang="en-US" sz="8000">
              <a:solidFill>
                <a:srgbClr val="5F4232"/>
              </a:solidFill>
              <a:latin typeface="方正卡通简体" panose="03000509000000000000" charset="-122"/>
              <a:ea typeface="方正卡通简体" panose="03000509000000000000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081078" y="3206151"/>
            <a:ext cx="55321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 fontAlgn="auto">
              <a:lnSpc>
                <a:spcPct val="150000"/>
              </a:lnSpc>
            </a:pP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j-ea"/>
                <a:sym typeface="+mn-ea"/>
              </a:rPr>
              <a:t>可爱卡通教学通用</a:t>
            </a:r>
            <a:r>
              <a:rPr lang="en-US" altLang="zh-CN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j-ea"/>
                <a:sym typeface="+mn-ea"/>
              </a:rPr>
              <a:t>PPT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j-ea"/>
                <a:sym typeface="+mn-ea"/>
              </a:rPr>
              <a:t>模板</a:t>
            </a:r>
            <a:endParaRPr lang="zh-CN" altLang="en-US" sz="160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+mj-ea"/>
              <a:sym typeface="+mn-ea"/>
            </a:endParaRPr>
          </a:p>
        </p:txBody>
      </p:sp>
      <p:sp>
        <p:nvSpPr>
          <p:cNvPr id="7" name="流程图: 可选过程 6"/>
          <p:cNvSpPr/>
          <p:nvPr/>
        </p:nvSpPr>
        <p:spPr>
          <a:xfrm>
            <a:off x="8111173" y="3766820"/>
            <a:ext cx="1471930" cy="325755"/>
          </a:xfrm>
          <a:prstGeom prst="flowChartAlternateProcess">
            <a:avLst/>
          </a:prstGeom>
          <a:solidFill>
            <a:srgbClr val="AFD5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143240" y="3787140"/>
            <a:ext cx="140779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授课人：皮皮虾</a:t>
            </a:r>
            <a:endParaRPr lang="zh-CN" altLang="en-US" sz="1200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文本框 394"/>
          <p:cNvSpPr txBox="1"/>
          <p:nvPr/>
        </p:nvSpPr>
        <p:spPr>
          <a:xfrm>
            <a:off x="8359177" y="1268766"/>
            <a:ext cx="155448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5400">
                <a:solidFill>
                  <a:srgbClr val="5F4232"/>
                </a:solidFill>
                <a:latin typeface="方正卡通简体" panose="03000509000000000000" charset="-122"/>
                <a:ea typeface="方正卡通简体" panose="03000509000000000000" charset="-122"/>
                <a:cs typeface="方正卡通简体" panose="03000509000000000000" charset="-122"/>
              </a:rPr>
              <a:t>目录</a:t>
            </a:r>
            <a:endParaRPr lang="zh-CN" altLang="en-US" sz="5400">
              <a:solidFill>
                <a:srgbClr val="5F4232"/>
              </a:solidFill>
              <a:latin typeface="方正卡通简体" panose="03000509000000000000" charset="-122"/>
              <a:ea typeface="方正卡通简体" panose="03000509000000000000" charset="-122"/>
              <a:cs typeface="方正卡通简体" panose="03000509000000000000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6981190" y="2300391"/>
            <a:ext cx="4379595" cy="703159"/>
            <a:chOff x="10892" y="4002"/>
            <a:chExt cx="6897" cy="1107"/>
          </a:xfrm>
        </p:grpSpPr>
        <p:sp>
          <p:nvSpPr>
            <p:cNvPr id="372" name="文本框 6"/>
            <p:cNvSpPr txBox="1">
              <a:spLocks noChangeArrowheads="1"/>
            </p:cNvSpPr>
            <p:nvPr/>
          </p:nvSpPr>
          <p:spPr bwMode="auto">
            <a:xfrm>
              <a:off x="12349" y="4002"/>
              <a:ext cx="3648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9pPr>
            </a:lstStyle>
            <a:p>
              <a:pPr defTabSz="51435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800">
                  <a:solidFill>
                    <a:srgbClr val="5F4232"/>
                  </a:solidFill>
                  <a:latin typeface="方正卡通简体" panose="03000509000000000000" charset="-122"/>
                  <a:ea typeface="方正卡通简体" panose="03000509000000000000" charset="-122"/>
                  <a:cs typeface="方正卡通简体" panose="03000509000000000000" charset="-122"/>
                </a:rPr>
                <a:t>此处添加内容</a:t>
              </a:r>
              <a:endParaRPr lang="zh-CN" altLang="en-US" sz="2800">
                <a:solidFill>
                  <a:srgbClr val="5F4232"/>
                </a:solidFill>
                <a:latin typeface="方正卡通简体" panose="03000509000000000000" charset="-122"/>
                <a:ea typeface="方正卡通简体" panose="03000509000000000000" charset="-122"/>
                <a:cs typeface="方正卡通简体" panose="03000509000000000000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2458" y="4457"/>
              <a:ext cx="5331" cy="6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 fontAlgn="auto">
                <a:lnSpc>
                  <a:spcPct val="150000"/>
                </a:lnSpc>
              </a:pPr>
              <a:r>
                <a:rPr lang="en-US" altLang="zh-CN" sz="1400">
                  <a:solidFill>
                    <a:srgbClr val="5F4232"/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Lorem ipsum dolor sit amet,consecteture</a:t>
              </a:r>
              <a:endParaRPr lang="en-US" altLang="zh-CN" sz="1400">
                <a:solidFill>
                  <a:srgbClr val="5F4232"/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  <a:sym typeface="+mn-ea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0892" y="4264"/>
              <a:ext cx="1298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2400">
                  <a:solidFill>
                    <a:srgbClr val="5F4232"/>
                  </a:solidFill>
                  <a:latin typeface="阿里巴巴普惠体 M" panose="00020600040101010101" charset="-122"/>
                  <a:ea typeface="阿里巴巴普惠体 M" panose="00020600040101010101" charset="-122"/>
                </a:rPr>
                <a:t>01</a:t>
              </a:r>
              <a:endParaRPr lang="en-US" altLang="zh-CN" sz="2400">
                <a:solidFill>
                  <a:srgbClr val="5F4232"/>
                </a:solidFill>
                <a:latin typeface="阿里巴巴普惠体 M" panose="00020600040101010101" charset="-122"/>
                <a:ea typeface="阿里巴巴普惠体 M" panose="00020600040101010101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6981190" y="3253740"/>
            <a:ext cx="4379595" cy="702945"/>
            <a:chOff x="10892" y="4002"/>
            <a:chExt cx="6897" cy="1107"/>
          </a:xfrm>
        </p:grpSpPr>
        <p:sp>
          <p:nvSpPr>
            <p:cNvPr id="3" name="文本框 2"/>
            <p:cNvSpPr txBox="1">
              <a:spLocks noChangeArrowheads="1"/>
            </p:cNvSpPr>
            <p:nvPr/>
          </p:nvSpPr>
          <p:spPr bwMode="auto">
            <a:xfrm>
              <a:off x="12349" y="4002"/>
              <a:ext cx="3648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9pPr>
            </a:lstStyle>
            <a:p>
              <a:pPr defTabSz="51435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800">
                  <a:solidFill>
                    <a:srgbClr val="5F4232"/>
                  </a:solidFill>
                  <a:latin typeface="方正卡通简体" panose="03000509000000000000" charset="-122"/>
                  <a:ea typeface="方正卡通简体" panose="03000509000000000000" charset="-122"/>
                  <a:cs typeface="方正卡通简体" panose="03000509000000000000" charset="-122"/>
                </a:rPr>
                <a:t>此处添加内容</a:t>
              </a:r>
              <a:endParaRPr lang="zh-CN" altLang="en-US" sz="2800">
                <a:solidFill>
                  <a:srgbClr val="5F4232"/>
                </a:solidFill>
                <a:latin typeface="方正卡通简体" panose="03000509000000000000" charset="-122"/>
                <a:ea typeface="方正卡通简体" panose="03000509000000000000" charset="-122"/>
                <a:cs typeface="方正卡通简体" panose="03000509000000000000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2458" y="4457"/>
              <a:ext cx="5331" cy="6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 fontAlgn="auto">
                <a:lnSpc>
                  <a:spcPct val="150000"/>
                </a:lnSpc>
              </a:pPr>
              <a:r>
                <a:rPr lang="en-US" altLang="zh-CN" sz="1400">
                  <a:solidFill>
                    <a:srgbClr val="5F4232"/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Lorem ipsum dolor sit amet,consecteture</a:t>
              </a:r>
              <a:endParaRPr lang="en-US" altLang="zh-CN" sz="1400">
                <a:solidFill>
                  <a:srgbClr val="5F4232"/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  <a:sym typeface="+mn-ea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0892" y="4264"/>
              <a:ext cx="1298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2400">
                  <a:solidFill>
                    <a:srgbClr val="5F4232"/>
                  </a:solidFill>
                  <a:latin typeface="阿里巴巴普惠体 M" panose="00020600040101010101" charset="-122"/>
                  <a:ea typeface="阿里巴巴普惠体 M" panose="00020600040101010101" charset="-122"/>
                </a:rPr>
                <a:t>02</a:t>
              </a:r>
              <a:endParaRPr lang="en-US" altLang="zh-CN" sz="2400">
                <a:solidFill>
                  <a:srgbClr val="5F4232"/>
                </a:solidFill>
                <a:latin typeface="阿里巴巴普惠体 M" panose="00020600040101010101" charset="-122"/>
                <a:ea typeface="阿里巴巴普惠体 M" panose="00020600040101010101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6981190" y="4206875"/>
            <a:ext cx="4379595" cy="702945"/>
            <a:chOff x="10892" y="4002"/>
            <a:chExt cx="6897" cy="1107"/>
          </a:xfrm>
        </p:grpSpPr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12349" y="4002"/>
              <a:ext cx="3648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9pPr>
            </a:lstStyle>
            <a:p>
              <a:pPr defTabSz="51435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800">
                  <a:solidFill>
                    <a:srgbClr val="5F4232"/>
                  </a:solidFill>
                  <a:latin typeface="方正卡通简体" panose="03000509000000000000" charset="-122"/>
                  <a:ea typeface="方正卡通简体" panose="03000509000000000000" charset="-122"/>
                  <a:cs typeface="方正卡通简体" panose="03000509000000000000" charset="-122"/>
                </a:rPr>
                <a:t>此处添加内容</a:t>
              </a:r>
              <a:endParaRPr lang="zh-CN" altLang="en-US" sz="2800">
                <a:solidFill>
                  <a:srgbClr val="5F4232"/>
                </a:solidFill>
                <a:latin typeface="方正卡通简体" panose="03000509000000000000" charset="-122"/>
                <a:ea typeface="方正卡通简体" panose="03000509000000000000" charset="-122"/>
                <a:cs typeface="方正卡通简体" panose="03000509000000000000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2458" y="4457"/>
              <a:ext cx="5331" cy="6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 fontAlgn="auto">
                <a:lnSpc>
                  <a:spcPct val="150000"/>
                </a:lnSpc>
              </a:pPr>
              <a:r>
                <a:rPr lang="en-US" altLang="zh-CN" sz="1400">
                  <a:solidFill>
                    <a:srgbClr val="5F4232"/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Lorem ipsum dolor sit amet,consecteture</a:t>
              </a:r>
              <a:endParaRPr lang="en-US" altLang="zh-CN" sz="1400">
                <a:solidFill>
                  <a:srgbClr val="5F4232"/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  <a:sym typeface="+mn-ea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0892" y="4264"/>
              <a:ext cx="1298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2400">
                  <a:solidFill>
                    <a:srgbClr val="5F4232"/>
                  </a:solidFill>
                  <a:latin typeface="阿里巴巴普惠体 M" panose="00020600040101010101" charset="-122"/>
                  <a:ea typeface="阿里巴巴普惠体 M" panose="00020600040101010101" charset="-122"/>
                </a:rPr>
                <a:t>03</a:t>
              </a:r>
              <a:endParaRPr lang="en-US" altLang="zh-CN" sz="2400">
                <a:solidFill>
                  <a:srgbClr val="5F4232"/>
                </a:solidFill>
                <a:latin typeface="阿里巴巴普惠体 M" panose="00020600040101010101" charset="-122"/>
                <a:ea typeface="阿里巴巴普惠体 M" panose="00020600040101010101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6981190" y="5160010"/>
            <a:ext cx="4379595" cy="702945"/>
            <a:chOff x="10892" y="4002"/>
            <a:chExt cx="6897" cy="1107"/>
          </a:xfrm>
        </p:grpSpPr>
        <p:sp>
          <p:nvSpPr>
            <p:cNvPr id="17" name="文本框 16"/>
            <p:cNvSpPr txBox="1">
              <a:spLocks noChangeArrowheads="1"/>
            </p:cNvSpPr>
            <p:nvPr/>
          </p:nvSpPr>
          <p:spPr bwMode="auto">
            <a:xfrm>
              <a:off x="12349" y="4002"/>
              <a:ext cx="3648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9pPr>
            </a:lstStyle>
            <a:p>
              <a:pPr defTabSz="51435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800">
                  <a:solidFill>
                    <a:srgbClr val="5F4232"/>
                  </a:solidFill>
                  <a:latin typeface="方正卡通简体" panose="03000509000000000000" charset="-122"/>
                  <a:ea typeface="方正卡通简体" panose="03000509000000000000" charset="-122"/>
                  <a:cs typeface="方正卡通简体" panose="03000509000000000000" charset="-122"/>
                </a:rPr>
                <a:t>此处添加内容</a:t>
              </a:r>
              <a:endParaRPr lang="zh-CN" altLang="en-US" sz="2800">
                <a:solidFill>
                  <a:srgbClr val="5F4232"/>
                </a:solidFill>
                <a:latin typeface="方正卡通简体" panose="03000509000000000000" charset="-122"/>
                <a:ea typeface="方正卡通简体" panose="03000509000000000000" charset="-122"/>
                <a:cs typeface="方正卡通简体" panose="03000509000000000000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2458" y="4457"/>
              <a:ext cx="5331" cy="6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 fontAlgn="auto">
                <a:lnSpc>
                  <a:spcPct val="150000"/>
                </a:lnSpc>
              </a:pPr>
              <a:r>
                <a:rPr lang="en-US" altLang="zh-CN" sz="1400">
                  <a:solidFill>
                    <a:srgbClr val="5F4232"/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Lorem ipsum dolor sit amet,consecteture</a:t>
              </a:r>
              <a:endParaRPr lang="en-US" altLang="zh-CN" sz="1400">
                <a:solidFill>
                  <a:srgbClr val="5F4232"/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  <a:sym typeface="+mn-ea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0892" y="4264"/>
              <a:ext cx="1298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2400">
                  <a:solidFill>
                    <a:srgbClr val="5F4232"/>
                  </a:solidFill>
                  <a:latin typeface="阿里巴巴普惠体 M" panose="00020600040101010101" charset="-122"/>
                  <a:ea typeface="阿里巴巴普惠体 M" panose="00020600040101010101" charset="-122"/>
                </a:rPr>
                <a:t>04</a:t>
              </a:r>
              <a:endParaRPr lang="en-US" altLang="zh-CN" sz="2400">
                <a:solidFill>
                  <a:srgbClr val="5F4232"/>
                </a:solidFill>
                <a:latin typeface="阿里巴巴普惠体 M" panose="00020600040101010101" charset="-122"/>
                <a:ea typeface="阿里巴巴普惠体 M" panose="00020600040101010101" charset="-122"/>
              </a:endParaRPr>
            </a:p>
          </p:txBody>
        </p:sp>
      </p:grp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c0edd12b1c72b3c5f1eb984623cbda8a1c402b3371b7-8fMp4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-186690" y="854710"/>
            <a:ext cx="5687695" cy="5687695"/>
          </a:xfrm>
          <a:prstGeom prst="rect">
            <a:avLst/>
          </a:prstGeom>
        </p:spPr>
      </p:pic>
      <p:pic>
        <p:nvPicPr>
          <p:cNvPr id="7" name="图片 6" descr="图层 2"/>
          <p:cNvPicPr>
            <a:picLocks noChangeAspect="1"/>
          </p:cNvPicPr>
          <p:nvPr/>
        </p:nvPicPr>
        <p:blipFill>
          <a:blip r:embed="rId3"/>
          <a:srcRect t="9533" b="11067"/>
          <a:stretch>
            <a:fillRect/>
          </a:stretch>
        </p:blipFill>
        <p:spPr>
          <a:xfrm>
            <a:off x="5247005" y="1808480"/>
            <a:ext cx="6534150" cy="3448685"/>
          </a:xfrm>
          <a:prstGeom prst="rect">
            <a:avLst/>
          </a:prstGeom>
        </p:spPr>
      </p:pic>
      <p:sp>
        <p:nvSpPr>
          <p:cNvPr id="8" name="文本框 6"/>
          <p:cNvSpPr txBox="1">
            <a:spLocks noChangeArrowheads="1"/>
          </p:cNvSpPr>
          <p:nvPr/>
        </p:nvSpPr>
        <p:spPr bwMode="auto">
          <a:xfrm>
            <a:off x="7204393" y="3458845"/>
            <a:ext cx="292608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defTabSz="51435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600">
                <a:solidFill>
                  <a:srgbClr val="5F4232"/>
                </a:solidFill>
                <a:latin typeface="方正卡通简体" panose="03000509000000000000" charset="-122"/>
                <a:ea typeface="方正卡通简体" panose="03000509000000000000" charset="-122"/>
                <a:cs typeface="方正卡通简体" panose="03000509000000000000" charset="-122"/>
              </a:rPr>
              <a:t>此处添加内容</a:t>
            </a:r>
            <a:endParaRPr lang="zh-CN" altLang="en-US" sz="3600">
              <a:solidFill>
                <a:srgbClr val="5F4232"/>
              </a:solidFill>
              <a:latin typeface="方正卡通简体" panose="03000509000000000000" charset="-122"/>
              <a:ea typeface="方正卡通简体" panose="03000509000000000000" charset="-122"/>
              <a:cs typeface="方正卡通简体" panose="03000509000000000000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034088" y="3898265"/>
            <a:ext cx="52666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auto">
              <a:lnSpc>
                <a:spcPct val="150000"/>
              </a:lnSpc>
            </a:pPr>
            <a:r>
              <a:rPr lang="en-US" altLang="zh-CN" sz="1400">
                <a:solidFill>
                  <a:srgbClr val="5F4232"/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rPr>
              <a:t>Lorem ipsum dolor sit amet,consecteture </a:t>
            </a:r>
            <a:r>
              <a:rPr lang="en-US" altLang="zh-CN" sz="1400">
                <a:solidFill>
                  <a:srgbClr val="5F4232"/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  <a:sym typeface="+mn-ea"/>
              </a:rPr>
              <a:t>Lorem ipsum dolor sit amet,consecteture</a:t>
            </a:r>
            <a:endParaRPr lang="en-US" altLang="zh-CN" sz="1400">
              <a:solidFill>
                <a:srgbClr val="5F4232"/>
              </a:solidFill>
              <a:latin typeface="Calibri Light" panose="020F0302020204030204" pitchFamily="34" charset="0"/>
              <a:ea typeface="方正华隶简体" panose="03000509000000000000" charset="-122"/>
              <a:cs typeface="Calibri Light" panose="020F0302020204030204" pitchFamily="34" charset="0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128000" y="2666365"/>
            <a:ext cx="107886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6000">
                <a:solidFill>
                  <a:srgbClr val="5F4232"/>
                </a:solidFill>
                <a:latin typeface="阿里巴巴普惠体 M" panose="00020600040101010101" charset="-122"/>
                <a:ea typeface="阿里巴巴普惠体 M" panose="00020600040101010101" charset="-122"/>
              </a:rPr>
              <a:t>01</a:t>
            </a:r>
            <a:endParaRPr lang="en-US" altLang="zh-CN" sz="6000">
              <a:solidFill>
                <a:srgbClr val="5F4232"/>
              </a:solidFill>
              <a:latin typeface="阿里巴巴普惠体 M" panose="00020600040101010101" charset="-122"/>
              <a:ea typeface="阿里巴巴普惠体 M" panose="00020600040101010101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5ca939b77eef3b91e1e759f7f755eab1c1d6bdb733b85-h9Pvds"/>
          <p:cNvPicPr>
            <a:picLocks noChangeAspect="1"/>
          </p:cNvPicPr>
          <p:nvPr/>
        </p:nvPicPr>
        <p:blipFill>
          <a:blip r:embed="rId2"/>
          <a:srcRect t="17031" b="9406"/>
          <a:stretch>
            <a:fillRect/>
          </a:stretch>
        </p:blipFill>
        <p:spPr>
          <a:xfrm>
            <a:off x="-80010" y="1606550"/>
            <a:ext cx="6096000" cy="448437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285673" y="2361565"/>
            <a:ext cx="329755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rPr>
              <a:t>Lorem ipsum dolor sit amet,consecteture 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  <a:sym typeface="+mn-ea"/>
              </a:rPr>
              <a:t>Lorem ipsum dolor sit amet,consecteture 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ea typeface="方正华隶简体" panose="03000509000000000000" charset="-122"/>
              <a:cs typeface="Calibri Light" panose="020F0302020204030204" pitchFamily="34" charset="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131810" y="1961515"/>
            <a:ext cx="1605280" cy="521970"/>
          </a:xfrm>
          <a:prstGeom prst="rect">
            <a:avLst/>
          </a:prstGeom>
          <a:noFill/>
          <a:ln>
            <a:noFill/>
          </a:ln>
          <a:effectLst>
            <a:outerShdw blurRad="50800" dist="50800" dir="5400000" sx="1000" sy="1000" algn="ctr" rotWithShape="0">
              <a:srgbClr val="2B7D1E"/>
            </a:outerShdw>
          </a:effectLst>
        </p:spPr>
        <p:txBody>
          <a:bodyPr wrap="none" rtlCol="0">
            <a:spAutoFit/>
          </a:bodyPr>
          <a:p>
            <a:pPr algn="l"/>
            <a:r>
              <a:rPr lang="zh-CN" altLang="en-US" sz="2800" dirty="0">
                <a:ln w="1270">
                  <a:noFill/>
                </a:ln>
                <a:solidFill>
                  <a:srgbClr val="5F4232"/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rPr>
              <a:t>输入标题</a:t>
            </a:r>
            <a:endParaRPr lang="zh-CN" altLang="en-US" sz="2800" dirty="0">
              <a:ln w="1270">
                <a:noFill/>
              </a:ln>
              <a:solidFill>
                <a:srgbClr val="5F4232"/>
              </a:solidFill>
              <a:effectLst/>
              <a:latin typeface="方正卡通简体" panose="03000509000000000000" charset="-122"/>
              <a:ea typeface="方正卡通简体" panose="03000509000000000000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6015990" y="3958590"/>
            <a:ext cx="2833370" cy="1460500"/>
            <a:chOff x="9247" y="6250"/>
            <a:chExt cx="4462" cy="2300"/>
          </a:xfrm>
        </p:grpSpPr>
        <p:sp>
          <p:nvSpPr>
            <p:cNvPr id="4" name="文本框 3"/>
            <p:cNvSpPr txBox="1"/>
            <p:nvPr/>
          </p:nvSpPr>
          <p:spPr>
            <a:xfrm>
              <a:off x="9247" y="6880"/>
              <a:ext cx="4462" cy="1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Lorem ipsum dolor sit amet,consecteture 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  <a:sym typeface="+mn-ea"/>
                </a:rPr>
                <a:t>Lorem ipsum dolor sit amet,consecteture </a:t>
              </a:r>
              <a:endPara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  <a:sym typeface="+mn-ea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0214" y="6250"/>
              <a:ext cx="2528" cy="822"/>
            </a:xfrm>
            <a:prstGeom prst="rect">
              <a:avLst/>
            </a:prstGeom>
            <a:noFill/>
            <a:ln>
              <a:noFill/>
            </a:ln>
            <a:effectLst>
              <a:outerShdw blurRad="50800" dist="50800" dir="5400000" sx="1000" sy="1000" algn="ctr" rotWithShape="0">
                <a:srgbClr val="2B7D1E"/>
              </a:outerShdw>
            </a:effectLst>
          </p:spPr>
          <p:txBody>
            <a:bodyPr wrap="none" rtlCol="0">
              <a:spAutoFit/>
            </a:bodyPr>
            <a:p>
              <a:pPr algn="l"/>
              <a:r>
                <a:rPr lang="zh-CN" altLang="en-US" sz="2800" dirty="0">
                  <a:ln w="1270">
                    <a:noFill/>
                  </a:ln>
                  <a:solidFill>
                    <a:srgbClr val="5F4232"/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rPr>
                <a:t>输入标题</a:t>
              </a:r>
              <a:endParaRPr lang="zh-CN" altLang="en-US" sz="2800" dirty="0">
                <a:ln w="1270">
                  <a:noFill/>
                </a:ln>
                <a:solidFill>
                  <a:srgbClr val="5F4232"/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9101455" y="3958590"/>
            <a:ext cx="2833370" cy="1460500"/>
            <a:chOff x="9247" y="6250"/>
            <a:chExt cx="4462" cy="2300"/>
          </a:xfrm>
        </p:grpSpPr>
        <p:sp>
          <p:nvSpPr>
            <p:cNvPr id="15" name="文本框 14"/>
            <p:cNvSpPr txBox="1"/>
            <p:nvPr/>
          </p:nvSpPr>
          <p:spPr>
            <a:xfrm>
              <a:off x="9247" y="6880"/>
              <a:ext cx="4462" cy="1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Lorem ipsum dolor sit amet,consecteture 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  <a:sym typeface="+mn-ea"/>
                </a:rPr>
                <a:t>Lorem ipsum dolor sit amet,consecteture </a:t>
              </a:r>
              <a:endPara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  <a:sym typeface="+mn-ea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0214" y="6250"/>
              <a:ext cx="2528" cy="822"/>
            </a:xfrm>
            <a:prstGeom prst="rect">
              <a:avLst/>
            </a:prstGeom>
            <a:noFill/>
            <a:ln>
              <a:noFill/>
            </a:ln>
            <a:effectLst>
              <a:outerShdw blurRad="50800" dist="50800" dir="5400000" sx="1000" sy="1000" algn="ctr" rotWithShape="0">
                <a:srgbClr val="2B7D1E"/>
              </a:outerShdw>
            </a:effectLst>
          </p:spPr>
          <p:txBody>
            <a:bodyPr wrap="none" rtlCol="0">
              <a:spAutoFit/>
            </a:bodyPr>
            <a:p>
              <a:pPr algn="l"/>
              <a:r>
                <a:rPr lang="zh-CN" altLang="en-US" sz="2800" dirty="0">
                  <a:ln w="1270">
                    <a:noFill/>
                  </a:ln>
                  <a:solidFill>
                    <a:srgbClr val="5F4232"/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rPr>
                <a:t>输入标题</a:t>
              </a:r>
              <a:endParaRPr lang="zh-CN" altLang="en-US" sz="2800" dirty="0">
                <a:ln w="1270">
                  <a:noFill/>
                </a:ln>
                <a:solidFill>
                  <a:srgbClr val="5F4232"/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rcRect l="-1252" t="29547" r="75028" b="47408"/>
          <a:stretch>
            <a:fillRect/>
          </a:stretch>
        </p:blipFill>
        <p:spPr>
          <a:xfrm flipH="1">
            <a:off x="5029200" y="1502410"/>
            <a:ext cx="2132965" cy="1874520"/>
          </a:xfrm>
          <a:prstGeom prst="ellipse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785360" y="429260"/>
            <a:ext cx="2621280" cy="583565"/>
          </a:xfrm>
          <a:prstGeom prst="rect">
            <a:avLst/>
          </a:prstGeom>
          <a:noFill/>
          <a:ln>
            <a:noFill/>
          </a:ln>
          <a:effectLst>
            <a:outerShdw blurRad="50800" dist="50800" dir="5400000" sx="1000" sy="1000" algn="ctr" rotWithShape="0">
              <a:srgbClr val="2B7D1E"/>
            </a:outerShdw>
          </a:effectLst>
        </p:spPr>
        <p:txBody>
          <a:bodyPr wrap="none" rtlCol="0">
            <a:spAutoFit/>
          </a:bodyPr>
          <a:p>
            <a:pPr algn="l"/>
            <a:r>
              <a:rPr lang="zh-CN" altLang="en-US" sz="3200" dirty="0">
                <a:ln w="1270">
                  <a:noFill/>
                </a:ln>
                <a:solidFill>
                  <a:srgbClr val="5F4232"/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rPr>
              <a:t>输入你的标题</a:t>
            </a:r>
            <a:endParaRPr lang="zh-CN" altLang="en-US" sz="3200" dirty="0">
              <a:ln w="1270">
                <a:noFill/>
              </a:ln>
              <a:solidFill>
                <a:srgbClr val="5F4232"/>
              </a:solidFill>
              <a:effectLst/>
              <a:latin typeface="方正卡通简体" panose="03000509000000000000" charset="-122"/>
              <a:ea typeface="方正卡通简体" panose="03000509000000000000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780" y="1230630"/>
            <a:ext cx="5243830" cy="4632325"/>
          </a:xfrm>
          <a:prstGeom prst="rect">
            <a:avLst/>
          </a:prstGeom>
        </p:spPr>
      </p:pic>
      <p:pic>
        <p:nvPicPr>
          <p:cNvPr id="8" name="图片 7" descr="图层 2"/>
          <p:cNvPicPr>
            <a:picLocks noChangeAspect="1"/>
          </p:cNvPicPr>
          <p:nvPr/>
        </p:nvPicPr>
        <p:blipFill>
          <a:blip r:embed="rId3"/>
          <a:srcRect l="9498"/>
          <a:stretch>
            <a:fillRect/>
          </a:stretch>
        </p:blipFill>
        <p:spPr>
          <a:xfrm flipH="1">
            <a:off x="6010910" y="2023110"/>
            <a:ext cx="5935345" cy="4427220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1565910" y="2787015"/>
            <a:ext cx="3495675" cy="2106930"/>
            <a:chOff x="8779" y="6250"/>
            <a:chExt cx="5505" cy="3318"/>
          </a:xfrm>
        </p:grpSpPr>
        <p:sp>
          <p:nvSpPr>
            <p:cNvPr id="11" name="文本框 10"/>
            <p:cNvSpPr txBox="1"/>
            <p:nvPr/>
          </p:nvSpPr>
          <p:spPr>
            <a:xfrm>
              <a:off x="8779" y="6880"/>
              <a:ext cx="5505" cy="26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Lorem ipsum dolor sit amet,consecteture 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  <a:sym typeface="+mn-ea"/>
                </a:rPr>
                <a:t>Lorem ipsum dolor sit amet,consecteture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  <a:sym typeface="+mn-ea"/>
                </a:rPr>
                <a:t>Lorem ipsum dolor sit amet,consecteture 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  <a:sym typeface="+mn-ea"/>
                </a:rPr>
                <a:t>Lorem ipsum dolor sit amet,consecteture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  <a:sym typeface="+mn-ea"/>
                </a:rPr>
                <a:t> </a:t>
              </a:r>
              <a:endPara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  <a:sym typeface="+mn-ea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0214" y="6250"/>
              <a:ext cx="2528" cy="822"/>
            </a:xfrm>
            <a:prstGeom prst="rect">
              <a:avLst/>
            </a:prstGeom>
            <a:noFill/>
            <a:ln>
              <a:noFill/>
            </a:ln>
            <a:effectLst>
              <a:outerShdw blurRad="50800" dist="50800" dir="5400000" sx="1000" sy="1000" algn="ctr" rotWithShape="0">
                <a:srgbClr val="2B7D1E"/>
              </a:outerShdw>
            </a:effectLst>
          </p:spPr>
          <p:txBody>
            <a:bodyPr wrap="none" rtlCol="0">
              <a:spAutoFit/>
            </a:bodyPr>
            <a:p>
              <a:pPr algn="l"/>
              <a:r>
                <a:rPr lang="zh-CN" altLang="en-US" sz="2800" dirty="0">
                  <a:ln w="1270">
                    <a:noFill/>
                  </a:ln>
                  <a:solidFill>
                    <a:srgbClr val="5F4232"/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rPr>
                <a:t>输入标题</a:t>
              </a:r>
              <a:endParaRPr lang="zh-CN" altLang="en-US" sz="2800" dirty="0">
                <a:ln w="1270">
                  <a:noFill/>
                </a:ln>
                <a:solidFill>
                  <a:srgbClr val="5F4232"/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4785360" y="429260"/>
            <a:ext cx="2621280" cy="583565"/>
          </a:xfrm>
          <a:prstGeom prst="rect">
            <a:avLst/>
          </a:prstGeom>
          <a:noFill/>
          <a:ln>
            <a:noFill/>
          </a:ln>
          <a:effectLst>
            <a:outerShdw blurRad="50800" dist="50800" dir="5400000" sx="1000" sy="1000" algn="ctr" rotWithShape="0">
              <a:srgbClr val="2B7D1E"/>
            </a:outerShdw>
          </a:effectLst>
        </p:spPr>
        <p:txBody>
          <a:bodyPr wrap="none" rtlCol="0">
            <a:spAutoFit/>
          </a:bodyPr>
          <a:p>
            <a:pPr algn="l"/>
            <a:r>
              <a:rPr lang="zh-CN" altLang="en-US" sz="3200" dirty="0">
                <a:ln w="1270">
                  <a:noFill/>
                </a:ln>
                <a:solidFill>
                  <a:srgbClr val="5F4232"/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rPr>
              <a:t>输入你的标题</a:t>
            </a:r>
            <a:endParaRPr lang="zh-CN" altLang="en-US" sz="3200" dirty="0">
              <a:ln w="1270">
                <a:noFill/>
              </a:ln>
              <a:solidFill>
                <a:srgbClr val="5F4232"/>
              </a:solidFill>
              <a:effectLst/>
              <a:latin typeface="方正卡通简体" panose="03000509000000000000" charset="-122"/>
              <a:ea typeface="方正卡通简体" panose="03000509000000000000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c0edd12b1c72b3c5f1eb984623cbda8a1c402b3371b7-8fMp4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-186690" y="854710"/>
            <a:ext cx="5687695" cy="5687695"/>
          </a:xfrm>
          <a:prstGeom prst="rect">
            <a:avLst/>
          </a:prstGeom>
        </p:spPr>
      </p:pic>
      <p:pic>
        <p:nvPicPr>
          <p:cNvPr id="7" name="图片 6" descr="图层 2"/>
          <p:cNvPicPr>
            <a:picLocks noChangeAspect="1"/>
          </p:cNvPicPr>
          <p:nvPr/>
        </p:nvPicPr>
        <p:blipFill>
          <a:blip r:embed="rId3"/>
          <a:srcRect t="9533" b="11067"/>
          <a:stretch>
            <a:fillRect/>
          </a:stretch>
        </p:blipFill>
        <p:spPr>
          <a:xfrm>
            <a:off x="5247005" y="1808480"/>
            <a:ext cx="6534150" cy="3448685"/>
          </a:xfrm>
          <a:prstGeom prst="rect">
            <a:avLst/>
          </a:prstGeom>
        </p:spPr>
      </p:pic>
      <p:sp>
        <p:nvSpPr>
          <p:cNvPr id="8" name="文本框 6"/>
          <p:cNvSpPr txBox="1">
            <a:spLocks noChangeArrowheads="1"/>
          </p:cNvSpPr>
          <p:nvPr/>
        </p:nvSpPr>
        <p:spPr bwMode="auto">
          <a:xfrm>
            <a:off x="7204393" y="3458845"/>
            <a:ext cx="292608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defTabSz="51435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600">
                <a:solidFill>
                  <a:srgbClr val="5F4232"/>
                </a:solidFill>
                <a:latin typeface="方正卡通简体" panose="03000509000000000000" charset="-122"/>
                <a:ea typeface="方正卡通简体" panose="03000509000000000000" charset="-122"/>
                <a:cs typeface="方正卡通简体" panose="03000509000000000000" charset="-122"/>
              </a:rPr>
              <a:t>此处添加内容</a:t>
            </a:r>
            <a:endParaRPr lang="zh-CN" altLang="en-US" sz="3600">
              <a:solidFill>
                <a:srgbClr val="5F4232"/>
              </a:solidFill>
              <a:latin typeface="方正卡通简体" panose="03000509000000000000" charset="-122"/>
              <a:ea typeface="方正卡通简体" panose="03000509000000000000" charset="-122"/>
              <a:cs typeface="方正卡通简体" panose="03000509000000000000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034088" y="3898265"/>
            <a:ext cx="52666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auto">
              <a:lnSpc>
                <a:spcPct val="150000"/>
              </a:lnSpc>
            </a:pPr>
            <a:r>
              <a:rPr lang="en-US" altLang="zh-CN" sz="1400">
                <a:solidFill>
                  <a:srgbClr val="5F4232"/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rPr>
              <a:t>Lorem ipsum dolor sit amet,consecteture </a:t>
            </a:r>
            <a:r>
              <a:rPr lang="en-US" altLang="zh-CN" sz="1400">
                <a:solidFill>
                  <a:srgbClr val="5F4232"/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  <a:sym typeface="+mn-ea"/>
              </a:rPr>
              <a:t>Lorem ipsum dolor sit amet,consecteture</a:t>
            </a:r>
            <a:endParaRPr lang="en-US" altLang="zh-CN" sz="1400">
              <a:solidFill>
                <a:srgbClr val="5F4232"/>
              </a:solidFill>
              <a:latin typeface="Calibri Light" panose="020F0302020204030204" pitchFamily="34" charset="0"/>
              <a:ea typeface="方正华隶简体" panose="03000509000000000000" charset="-122"/>
              <a:cs typeface="Calibri Light" panose="020F0302020204030204" pitchFamily="34" charset="0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128000" y="2666365"/>
            <a:ext cx="107886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6000">
                <a:solidFill>
                  <a:srgbClr val="5F4232"/>
                </a:solidFill>
                <a:latin typeface="阿里巴巴普惠体 M" panose="00020600040101010101" charset="-122"/>
                <a:ea typeface="阿里巴巴普惠体 M" panose="00020600040101010101" charset="-122"/>
              </a:rPr>
              <a:t>02</a:t>
            </a:r>
            <a:endParaRPr lang="en-US" altLang="zh-CN" sz="6000">
              <a:solidFill>
                <a:srgbClr val="5F4232"/>
              </a:solidFill>
              <a:latin typeface="阿里巴巴普惠体 M" panose="00020600040101010101" charset="-122"/>
              <a:ea typeface="阿里巴巴普惠体 M" panose="00020600040101010101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4785360" y="429260"/>
            <a:ext cx="2621280" cy="583565"/>
          </a:xfrm>
          <a:prstGeom prst="rect">
            <a:avLst/>
          </a:prstGeom>
          <a:noFill/>
          <a:ln>
            <a:noFill/>
          </a:ln>
          <a:effectLst>
            <a:outerShdw blurRad="50800" dist="50800" dir="5400000" sx="1000" sy="1000" algn="ctr" rotWithShape="0">
              <a:srgbClr val="2B7D1E"/>
            </a:outerShdw>
          </a:effectLst>
        </p:spPr>
        <p:txBody>
          <a:bodyPr wrap="none" rtlCol="0">
            <a:spAutoFit/>
          </a:bodyPr>
          <a:p>
            <a:pPr algn="l"/>
            <a:r>
              <a:rPr lang="zh-CN" altLang="en-US" sz="3200" dirty="0">
                <a:ln w="1270">
                  <a:noFill/>
                </a:ln>
                <a:solidFill>
                  <a:srgbClr val="5F4232"/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rPr>
              <a:t>输入你的标题</a:t>
            </a:r>
            <a:endParaRPr lang="zh-CN" altLang="en-US" sz="3200" dirty="0">
              <a:ln w="1270">
                <a:noFill/>
              </a:ln>
              <a:solidFill>
                <a:srgbClr val="5F4232"/>
              </a:solidFill>
              <a:effectLst/>
              <a:latin typeface="方正卡通简体" panose="03000509000000000000" charset="-122"/>
              <a:ea typeface="方正卡通简体" panose="03000509000000000000" charset="-122"/>
            </a:endParaRPr>
          </a:p>
        </p:txBody>
      </p:sp>
      <p:pic>
        <p:nvPicPr>
          <p:cNvPr id="15" name="图片 14" descr="图层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70" y="2759075"/>
            <a:ext cx="4526915" cy="3204845"/>
          </a:xfrm>
          <a:prstGeom prst="rect">
            <a:avLst/>
          </a:prstGeom>
        </p:spPr>
      </p:pic>
      <p:pic>
        <p:nvPicPr>
          <p:cNvPr id="16" name="图片 15" descr="图层 2"/>
          <p:cNvPicPr>
            <a:picLocks noChangeAspect="1"/>
          </p:cNvPicPr>
          <p:nvPr/>
        </p:nvPicPr>
        <p:blipFill>
          <a:blip r:embed="rId3"/>
          <a:srcRect l="9498" b="17789"/>
          <a:stretch>
            <a:fillRect/>
          </a:stretch>
        </p:blipFill>
        <p:spPr>
          <a:xfrm>
            <a:off x="4558665" y="1285240"/>
            <a:ext cx="4172585" cy="2559050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>
            <a:off x="944880" y="1873250"/>
            <a:ext cx="2833370" cy="1460500"/>
            <a:chOff x="9247" y="6250"/>
            <a:chExt cx="4462" cy="2300"/>
          </a:xfrm>
        </p:grpSpPr>
        <p:sp>
          <p:nvSpPr>
            <p:cNvPr id="21" name="文本框 20"/>
            <p:cNvSpPr txBox="1"/>
            <p:nvPr/>
          </p:nvSpPr>
          <p:spPr>
            <a:xfrm>
              <a:off x="9247" y="6880"/>
              <a:ext cx="4462" cy="1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Lorem ipsum dolor sit amet,consecteture 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  <a:sym typeface="+mn-ea"/>
                </a:rPr>
                <a:t>Lorem ipsum dolor sit amet,consecteture </a:t>
              </a:r>
              <a:endPara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  <a:sym typeface="+mn-ea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0214" y="6250"/>
              <a:ext cx="2528" cy="822"/>
            </a:xfrm>
            <a:prstGeom prst="rect">
              <a:avLst/>
            </a:prstGeom>
            <a:noFill/>
            <a:ln>
              <a:noFill/>
            </a:ln>
            <a:effectLst>
              <a:outerShdw blurRad="50800" dist="50800" dir="5400000" sx="1000" sy="1000" algn="ctr" rotWithShape="0">
                <a:srgbClr val="2B7D1E"/>
              </a:outerShdw>
            </a:effectLst>
          </p:spPr>
          <p:txBody>
            <a:bodyPr wrap="none" rtlCol="0">
              <a:spAutoFit/>
            </a:bodyPr>
            <a:p>
              <a:pPr algn="l"/>
              <a:r>
                <a:rPr lang="zh-CN" altLang="en-US" sz="2800" dirty="0">
                  <a:ln w="1270">
                    <a:noFill/>
                  </a:ln>
                  <a:solidFill>
                    <a:srgbClr val="5F4232"/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rPr>
                <a:t>输入标题</a:t>
              </a:r>
              <a:endParaRPr lang="zh-CN" altLang="en-US" sz="2800" dirty="0">
                <a:ln w="1270">
                  <a:noFill/>
                </a:ln>
                <a:solidFill>
                  <a:srgbClr val="5F4232"/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5188585" y="4333240"/>
            <a:ext cx="2833370" cy="1460500"/>
            <a:chOff x="9247" y="6250"/>
            <a:chExt cx="4462" cy="2300"/>
          </a:xfrm>
        </p:grpSpPr>
        <p:sp>
          <p:nvSpPr>
            <p:cNvPr id="24" name="文本框 23"/>
            <p:cNvSpPr txBox="1"/>
            <p:nvPr/>
          </p:nvSpPr>
          <p:spPr>
            <a:xfrm>
              <a:off x="9247" y="6880"/>
              <a:ext cx="4462" cy="1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Lorem ipsum dolor sit amet,consecteture 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  <a:sym typeface="+mn-ea"/>
                </a:rPr>
                <a:t>Lorem ipsum dolor sit amet,consecteture </a:t>
              </a:r>
              <a:endPara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  <a:sym typeface="+mn-ea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0214" y="6250"/>
              <a:ext cx="2528" cy="822"/>
            </a:xfrm>
            <a:prstGeom prst="rect">
              <a:avLst/>
            </a:prstGeom>
            <a:noFill/>
            <a:ln>
              <a:noFill/>
            </a:ln>
            <a:effectLst>
              <a:outerShdw blurRad="50800" dist="50800" dir="5400000" sx="1000" sy="1000" algn="ctr" rotWithShape="0">
                <a:srgbClr val="2B7D1E"/>
              </a:outerShdw>
            </a:effectLst>
          </p:spPr>
          <p:txBody>
            <a:bodyPr wrap="none" rtlCol="0">
              <a:spAutoFit/>
            </a:bodyPr>
            <a:p>
              <a:pPr algn="l"/>
              <a:r>
                <a:rPr lang="zh-CN" altLang="en-US" sz="2800" dirty="0">
                  <a:ln w="1270">
                    <a:noFill/>
                  </a:ln>
                  <a:solidFill>
                    <a:srgbClr val="5F4232"/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rPr>
                <a:t>输入标题</a:t>
              </a:r>
              <a:endParaRPr lang="zh-CN" altLang="en-US" sz="2800" dirty="0">
                <a:ln w="1270">
                  <a:noFill/>
                </a:ln>
                <a:solidFill>
                  <a:srgbClr val="5F4232"/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  <p:pic>
        <p:nvPicPr>
          <p:cNvPr id="26" name="图片 25" descr="c0edd12b1c72b3c5f1eb984623cbda8a1c402b3371b7-8fMp4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8190230" y="3420745"/>
            <a:ext cx="3146425" cy="3146425"/>
          </a:xfrm>
          <a:prstGeom prst="rect">
            <a:avLst/>
          </a:prstGeom>
        </p:spPr>
      </p:pic>
      <p:grpSp>
        <p:nvGrpSpPr>
          <p:cNvPr id="27" name="组合 26"/>
          <p:cNvGrpSpPr/>
          <p:nvPr/>
        </p:nvGrpSpPr>
        <p:grpSpPr>
          <a:xfrm>
            <a:off x="8786495" y="1873250"/>
            <a:ext cx="2833370" cy="1460500"/>
            <a:chOff x="9247" y="6250"/>
            <a:chExt cx="4462" cy="2300"/>
          </a:xfrm>
        </p:grpSpPr>
        <p:sp>
          <p:nvSpPr>
            <p:cNvPr id="28" name="文本框 27"/>
            <p:cNvSpPr txBox="1"/>
            <p:nvPr/>
          </p:nvSpPr>
          <p:spPr>
            <a:xfrm>
              <a:off x="9247" y="6880"/>
              <a:ext cx="4462" cy="1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Lorem ipsum dolor sit amet,consecteture 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  <a:sym typeface="+mn-ea"/>
                </a:rPr>
                <a:t>Lorem ipsum dolor sit amet,consecteture </a:t>
              </a:r>
              <a:endPara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  <a:sym typeface="+mn-ea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0214" y="6250"/>
              <a:ext cx="2528" cy="822"/>
            </a:xfrm>
            <a:prstGeom prst="rect">
              <a:avLst/>
            </a:prstGeom>
            <a:noFill/>
            <a:ln>
              <a:noFill/>
            </a:ln>
            <a:effectLst>
              <a:outerShdw blurRad="50800" dist="50800" dir="5400000" sx="1000" sy="1000" algn="ctr" rotWithShape="0">
                <a:srgbClr val="2B7D1E"/>
              </a:outerShdw>
            </a:effectLst>
          </p:spPr>
          <p:txBody>
            <a:bodyPr wrap="none" rtlCol="0">
              <a:spAutoFit/>
            </a:bodyPr>
            <a:p>
              <a:pPr algn="l"/>
              <a:r>
                <a:rPr lang="zh-CN" altLang="en-US" sz="2800" dirty="0">
                  <a:ln w="1270">
                    <a:noFill/>
                  </a:ln>
                  <a:solidFill>
                    <a:srgbClr val="5F4232"/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rPr>
                <a:t>输入标题</a:t>
              </a:r>
              <a:endParaRPr lang="zh-CN" altLang="en-US" sz="2800" dirty="0">
                <a:ln w="1270">
                  <a:noFill/>
                </a:ln>
                <a:solidFill>
                  <a:srgbClr val="5F4232"/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</p:spTree>
    <p:custDataLst>
      <p:tags r:id="rId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2a75337dc45fbc55ff4e2c988bcd4484bec7acabdde6-Zvpeg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70" y="1165225"/>
            <a:ext cx="6971665" cy="499364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785360" y="429260"/>
            <a:ext cx="2621280" cy="583565"/>
          </a:xfrm>
          <a:prstGeom prst="rect">
            <a:avLst/>
          </a:prstGeom>
          <a:noFill/>
          <a:ln>
            <a:noFill/>
          </a:ln>
          <a:effectLst>
            <a:outerShdw blurRad="50800" dist="50800" dir="5400000" sx="1000" sy="1000" algn="ctr" rotWithShape="0">
              <a:srgbClr val="2B7D1E"/>
            </a:outerShdw>
          </a:effectLst>
        </p:spPr>
        <p:txBody>
          <a:bodyPr wrap="none" rtlCol="0">
            <a:spAutoFit/>
          </a:bodyPr>
          <a:p>
            <a:pPr algn="l"/>
            <a:r>
              <a:rPr lang="zh-CN" altLang="en-US" sz="3200" dirty="0">
                <a:ln w="1270">
                  <a:noFill/>
                </a:ln>
                <a:solidFill>
                  <a:srgbClr val="5F4232"/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rPr>
              <a:t>输入你的标题</a:t>
            </a:r>
            <a:endParaRPr lang="zh-CN" altLang="en-US" sz="3200" dirty="0">
              <a:ln w="1270">
                <a:noFill/>
              </a:ln>
              <a:solidFill>
                <a:srgbClr val="5F4232"/>
              </a:solidFill>
              <a:effectLst/>
              <a:latin typeface="方正卡通简体" panose="03000509000000000000" charset="-122"/>
              <a:ea typeface="方正卡通简体" panose="03000509000000000000" charset="-122"/>
            </a:endParaRPr>
          </a:p>
        </p:txBody>
      </p:sp>
      <p:pic>
        <p:nvPicPr>
          <p:cNvPr id="2" name="图片 1" descr="9e8d896c5bb291961504f06be4d43de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2045" y="1412875"/>
            <a:ext cx="5358130" cy="5358130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1775460" y="2059940"/>
            <a:ext cx="4810760" cy="1137285"/>
            <a:chOff x="10214" y="6250"/>
            <a:chExt cx="7576" cy="1791"/>
          </a:xfrm>
        </p:grpSpPr>
        <p:sp>
          <p:nvSpPr>
            <p:cNvPr id="4" name="文本框 3"/>
            <p:cNvSpPr txBox="1"/>
            <p:nvPr/>
          </p:nvSpPr>
          <p:spPr>
            <a:xfrm>
              <a:off x="10214" y="6880"/>
              <a:ext cx="7576" cy="11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Lorem ipsum dolor sit amet,consecteture 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  <a:sym typeface="+mn-ea"/>
                </a:rPr>
                <a:t>Lorem ipsum dolor sit amet,consecteture </a:t>
              </a:r>
              <a:endPara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  <a:sym typeface="+mn-ea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0214" y="6250"/>
              <a:ext cx="2528" cy="822"/>
            </a:xfrm>
            <a:prstGeom prst="rect">
              <a:avLst/>
            </a:prstGeom>
            <a:noFill/>
            <a:ln>
              <a:noFill/>
            </a:ln>
            <a:effectLst>
              <a:outerShdw blurRad="50800" dist="50800" dir="5400000" sx="1000" sy="1000" algn="ctr" rotWithShape="0">
                <a:srgbClr val="2B7D1E"/>
              </a:outerShdw>
            </a:effectLst>
          </p:spPr>
          <p:txBody>
            <a:bodyPr wrap="none" rtlCol="0">
              <a:spAutoFit/>
            </a:bodyPr>
            <a:p>
              <a:pPr algn="l"/>
              <a:r>
                <a:rPr lang="zh-CN" altLang="en-US" sz="2800" dirty="0">
                  <a:ln w="1270">
                    <a:noFill/>
                  </a:ln>
                  <a:solidFill>
                    <a:srgbClr val="5F4232"/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rPr>
                <a:t>输入标题</a:t>
              </a:r>
              <a:endParaRPr lang="zh-CN" altLang="en-US" sz="2800" dirty="0">
                <a:ln w="1270">
                  <a:noFill/>
                </a:ln>
                <a:solidFill>
                  <a:srgbClr val="5F4232"/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2298065" y="3369310"/>
            <a:ext cx="4364990" cy="1060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rPr>
              <a:t>Lorem ipsum dolor sit amet,consecteture 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  <a:sym typeface="+mn-ea"/>
              </a:rPr>
              <a:t>Lorem ipsum dolor sit amet,consecteture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  <a:sym typeface="+mn-ea"/>
              </a:rPr>
              <a:t>Lorem ipsum dolor sit amet,consecteture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  <a:sym typeface="+mn-ea"/>
              </a:rPr>
              <a:t> 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ea typeface="方正华隶简体" panose="03000509000000000000" charset="-122"/>
              <a:cs typeface="Calibri Light" panose="020F0302020204030204" pitchFamily="34" charset="0"/>
              <a:sym typeface="+mn-ea"/>
            </a:endParaRPr>
          </a:p>
        </p:txBody>
      </p:sp>
      <p:pic>
        <p:nvPicPr>
          <p:cNvPr id="20" name="图片 19" descr="图层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6535" y="3369310"/>
            <a:ext cx="811530" cy="94043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236470" y="4782820"/>
            <a:ext cx="4364990" cy="1060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rPr>
              <a:t>Lorem ipsum dolor sit amet,consecteture 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  <a:sym typeface="+mn-ea"/>
              </a:rPr>
              <a:t>Lorem ipsum dolor sit amet,consecteture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  <a:sym typeface="+mn-ea"/>
              </a:rPr>
              <a:t>Lorem ipsum dolor sit amet,consecteture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  <a:sym typeface="+mn-ea"/>
              </a:rPr>
              <a:t> 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ea typeface="方正华隶简体" panose="03000509000000000000" charset="-122"/>
              <a:cs typeface="Calibri Light" panose="020F0302020204030204" pitchFamily="34" charset="0"/>
              <a:sym typeface="+mn-ea"/>
            </a:endParaRPr>
          </a:p>
        </p:txBody>
      </p:sp>
      <p:pic>
        <p:nvPicPr>
          <p:cNvPr id="18" name="图片 17" descr="图层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494790" y="4782820"/>
            <a:ext cx="643890" cy="79819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4785360" y="429260"/>
            <a:ext cx="2621280" cy="583565"/>
          </a:xfrm>
          <a:prstGeom prst="rect">
            <a:avLst/>
          </a:prstGeom>
          <a:noFill/>
          <a:ln>
            <a:noFill/>
          </a:ln>
          <a:effectLst>
            <a:outerShdw blurRad="50800" dist="50800" dir="5400000" sx="1000" sy="1000" algn="ctr" rotWithShape="0">
              <a:srgbClr val="2B7D1E"/>
            </a:outerShdw>
          </a:effectLst>
        </p:spPr>
        <p:txBody>
          <a:bodyPr wrap="none" rtlCol="0">
            <a:spAutoFit/>
          </a:bodyPr>
          <a:p>
            <a:pPr algn="l"/>
            <a:r>
              <a:rPr lang="zh-CN" altLang="en-US" sz="3200" dirty="0">
                <a:ln w="1270">
                  <a:noFill/>
                </a:ln>
                <a:solidFill>
                  <a:srgbClr val="5F4232"/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rPr>
              <a:t>输入你的标题</a:t>
            </a:r>
            <a:endParaRPr lang="zh-CN" altLang="en-US" sz="3200" dirty="0">
              <a:ln w="1270">
                <a:noFill/>
              </a:ln>
              <a:solidFill>
                <a:srgbClr val="5F4232"/>
              </a:solidFill>
              <a:effectLst/>
              <a:latin typeface="方正卡通简体" panose="03000509000000000000" charset="-122"/>
              <a:ea typeface="方正卡通简体" panose="03000509000000000000" charset="-122"/>
            </a:endParaRPr>
          </a:p>
        </p:txBody>
      </p:sp>
      <p:pic>
        <p:nvPicPr>
          <p:cNvPr id="15" name="图片 14" descr="aee08a06ab47d6123fd2f917241b43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076325" y="1264920"/>
            <a:ext cx="3580765" cy="5220970"/>
          </a:xfrm>
          <a:prstGeom prst="rect">
            <a:avLst/>
          </a:prstGeom>
        </p:spPr>
      </p:pic>
      <p:pic>
        <p:nvPicPr>
          <p:cNvPr id="6" name="图片 5" descr="图层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6485" y="5290820"/>
            <a:ext cx="2027555" cy="1435100"/>
          </a:xfrm>
          <a:prstGeom prst="rect">
            <a:avLst/>
          </a:prstGeom>
        </p:spPr>
      </p:pic>
      <p:pic>
        <p:nvPicPr>
          <p:cNvPr id="16" name="图片 15" descr="图层 2"/>
          <p:cNvPicPr>
            <a:picLocks noChangeAspect="1"/>
          </p:cNvPicPr>
          <p:nvPr/>
        </p:nvPicPr>
        <p:blipFill>
          <a:blip r:embed="rId4"/>
          <a:srcRect l="9498" b="17789"/>
          <a:stretch>
            <a:fillRect/>
          </a:stretch>
        </p:blipFill>
        <p:spPr>
          <a:xfrm>
            <a:off x="7841615" y="5560060"/>
            <a:ext cx="1869440" cy="1146810"/>
          </a:xfrm>
          <a:prstGeom prst="rect">
            <a:avLst/>
          </a:prstGeom>
        </p:spPr>
      </p:pic>
      <p:pic>
        <p:nvPicPr>
          <p:cNvPr id="26" name="图片 25" descr="c0edd12b1c72b3c5f1eb984623cbda8a1c402b3371b7-8fMp4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5836920" y="5373370"/>
            <a:ext cx="1409700" cy="1409700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5869305" y="1456690"/>
            <a:ext cx="5037455" cy="1134110"/>
            <a:chOff x="8851" y="3037"/>
            <a:chExt cx="7933" cy="1786"/>
          </a:xfrm>
        </p:grpSpPr>
        <p:sp>
          <p:nvSpPr>
            <p:cNvPr id="8" name="文本框 7"/>
            <p:cNvSpPr txBox="1"/>
            <p:nvPr/>
          </p:nvSpPr>
          <p:spPr>
            <a:xfrm>
              <a:off x="9910" y="3095"/>
              <a:ext cx="6874" cy="1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Lorem ipsum dolor sit amet,consecteture 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  <a:sym typeface="+mn-ea"/>
                </a:rPr>
                <a:t>Lorem ipsum dolor sit amet,consecteture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  <a:sym typeface="+mn-ea"/>
                </a:rPr>
                <a:t>Lorem ipsum dolor sit amet,consecteture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  <a:sym typeface="+mn-ea"/>
                </a:rPr>
                <a:t> </a:t>
              </a:r>
              <a:endPara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  <a:sym typeface="+mn-ea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51" y="3037"/>
              <a:ext cx="893" cy="1786"/>
            </a:xfrm>
            <a:prstGeom prst="rect">
              <a:avLst/>
            </a:prstGeom>
          </p:spPr>
        </p:pic>
      </p:grpSp>
      <p:grpSp>
        <p:nvGrpSpPr>
          <p:cNvPr id="13" name="组合 12"/>
          <p:cNvGrpSpPr/>
          <p:nvPr/>
        </p:nvGrpSpPr>
        <p:grpSpPr>
          <a:xfrm>
            <a:off x="5869305" y="2747010"/>
            <a:ext cx="5037455" cy="1134110"/>
            <a:chOff x="8851" y="3037"/>
            <a:chExt cx="7933" cy="1786"/>
          </a:xfrm>
        </p:grpSpPr>
        <p:sp>
          <p:nvSpPr>
            <p:cNvPr id="14" name="文本框 13"/>
            <p:cNvSpPr txBox="1"/>
            <p:nvPr/>
          </p:nvSpPr>
          <p:spPr>
            <a:xfrm>
              <a:off x="9910" y="3095"/>
              <a:ext cx="6874" cy="1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Lorem ipsum dolor sit amet,consecteture 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  <a:sym typeface="+mn-ea"/>
                </a:rPr>
                <a:t>Lorem ipsum dolor sit amet,consecteture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  <a:sym typeface="+mn-ea"/>
                </a:rPr>
                <a:t>Lorem ipsum dolor sit amet,consecteture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  <a:sym typeface="+mn-ea"/>
                </a:rPr>
                <a:t> </a:t>
              </a:r>
              <a:endPara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  <a:sym typeface="+mn-ea"/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51" y="3037"/>
              <a:ext cx="893" cy="1786"/>
            </a:xfrm>
            <a:prstGeom prst="rect">
              <a:avLst/>
            </a:prstGeom>
          </p:spPr>
        </p:pic>
      </p:grpSp>
      <p:grpSp>
        <p:nvGrpSpPr>
          <p:cNvPr id="21" name="组合 20"/>
          <p:cNvGrpSpPr/>
          <p:nvPr/>
        </p:nvGrpSpPr>
        <p:grpSpPr>
          <a:xfrm>
            <a:off x="5869305" y="4150995"/>
            <a:ext cx="5037455" cy="1134110"/>
            <a:chOff x="8851" y="3037"/>
            <a:chExt cx="7933" cy="1786"/>
          </a:xfrm>
        </p:grpSpPr>
        <p:sp>
          <p:nvSpPr>
            <p:cNvPr id="22" name="文本框 21"/>
            <p:cNvSpPr txBox="1"/>
            <p:nvPr/>
          </p:nvSpPr>
          <p:spPr>
            <a:xfrm>
              <a:off x="9910" y="3095"/>
              <a:ext cx="6874" cy="1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Lorem ipsum dolor sit amet,consecteture 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  <a:sym typeface="+mn-ea"/>
                </a:rPr>
                <a:t>Lorem ipsum dolor sit amet,consecteture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  <a:sym typeface="+mn-ea"/>
                </a:rPr>
                <a:t>Lorem ipsum dolor sit amet,consecteture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  <a:sym typeface="+mn-ea"/>
                </a:rPr>
                <a:t> </a:t>
              </a:r>
              <a:endPara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  <a:sym typeface="+mn-ea"/>
              </a:endParaRPr>
            </a:p>
          </p:txBody>
        </p:sp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51" y="3037"/>
              <a:ext cx="893" cy="1786"/>
            </a:xfrm>
            <a:prstGeom prst="rect">
              <a:avLst/>
            </a:prstGeom>
          </p:spPr>
        </p:pic>
      </p:grpSp>
    </p:spTree>
    <p:custDataLst>
      <p:tags r:id="rId7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4785360" y="429260"/>
            <a:ext cx="2621280" cy="583565"/>
          </a:xfrm>
          <a:prstGeom prst="rect">
            <a:avLst/>
          </a:prstGeom>
          <a:noFill/>
          <a:ln>
            <a:noFill/>
          </a:ln>
          <a:effectLst>
            <a:outerShdw blurRad="50800" dist="50800" dir="5400000" sx="1000" sy="1000" algn="ctr" rotWithShape="0">
              <a:srgbClr val="2B7D1E"/>
            </a:outerShdw>
          </a:effectLst>
        </p:spPr>
        <p:txBody>
          <a:bodyPr wrap="none" rtlCol="0">
            <a:spAutoFit/>
          </a:bodyPr>
          <a:p>
            <a:pPr algn="l"/>
            <a:r>
              <a:rPr lang="zh-CN" altLang="en-US" sz="3200" dirty="0">
                <a:ln w="1270">
                  <a:noFill/>
                </a:ln>
                <a:solidFill>
                  <a:srgbClr val="5F4232"/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rPr>
              <a:t>输入你的标题</a:t>
            </a:r>
            <a:endParaRPr lang="zh-CN" altLang="en-US" sz="3200" dirty="0">
              <a:ln w="1270">
                <a:noFill/>
              </a:ln>
              <a:solidFill>
                <a:srgbClr val="5F4232"/>
              </a:solidFill>
              <a:effectLst/>
              <a:latin typeface="方正卡通简体" panose="03000509000000000000" charset="-122"/>
              <a:ea typeface="方正卡通简体" panose="03000509000000000000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770255" y="1679575"/>
            <a:ext cx="10546715" cy="3695700"/>
          </a:xfrm>
          <a:prstGeom prst="roundRect">
            <a:avLst/>
          </a:prstGeom>
          <a:solidFill>
            <a:srgbClr val="AFD5E8"/>
          </a:solidFill>
          <a:ln>
            <a:solidFill>
              <a:srgbClr val="ACD7E7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676400" y="2300605"/>
            <a:ext cx="881443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auto">
              <a:lnSpc>
                <a:spcPct val="150000"/>
              </a:lnSpc>
            </a:pPr>
            <a:r>
              <a:rPr lang="en-US" altLang="zh-CN" sz="1400">
                <a:solidFill>
                  <a:schemeClr val="bg1"/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rPr>
              <a:t>Lorem ipsum dolor sit amet,consecteture </a:t>
            </a:r>
            <a:r>
              <a:rPr lang="en-US" altLang="zh-CN" sz="1400">
                <a:solidFill>
                  <a:schemeClr val="bg1"/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  <a:sym typeface="+mn-ea"/>
              </a:rPr>
              <a:t>Lorem ipsum dolor sit amet,consecteture </a:t>
            </a:r>
            <a:r>
              <a:rPr lang="en-US" altLang="zh-CN" sz="1400">
                <a:solidFill>
                  <a:schemeClr val="bg1"/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  <a:sym typeface="+mn-ea"/>
              </a:rPr>
              <a:t>Lorem ipsum dolor sit amet,consecteture </a:t>
            </a:r>
            <a:r>
              <a:rPr lang="en-US" altLang="zh-CN" sz="1400">
                <a:solidFill>
                  <a:schemeClr val="bg1"/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  <a:sym typeface="+mn-ea"/>
              </a:rPr>
              <a:t>Lorem ipsum dolor sit amet,consecteture</a:t>
            </a:r>
            <a:r>
              <a:rPr lang="en-US" altLang="zh-CN" sz="1400">
                <a:solidFill>
                  <a:schemeClr val="bg1"/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  <a:sym typeface="+mn-ea"/>
              </a:rPr>
              <a:t>Lorem ipsum dolor sit amet,consecteture </a:t>
            </a:r>
            <a:r>
              <a:rPr lang="en-US" altLang="zh-CN" sz="1400">
                <a:solidFill>
                  <a:schemeClr val="bg1"/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  <a:sym typeface="+mn-ea"/>
              </a:rPr>
              <a:t>L</a:t>
            </a:r>
            <a:endParaRPr lang="en-US" altLang="zh-CN" sz="1400">
              <a:solidFill>
                <a:schemeClr val="bg1"/>
              </a:solidFill>
              <a:latin typeface="Calibri Light" panose="020F0302020204030204" pitchFamily="34" charset="0"/>
              <a:ea typeface="方正华隶简体" panose="03000509000000000000" charset="-122"/>
              <a:cs typeface="Calibri Light" panose="020F0302020204030204" pitchFamily="3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067300" y="1948180"/>
            <a:ext cx="1605280" cy="521970"/>
          </a:xfrm>
          <a:prstGeom prst="rect">
            <a:avLst/>
          </a:prstGeom>
          <a:noFill/>
          <a:ln>
            <a:noFill/>
          </a:ln>
          <a:effectLst>
            <a:outerShdw blurRad="50800" dist="50800" dir="5400000" sx="1000" sy="1000" algn="ctr" rotWithShape="0">
              <a:srgbClr val="2B7D1E"/>
            </a:outerShdw>
          </a:effectLst>
        </p:spPr>
        <p:txBody>
          <a:bodyPr wrap="none" rtlCol="0">
            <a:spAutoFit/>
          </a:bodyPr>
          <a:p>
            <a:pPr algn="ctr"/>
            <a:r>
              <a:rPr lang="zh-CN" altLang="en-US" sz="2800" dirty="0">
                <a:ln w="3175">
                  <a:noFill/>
                </a:ln>
                <a:solidFill>
                  <a:schemeClr val="bg1"/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rPr>
              <a:t>输入标题</a:t>
            </a:r>
            <a:endParaRPr lang="zh-CN" altLang="en-US" sz="2800" dirty="0">
              <a:ln w="3175">
                <a:noFill/>
              </a:ln>
              <a:solidFill>
                <a:schemeClr val="bg1"/>
              </a:solidFill>
              <a:effectLst/>
              <a:latin typeface="方正卡通简体" panose="03000509000000000000" charset="-122"/>
              <a:ea typeface="方正卡通简体" panose="03000509000000000000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2438400" y="3199765"/>
            <a:ext cx="2930525" cy="922020"/>
            <a:chOff x="3135" y="4559"/>
            <a:chExt cx="4615" cy="1452"/>
          </a:xfrm>
        </p:grpSpPr>
        <p:sp>
          <p:nvSpPr>
            <p:cNvPr id="4" name="文本框 3"/>
            <p:cNvSpPr txBox="1"/>
            <p:nvPr/>
          </p:nvSpPr>
          <p:spPr>
            <a:xfrm>
              <a:off x="3812" y="4559"/>
              <a:ext cx="3939" cy="1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 fontAlgn="auto">
                <a:lnSpc>
                  <a:spcPct val="150000"/>
                </a:lnSpc>
              </a:pPr>
              <a:r>
                <a:rPr lang="en-US" altLang="zh-CN" sz="1200">
                  <a:solidFill>
                    <a:schemeClr val="bg1"/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Lorem ipsum dolor sit amet,consecteture </a:t>
              </a:r>
              <a:r>
                <a:rPr lang="en-US" altLang="zh-CN" sz="1200">
                  <a:solidFill>
                    <a:schemeClr val="bg1"/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  <a:sym typeface="+mn-ea"/>
                </a:rPr>
                <a:t>Lorem ipsum dolor sit amet,consecteture</a:t>
              </a:r>
              <a:endParaRPr lang="en-US" altLang="zh-CN" sz="1200">
                <a:solidFill>
                  <a:schemeClr val="bg1"/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  <a:sym typeface="+mn-ea"/>
              </a:endParaRPr>
            </a:p>
          </p:txBody>
        </p:sp>
        <p:pic>
          <p:nvPicPr>
            <p:cNvPr id="12" name="图片 11" descr="图层 0"/>
            <p:cNvPicPr>
              <a:picLocks noChangeAspect="1"/>
            </p:cNvPicPr>
            <p:nvPr/>
          </p:nvPicPr>
          <p:blipFill>
            <a:blip r:embed="rId2"/>
            <a:srcRect l="358" t="51542" r="65606" b="4042"/>
            <a:stretch>
              <a:fillRect/>
            </a:stretch>
          </p:blipFill>
          <p:spPr>
            <a:xfrm rot="16560000">
              <a:off x="3191" y="4689"/>
              <a:ext cx="737" cy="849"/>
            </a:xfrm>
            <a:prstGeom prst="rect">
              <a:avLst/>
            </a:prstGeom>
          </p:spPr>
        </p:pic>
      </p:grpSp>
      <p:grpSp>
        <p:nvGrpSpPr>
          <p:cNvPr id="20" name="组合 19"/>
          <p:cNvGrpSpPr/>
          <p:nvPr/>
        </p:nvGrpSpPr>
        <p:grpSpPr>
          <a:xfrm>
            <a:off x="6758305" y="3091180"/>
            <a:ext cx="2930525" cy="922020"/>
            <a:chOff x="3135" y="4559"/>
            <a:chExt cx="4615" cy="1452"/>
          </a:xfrm>
        </p:grpSpPr>
        <p:sp>
          <p:nvSpPr>
            <p:cNvPr id="24" name="文本框 23"/>
            <p:cNvSpPr txBox="1"/>
            <p:nvPr/>
          </p:nvSpPr>
          <p:spPr>
            <a:xfrm>
              <a:off x="3812" y="4559"/>
              <a:ext cx="3939" cy="1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 fontAlgn="auto">
                <a:lnSpc>
                  <a:spcPct val="150000"/>
                </a:lnSpc>
              </a:pPr>
              <a:r>
                <a:rPr lang="en-US" altLang="zh-CN" sz="1200">
                  <a:solidFill>
                    <a:schemeClr val="bg1"/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Lorem ipsum dolor sit amet,consecteture </a:t>
              </a:r>
              <a:r>
                <a:rPr lang="en-US" altLang="zh-CN" sz="1200">
                  <a:solidFill>
                    <a:schemeClr val="bg1"/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  <a:sym typeface="+mn-ea"/>
                </a:rPr>
                <a:t>Lorem ipsum dolor sit amet,consecteture</a:t>
              </a:r>
              <a:endParaRPr lang="en-US" altLang="zh-CN" sz="1200">
                <a:solidFill>
                  <a:schemeClr val="bg1"/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  <a:sym typeface="+mn-ea"/>
              </a:endParaRPr>
            </a:p>
          </p:txBody>
        </p:sp>
        <p:pic>
          <p:nvPicPr>
            <p:cNvPr id="25" name="图片 24" descr="图层 0"/>
            <p:cNvPicPr>
              <a:picLocks noChangeAspect="1"/>
            </p:cNvPicPr>
            <p:nvPr/>
          </p:nvPicPr>
          <p:blipFill>
            <a:blip r:embed="rId2"/>
            <a:srcRect l="358" t="51542" r="65606" b="4042"/>
            <a:stretch>
              <a:fillRect/>
            </a:stretch>
          </p:blipFill>
          <p:spPr>
            <a:xfrm rot="16560000">
              <a:off x="3191" y="4689"/>
              <a:ext cx="737" cy="849"/>
            </a:xfrm>
            <a:prstGeom prst="rect">
              <a:avLst/>
            </a:prstGeom>
          </p:spPr>
        </p:pic>
      </p:grpSp>
      <p:cxnSp>
        <p:nvCxnSpPr>
          <p:cNvPr id="30" name="直接连接符 29"/>
          <p:cNvCxnSpPr/>
          <p:nvPr/>
        </p:nvCxnSpPr>
        <p:spPr>
          <a:xfrm>
            <a:off x="5998210" y="3121660"/>
            <a:ext cx="0" cy="224282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 descr="图层 5"/>
          <p:cNvPicPr>
            <a:picLocks noChangeAspect="1"/>
          </p:cNvPicPr>
          <p:nvPr/>
        </p:nvPicPr>
        <p:blipFill>
          <a:blip r:embed="rId3"/>
          <a:srcRect t="18584" b="4823"/>
          <a:stretch>
            <a:fillRect/>
          </a:stretch>
        </p:blipFill>
        <p:spPr>
          <a:xfrm>
            <a:off x="8849360" y="5586730"/>
            <a:ext cx="2027555" cy="1099185"/>
          </a:xfrm>
          <a:prstGeom prst="rect">
            <a:avLst/>
          </a:prstGeom>
        </p:spPr>
      </p:pic>
      <p:pic>
        <p:nvPicPr>
          <p:cNvPr id="28" name="图片 27" descr="图层 2"/>
          <p:cNvPicPr>
            <a:picLocks noChangeAspect="1"/>
          </p:cNvPicPr>
          <p:nvPr/>
        </p:nvPicPr>
        <p:blipFill>
          <a:blip r:embed="rId4"/>
          <a:srcRect l="9498" b="17789"/>
          <a:stretch>
            <a:fillRect/>
          </a:stretch>
        </p:blipFill>
        <p:spPr>
          <a:xfrm>
            <a:off x="5236845" y="5537200"/>
            <a:ext cx="1869440" cy="1146810"/>
          </a:xfrm>
          <a:prstGeom prst="rect">
            <a:avLst/>
          </a:prstGeom>
        </p:spPr>
      </p:pic>
      <p:pic>
        <p:nvPicPr>
          <p:cNvPr id="29" name="图片 28" descr="c0edd12b1c72b3c5f1eb984623cbda8a1c402b3371b7-8fMp4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2267585" y="5431790"/>
            <a:ext cx="1409700" cy="1409700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2438400" y="4162425"/>
            <a:ext cx="2930525" cy="922020"/>
            <a:chOff x="3135" y="4559"/>
            <a:chExt cx="4615" cy="1452"/>
          </a:xfrm>
        </p:grpSpPr>
        <p:sp>
          <p:nvSpPr>
            <p:cNvPr id="32" name="文本框 31"/>
            <p:cNvSpPr txBox="1"/>
            <p:nvPr/>
          </p:nvSpPr>
          <p:spPr>
            <a:xfrm>
              <a:off x="3812" y="4559"/>
              <a:ext cx="3939" cy="1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 fontAlgn="auto">
                <a:lnSpc>
                  <a:spcPct val="150000"/>
                </a:lnSpc>
              </a:pPr>
              <a:r>
                <a:rPr lang="en-US" altLang="zh-CN" sz="1200">
                  <a:solidFill>
                    <a:schemeClr val="bg1"/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Lorem ipsum dolor sit amet,consecteture </a:t>
              </a:r>
              <a:r>
                <a:rPr lang="en-US" altLang="zh-CN" sz="1200">
                  <a:solidFill>
                    <a:schemeClr val="bg1"/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  <a:sym typeface="+mn-ea"/>
                </a:rPr>
                <a:t>Lorem ipsum dolor sit amet,consecteture</a:t>
              </a:r>
              <a:endParaRPr lang="en-US" altLang="zh-CN" sz="1200">
                <a:solidFill>
                  <a:schemeClr val="bg1"/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  <a:sym typeface="+mn-ea"/>
              </a:endParaRPr>
            </a:p>
          </p:txBody>
        </p:sp>
        <p:pic>
          <p:nvPicPr>
            <p:cNvPr id="33" name="图片 32" descr="图层 0"/>
            <p:cNvPicPr>
              <a:picLocks noChangeAspect="1"/>
            </p:cNvPicPr>
            <p:nvPr/>
          </p:nvPicPr>
          <p:blipFill>
            <a:blip r:embed="rId2"/>
            <a:srcRect l="358" t="51542" r="65606" b="4042"/>
            <a:stretch>
              <a:fillRect/>
            </a:stretch>
          </p:blipFill>
          <p:spPr>
            <a:xfrm rot="16560000">
              <a:off x="3191" y="4689"/>
              <a:ext cx="737" cy="849"/>
            </a:xfrm>
            <a:prstGeom prst="rect">
              <a:avLst/>
            </a:prstGeom>
          </p:spPr>
        </p:pic>
      </p:grpSp>
      <p:grpSp>
        <p:nvGrpSpPr>
          <p:cNvPr id="38" name="组合 37"/>
          <p:cNvGrpSpPr/>
          <p:nvPr/>
        </p:nvGrpSpPr>
        <p:grpSpPr>
          <a:xfrm>
            <a:off x="6758305" y="4253865"/>
            <a:ext cx="2930525" cy="922020"/>
            <a:chOff x="3135" y="4559"/>
            <a:chExt cx="4615" cy="1452"/>
          </a:xfrm>
        </p:grpSpPr>
        <p:sp>
          <p:nvSpPr>
            <p:cNvPr id="39" name="文本框 38"/>
            <p:cNvSpPr txBox="1"/>
            <p:nvPr/>
          </p:nvSpPr>
          <p:spPr>
            <a:xfrm>
              <a:off x="3812" y="4559"/>
              <a:ext cx="3939" cy="1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 fontAlgn="auto">
                <a:lnSpc>
                  <a:spcPct val="150000"/>
                </a:lnSpc>
              </a:pPr>
              <a:r>
                <a:rPr lang="en-US" altLang="zh-CN" sz="1200">
                  <a:solidFill>
                    <a:schemeClr val="bg1"/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Lorem ipsum dolor sit amet,consecteture </a:t>
              </a:r>
              <a:r>
                <a:rPr lang="en-US" altLang="zh-CN" sz="1200">
                  <a:solidFill>
                    <a:schemeClr val="bg1"/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  <a:sym typeface="+mn-ea"/>
                </a:rPr>
                <a:t>Lorem ipsum dolor sit amet,consecteture</a:t>
              </a:r>
              <a:endParaRPr lang="en-US" altLang="zh-CN" sz="1200">
                <a:solidFill>
                  <a:schemeClr val="bg1"/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  <a:sym typeface="+mn-ea"/>
              </a:endParaRPr>
            </a:p>
          </p:txBody>
        </p:sp>
        <p:pic>
          <p:nvPicPr>
            <p:cNvPr id="40" name="图片 39" descr="图层 0"/>
            <p:cNvPicPr>
              <a:picLocks noChangeAspect="1"/>
            </p:cNvPicPr>
            <p:nvPr/>
          </p:nvPicPr>
          <p:blipFill>
            <a:blip r:embed="rId2"/>
            <a:srcRect l="358" t="51542" r="65606" b="4042"/>
            <a:stretch>
              <a:fillRect/>
            </a:stretch>
          </p:blipFill>
          <p:spPr>
            <a:xfrm rot="16560000">
              <a:off x="3191" y="4689"/>
              <a:ext cx="737" cy="849"/>
            </a:xfrm>
            <a:prstGeom prst="rect">
              <a:avLst/>
            </a:prstGeom>
          </p:spPr>
        </p:pic>
      </p:grpSp>
    </p:spTree>
    <p:custDataLst>
      <p:tags r:id="rId6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c0edd12b1c72b3c5f1eb984623cbda8a1c402b3371b7-8fMp4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-186690" y="854710"/>
            <a:ext cx="5687695" cy="5687695"/>
          </a:xfrm>
          <a:prstGeom prst="rect">
            <a:avLst/>
          </a:prstGeom>
        </p:spPr>
      </p:pic>
      <p:pic>
        <p:nvPicPr>
          <p:cNvPr id="7" name="图片 6" descr="图层 2"/>
          <p:cNvPicPr>
            <a:picLocks noChangeAspect="1"/>
          </p:cNvPicPr>
          <p:nvPr/>
        </p:nvPicPr>
        <p:blipFill>
          <a:blip r:embed="rId3"/>
          <a:srcRect t="9533" b="11067"/>
          <a:stretch>
            <a:fillRect/>
          </a:stretch>
        </p:blipFill>
        <p:spPr>
          <a:xfrm>
            <a:off x="5247005" y="1808480"/>
            <a:ext cx="6534150" cy="3448685"/>
          </a:xfrm>
          <a:prstGeom prst="rect">
            <a:avLst/>
          </a:prstGeom>
        </p:spPr>
      </p:pic>
      <p:sp>
        <p:nvSpPr>
          <p:cNvPr id="8" name="文本框 6"/>
          <p:cNvSpPr txBox="1">
            <a:spLocks noChangeArrowheads="1"/>
          </p:cNvSpPr>
          <p:nvPr/>
        </p:nvSpPr>
        <p:spPr bwMode="auto">
          <a:xfrm>
            <a:off x="7204393" y="3458845"/>
            <a:ext cx="292608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defTabSz="51435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600">
                <a:solidFill>
                  <a:srgbClr val="5F4232"/>
                </a:solidFill>
                <a:latin typeface="方正卡通简体" panose="03000509000000000000" charset="-122"/>
                <a:ea typeface="方正卡通简体" panose="03000509000000000000" charset="-122"/>
                <a:cs typeface="方正卡通简体" panose="03000509000000000000" charset="-122"/>
              </a:rPr>
              <a:t>此处添加内容</a:t>
            </a:r>
            <a:endParaRPr lang="zh-CN" altLang="en-US" sz="3600">
              <a:solidFill>
                <a:srgbClr val="5F4232"/>
              </a:solidFill>
              <a:latin typeface="方正卡通简体" panose="03000509000000000000" charset="-122"/>
              <a:ea typeface="方正卡通简体" panose="03000509000000000000" charset="-122"/>
              <a:cs typeface="方正卡通简体" panose="03000509000000000000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034088" y="3898265"/>
            <a:ext cx="52666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auto">
              <a:lnSpc>
                <a:spcPct val="150000"/>
              </a:lnSpc>
            </a:pPr>
            <a:r>
              <a:rPr lang="en-US" altLang="zh-CN" sz="1400">
                <a:solidFill>
                  <a:srgbClr val="5F4232"/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rPr>
              <a:t>Lorem ipsum dolor sit amet,consecteture </a:t>
            </a:r>
            <a:r>
              <a:rPr lang="en-US" altLang="zh-CN" sz="1400">
                <a:solidFill>
                  <a:srgbClr val="5F4232"/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  <a:sym typeface="+mn-ea"/>
              </a:rPr>
              <a:t>Lorem ipsum dolor sit amet,consecteture</a:t>
            </a:r>
            <a:endParaRPr lang="en-US" altLang="zh-CN" sz="1400">
              <a:solidFill>
                <a:srgbClr val="5F4232"/>
              </a:solidFill>
              <a:latin typeface="Calibri Light" panose="020F0302020204030204" pitchFamily="34" charset="0"/>
              <a:ea typeface="方正华隶简体" panose="03000509000000000000" charset="-122"/>
              <a:cs typeface="Calibri Light" panose="020F0302020204030204" pitchFamily="34" charset="0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128000" y="2666365"/>
            <a:ext cx="107886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6000">
                <a:solidFill>
                  <a:srgbClr val="5F4232"/>
                </a:solidFill>
                <a:latin typeface="阿里巴巴普惠体 M" panose="00020600040101010101" charset="-122"/>
                <a:ea typeface="阿里巴巴普惠体 M" panose="00020600040101010101" charset="-122"/>
              </a:rPr>
              <a:t>03</a:t>
            </a:r>
            <a:endParaRPr lang="en-US" altLang="zh-CN" sz="6000">
              <a:solidFill>
                <a:srgbClr val="5F4232"/>
              </a:solidFill>
              <a:latin typeface="阿里巴巴普惠体 M" panose="00020600040101010101" charset="-122"/>
              <a:ea typeface="阿里巴巴普惠体 M" panose="00020600040101010101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4785360" y="429260"/>
            <a:ext cx="2621280" cy="583565"/>
          </a:xfrm>
          <a:prstGeom prst="rect">
            <a:avLst/>
          </a:prstGeom>
          <a:noFill/>
          <a:ln>
            <a:noFill/>
          </a:ln>
          <a:effectLst>
            <a:outerShdw blurRad="50800" dist="50800" dir="5400000" sx="1000" sy="1000" algn="ctr" rotWithShape="0">
              <a:srgbClr val="2B7D1E"/>
            </a:outerShdw>
          </a:effectLst>
        </p:spPr>
        <p:txBody>
          <a:bodyPr wrap="none" rtlCol="0">
            <a:spAutoFit/>
          </a:bodyPr>
          <a:p>
            <a:pPr algn="l"/>
            <a:r>
              <a:rPr lang="zh-CN" altLang="en-US" sz="3200" dirty="0">
                <a:ln w="1270">
                  <a:noFill/>
                </a:ln>
                <a:solidFill>
                  <a:srgbClr val="5F4232"/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rPr>
              <a:t>输入你的标题</a:t>
            </a:r>
            <a:endParaRPr lang="zh-CN" altLang="en-US" sz="3200" dirty="0">
              <a:ln w="1270">
                <a:noFill/>
              </a:ln>
              <a:solidFill>
                <a:srgbClr val="5F4232"/>
              </a:solidFill>
              <a:effectLst/>
              <a:latin typeface="方正卡通简体" panose="03000509000000000000" charset="-122"/>
              <a:ea typeface="方正卡通简体" panose="03000509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316355" y="2133600"/>
            <a:ext cx="2756535" cy="3848735"/>
            <a:chOff x="2148" y="3359"/>
            <a:chExt cx="4341" cy="6061"/>
          </a:xfrm>
        </p:grpSpPr>
        <p:sp>
          <p:nvSpPr>
            <p:cNvPr id="3" name="圆角矩形 2"/>
            <p:cNvSpPr/>
            <p:nvPr/>
          </p:nvSpPr>
          <p:spPr>
            <a:xfrm>
              <a:off x="2148" y="3359"/>
              <a:ext cx="3909" cy="5699"/>
            </a:xfrm>
            <a:prstGeom prst="roundRect">
              <a:avLst/>
            </a:prstGeom>
            <a:noFill/>
            <a:ln w="15875">
              <a:solidFill>
                <a:srgbClr val="ACD6E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4" name="图片 3" descr="c0edd12b1c72b3c5f1eb984623cbda8a1c402b3371b7-8fMp4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3461" y="6392"/>
              <a:ext cx="3029" cy="3029"/>
            </a:xfrm>
            <a:prstGeom prst="rect">
              <a:avLst/>
            </a:prstGeom>
          </p:spPr>
        </p:pic>
        <p:grpSp>
          <p:nvGrpSpPr>
            <p:cNvPr id="12" name="组合 11"/>
            <p:cNvGrpSpPr/>
            <p:nvPr/>
          </p:nvGrpSpPr>
          <p:grpSpPr>
            <a:xfrm>
              <a:off x="2363" y="3770"/>
              <a:ext cx="3262" cy="3827"/>
              <a:chOff x="9890" y="6589"/>
              <a:chExt cx="3262" cy="3827"/>
            </a:xfrm>
          </p:grpSpPr>
          <p:sp>
            <p:nvSpPr>
              <p:cNvPr id="5" name="文本框 4"/>
              <p:cNvSpPr txBox="1"/>
              <p:nvPr/>
            </p:nvSpPr>
            <p:spPr>
              <a:xfrm>
                <a:off x="9890" y="7219"/>
                <a:ext cx="3262" cy="3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 fontAlgn="auto">
                  <a:lnSpc>
                    <a:spcPct val="150000"/>
                  </a:lnSpc>
                </a:pP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方正华隶简体" panose="03000509000000000000" charset="-122"/>
                    <a:cs typeface="Calibri Light" panose="020F0302020204030204" pitchFamily="34" charset="0"/>
                  </a:rPr>
                  <a:t>Lorem ipsum dolor sit amet,consecteture 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方正华隶简体" panose="03000509000000000000" charset="-122"/>
                    <a:cs typeface="Calibri Light" panose="020F0302020204030204" pitchFamily="34" charset="0"/>
                    <a:sym typeface="+mn-ea"/>
                  </a:rPr>
                  <a:t>Lorem ipsum dolor sit amet,consecteture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方正华隶简体" panose="03000509000000000000" charset="-122"/>
                    <a:cs typeface="Calibri Light" panose="020F0302020204030204" pitchFamily="34" charset="0"/>
                    <a:sym typeface="+mn-ea"/>
                  </a:rPr>
                  <a:t>Lorem ipsum dolor sit amet,consecteture 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方正华隶简体" panose="03000509000000000000" charset="-122"/>
                    <a:cs typeface="Calibri Light" panose="020F0302020204030204" pitchFamily="34" charset="0"/>
                    <a:sym typeface="+mn-ea"/>
                  </a:rPr>
                  <a:t> </a:t>
                </a:r>
                <a:endPara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  <a:sym typeface="+mn-ea"/>
                </a:endParaRPr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10257" y="6589"/>
                <a:ext cx="2528" cy="82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50800" dir="5400000" sx="1000" sy="1000" algn="ctr" rotWithShape="0">
                  <a:srgbClr val="2B7D1E"/>
                </a:outerShdw>
              </a:effectLst>
            </p:spPr>
            <p:txBody>
              <a:bodyPr wrap="none" rtlCol="0">
                <a:spAutoFit/>
              </a:bodyPr>
              <a:p>
                <a:pPr algn="ctr"/>
                <a:r>
                  <a:rPr lang="zh-CN" altLang="en-US" sz="2800" dirty="0">
                    <a:ln w="1270">
                      <a:noFill/>
                    </a:ln>
                    <a:solidFill>
                      <a:srgbClr val="5F4232"/>
                    </a:solidFill>
                    <a:effectLst/>
                    <a:latin typeface="方正卡通简体" panose="03000509000000000000" charset="-122"/>
                    <a:ea typeface="方正卡通简体" panose="03000509000000000000" charset="-122"/>
                  </a:rPr>
                  <a:t>输入标题</a:t>
                </a:r>
                <a:endParaRPr lang="zh-CN" altLang="en-US" sz="2800" dirty="0">
                  <a:ln w="1270">
                    <a:noFill/>
                  </a:ln>
                  <a:solidFill>
                    <a:srgbClr val="5F4232"/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endParaRPr>
              </a:p>
            </p:txBody>
          </p:sp>
        </p:grpSp>
      </p:grpSp>
      <p:grpSp>
        <p:nvGrpSpPr>
          <p:cNvPr id="18" name="组合 17"/>
          <p:cNvGrpSpPr/>
          <p:nvPr/>
        </p:nvGrpSpPr>
        <p:grpSpPr>
          <a:xfrm>
            <a:off x="4777740" y="2133600"/>
            <a:ext cx="2756535" cy="3848735"/>
            <a:chOff x="2148" y="3359"/>
            <a:chExt cx="4341" cy="6061"/>
          </a:xfrm>
        </p:grpSpPr>
        <p:sp>
          <p:nvSpPr>
            <p:cNvPr id="20" name="圆角矩形 19"/>
            <p:cNvSpPr/>
            <p:nvPr/>
          </p:nvSpPr>
          <p:spPr>
            <a:xfrm>
              <a:off x="2148" y="3359"/>
              <a:ext cx="3909" cy="5699"/>
            </a:xfrm>
            <a:prstGeom prst="roundRect">
              <a:avLst/>
            </a:prstGeom>
            <a:noFill/>
            <a:ln w="15875">
              <a:solidFill>
                <a:srgbClr val="ACD6E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24" name="图片 23" descr="c0edd12b1c72b3c5f1eb984623cbda8a1c402b3371b7-8fMp4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3461" y="6392"/>
              <a:ext cx="3029" cy="3029"/>
            </a:xfrm>
            <a:prstGeom prst="rect">
              <a:avLst/>
            </a:prstGeom>
          </p:spPr>
        </p:pic>
        <p:grpSp>
          <p:nvGrpSpPr>
            <p:cNvPr id="25" name="组合 24"/>
            <p:cNvGrpSpPr/>
            <p:nvPr/>
          </p:nvGrpSpPr>
          <p:grpSpPr>
            <a:xfrm>
              <a:off x="2363" y="3770"/>
              <a:ext cx="3262" cy="3827"/>
              <a:chOff x="9890" y="6589"/>
              <a:chExt cx="3262" cy="3827"/>
            </a:xfrm>
          </p:grpSpPr>
          <p:sp>
            <p:nvSpPr>
              <p:cNvPr id="27" name="文本框 26"/>
              <p:cNvSpPr txBox="1"/>
              <p:nvPr/>
            </p:nvSpPr>
            <p:spPr>
              <a:xfrm>
                <a:off x="9890" y="7219"/>
                <a:ext cx="3262" cy="3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 fontAlgn="auto">
                  <a:lnSpc>
                    <a:spcPct val="150000"/>
                  </a:lnSpc>
                </a:pP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方正华隶简体" panose="03000509000000000000" charset="-122"/>
                    <a:cs typeface="Calibri Light" panose="020F0302020204030204" pitchFamily="34" charset="0"/>
                  </a:rPr>
                  <a:t>Lorem ipsum dolor sit amet,consecteture 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方正华隶简体" panose="03000509000000000000" charset="-122"/>
                    <a:cs typeface="Calibri Light" panose="020F0302020204030204" pitchFamily="34" charset="0"/>
                    <a:sym typeface="+mn-ea"/>
                  </a:rPr>
                  <a:t>Lorem ipsum dolor sit amet,consecteture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方正华隶简体" panose="03000509000000000000" charset="-122"/>
                    <a:cs typeface="Calibri Light" panose="020F0302020204030204" pitchFamily="34" charset="0"/>
                    <a:sym typeface="+mn-ea"/>
                  </a:rPr>
                  <a:t>Lorem ipsum dolor sit amet,consecteture 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方正华隶简体" panose="03000509000000000000" charset="-122"/>
                    <a:cs typeface="Calibri Light" panose="020F0302020204030204" pitchFamily="34" charset="0"/>
                    <a:sym typeface="+mn-ea"/>
                  </a:rPr>
                  <a:t> </a:t>
                </a:r>
                <a:endPara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  <a:sym typeface="+mn-ea"/>
                </a:endParaRPr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>
                <a:off x="10257" y="6589"/>
                <a:ext cx="2528" cy="82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50800" dir="5400000" sx="1000" sy="1000" algn="ctr" rotWithShape="0">
                  <a:srgbClr val="2B7D1E"/>
                </a:outerShdw>
              </a:effectLst>
            </p:spPr>
            <p:txBody>
              <a:bodyPr wrap="none" rtlCol="0">
                <a:spAutoFit/>
              </a:bodyPr>
              <a:p>
                <a:pPr algn="ctr"/>
                <a:r>
                  <a:rPr lang="zh-CN" altLang="en-US" sz="2800" dirty="0">
                    <a:ln w="1270">
                      <a:noFill/>
                    </a:ln>
                    <a:solidFill>
                      <a:srgbClr val="5F4232"/>
                    </a:solidFill>
                    <a:effectLst/>
                    <a:latin typeface="方正卡通简体" panose="03000509000000000000" charset="-122"/>
                    <a:ea typeface="方正卡通简体" panose="03000509000000000000" charset="-122"/>
                  </a:rPr>
                  <a:t>输入标题</a:t>
                </a:r>
                <a:endParaRPr lang="zh-CN" altLang="en-US" sz="2800" dirty="0">
                  <a:ln w="1270">
                    <a:noFill/>
                  </a:ln>
                  <a:solidFill>
                    <a:srgbClr val="5F4232"/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endParaRPr>
              </a:p>
            </p:txBody>
          </p:sp>
        </p:grpSp>
      </p:grpSp>
      <p:grpSp>
        <p:nvGrpSpPr>
          <p:cNvPr id="29" name="组合 28"/>
          <p:cNvGrpSpPr/>
          <p:nvPr/>
        </p:nvGrpSpPr>
        <p:grpSpPr>
          <a:xfrm>
            <a:off x="8239125" y="2133600"/>
            <a:ext cx="2756535" cy="3848735"/>
            <a:chOff x="2148" y="3359"/>
            <a:chExt cx="4341" cy="6061"/>
          </a:xfrm>
        </p:grpSpPr>
        <p:sp>
          <p:nvSpPr>
            <p:cNvPr id="30" name="圆角矩形 29"/>
            <p:cNvSpPr/>
            <p:nvPr/>
          </p:nvSpPr>
          <p:spPr>
            <a:xfrm>
              <a:off x="2148" y="3359"/>
              <a:ext cx="3909" cy="5699"/>
            </a:xfrm>
            <a:prstGeom prst="roundRect">
              <a:avLst/>
            </a:prstGeom>
            <a:noFill/>
            <a:ln w="15875">
              <a:solidFill>
                <a:srgbClr val="ACD6E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31" name="图片 30" descr="c0edd12b1c72b3c5f1eb984623cbda8a1c402b3371b7-8fMp4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3461" y="6392"/>
              <a:ext cx="3029" cy="3029"/>
            </a:xfrm>
            <a:prstGeom prst="rect">
              <a:avLst/>
            </a:prstGeom>
          </p:spPr>
        </p:pic>
        <p:grpSp>
          <p:nvGrpSpPr>
            <p:cNvPr id="32" name="组合 31"/>
            <p:cNvGrpSpPr/>
            <p:nvPr/>
          </p:nvGrpSpPr>
          <p:grpSpPr>
            <a:xfrm>
              <a:off x="2363" y="3770"/>
              <a:ext cx="3262" cy="3827"/>
              <a:chOff x="9890" y="6589"/>
              <a:chExt cx="3262" cy="3827"/>
            </a:xfrm>
          </p:grpSpPr>
          <p:sp>
            <p:nvSpPr>
              <p:cNvPr id="33" name="文本框 32"/>
              <p:cNvSpPr txBox="1"/>
              <p:nvPr/>
            </p:nvSpPr>
            <p:spPr>
              <a:xfrm>
                <a:off x="9890" y="7219"/>
                <a:ext cx="3262" cy="3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 fontAlgn="auto">
                  <a:lnSpc>
                    <a:spcPct val="150000"/>
                  </a:lnSpc>
                </a:pP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方正华隶简体" panose="03000509000000000000" charset="-122"/>
                    <a:cs typeface="Calibri Light" panose="020F0302020204030204" pitchFamily="34" charset="0"/>
                  </a:rPr>
                  <a:t>Lorem ipsum dolor sit amet,consecteture 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方正华隶简体" panose="03000509000000000000" charset="-122"/>
                    <a:cs typeface="Calibri Light" panose="020F0302020204030204" pitchFamily="34" charset="0"/>
                    <a:sym typeface="+mn-ea"/>
                  </a:rPr>
                  <a:t>Lorem ipsum dolor sit amet,consecteture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方正华隶简体" panose="03000509000000000000" charset="-122"/>
                    <a:cs typeface="Calibri Light" panose="020F0302020204030204" pitchFamily="34" charset="0"/>
                    <a:sym typeface="+mn-ea"/>
                  </a:rPr>
                  <a:t>Lorem ipsum dolor sit amet,consecteture </a:t>
                </a:r>
                <a:r>
                  <a:rPr lang="en-US" altLang="zh-CN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方正华隶简体" panose="03000509000000000000" charset="-122"/>
                    <a:cs typeface="Calibri Light" panose="020F0302020204030204" pitchFamily="34" charset="0"/>
                    <a:sym typeface="+mn-ea"/>
                  </a:rPr>
                  <a:t> </a:t>
                </a:r>
                <a:endPara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  <a:sym typeface="+mn-ea"/>
                </a:endParaRPr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10257" y="6589"/>
                <a:ext cx="2528" cy="82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50800" dir="5400000" sx="1000" sy="1000" algn="ctr" rotWithShape="0">
                  <a:srgbClr val="2B7D1E"/>
                </a:outerShdw>
              </a:effectLst>
            </p:spPr>
            <p:txBody>
              <a:bodyPr wrap="none" rtlCol="0">
                <a:spAutoFit/>
              </a:bodyPr>
              <a:p>
                <a:pPr algn="ctr"/>
                <a:r>
                  <a:rPr lang="zh-CN" altLang="en-US" sz="2800" dirty="0">
                    <a:ln w="1270">
                      <a:noFill/>
                    </a:ln>
                    <a:solidFill>
                      <a:srgbClr val="5F4232"/>
                    </a:solidFill>
                    <a:effectLst/>
                    <a:latin typeface="方正卡通简体" panose="03000509000000000000" charset="-122"/>
                    <a:ea typeface="方正卡通简体" panose="03000509000000000000" charset="-122"/>
                  </a:rPr>
                  <a:t>输入标题</a:t>
                </a:r>
                <a:endParaRPr lang="zh-CN" altLang="en-US" sz="2800" dirty="0">
                  <a:ln w="1270">
                    <a:noFill/>
                  </a:ln>
                  <a:solidFill>
                    <a:srgbClr val="5F4232"/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endParaRPr>
              </a:p>
            </p:txBody>
          </p:sp>
        </p:grpSp>
      </p:grp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4785360" y="429260"/>
            <a:ext cx="2621280" cy="583565"/>
          </a:xfrm>
          <a:prstGeom prst="rect">
            <a:avLst/>
          </a:prstGeom>
          <a:noFill/>
          <a:ln>
            <a:noFill/>
          </a:ln>
          <a:effectLst>
            <a:outerShdw blurRad="50800" dist="50800" dir="5400000" sx="1000" sy="1000" algn="ctr" rotWithShape="0">
              <a:srgbClr val="2B7D1E"/>
            </a:outerShdw>
          </a:effectLst>
        </p:spPr>
        <p:txBody>
          <a:bodyPr wrap="none" rtlCol="0">
            <a:spAutoFit/>
          </a:bodyPr>
          <a:p>
            <a:pPr algn="l"/>
            <a:r>
              <a:rPr lang="zh-CN" altLang="en-US" sz="3200" dirty="0">
                <a:ln w="1270">
                  <a:noFill/>
                </a:ln>
                <a:solidFill>
                  <a:srgbClr val="5F4232"/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rPr>
              <a:t>输入你的标题</a:t>
            </a:r>
            <a:endParaRPr lang="zh-CN" altLang="en-US" sz="3200" dirty="0">
              <a:ln w="1270">
                <a:noFill/>
              </a:ln>
              <a:solidFill>
                <a:srgbClr val="5F4232"/>
              </a:solidFill>
              <a:effectLst/>
              <a:latin typeface="方正卡通简体" panose="03000509000000000000" charset="-122"/>
              <a:ea typeface="方正卡通简体" panose="03000509000000000000" charset="-122"/>
            </a:endParaRPr>
          </a:p>
        </p:txBody>
      </p:sp>
      <p:pic>
        <p:nvPicPr>
          <p:cNvPr id="2" name="图片 1" descr="efaecc393952bf21016930c38c0adb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095" y="1289685"/>
            <a:ext cx="2050415" cy="3086735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3649980" y="1844675"/>
            <a:ext cx="7613650" cy="1679575"/>
            <a:chOff x="5748" y="2905"/>
            <a:chExt cx="11990" cy="2645"/>
          </a:xfrm>
        </p:grpSpPr>
        <p:sp>
          <p:nvSpPr>
            <p:cNvPr id="6" name="圆角矩形 5"/>
            <p:cNvSpPr/>
            <p:nvPr/>
          </p:nvSpPr>
          <p:spPr>
            <a:xfrm>
              <a:off x="5748" y="2905"/>
              <a:ext cx="11990" cy="2645"/>
            </a:xfrm>
            <a:prstGeom prst="roundRect">
              <a:avLst/>
            </a:prstGeom>
            <a:noFill/>
            <a:ln w="15875">
              <a:solidFill>
                <a:srgbClr val="ACD6E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6393" y="3372"/>
              <a:ext cx="10701" cy="21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Lorem ipsum dolor sit amet,consecteture 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  <a:sym typeface="+mn-ea"/>
                </a:rPr>
                <a:t>Lorem ipsum dolor sit amet,consectetureLorem ipsum dolor sit amet,consecteture 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  <a:sym typeface="+mn-ea"/>
                </a:rPr>
                <a:t>Lorem ipsum dolor sit amet,consecteture 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  <a:sym typeface="+mn-ea"/>
                </a:rPr>
                <a:t>Lorem ipsum dolor sit amet,consectetureLorem ipsum dolor sit amet,consecteture </a:t>
              </a:r>
              <a:endPara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  <a:sym typeface="+mn-ea"/>
              </a:endParaRPr>
            </a:p>
            <a:p>
              <a:pPr algn="l" fontAlgn="auto">
                <a:lnSpc>
                  <a:spcPct val="150000"/>
                </a:lnSpc>
              </a:pPr>
              <a:endPara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  <a:sym typeface="+mn-ea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477520" y="4464685"/>
            <a:ext cx="7613650" cy="1679575"/>
            <a:chOff x="5748" y="2905"/>
            <a:chExt cx="11990" cy="2645"/>
          </a:xfrm>
        </p:grpSpPr>
        <p:sp>
          <p:nvSpPr>
            <p:cNvPr id="13" name="圆角矩形 12"/>
            <p:cNvSpPr/>
            <p:nvPr/>
          </p:nvSpPr>
          <p:spPr>
            <a:xfrm>
              <a:off x="5748" y="2905"/>
              <a:ext cx="11990" cy="2645"/>
            </a:xfrm>
            <a:prstGeom prst="roundRect">
              <a:avLst/>
            </a:prstGeom>
            <a:noFill/>
            <a:ln w="15875">
              <a:solidFill>
                <a:srgbClr val="ACD6E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393" y="3372"/>
              <a:ext cx="10701" cy="21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Lorem ipsum dolor sit amet,consecteture 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  <a:sym typeface="+mn-ea"/>
                </a:rPr>
                <a:t>Lorem ipsum dolor sit amet,consectetureLorem ipsum dolor sit amet,consecteture 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  <a:sym typeface="+mn-ea"/>
                </a:rPr>
                <a:t>Lorem ipsum dolor sit amet,consecteture 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  <a:sym typeface="+mn-ea"/>
                </a:rPr>
                <a:t>Lorem ipsum dolor sit amet,consectetureLorem ipsum dolor sit amet,consecteture </a:t>
              </a:r>
              <a:endPara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  <a:sym typeface="+mn-ea"/>
              </a:endParaRPr>
            </a:p>
            <a:p>
              <a:pPr algn="l" fontAlgn="auto">
                <a:lnSpc>
                  <a:spcPct val="150000"/>
                </a:lnSpc>
              </a:pPr>
              <a:endPara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  <a:sym typeface="+mn-ea"/>
              </a:endParaRPr>
            </a:p>
          </p:txBody>
        </p:sp>
      </p:grpSp>
      <p:pic>
        <p:nvPicPr>
          <p:cNvPr id="16" name="图片 15" descr="图层 2"/>
          <p:cNvPicPr>
            <a:picLocks noChangeAspect="1"/>
          </p:cNvPicPr>
          <p:nvPr/>
        </p:nvPicPr>
        <p:blipFill>
          <a:blip r:embed="rId3"/>
          <a:srcRect l="9498" b="17789"/>
          <a:stretch>
            <a:fillRect/>
          </a:stretch>
        </p:blipFill>
        <p:spPr>
          <a:xfrm flipH="1">
            <a:off x="8128000" y="3824605"/>
            <a:ext cx="3886200" cy="238315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c0edd12b1c72b3c5f1eb984623cbda8a1c402b3371b7-8fMp4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-186690" y="854710"/>
            <a:ext cx="5687695" cy="5687695"/>
          </a:xfrm>
          <a:prstGeom prst="rect">
            <a:avLst/>
          </a:prstGeom>
        </p:spPr>
      </p:pic>
      <p:pic>
        <p:nvPicPr>
          <p:cNvPr id="7" name="图片 6" descr="图层 2"/>
          <p:cNvPicPr>
            <a:picLocks noChangeAspect="1"/>
          </p:cNvPicPr>
          <p:nvPr/>
        </p:nvPicPr>
        <p:blipFill>
          <a:blip r:embed="rId3"/>
          <a:srcRect t="9533" b="11067"/>
          <a:stretch>
            <a:fillRect/>
          </a:stretch>
        </p:blipFill>
        <p:spPr>
          <a:xfrm>
            <a:off x="5247005" y="1808480"/>
            <a:ext cx="6534150" cy="3448685"/>
          </a:xfrm>
          <a:prstGeom prst="rect">
            <a:avLst/>
          </a:prstGeom>
        </p:spPr>
      </p:pic>
      <p:sp>
        <p:nvSpPr>
          <p:cNvPr id="8" name="文本框 6"/>
          <p:cNvSpPr txBox="1">
            <a:spLocks noChangeArrowheads="1"/>
          </p:cNvSpPr>
          <p:nvPr/>
        </p:nvSpPr>
        <p:spPr bwMode="auto">
          <a:xfrm>
            <a:off x="7204393" y="3458845"/>
            <a:ext cx="292608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defTabSz="51435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600">
                <a:solidFill>
                  <a:srgbClr val="5F4232"/>
                </a:solidFill>
                <a:latin typeface="方正卡通简体" panose="03000509000000000000" charset="-122"/>
                <a:ea typeface="方正卡通简体" panose="03000509000000000000" charset="-122"/>
                <a:cs typeface="方正卡通简体" panose="03000509000000000000" charset="-122"/>
              </a:rPr>
              <a:t>此处添加内容</a:t>
            </a:r>
            <a:endParaRPr lang="zh-CN" altLang="en-US" sz="3600">
              <a:solidFill>
                <a:srgbClr val="5F4232"/>
              </a:solidFill>
              <a:latin typeface="方正卡通简体" panose="03000509000000000000" charset="-122"/>
              <a:ea typeface="方正卡通简体" panose="03000509000000000000" charset="-122"/>
              <a:cs typeface="方正卡通简体" panose="03000509000000000000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034088" y="3898265"/>
            <a:ext cx="52666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auto">
              <a:lnSpc>
                <a:spcPct val="150000"/>
              </a:lnSpc>
            </a:pPr>
            <a:r>
              <a:rPr lang="en-US" altLang="zh-CN" sz="1400">
                <a:solidFill>
                  <a:srgbClr val="5F4232"/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rPr>
              <a:t>Lorem ipsum dolor sit amet,consecteture </a:t>
            </a:r>
            <a:r>
              <a:rPr lang="en-US" altLang="zh-CN" sz="1400">
                <a:solidFill>
                  <a:srgbClr val="5F4232"/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  <a:sym typeface="+mn-ea"/>
              </a:rPr>
              <a:t>Lorem ipsum dolor sit amet,consecteture</a:t>
            </a:r>
            <a:endParaRPr lang="en-US" altLang="zh-CN" sz="1400">
              <a:solidFill>
                <a:srgbClr val="5F4232"/>
              </a:solidFill>
              <a:latin typeface="Calibri Light" panose="020F0302020204030204" pitchFamily="34" charset="0"/>
              <a:ea typeface="方正华隶简体" panose="03000509000000000000" charset="-122"/>
              <a:cs typeface="Calibri Light" panose="020F0302020204030204" pitchFamily="34" charset="0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128000" y="2666365"/>
            <a:ext cx="107886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6000">
                <a:solidFill>
                  <a:srgbClr val="5F4232"/>
                </a:solidFill>
                <a:latin typeface="阿里巴巴普惠体 M" panose="00020600040101010101" charset="-122"/>
                <a:ea typeface="阿里巴巴普惠体 M" panose="00020600040101010101" charset="-122"/>
              </a:rPr>
              <a:t>04</a:t>
            </a:r>
            <a:endParaRPr lang="en-US" altLang="zh-CN" sz="6000">
              <a:solidFill>
                <a:srgbClr val="5F4232"/>
              </a:solidFill>
              <a:latin typeface="阿里巴巴普惠体 M" panose="00020600040101010101" charset="-122"/>
              <a:ea typeface="阿里巴巴普惠体 M" panose="00020600040101010101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4785360" y="429260"/>
            <a:ext cx="2621280" cy="583565"/>
          </a:xfrm>
          <a:prstGeom prst="rect">
            <a:avLst/>
          </a:prstGeom>
          <a:noFill/>
          <a:ln>
            <a:noFill/>
          </a:ln>
          <a:effectLst>
            <a:outerShdw blurRad="50800" dist="50800" dir="5400000" sx="1000" sy="1000" algn="ctr" rotWithShape="0">
              <a:srgbClr val="2B7D1E"/>
            </a:outerShdw>
          </a:effectLst>
        </p:spPr>
        <p:txBody>
          <a:bodyPr wrap="none" rtlCol="0">
            <a:spAutoFit/>
          </a:bodyPr>
          <a:p>
            <a:pPr algn="l"/>
            <a:r>
              <a:rPr lang="zh-CN" altLang="en-US" sz="3200" dirty="0">
                <a:ln w="1270">
                  <a:noFill/>
                </a:ln>
                <a:solidFill>
                  <a:srgbClr val="5F4232"/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rPr>
              <a:t>输入你的标题</a:t>
            </a:r>
            <a:endParaRPr lang="zh-CN" altLang="en-US" sz="3200" dirty="0">
              <a:ln w="1270">
                <a:noFill/>
              </a:ln>
              <a:solidFill>
                <a:srgbClr val="5F4232"/>
              </a:solidFill>
              <a:effectLst/>
              <a:latin typeface="方正卡通简体" panose="03000509000000000000" charset="-122"/>
              <a:ea typeface="方正卡通简体" panose="03000509000000000000" charset="-122"/>
            </a:endParaRPr>
          </a:p>
        </p:txBody>
      </p:sp>
      <p:sp>
        <p:nvSpPr>
          <p:cNvPr id="3" name="0"/>
          <p:cNvSpPr>
            <a:spLocks noChangeAspect="1"/>
          </p:cNvSpPr>
          <p:nvPr/>
        </p:nvSpPr>
        <p:spPr bwMode="auto">
          <a:xfrm>
            <a:off x="843915" y="2234565"/>
            <a:ext cx="478155" cy="479425"/>
          </a:xfrm>
          <a:custGeom>
            <a:avLst/>
            <a:gdLst>
              <a:gd name="connsiteX0" fmla="*/ 274005 w 606795"/>
              <a:gd name="connsiteY0" fmla="*/ 200265 h 608697"/>
              <a:gd name="connsiteX1" fmla="*/ 331102 w 606795"/>
              <a:gd name="connsiteY1" fmla="*/ 212914 h 608697"/>
              <a:gd name="connsiteX2" fmla="*/ 329998 w 606795"/>
              <a:gd name="connsiteY2" fmla="*/ 214016 h 608697"/>
              <a:gd name="connsiteX3" fmla="*/ 279379 w 606795"/>
              <a:gd name="connsiteY3" fmla="*/ 264565 h 608697"/>
              <a:gd name="connsiteX4" fmla="*/ 274005 w 606795"/>
              <a:gd name="connsiteY4" fmla="*/ 264373 h 608697"/>
              <a:gd name="connsiteX5" fmla="*/ 203186 w 606795"/>
              <a:gd name="connsiteY5" fmla="*/ 335093 h 608697"/>
              <a:gd name="connsiteX6" fmla="*/ 273957 w 606795"/>
              <a:gd name="connsiteY6" fmla="*/ 405813 h 608697"/>
              <a:gd name="connsiteX7" fmla="*/ 344776 w 606795"/>
              <a:gd name="connsiteY7" fmla="*/ 335093 h 608697"/>
              <a:gd name="connsiteX8" fmla="*/ 344584 w 606795"/>
              <a:gd name="connsiteY8" fmla="*/ 329727 h 608697"/>
              <a:gd name="connsiteX9" fmla="*/ 395204 w 606795"/>
              <a:gd name="connsiteY9" fmla="*/ 279178 h 608697"/>
              <a:gd name="connsiteX10" fmla="*/ 396259 w 606795"/>
              <a:gd name="connsiteY10" fmla="*/ 278076 h 608697"/>
              <a:gd name="connsiteX11" fmla="*/ 408926 w 606795"/>
              <a:gd name="connsiteY11" fmla="*/ 335093 h 608697"/>
              <a:gd name="connsiteX12" fmla="*/ 274005 w 606795"/>
              <a:gd name="connsiteY12" fmla="*/ 469825 h 608697"/>
              <a:gd name="connsiteX13" fmla="*/ 139084 w 606795"/>
              <a:gd name="connsiteY13" fmla="*/ 334997 h 608697"/>
              <a:gd name="connsiteX14" fmla="*/ 274005 w 606795"/>
              <a:gd name="connsiteY14" fmla="*/ 200265 h 608697"/>
              <a:gd name="connsiteX15" fmla="*/ 273958 w 606795"/>
              <a:gd name="connsiteY15" fmla="*/ 61462 h 608697"/>
              <a:gd name="connsiteX16" fmla="*/ 399831 w 606795"/>
              <a:gd name="connsiteY16" fmla="*/ 91976 h 608697"/>
              <a:gd name="connsiteX17" fmla="*/ 399687 w 606795"/>
              <a:gd name="connsiteY17" fmla="*/ 101508 h 608697"/>
              <a:gd name="connsiteX18" fmla="*/ 402757 w 606795"/>
              <a:gd name="connsiteY18" fmla="*/ 141411 h 608697"/>
              <a:gd name="connsiteX19" fmla="*/ 380068 w 606795"/>
              <a:gd name="connsiteY19" fmla="*/ 164069 h 608697"/>
              <a:gd name="connsiteX20" fmla="*/ 274006 w 606795"/>
              <a:gd name="connsiteY20" fmla="*/ 133938 h 608697"/>
              <a:gd name="connsiteX21" fmla="*/ 72627 w 606795"/>
              <a:gd name="connsiteY21" fmla="*/ 335079 h 608697"/>
              <a:gd name="connsiteX22" fmla="*/ 274101 w 606795"/>
              <a:gd name="connsiteY22" fmla="*/ 536173 h 608697"/>
              <a:gd name="connsiteX23" fmla="*/ 475480 w 606795"/>
              <a:gd name="connsiteY23" fmla="*/ 335079 h 608697"/>
              <a:gd name="connsiteX24" fmla="*/ 445307 w 606795"/>
              <a:gd name="connsiteY24" fmla="*/ 229168 h 608697"/>
              <a:gd name="connsiteX25" fmla="*/ 470395 w 606795"/>
              <a:gd name="connsiteY25" fmla="*/ 204115 h 608697"/>
              <a:gd name="connsiteX26" fmla="*/ 505222 w 606795"/>
              <a:gd name="connsiteY26" fmla="*/ 206797 h 608697"/>
              <a:gd name="connsiteX27" fmla="*/ 509203 w 606795"/>
              <a:gd name="connsiteY27" fmla="*/ 206941 h 608697"/>
              <a:gd name="connsiteX28" fmla="*/ 515967 w 606795"/>
              <a:gd name="connsiteY28" fmla="*/ 206510 h 608697"/>
              <a:gd name="connsiteX29" fmla="*/ 548011 w 606795"/>
              <a:gd name="connsiteY29" fmla="*/ 335079 h 608697"/>
              <a:gd name="connsiteX30" fmla="*/ 274006 w 606795"/>
              <a:gd name="connsiteY30" fmla="*/ 608697 h 608697"/>
              <a:gd name="connsiteX31" fmla="*/ 0 w 606795"/>
              <a:gd name="connsiteY31" fmla="*/ 335079 h 608697"/>
              <a:gd name="connsiteX32" fmla="*/ 273958 w 606795"/>
              <a:gd name="connsiteY32" fmla="*/ 61462 h 608697"/>
              <a:gd name="connsiteX33" fmla="*/ 505808 w 606795"/>
              <a:gd name="connsiteY33" fmla="*/ 0 h 608697"/>
              <a:gd name="connsiteX34" fmla="*/ 512237 w 606795"/>
              <a:gd name="connsiteY34" fmla="*/ 5893 h 608697"/>
              <a:gd name="connsiteX35" fmla="*/ 516075 w 606795"/>
              <a:gd name="connsiteY35" fmla="*/ 55382 h 608697"/>
              <a:gd name="connsiteX36" fmla="*/ 534691 w 606795"/>
              <a:gd name="connsiteY36" fmla="*/ 36794 h 608697"/>
              <a:gd name="connsiteX37" fmla="*/ 548028 w 606795"/>
              <a:gd name="connsiteY37" fmla="*/ 31236 h 608697"/>
              <a:gd name="connsiteX38" fmla="*/ 561414 w 606795"/>
              <a:gd name="connsiteY38" fmla="*/ 36794 h 608697"/>
              <a:gd name="connsiteX39" fmla="*/ 572689 w 606795"/>
              <a:gd name="connsiteY39" fmla="*/ 48100 h 608697"/>
              <a:gd name="connsiteX40" fmla="*/ 572689 w 606795"/>
              <a:gd name="connsiteY40" fmla="*/ 74881 h 608697"/>
              <a:gd name="connsiteX41" fmla="*/ 556424 w 606795"/>
              <a:gd name="connsiteY41" fmla="*/ 91074 h 608697"/>
              <a:gd name="connsiteX42" fmla="*/ 600900 w 606795"/>
              <a:gd name="connsiteY42" fmla="*/ 94523 h 608697"/>
              <a:gd name="connsiteX43" fmla="*/ 604930 w 606795"/>
              <a:gd name="connsiteY43" fmla="*/ 105398 h 608697"/>
              <a:gd name="connsiteX44" fmla="*/ 531716 w 606795"/>
              <a:gd name="connsiteY44" fmla="*/ 178458 h 608697"/>
              <a:gd name="connsiteX45" fmla="*/ 509070 w 606795"/>
              <a:gd name="connsiteY45" fmla="*/ 187800 h 608697"/>
              <a:gd name="connsiteX46" fmla="*/ 506672 w 606795"/>
              <a:gd name="connsiteY46" fmla="*/ 187752 h 608697"/>
              <a:gd name="connsiteX47" fmla="*/ 504800 w 606795"/>
              <a:gd name="connsiteY47" fmla="*/ 187609 h 608697"/>
              <a:gd name="connsiteX48" fmla="*/ 462964 w 606795"/>
              <a:gd name="connsiteY48" fmla="*/ 184399 h 608697"/>
              <a:gd name="connsiteX49" fmla="*/ 434177 w 606795"/>
              <a:gd name="connsiteY49" fmla="*/ 213144 h 608697"/>
              <a:gd name="connsiteX50" fmla="*/ 386536 w 606795"/>
              <a:gd name="connsiteY50" fmla="*/ 260765 h 608697"/>
              <a:gd name="connsiteX51" fmla="*/ 385432 w 606795"/>
              <a:gd name="connsiteY51" fmla="*/ 261819 h 608697"/>
              <a:gd name="connsiteX52" fmla="*/ 339326 w 606795"/>
              <a:gd name="connsiteY52" fmla="*/ 307906 h 608697"/>
              <a:gd name="connsiteX53" fmla="*/ 319031 w 606795"/>
              <a:gd name="connsiteY53" fmla="*/ 328124 h 608697"/>
              <a:gd name="connsiteX54" fmla="*/ 308524 w 606795"/>
              <a:gd name="connsiteY54" fmla="*/ 332819 h 608697"/>
              <a:gd name="connsiteX55" fmla="*/ 291588 w 606795"/>
              <a:gd name="connsiteY55" fmla="*/ 333633 h 608697"/>
              <a:gd name="connsiteX56" fmla="*/ 290772 w 606795"/>
              <a:gd name="connsiteY56" fmla="*/ 333633 h 608697"/>
              <a:gd name="connsiteX57" fmla="*/ 274844 w 606795"/>
              <a:gd name="connsiteY57" fmla="*/ 316386 h 608697"/>
              <a:gd name="connsiteX58" fmla="*/ 276091 w 606795"/>
              <a:gd name="connsiteY58" fmla="*/ 300337 h 608697"/>
              <a:gd name="connsiteX59" fmla="*/ 280697 w 606795"/>
              <a:gd name="connsiteY59" fmla="*/ 290324 h 608697"/>
              <a:gd name="connsiteX60" fmla="*/ 301183 w 606795"/>
              <a:gd name="connsiteY60" fmla="*/ 269867 h 608697"/>
              <a:gd name="connsiteX61" fmla="*/ 347290 w 606795"/>
              <a:gd name="connsiteY61" fmla="*/ 223827 h 608697"/>
              <a:gd name="connsiteX62" fmla="*/ 348393 w 606795"/>
              <a:gd name="connsiteY62" fmla="*/ 222725 h 608697"/>
              <a:gd name="connsiteX63" fmla="*/ 396035 w 606795"/>
              <a:gd name="connsiteY63" fmla="*/ 175153 h 608697"/>
              <a:gd name="connsiteX64" fmla="*/ 422519 w 606795"/>
              <a:gd name="connsiteY64" fmla="*/ 148707 h 608697"/>
              <a:gd name="connsiteX65" fmla="*/ 419016 w 606795"/>
              <a:gd name="connsiteY65" fmla="*/ 102907 h 608697"/>
              <a:gd name="connsiteX66" fmla="*/ 418825 w 606795"/>
              <a:gd name="connsiteY66" fmla="*/ 100032 h 608697"/>
              <a:gd name="connsiteX67" fmla="*/ 428084 w 606795"/>
              <a:gd name="connsiteY67" fmla="*/ 74976 h 608697"/>
              <a:gd name="connsiteX68" fmla="*/ 501346 w 606795"/>
              <a:gd name="connsiteY68" fmla="*/ 1868 h 608697"/>
              <a:gd name="connsiteX69" fmla="*/ 505808 w 606795"/>
              <a:gd name="connsiteY69" fmla="*/ 0 h 608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606795" h="608697">
                <a:moveTo>
                  <a:pt x="274005" y="200265"/>
                </a:moveTo>
                <a:cubicBezTo>
                  <a:pt x="294445" y="200265"/>
                  <a:pt x="313733" y="204817"/>
                  <a:pt x="331102" y="212914"/>
                </a:cubicBezTo>
                <a:lnTo>
                  <a:pt x="329998" y="214016"/>
                </a:lnTo>
                <a:lnTo>
                  <a:pt x="279379" y="264565"/>
                </a:lnTo>
                <a:cubicBezTo>
                  <a:pt x="277604" y="264421"/>
                  <a:pt x="275828" y="264373"/>
                  <a:pt x="274005" y="264373"/>
                </a:cubicBezTo>
                <a:cubicBezTo>
                  <a:pt x="234949" y="264373"/>
                  <a:pt x="203186" y="296044"/>
                  <a:pt x="203186" y="335093"/>
                </a:cubicBezTo>
                <a:cubicBezTo>
                  <a:pt x="203186" y="374094"/>
                  <a:pt x="234805" y="405813"/>
                  <a:pt x="273957" y="405813"/>
                </a:cubicBezTo>
                <a:cubicBezTo>
                  <a:pt x="313109" y="405813"/>
                  <a:pt x="344776" y="374094"/>
                  <a:pt x="344776" y="335093"/>
                </a:cubicBezTo>
                <a:cubicBezTo>
                  <a:pt x="344776" y="333272"/>
                  <a:pt x="344728" y="331499"/>
                  <a:pt x="344584" y="329727"/>
                </a:cubicBezTo>
                <a:lnTo>
                  <a:pt x="395204" y="279178"/>
                </a:lnTo>
                <a:lnTo>
                  <a:pt x="396259" y="278076"/>
                </a:lnTo>
                <a:cubicBezTo>
                  <a:pt x="404368" y="295421"/>
                  <a:pt x="408926" y="314682"/>
                  <a:pt x="408926" y="335093"/>
                </a:cubicBezTo>
                <a:cubicBezTo>
                  <a:pt x="408926" y="409502"/>
                  <a:pt x="348567" y="469825"/>
                  <a:pt x="274005" y="469825"/>
                </a:cubicBezTo>
                <a:cubicBezTo>
                  <a:pt x="199491" y="469825"/>
                  <a:pt x="139084" y="409454"/>
                  <a:pt x="139084" y="334997"/>
                </a:cubicBezTo>
                <a:cubicBezTo>
                  <a:pt x="139084" y="260588"/>
                  <a:pt x="199491" y="200265"/>
                  <a:pt x="274005" y="200265"/>
                </a:cubicBezTo>
                <a:close/>
                <a:moveTo>
                  <a:pt x="273958" y="61462"/>
                </a:moveTo>
                <a:cubicBezTo>
                  <a:pt x="319385" y="61462"/>
                  <a:pt x="362127" y="72480"/>
                  <a:pt x="399831" y="91976"/>
                </a:cubicBezTo>
                <a:cubicBezTo>
                  <a:pt x="399495" y="95089"/>
                  <a:pt x="399447" y="98299"/>
                  <a:pt x="399687" y="101508"/>
                </a:cubicBezTo>
                <a:lnTo>
                  <a:pt x="402757" y="141411"/>
                </a:lnTo>
                <a:lnTo>
                  <a:pt x="380068" y="164069"/>
                </a:lnTo>
                <a:cubicBezTo>
                  <a:pt x="349319" y="145003"/>
                  <a:pt x="312957" y="133938"/>
                  <a:pt x="274006" y="133938"/>
                </a:cubicBezTo>
                <a:cubicBezTo>
                  <a:pt x="162811" y="133938"/>
                  <a:pt x="72627" y="223994"/>
                  <a:pt x="72627" y="335079"/>
                </a:cubicBezTo>
                <a:cubicBezTo>
                  <a:pt x="72627" y="446117"/>
                  <a:pt x="162859" y="536173"/>
                  <a:pt x="274101" y="536173"/>
                </a:cubicBezTo>
                <a:cubicBezTo>
                  <a:pt x="385296" y="536173"/>
                  <a:pt x="475480" y="446117"/>
                  <a:pt x="475480" y="335079"/>
                </a:cubicBezTo>
                <a:cubicBezTo>
                  <a:pt x="475480" y="296231"/>
                  <a:pt x="464447" y="259969"/>
                  <a:pt x="445307" y="229168"/>
                </a:cubicBezTo>
                <a:lnTo>
                  <a:pt x="470395" y="204115"/>
                </a:lnTo>
                <a:lnTo>
                  <a:pt x="505222" y="206797"/>
                </a:lnTo>
                <a:cubicBezTo>
                  <a:pt x="506565" y="206893"/>
                  <a:pt x="507908" y="206941"/>
                  <a:pt x="509203" y="206941"/>
                </a:cubicBezTo>
                <a:cubicBezTo>
                  <a:pt x="511458" y="206941"/>
                  <a:pt x="513760" y="206797"/>
                  <a:pt x="515967" y="206510"/>
                </a:cubicBezTo>
                <a:cubicBezTo>
                  <a:pt x="536450" y="244832"/>
                  <a:pt x="548011" y="288566"/>
                  <a:pt x="548011" y="335079"/>
                </a:cubicBezTo>
                <a:cubicBezTo>
                  <a:pt x="548011" y="486163"/>
                  <a:pt x="425351" y="608697"/>
                  <a:pt x="274006" y="608697"/>
                </a:cubicBezTo>
                <a:cubicBezTo>
                  <a:pt x="122708" y="608697"/>
                  <a:pt x="0" y="486163"/>
                  <a:pt x="0" y="335079"/>
                </a:cubicBezTo>
                <a:cubicBezTo>
                  <a:pt x="0" y="183948"/>
                  <a:pt x="122708" y="61462"/>
                  <a:pt x="273958" y="61462"/>
                </a:cubicBezTo>
                <a:close/>
                <a:moveTo>
                  <a:pt x="505808" y="0"/>
                </a:moveTo>
                <a:cubicBezTo>
                  <a:pt x="508927" y="0"/>
                  <a:pt x="511949" y="2252"/>
                  <a:pt x="512237" y="5893"/>
                </a:cubicBezTo>
                <a:lnTo>
                  <a:pt x="516075" y="55382"/>
                </a:lnTo>
                <a:lnTo>
                  <a:pt x="534691" y="36794"/>
                </a:lnTo>
                <a:cubicBezTo>
                  <a:pt x="538337" y="33105"/>
                  <a:pt x="543231" y="31236"/>
                  <a:pt x="548028" y="31236"/>
                </a:cubicBezTo>
                <a:cubicBezTo>
                  <a:pt x="552826" y="31236"/>
                  <a:pt x="557720" y="33105"/>
                  <a:pt x="561414" y="36794"/>
                </a:cubicBezTo>
                <a:lnTo>
                  <a:pt x="572689" y="48100"/>
                </a:lnTo>
                <a:cubicBezTo>
                  <a:pt x="580077" y="55526"/>
                  <a:pt x="580077" y="67455"/>
                  <a:pt x="572689" y="74881"/>
                </a:cubicBezTo>
                <a:lnTo>
                  <a:pt x="556424" y="91074"/>
                </a:lnTo>
                <a:lnTo>
                  <a:pt x="600900" y="94523"/>
                </a:lnTo>
                <a:cubicBezTo>
                  <a:pt x="606321" y="94906"/>
                  <a:pt x="608768" y="101565"/>
                  <a:pt x="604930" y="105398"/>
                </a:cubicBezTo>
                <a:lnTo>
                  <a:pt x="531716" y="178458"/>
                </a:lnTo>
                <a:cubicBezTo>
                  <a:pt x="525671" y="184495"/>
                  <a:pt x="517515" y="187800"/>
                  <a:pt x="509070" y="187800"/>
                </a:cubicBezTo>
                <a:cubicBezTo>
                  <a:pt x="508303" y="187800"/>
                  <a:pt x="507487" y="187800"/>
                  <a:pt x="506672" y="187752"/>
                </a:cubicBezTo>
                <a:lnTo>
                  <a:pt x="504800" y="187609"/>
                </a:lnTo>
                <a:lnTo>
                  <a:pt x="462964" y="184399"/>
                </a:lnTo>
                <a:lnTo>
                  <a:pt x="434177" y="213144"/>
                </a:lnTo>
                <a:lnTo>
                  <a:pt x="386536" y="260765"/>
                </a:lnTo>
                <a:lnTo>
                  <a:pt x="385432" y="261819"/>
                </a:lnTo>
                <a:lnTo>
                  <a:pt x="339326" y="307906"/>
                </a:lnTo>
                <a:lnTo>
                  <a:pt x="319031" y="328124"/>
                </a:lnTo>
                <a:cubicBezTo>
                  <a:pt x="316296" y="330950"/>
                  <a:pt x="312506" y="332627"/>
                  <a:pt x="308524" y="332819"/>
                </a:cubicBezTo>
                <a:lnTo>
                  <a:pt x="291588" y="333633"/>
                </a:lnTo>
                <a:lnTo>
                  <a:pt x="290772" y="333633"/>
                </a:lnTo>
                <a:cubicBezTo>
                  <a:pt x="281465" y="333633"/>
                  <a:pt x="274076" y="325728"/>
                  <a:pt x="274844" y="316386"/>
                </a:cubicBezTo>
                <a:lnTo>
                  <a:pt x="276091" y="300337"/>
                </a:lnTo>
                <a:cubicBezTo>
                  <a:pt x="276379" y="296600"/>
                  <a:pt x="278010" y="293007"/>
                  <a:pt x="280697" y="290324"/>
                </a:cubicBezTo>
                <a:lnTo>
                  <a:pt x="301183" y="269867"/>
                </a:lnTo>
                <a:lnTo>
                  <a:pt x="347290" y="223827"/>
                </a:lnTo>
                <a:lnTo>
                  <a:pt x="348393" y="222725"/>
                </a:lnTo>
                <a:lnTo>
                  <a:pt x="396035" y="175153"/>
                </a:lnTo>
                <a:lnTo>
                  <a:pt x="422519" y="148707"/>
                </a:lnTo>
                <a:lnTo>
                  <a:pt x="419016" y="102907"/>
                </a:lnTo>
                <a:lnTo>
                  <a:pt x="418825" y="100032"/>
                </a:lnTo>
                <a:cubicBezTo>
                  <a:pt x="418105" y="90690"/>
                  <a:pt x="421511" y="81588"/>
                  <a:pt x="428084" y="74976"/>
                </a:cubicBezTo>
                <a:lnTo>
                  <a:pt x="501346" y="1868"/>
                </a:lnTo>
                <a:cubicBezTo>
                  <a:pt x="502641" y="575"/>
                  <a:pt x="504225" y="0"/>
                  <a:pt x="505808" y="0"/>
                </a:cubicBezTo>
                <a:close/>
              </a:path>
            </a:pathLst>
          </a:custGeom>
          <a:solidFill>
            <a:srgbClr val="69A49A"/>
          </a:solidFill>
          <a:ln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9" name="0"/>
          <p:cNvSpPr>
            <a:spLocks noChangeAspect="1"/>
          </p:cNvSpPr>
          <p:nvPr/>
        </p:nvSpPr>
        <p:spPr bwMode="auto">
          <a:xfrm>
            <a:off x="842963" y="4162425"/>
            <a:ext cx="480060" cy="479425"/>
          </a:xfrm>
          <a:custGeom>
            <a:avLst/>
            <a:gdLst>
              <a:gd name="connsiteX0" fmla="*/ 351512 w 608453"/>
              <a:gd name="connsiteY0" fmla="*/ 527474 h 607566"/>
              <a:gd name="connsiteX1" fmla="*/ 365947 w 608453"/>
              <a:gd name="connsiteY1" fmla="*/ 533451 h 607566"/>
              <a:gd name="connsiteX2" fmla="*/ 371935 w 608453"/>
              <a:gd name="connsiteY2" fmla="*/ 548009 h 607566"/>
              <a:gd name="connsiteX3" fmla="*/ 365947 w 608453"/>
              <a:gd name="connsiteY3" fmla="*/ 562567 h 607566"/>
              <a:gd name="connsiteX4" fmla="*/ 351512 w 608453"/>
              <a:gd name="connsiteY4" fmla="*/ 568543 h 607566"/>
              <a:gd name="connsiteX5" fmla="*/ 336925 w 608453"/>
              <a:gd name="connsiteY5" fmla="*/ 562567 h 607566"/>
              <a:gd name="connsiteX6" fmla="*/ 330936 w 608453"/>
              <a:gd name="connsiteY6" fmla="*/ 548009 h 607566"/>
              <a:gd name="connsiteX7" fmla="*/ 336925 w 608453"/>
              <a:gd name="connsiteY7" fmla="*/ 533451 h 607566"/>
              <a:gd name="connsiteX8" fmla="*/ 351512 w 608453"/>
              <a:gd name="connsiteY8" fmla="*/ 527474 h 607566"/>
              <a:gd name="connsiteX9" fmla="*/ 96651 w 608453"/>
              <a:gd name="connsiteY9" fmla="*/ 340302 h 607566"/>
              <a:gd name="connsiteX10" fmla="*/ 59316 w 608453"/>
              <a:gd name="connsiteY10" fmla="*/ 414406 h 607566"/>
              <a:gd name="connsiteX11" fmla="*/ 59008 w 608453"/>
              <a:gd name="connsiteY11" fmla="*/ 548652 h 607566"/>
              <a:gd name="connsiteX12" fmla="*/ 193448 w 608453"/>
              <a:gd name="connsiteY12" fmla="*/ 548345 h 607566"/>
              <a:gd name="connsiteX13" fmla="*/ 267659 w 608453"/>
              <a:gd name="connsiteY13" fmla="*/ 511063 h 607566"/>
              <a:gd name="connsiteX14" fmla="*/ 176086 w 608453"/>
              <a:gd name="connsiteY14" fmla="*/ 431743 h 607566"/>
              <a:gd name="connsiteX15" fmla="*/ 96651 w 608453"/>
              <a:gd name="connsiteY15" fmla="*/ 340302 h 607566"/>
              <a:gd name="connsiteX16" fmla="*/ 304192 w 608453"/>
              <a:gd name="connsiteY16" fmla="*/ 257606 h 607566"/>
              <a:gd name="connsiteX17" fmla="*/ 257941 w 608453"/>
              <a:gd name="connsiteY17" fmla="*/ 303782 h 607566"/>
              <a:gd name="connsiteX18" fmla="*/ 304192 w 608453"/>
              <a:gd name="connsiteY18" fmla="*/ 349958 h 607566"/>
              <a:gd name="connsiteX19" fmla="*/ 350442 w 608453"/>
              <a:gd name="connsiteY19" fmla="*/ 303782 h 607566"/>
              <a:gd name="connsiteX20" fmla="*/ 304192 w 608453"/>
              <a:gd name="connsiteY20" fmla="*/ 257606 h 607566"/>
              <a:gd name="connsiteX21" fmla="*/ 545278 w 608453"/>
              <a:gd name="connsiteY21" fmla="*/ 234698 h 607566"/>
              <a:gd name="connsiteX22" fmla="*/ 559861 w 608453"/>
              <a:gd name="connsiteY22" fmla="*/ 240687 h 607566"/>
              <a:gd name="connsiteX23" fmla="*/ 565848 w 608453"/>
              <a:gd name="connsiteY23" fmla="*/ 255121 h 607566"/>
              <a:gd name="connsiteX24" fmla="*/ 559861 w 608453"/>
              <a:gd name="connsiteY24" fmla="*/ 269709 h 607566"/>
              <a:gd name="connsiteX25" fmla="*/ 545278 w 608453"/>
              <a:gd name="connsiteY25" fmla="*/ 275697 h 607566"/>
              <a:gd name="connsiteX26" fmla="*/ 530848 w 608453"/>
              <a:gd name="connsiteY26" fmla="*/ 269709 h 607566"/>
              <a:gd name="connsiteX27" fmla="*/ 524708 w 608453"/>
              <a:gd name="connsiteY27" fmla="*/ 255121 h 607566"/>
              <a:gd name="connsiteX28" fmla="*/ 530848 w 608453"/>
              <a:gd name="connsiteY28" fmla="*/ 240687 h 607566"/>
              <a:gd name="connsiteX29" fmla="*/ 545278 w 608453"/>
              <a:gd name="connsiteY29" fmla="*/ 234698 h 607566"/>
              <a:gd name="connsiteX30" fmla="*/ 304192 w 608453"/>
              <a:gd name="connsiteY30" fmla="*/ 216492 h 607566"/>
              <a:gd name="connsiteX31" fmla="*/ 391622 w 608453"/>
              <a:gd name="connsiteY31" fmla="*/ 303782 h 607566"/>
              <a:gd name="connsiteX32" fmla="*/ 304192 w 608453"/>
              <a:gd name="connsiteY32" fmla="*/ 391071 h 607566"/>
              <a:gd name="connsiteX33" fmla="*/ 216761 w 608453"/>
              <a:gd name="connsiteY33" fmla="*/ 303782 h 607566"/>
              <a:gd name="connsiteX34" fmla="*/ 304192 w 608453"/>
              <a:gd name="connsiteY34" fmla="*/ 216492 h 607566"/>
              <a:gd name="connsiteX35" fmla="*/ 304227 w 608453"/>
              <a:gd name="connsiteY35" fmla="*/ 120599 h 607566"/>
              <a:gd name="connsiteX36" fmla="*/ 205125 w 608453"/>
              <a:gd name="connsiteY36" fmla="*/ 204829 h 607566"/>
              <a:gd name="connsiteX37" fmla="*/ 120774 w 608453"/>
              <a:gd name="connsiteY37" fmla="*/ 303787 h 607566"/>
              <a:gd name="connsiteX38" fmla="*/ 205125 w 608453"/>
              <a:gd name="connsiteY38" fmla="*/ 402746 h 607566"/>
              <a:gd name="connsiteX39" fmla="*/ 304227 w 608453"/>
              <a:gd name="connsiteY39" fmla="*/ 486822 h 607566"/>
              <a:gd name="connsiteX40" fmla="*/ 403328 w 608453"/>
              <a:gd name="connsiteY40" fmla="*/ 402746 h 607566"/>
              <a:gd name="connsiteX41" fmla="*/ 487526 w 608453"/>
              <a:gd name="connsiteY41" fmla="*/ 303787 h 607566"/>
              <a:gd name="connsiteX42" fmla="*/ 403328 w 608453"/>
              <a:gd name="connsiteY42" fmla="*/ 204829 h 607566"/>
              <a:gd name="connsiteX43" fmla="*/ 304227 w 608453"/>
              <a:gd name="connsiteY43" fmla="*/ 120599 h 607566"/>
              <a:gd name="connsiteX44" fmla="*/ 112054 w 608453"/>
              <a:gd name="connsiteY44" fmla="*/ 41068 h 607566"/>
              <a:gd name="connsiteX45" fmla="*/ 59008 w 608453"/>
              <a:gd name="connsiteY45" fmla="*/ 58923 h 607566"/>
              <a:gd name="connsiteX46" fmla="*/ 59316 w 608453"/>
              <a:gd name="connsiteY46" fmla="*/ 193169 h 607566"/>
              <a:gd name="connsiteX47" fmla="*/ 96651 w 608453"/>
              <a:gd name="connsiteY47" fmla="*/ 267272 h 607566"/>
              <a:gd name="connsiteX48" fmla="*/ 176086 w 608453"/>
              <a:gd name="connsiteY48" fmla="*/ 175832 h 607566"/>
              <a:gd name="connsiteX49" fmla="*/ 267659 w 608453"/>
              <a:gd name="connsiteY49" fmla="*/ 96512 h 607566"/>
              <a:gd name="connsiteX50" fmla="*/ 193448 w 608453"/>
              <a:gd name="connsiteY50" fmla="*/ 59230 h 607566"/>
              <a:gd name="connsiteX51" fmla="*/ 112054 w 608453"/>
              <a:gd name="connsiteY51" fmla="*/ 41068 h 607566"/>
              <a:gd name="connsiteX52" fmla="*/ 103297 w 608453"/>
              <a:gd name="connsiteY52" fmla="*/ 200 h 607566"/>
              <a:gd name="connsiteX53" fmla="*/ 208352 w 608453"/>
              <a:gd name="connsiteY53" fmla="*/ 21027 h 607566"/>
              <a:gd name="connsiteX54" fmla="*/ 304227 w 608453"/>
              <a:gd name="connsiteY54" fmla="*/ 71044 h 607566"/>
              <a:gd name="connsiteX55" fmla="*/ 400101 w 608453"/>
              <a:gd name="connsiteY55" fmla="*/ 21027 h 607566"/>
              <a:gd name="connsiteX56" fmla="*/ 505080 w 608453"/>
              <a:gd name="connsiteY56" fmla="*/ 200 h 607566"/>
              <a:gd name="connsiteX57" fmla="*/ 578484 w 608453"/>
              <a:gd name="connsiteY57" fmla="*/ 29773 h 607566"/>
              <a:gd name="connsiteX58" fmla="*/ 586166 w 608453"/>
              <a:gd name="connsiteY58" fmla="*/ 211273 h 607566"/>
              <a:gd name="connsiteX59" fmla="*/ 559432 w 608453"/>
              <a:gd name="connsiteY59" fmla="*/ 222626 h 607566"/>
              <a:gd name="connsiteX60" fmla="*/ 548062 w 608453"/>
              <a:gd name="connsiteY60" fmla="*/ 195930 h 607566"/>
              <a:gd name="connsiteX61" fmla="*/ 549445 w 608453"/>
              <a:gd name="connsiteY61" fmla="*/ 58923 h 607566"/>
              <a:gd name="connsiteX62" fmla="*/ 415005 w 608453"/>
              <a:gd name="connsiteY62" fmla="*/ 59230 h 607566"/>
              <a:gd name="connsiteX63" fmla="*/ 340794 w 608453"/>
              <a:gd name="connsiteY63" fmla="*/ 96512 h 607566"/>
              <a:gd name="connsiteX64" fmla="*/ 432367 w 608453"/>
              <a:gd name="connsiteY64" fmla="*/ 175832 h 607566"/>
              <a:gd name="connsiteX65" fmla="*/ 587395 w 608453"/>
              <a:gd name="connsiteY65" fmla="*/ 399524 h 607566"/>
              <a:gd name="connsiteX66" fmla="*/ 578484 w 608453"/>
              <a:gd name="connsiteY66" fmla="*/ 577649 h 607566"/>
              <a:gd name="connsiteX67" fmla="*/ 496898 w 608453"/>
              <a:gd name="connsiteY67" fmla="*/ 607566 h 607566"/>
              <a:gd name="connsiteX68" fmla="*/ 396875 w 608453"/>
              <a:gd name="connsiteY68" fmla="*/ 585320 h 607566"/>
              <a:gd name="connsiteX69" fmla="*/ 385505 w 608453"/>
              <a:gd name="connsiteY69" fmla="*/ 558624 h 607566"/>
              <a:gd name="connsiteX70" fmla="*/ 412086 w 608453"/>
              <a:gd name="connsiteY70" fmla="*/ 547271 h 607566"/>
              <a:gd name="connsiteX71" fmla="*/ 549445 w 608453"/>
              <a:gd name="connsiteY71" fmla="*/ 548652 h 607566"/>
              <a:gd name="connsiteX72" fmla="*/ 549138 w 608453"/>
              <a:gd name="connsiteY72" fmla="*/ 414406 h 607566"/>
              <a:gd name="connsiteX73" fmla="*/ 511802 w 608453"/>
              <a:gd name="connsiteY73" fmla="*/ 340302 h 607566"/>
              <a:gd name="connsiteX74" fmla="*/ 432367 w 608453"/>
              <a:gd name="connsiteY74" fmla="*/ 431743 h 607566"/>
              <a:gd name="connsiteX75" fmla="*/ 208352 w 608453"/>
              <a:gd name="connsiteY75" fmla="*/ 586547 h 607566"/>
              <a:gd name="connsiteX76" fmla="*/ 111555 w 608453"/>
              <a:gd name="connsiteY76" fmla="*/ 607566 h 607566"/>
              <a:gd name="connsiteX77" fmla="*/ 29816 w 608453"/>
              <a:gd name="connsiteY77" fmla="*/ 577649 h 607566"/>
              <a:gd name="connsiteX78" fmla="*/ 21058 w 608453"/>
              <a:gd name="connsiteY78" fmla="*/ 399524 h 607566"/>
              <a:gd name="connsiteX79" fmla="*/ 71146 w 608453"/>
              <a:gd name="connsiteY79" fmla="*/ 303787 h 607566"/>
              <a:gd name="connsiteX80" fmla="*/ 21058 w 608453"/>
              <a:gd name="connsiteY80" fmla="*/ 208051 h 607566"/>
              <a:gd name="connsiteX81" fmla="*/ 29816 w 608453"/>
              <a:gd name="connsiteY81" fmla="*/ 29773 h 607566"/>
              <a:gd name="connsiteX82" fmla="*/ 103297 w 608453"/>
              <a:gd name="connsiteY82" fmla="*/ 200 h 607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608453" h="607566">
                <a:moveTo>
                  <a:pt x="351512" y="527474"/>
                </a:moveTo>
                <a:cubicBezTo>
                  <a:pt x="356887" y="527474"/>
                  <a:pt x="362108" y="529620"/>
                  <a:pt x="365947" y="533451"/>
                </a:cubicBezTo>
                <a:cubicBezTo>
                  <a:pt x="369785" y="537282"/>
                  <a:pt x="371935" y="542645"/>
                  <a:pt x="371935" y="548009"/>
                </a:cubicBezTo>
                <a:cubicBezTo>
                  <a:pt x="371935" y="553372"/>
                  <a:pt x="369785" y="558736"/>
                  <a:pt x="365947" y="562567"/>
                </a:cubicBezTo>
                <a:cubicBezTo>
                  <a:pt x="362108" y="566398"/>
                  <a:pt x="356887" y="568543"/>
                  <a:pt x="351512" y="568543"/>
                </a:cubicBezTo>
                <a:cubicBezTo>
                  <a:pt x="345984" y="568543"/>
                  <a:pt x="340764" y="566398"/>
                  <a:pt x="336925" y="562567"/>
                </a:cubicBezTo>
                <a:cubicBezTo>
                  <a:pt x="333086" y="558736"/>
                  <a:pt x="330936" y="553372"/>
                  <a:pt x="330936" y="548009"/>
                </a:cubicBezTo>
                <a:cubicBezTo>
                  <a:pt x="330936" y="542645"/>
                  <a:pt x="333086" y="537282"/>
                  <a:pt x="336925" y="533451"/>
                </a:cubicBezTo>
                <a:cubicBezTo>
                  <a:pt x="340764" y="529620"/>
                  <a:pt x="345984" y="527474"/>
                  <a:pt x="351512" y="527474"/>
                </a:cubicBezTo>
                <a:close/>
                <a:moveTo>
                  <a:pt x="96651" y="340302"/>
                </a:moveTo>
                <a:cubicBezTo>
                  <a:pt x="81287" y="365464"/>
                  <a:pt x="68688" y="390318"/>
                  <a:pt x="59316" y="414406"/>
                </a:cubicBezTo>
                <a:cubicBezTo>
                  <a:pt x="35193" y="475929"/>
                  <a:pt x="35040" y="524871"/>
                  <a:pt x="59008" y="548652"/>
                </a:cubicBezTo>
                <a:cubicBezTo>
                  <a:pt x="82823" y="572586"/>
                  <a:pt x="131836" y="572432"/>
                  <a:pt x="193448" y="548345"/>
                </a:cubicBezTo>
                <a:cubicBezTo>
                  <a:pt x="217571" y="538986"/>
                  <a:pt x="242461" y="526405"/>
                  <a:pt x="267659" y="511063"/>
                </a:cubicBezTo>
                <a:cubicBezTo>
                  <a:pt x="236162" y="487742"/>
                  <a:pt x="205433" y="461200"/>
                  <a:pt x="176086" y="431743"/>
                </a:cubicBezTo>
                <a:cubicBezTo>
                  <a:pt x="146586" y="402439"/>
                  <a:pt x="119852" y="371601"/>
                  <a:pt x="96651" y="340302"/>
                </a:cubicBezTo>
                <a:close/>
                <a:moveTo>
                  <a:pt x="304192" y="257606"/>
                </a:moveTo>
                <a:cubicBezTo>
                  <a:pt x="278685" y="257606"/>
                  <a:pt x="257941" y="278316"/>
                  <a:pt x="257941" y="303782"/>
                </a:cubicBezTo>
                <a:cubicBezTo>
                  <a:pt x="257941" y="329248"/>
                  <a:pt x="278685" y="349958"/>
                  <a:pt x="304192" y="349958"/>
                </a:cubicBezTo>
                <a:cubicBezTo>
                  <a:pt x="329699" y="349958"/>
                  <a:pt x="350442" y="329248"/>
                  <a:pt x="350442" y="303782"/>
                </a:cubicBezTo>
                <a:cubicBezTo>
                  <a:pt x="350442" y="278316"/>
                  <a:pt x="329699" y="257606"/>
                  <a:pt x="304192" y="257606"/>
                </a:cubicBezTo>
                <a:close/>
                <a:moveTo>
                  <a:pt x="545278" y="234698"/>
                </a:moveTo>
                <a:cubicBezTo>
                  <a:pt x="550651" y="234698"/>
                  <a:pt x="556024" y="236848"/>
                  <a:pt x="559861" y="240687"/>
                </a:cubicBezTo>
                <a:cubicBezTo>
                  <a:pt x="563699" y="244526"/>
                  <a:pt x="565848" y="249747"/>
                  <a:pt x="565848" y="255121"/>
                </a:cubicBezTo>
                <a:cubicBezTo>
                  <a:pt x="565848" y="260649"/>
                  <a:pt x="563699" y="265870"/>
                  <a:pt x="559861" y="269709"/>
                </a:cubicBezTo>
                <a:cubicBezTo>
                  <a:pt x="556024" y="273547"/>
                  <a:pt x="550651" y="275697"/>
                  <a:pt x="545278" y="275697"/>
                </a:cubicBezTo>
                <a:cubicBezTo>
                  <a:pt x="539905" y="275697"/>
                  <a:pt x="534686" y="273547"/>
                  <a:pt x="530848" y="269709"/>
                </a:cubicBezTo>
                <a:cubicBezTo>
                  <a:pt x="527011" y="265870"/>
                  <a:pt x="524708" y="260649"/>
                  <a:pt x="524708" y="255121"/>
                </a:cubicBezTo>
                <a:cubicBezTo>
                  <a:pt x="524708" y="249747"/>
                  <a:pt x="527011" y="244526"/>
                  <a:pt x="530848" y="240687"/>
                </a:cubicBezTo>
                <a:cubicBezTo>
                  <a:pt x="534533" y="236848"/>
                  <a:pt x="539905" y="234698"/>
                  <a:pt x="545278" y="234698"/>
                </a:cubicBezTo>
                <a:close/>
                <a:moveTo>
                  <a:pt x="304192" y="216492"/>
                </a:moveTo>
                <a:cubicBezTo>
                  <a:pt x="352440" y="216492"/>
                  <a:pt x="391622" y="255611"/>
                  <a:pt x="391622" y="303782"/>
                </a:cubicBezTo>
                <a:cubicBezTo>
                  <a:pt x="391622" y="351952"/>
                  <a:pt x="352440" y="391071"/>
                  <a:pt x="304192" y="391071"/>
                </a:cubicBezTo>
                <a:cubicBezTo>
                  <a:pt x="255944" y="391071"/>
                  <a:pt x="216761" y="351952"/>
                  <a:pt x="216761" y="303782"/>
                </a:cubicBezTo>
                <a:cubicBezTo>
                  <a:pt x="216761" y="255611"/>
                  <a:pt x="255944" y="216492"/>
                  <a:pt x="304192" y="216492"/>
                </a:cubicBezTo>
                <a:close/>
                <a:moveTo>
                  <a:pt x="304227" y="120599"/>
                </a:moveTo>
                <a:cubicBezTo>
                  <a:pt x="270578" y="144533"/>
                  <a:pt x="237084" y="172917"/>
                  <a:pt x="205125" y="204829"/>
                </a:cubicBezTo>
                <a:cubicBezTo>
                  <a:pt x="173167" y="236741"/>
                  <a:pt x="144743" y="270188"/>
                  <a:pt x="120774" y="303787"/>
                </a:cubicBezTo>
                <a:cubicBezTo>
                  <a:pt x="144743" y="337387"/>
                  <a:pt x="173167" y="370833"/>
                  <a:pt x="205125" y="402746"/>
                </a:cubicBezTo>
                <a:cubicBezTo>
                  <a:pt x="236776" y="434504"/>
                  <a:pt x="270117" y="462734"/>
                  <a:pt x="304227" y="486822"/>
                </a:cubicBezTo>
                <a:cubicBezTo>
                  <a:pt x="337875" y="463041"/>
                  <a:pt x="371370" y="434658"/>
                  <a:pt x="403328" y="402746"/>
                </a:cubicBezTo>
                <a:cubicBezTo>
                  <a:pt x="435133" y="370987"/>
                  <a:pt x="463403" y="337847"/>
                  <a:pt x="487526" y="303787"/>
                </a:cubicBezTo>
                <a:cubicBezTo>
                  <a:pt x="463711" y="270188"/>
                  <a:pt x="435286" y="236588"/>
                  <a:pt x="403328" y="204829"/>
                </a:cubicBezTo>
                <a:cubicBezTo>
                  <a:pt x="371370" y="172917"/>
                  <a:pt x="337875" y="144533"/>
                  <a:pt x="304227" y="120599"/>
                </a:cubicBezTo>
                <a:close/>
                <a:moveTo>
                  <a:pt x="112054" y="41068"/>
                </a:moveTo>
                <a:cubicBezTo>
                  <a:pt x="89123" y="41011"/>
                  <a:pt x="70916" y="46956"/>
                  <a:pt x="59008" y="58923"/>
                </a:cubicBezTo>
                <a:cubicBezTo>
                  <a:pt x="35040" y="82704"/>
                  <a:pt x="35193" y="131646"/>
                  <a:pt x="59316" y="193169"/>
                </a:cubicBezTo>
                <a:cubicBezTo>
                  <a:pt x="68688" y="217256"/>
                  <a:pt x="81287" y="242111"/>
                  <a:pt x="96651" y="267272"/>
                </a:cubicBezTo>
                <a:cubicBezTo>
                  <a:pt x="119852" y="235974"/>
                  <a:pt x="146586" y="205136"/>
                  <a:pt x="176086" y="175832"/>
                </a:cubicBezTo>
                <a:cubicBezTo>
                  <a:pt x="205433" y="146375"/>
                  <a:pt x="236315" y="119679"/>
                  <a:pt x="267659" y="96512"/>
                </a:cubicBezTo>
                <a:cubicBezTo>
                  <a:pt x="242461" y="81170"/>
                  <a:pt x="217417" y="68589"/>
                  <a:pt x="193448" y="59230"/>
                </a:cubicBezTo>
                <a:cubicBezTo>
                  <a:pt x="162642" y="47186"/>
                  <a:pt x="134986" y="41126"/>
                  <a:pt x="112054" y="41068"/>
                </a:cubicBezTo>
                <a:close/>
                <a:moveTo>
                  <a:pt x="103297" y="200"/>
                </a:moveTo>
                <a:cubicBezTo>
                  <a:pt x="133527" y="-1296"/>
                  <a:pt x="169019" y="5608"/>
                  <a:pt x="208352" y="21027"/>
                </a:cubicBezTo>
                <a:cubicBezTo>
                  <a:pt x="239542" y="33148"/>
                  <a:pt x="271807" y="50178"/>
                  <a:pt x="304227" y="71044"/>
                </a:cubicBezTo>
                <a:cubicBezTo>
                  <a:pt x="336646" y="50178"/>
                  <a:pt x="368911" y="33148"/>
                  <a:pt x="400101" y="21027"/>
                </a:cubicBezTo>
                <a:cubicBezTo>
                  <a:pt x="439358" y="5608"/>
                  <a:pt x="474850" y="-1296"/>
                  <a:pt x="505080" y="200"/>
                </a:cubicBezTo>
                <a:cubicBezTo>
                  <a:pt x="535309" y="1696"/>
                  <a:pt x="560277" y="11592"/>
                  <a:pt x="578484" y="29773"/>
                </a:cubicBezTo>
                <a:cubicBezTo>
                  <a:pt x="615666" y="66748"/>
                  <a:pt x="618278" y="131186"/>
                  <a:pt x="586166" y="211273"/>
                </a:cubicBezTo>
                <a:cubicBezTo>
                  <a:pt x="582018" y="221859"/>
                  <a:pt x="570033" y="226922"/>
                  <a:pt x="559432" y="222626"/>
                </a:cubicBezTo>
                <a:cubicBezTo>
                  <a:pt x="548830" y="218484"/>
                  <a:pt x="543760" y="206517"/>
                  <a:pt x="548062" y="195930"/>
                </a:cubicBezTo>
                <a:cubicBezTo>
                  <a:pt x="573260" y="133180"/>
                  <a:pt x="573721" y="83164"/>
                  <a:pt x="549445" y="58923"/>
                </a:cubicBezTo>
                <a:cubicBezTo>
                  <a:pt x="525630" y="34989"/>
                  <a:pt x="476617" y="35142"/>
                  <a:pt x="415005" y="59230"/>
                </a:cubicBezTo>
                <a:cubicBezTo>
                  <a:pt x="390883" y="68589"/>
                  <a:pt x="365992" y="81170"/>
                  <a:pt x="340794" y="96512"/>
                </a:cubicBezTo>
                <a:cubicBezTo>
                  <a:pt x="372138" y="119679"/>
                  <a:pt x="403021" y="146375"/>
                  <a:pt x="432367" y="175832"/>
                </a:cubicBezTo>
                <a:cubicBezTo>
                  <a:pt x="503812" y="247021"/>
                  <a:pt x="558817" y="326494"/>
                  <a:pt x="587395" y="399524"/>
                </a:cubicBezTo>
                <a:cubicBezTo>
                  <a:pt x="618278" y="477923"/>
                  <a:pt x="615052" y="541287"/>
                  <a:pt x="578484" y="577649"/>
                </a:cubicBezTo>
                <a:cubicBezTo>
                  <a:pt x="558664" y="597594"/>
                  <a:pt x="530854" y="607566"/>
                  <a:pt x="496898" y="607566"/>
                </a:cubicBezTo>
                <a:cubicBezTo>
                  <a:pt x="467706" y="607566"/>
                  <a:pt x="433903" y="600202"/>
                  <a:pt x="396875" y="585320"/>
                </a:cubicBezTo>
                <a:cubicBezTo>
                  <a:pt x="386273" y="581177"/>
                  <a:pt x="381203" y="569210"/>
                  <a:pt x="385505" y="558624"/>
                </a:cubicBezTo>
                <a:cubicBezTo>
                  <a:pt x="389654" y="548191"/>
                  <a:pt x="401638" y="542975"/>
                  <a:pt x="412086" y="547271"/>
                </a:cubicBezTo>
                <a:cubicBezTo>
                  <a:pt x="475080" y="572432"/>
                  <a:pt x="525169" y="572892"/>
                  <a:pt x="549445" y="548652"/>
                </a:cubicBezTo>
                <a:cubicBezTo>
                  <a:pt x="573414" y="524871"/>
                  <a:pt x="573260" y="475929"/>
                  <a:pt x="549138" y="414406"/>
                </a:cubicBezTo>
                <a:cubicBezTo>
                  <a:pt x="539765" y="390318"/>
                  <a:pt x="527166" y="365464"/>
                  <a:pt x="511802" y="340302"/>
                </a:cubicBezTo>
                <a:cubicBezTo>
                  <a:pt x="488448" y="371754"/>
                  <a:pt x="461867" y="402439"/>
                  <a:pt x="432367" y="431743"/>
                </a:cubicBezTo>
                <a:cubicBezTo>
                  <a:pt x="361075" y="503085"/>
                  <a:pt x="281487" y="558010"/>
                  <a:pt x="208352" y="586547"/>
                </a:cubicBezTo>
                <a:cubicBezTo>
                  <a:pt x="172552" y="600509"/>
                  <a:pt x="139980" y="607566"/>
                  <a:pt x="111555" y="607566"/>
                </a:cubicBezTo>
                <a:cubicBezTo>
                  <a:pt x="77599" y="607566"/>
                  <a:pt x="49790" y="597594"/>
                  <a:pt x="29816" y="577649"/>
                </a:cubicBezTo>
                <a:cubicBezTo>
                  <a:pt x="-6598" y="541287"/>
                  <a:pt x="-9825" y="477923"/>
                  <a:pt x="21058" y="399524"/>
                </a:cubicBezTo>
                <a:cubicBezTo>
                  <a:pt x="33196" y="368379"/>
                  <a:pt x="50251" y="336160"/>
                  <a:pt x="71146" y="303787"/>
                </a:cubicBezTo>
                <a:cubicBezTo>
                  <a:pt x="50251" y="271415"/>
                  <a:pt x="33196" y="239196"/>
                  <a:pt x="21058" y="208051"/>
                </a:cubicBezTo>
                <a:cubicBezTo>
                  <a:pt x="-9825" y="129498"/>
                  <a:pt x="-6598" y="66287"/>
                  <a:pt x="29816" y="29773"/>
                </a:cubicBezTo>
                <a:cubicBezTo>
                  <a:pt x="48100" y="11592"/>
                  <a:pt x="73067" y="1696"/>
                  <a:pt x="103297" y="200"/>
                </a:cubicBezTo>
                <a:close/>
              </a:path>
            </a:pathLst>
          </a:custGeom>
          <a:solidFill>
            <a:srgbClr val="F3CC50"/>
          </a:solidFill>
          <a:ln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5" name="0"/>
          <p:cNvSpPr>
            <a:spLocks noChangeAspect="1"/>
          </p:cNvSpPr>
          <p:nvPr/>
        </p:nvSpPr>
        <p:spPr bwMode="auto">
          <a:xfrm>
            <a:off x="6398260" y="2251075"/>
            <a:ext cx="480060" cy="446405"/>
          </a:xfrm>
          <a:custGeom>
            <a:avLst/>
            <a:gdLst>
              <a:gd name="connsiteX0" fmla="*/ 80464 w 542555"/>
              <a:gd name="connsiteY0" fmla="*/ 402778 h 504622"/>
              <a:gd name="connsiteX1" fmla="*/ 384617 w 542555"/>
              <a:gd name="connsiteY1" fmla="*/ 402778 h 504622"/>
              <a:gd name="connsiteX2" fmla="*/ 384617 w 542555"/>
              <a:gd name="connsiteY2" fmla="*/ 425768 h 504622"/>
              <a:gd name="connsiteX3" fmla="*/ 80464 w 542555"/>
              <a:gd name="connsiteY3" fmla="*/ 425768 h 504622"/>
              <a:gd name="connsiteX4" fmla="*/ 476530 w 542555"/>
              <a:gd name="connsiteY4" fmla="*/ 395670 h 504622"/>
              <a:gd name="connsiteX5" fmla="*/ 453565 w 542555"/>
              <a:gd name="connsiteY5" fmla="*/ 401404 h 504622"/>
              <a:gd name="connsiteX6" fmla="*/ 453565 w 542555"/>
              <a:gd name="connsiteY6" fmla="*/ 427208 h 504622"/>
              <a:gd name="connsiteX7" fmla="*/ 479401 w 542555"/>
              <a:gd name="connsiteY7" fmla="*/ 422908 h 504622"/>
              <a:gd name="connsiteX8" fmla="*/ 80464 w 542555"/>
              <a:gd name="connsiteY8" fmla="*/ 355419 h 504622"/>
              <a:gd name="connsiteX9" fmla="*/ 384617 w 542555"/>
              <a:gd name="connsiteY9" fmla="*/ 355419 h 504622"/>
              <a:gd name="connsiteX10" fmla="*/ 384617 w 542555"/>
              <a:gd name="connsiteY10" fmla="*/ 379788 h 504622"/>
              <a:gd name="connsiteX11" fmla="*/ 80464 w 542555"/>
              <a:gd name="connsiteY11" fmla="*/ 379788 h 504622"/>
              <a:gd name="connsiteX12" fmla="*/ 80464 w 542555"/>
              <a:gd name="connsiteY12" fmla="*/ 303923 h 504622"/>
              <a:gd name="connsiteX13" fmla="*/ 384617 w 542555"/>
              <a:gd name="connsiteY13" fmla="*/ 303923 h 504622"/>
              <a:gd name="connsiteX14" fmla="*/ 384617 w 542555"/>
              <a:gd name="connsiteY14" fmla="*/ 326913 h 504622"/>
              <a:gd name="connsiteX15" fmla="*/ 80464 w 542555"/>
              <a:gd name="connsiteY15" fmla="*/ 326913 h 504622"/>
              <a:gd name="connsiteX16" fmla="*/ 163686 w 542555"/>
              <a:gd name="connsiteY16" fmla="*/ 235184 h 504622"/>
              <a:gd name="connsiteX17" fmla="*/ 384616 w 542555"/>
              <a:gd name="connsiteY17" fmla="*/ 235184 h 504622"/>
              <a:gd name="connsiteX18" fmla="*/ 384616 w 542555"/>
              <a:gd name="connsiteY18" fmla="*/ 257944 h 504622"/>
              <a:gd name="connsiteX19" fmla="*/ 163686 w 542555"/>
              <a:gd name="connsiteY19" fmla="*/ 257944 h 504622"/>
              <a:gd name="connsiteX20" fmla="*/ 479401 w 542555"/>
              <a:gd name="connsiteY20" fmla="*/ 232241 h 504622"/>
              <a:gd name="connsiteX21" fmla="*/ 496625 w 542555"/>
              <a:gd name="connsiteY21" fmla="*/ 364131 h 504622"/>
              <a:gd name="connsiteX22" fmla="*/ 512413 w 542555"/>
              <a:gd name="connsiteY22" fmla="*/ 359830 h 504622"/>
              <a:gd name="connsiteX23" fmla="*/ 453565 w 542555"/>
              <a:gd name="connsiteY23" fmla="*/ 226506 h 504622"/>
              <a:gd name="connsiteX24" fmla="*/ 453565 w 542555"/>
              <a:gd name="connsiteY24" fmla="*/ 375599 h 504622"/>
              <a:gd name="connsiteX25" fmla="*/ 472224 w 542555"/>
              <a:gd name="connsiteY25" fmla="*/ 371299 h 504622"/>
              <a:gd name="connsiteX26" fmla="*/ 163686 w 542555"/>
              <a:gd name="connsiteY26" fmla="*/ 183457 h 504622"/>
              <a:gd name="connsiteX27" fmla="*/ 384616 w 542555"/>
              <a:gd name="connsiteY27" fmla="*/ 183457 h 504622"/>
              <a:gd name="connsiteX28" fmla="*/ 384616 w 542555"/>
              <a:gd name="connsiteY28" fmla="*/ 207826 h 504622"/>
              <a:gd name="connsiteX29" fmla="*/ 163686 w 542555"/>
              <a:gd name="connsiteY29" fmla="*/ 207826 h 504622"/>
              <a:gd name="connsiteX30" fmla="*/ 71785 w 542555"/>
              <a:gd name="connsiteY30" fmla="*/ 154720 h 504622"/>
              <a:gd name="connsiteX31" fmla="*/ 64601 w 542555"/>
              <a:gd name="connsiteY31" fmla="*/ 171944 h 504622"/>
              <a:gd name="connsiteX32" fmla="*/ 90464 w 542555"/>
              <a:gd name="connsiteY32" fmla="*/ 202085 h 504622"/>
              <a:gd name="connsiteX33" fmla="*/ 99085 w 542555"/>
              <a:gd name="connsiteY33" fmla="*/ 202085 h 504622"/>
              <a:gd name="connsiteX34" fmla="*/ 78969 w 542555"/>
              <a:gd name="connsiteY34" fmla="*/ 207826 h 504622"/>
              <a:gd name="connsiteX35" fmla="*/ 54543 w 542555"/>
              <a:gd name="connsiteY35" fmla="*/ 177685 h 504622"/>
              <a:gd name="connsiteX36" fmla="*/ 71785 w 542555"/>
              <a:gd name="connsiteY36" fmla="*/ 154720 h 504622"/>
              <a:gd name="connsiteX37" fmla="*/ 88913 w 542555"/>
              <a:gd name="connsiteY37" fmla="*/ 149082 h 504622"/>
              <a:gd name="connsiteX38" fmla="*/ 116214 w 542555"/>
              <a:gd name="connsiteY38" fmla="*/ 167721 h 504622"/>
              <a:gd name="connsiteX39" fmla="*/ 98971 w 542555"/>
              <a:gd name="connsiteY39" fmla="*/ 196398 h 504622"/>
              <a:gd name="connsiteX40" fmla="*/ 70234 w 542555"/>
              <a:gd name="connsiteY40" fmla="*/ 179192 h 504622"/>
              <a:gd name="connsiteX41" fmla="*/ 88913 w 542555"/>
              <a:gd name="connsiteY41" fmla="*/ 149082 h 504622"/>
              <a:gd name="connsiteX42" fmla="*/ 24400 w 542555"/>
              <a:gd name="connsiteY42" fmla="*/ 124722 h 504622"/>
              <a:gd name="connsiteX43" fmla="*/ 24400 w 542555"/>
              <a:gd name="connsiteY43" fmla="*/ 465915 h 504622"/>
              <a:gd name="connsiteX44" fmla="*/ 429164 w 542555"/>
              <a:gd name="connsiteY44" fmla="*/ 465915 h 504622"/>
              <a:gd name="connsiteX45" fmla="*/ 429164 w 542555"/>
              <a:gd name="connsiteY45" fmla="*/ 124722 h 504622"/>
              <a:gd name="connsiteX46" fmla="*/ 434905 w 542555"/>
              <a:gd name="connsiteY46" fmla="*/ 86015 h 504622"/>
              <a:gd name="connsiteX47" fmla="*/ 324385 w 542555"/>
              <a:gd name="connsiteY47" fmla="*/ 100351 h 504622"/>
              <a:gd name="connsiteX48" fmla="*/ 436341 w 542555"/>
              <a:gd name="connsiteY48" fmla="*/ 100351 h 504622"/>
              <a:gd name="connsiteX49" fmla="*/ 426293 w 542555"/>
              <a:gd name="connsiteY49" fmla="*/ 30105 h 504622"/>
              <a:gd name="connsiteX50" fmla="*/ 182287 w 542555"/>
              <a:gd name="connsiteY50" fmla="*/ 94617 h 504622"/>
              <a:gd name="connsiteX51" fmla="*/ 434905 w 542555"/>
              <a:gd name="connsiteY51" fmla="*/ 60211 h 504622"/>
              <a:gd name="connsiteX52" fmla="*/ 443517 w 542555"/>
              <a:gd name="connsiteY52" fmla="*/ 0 h 504622"/>
              <a:gd name="connsiteX53" fmla="*/ 542555 w 542555"/>
              <a:gd name="connsiteY53" fmla="*/ 378466 h 504622"/>
              <a:gd name="connsiteX54" fmla="*/ 499495 w 542555"/>
              <a:gd name="connsiteY54" fmla="*/ 388502 h 504622"/>
              <a:gd name="connsiteX55" fmla="*/ 508107 w 542555"/>
              <a:gd name="connsiteY55" fmla="*/ 444411 h 504622"/>
              <a:gd name="connsiteX56" fmla="*/ 453565 w 542555"/>
              <a:gd name="connsiteY56" fmla="*/ 451579 h 504622"/>
              <a:gd name="connsiteX57" fmla="*/ 453565 w 542555"/>
              <a:gd name="connsiteY57" fmla="*/ 490286 h 504622"/>
              <a:gd name="connsiteX58" fmla="*/ 163628 w 542555"/>
              <a:gd name="connsiteY58" fmla="*/ 490286 h 504622"/>
              <a:gd name="connsiteX59" fmla="*/ 57413 w 542555"/>
              <a:gd name="connsiteY59" fmla="*/ 504622 h 504622"/>
              <a:gd name="connsiteX60" fmla="*/ 55978 w 542555"/>
              <a:gd name="connsiteY60" fmla="*/ 490286 h 504622"/>
              <a:gd name="connsiteX61" fmla="*/ 0 w 542555"/>
              <a:gd name="connsiteY61" fmla="*/ 490286 h 504622"/>
              <a:gd name="connsiteX62" fmla="*/ 0 w 542555"/>
              <a:gd name="connsiteY62" fmla="*/ 100351 h 504622"/>
              <a:gd name="connsiteX63" fmla="*/ 61719 w 542555"/>
              <a:gd name="connsiteY63" fmla="*/ 100351 h 504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542555" h="504622">
                <a:moveTo>
                  <a:pt x="80464" y="402778"/>
                </a:moveTo>
                <a:lnTo>
                  <a:pt x="384617" y="402778"/>
                </a:lnTo>
                <a:lnTo>
                  <a:pt x="384617" y="425768"/>
                </a:lnTo>
                <a:lnTo>
                  <a:pt x="80464" y="425768"/>
                </a:lnTo>
                <a:close/>
                <a:moveTo>
                  <a:pt x="476530" y="395670"/>
                </a:moveTo>
                <a:lnTo>
                  <a:pt x="453565" y="401404"/>
                </a:lnTo>
                <a:lnTo>
                  <a:pt x="453565" y="427208"/>
                </a:lnTo>
                <a:lnTo>
                  <a:pt x="479401" y="422908"/>
                </a:lnTo>
                <a:close/>
                <a:moveTo>
                  <a:pt x="80464" y="355419"/>
                </a:moveTo>
                <a:lnTo>
                  <a:pt x="384617" y="355419"/>
                </a:lnTo>
                <a:lnTo>
                  <a:pt x="384617" y="379788"/>
                </a:lnTo>
                <a:lnTo>
                  <a:pt x="80464" y="379788"/>
                </a:lnTo>
                <a:close/>
                <a:moveTo>
                  <a:pt x="80464" y="303923"/>
                </a:moveTo>
                <a:lnTo>
                  <a:pt x="384617" y="303923"/>
                </a:lnTo>
                <a:lnTo>
                  <a:pt x="384617" y="326913"/>
                </a:lnTo>
                <a:lnTo>
                  <a:pt x="80464" y="326913"/>
                </a:lnTo>
                <a:close/>
                <a:moveTo>
                  <a:pt x="163686" y="235184"/>
                </a:moveTo>
                <a:lnTo>
                  <a:pt x="384616" y="235184"/>
                </a:lnTo>
                <a:lnTo>
                  <a:pt x="384616" y="257944"/>
                </a:lnTo>
                <a:lnTo>
                  <a:pt x="163686" y="257944"/>
                </a:lnTo>
                <a:close/>
                <a:moveTo>
                  <a:pt x="479401" y="232241"/>
                </a:moveTo>
                <a:lnTo>
                  <a:pt x="496625" y="364131"/>
                </a:lnTo>
                <a:lnTo>
                  <a:pt x="512413" y="359830"/>
                </a:lnTo>
                <a:close/>
                <a:moveTo>
                  <a:pt x="453565" y="226506"/>
                </a:moveTo>
                <a:lnTo>
                  <a:pt x="453565" y="375599"/>
                </a:lnTo>
                <a:lnTo>
                  <a:pt x="472224" y="371299"/>
                </a:lnTo>
                <a:close/>
                <a:moveTo>
                  <a:pt x="163686" y="183457"/>
                </a:moveTo>
                <a:lnTo>
                  <a:pt x="384616" y="183457"/>
                </a:lnTo>
                <a:lnTo>
                  <a:pt x="384616" y="207826"/>
                </a:lnTo>
                <a:lnTo>
                  <a:pt x="163686" y="207826"/>
                </a:lnTo>
                <a:close/>
                <a:moveTo>
                  <a:pt x="71785" y="154720"/>
                </a:moveTo>
                <a:cubicBezTo>
                  <a:pt x="67475" y="159026"/>
                  <a:pt x="64601" y="164767"/>
                  <a:pt x="64601" y="171944"/>
                </a:cubicBezTo>
                <a:cubicBezTo>
                  <a:pt x="63164" y="186297"/>
                  <a:pt x="74659" y="200650"/>
                  <a:pt x="90464" y="202085"/>
                </a:cubicBezTo>
                <a:cubicBezTo>
                  <a:pt x="93338" y="202085"/>
                  <a:pt x="96212" y="202085"/>
                  <a:pt x="99085" y="202085"/>
                </a:cubicBezTo>
                <a:cubicBezTo>
                  <a:pt x="93338" y="206391"/>
                  <a:pt x="87590" y="207826"/>
                  <a:pt x="78969" y="207826"/>
                </a:cubicBezTo>
                <a:cubicBezTo>
                  <a:pt x="64601" y="206391"/>
                  <a:pt x="53106" y="192038"/>
                  <a:pt x="54543" y="177685"/>
                </a:cubicBezTo>
                <a:cubicBezTo>
                  <a:pt x="55979" y="167638"/>
                  <a:pt x="63164" y="159026"/>
                  <a:pt x="71785" y="154720"/>
                </a:cubicBezTo>
                <a:close/>
                <a:moveTo>
                  <a:pt x="88913" y="149082"/>
                </a:moveTo>
                <a:cubicBezTo>
                  <a:pt x="101845" y="146214"/>
                  <a:pt x="113340" y="154817"/>
                  <a:pt x="116214" y="167721"/>
                </a:cubicBezTo>
                <a:cubicBezTo>
                  <a:pt x="119087" y="182059"/>
                  <a:pt x="111903" y="193530"/>
                  <a:pt x="98971" y="196398"/>
                </a:cubicBezTo>
                <a:cubicBezTo>
                  <a:pt x="86039" y="200699"/>
                  <a:pt x="73108" y="192096"/>
                  <a:pt x="70234" y="179192"/>
                </a:cubicBezTo>
                <a:cubicBezTo>
                  <a:pt x="67360" y="166287"/>
                  <a:pt x="75981" y="153383"/>
                  <a:pt x="88913" y="149082"/>
                </a:cubicBezTo>
                <a:close/>
                <a:moveTo>
                  <a:pt x="24400" y="124722"/>
                </a:moveTo>
                <a:lnTo>
                  <a:pt x="24400" y="465915"/>
                </a:lnTo>
                <a:lnTo>
                  <a:pt x="429164" y="465915"/>
                </a:lnTo>
                <a:lnTo>
                  <a:pt x="429164" y="124722"/>
                </a:lnTo>
                <a:close/>
                <a:moveTo>
                  <a:pt x="434905" y="86015"/>
                </a:moveTo>
                <a:lnTo>
                  <a:pt x="324385" y="100351"/>
                </a:lnTo>
                <a:lnTo>
                  <a:pt x="436341" y="100351"/>
                </a:lnTo>
                <a:close/>
                <a:moveTo>
                  <a:pt x="426293" y="30105"/>
                </a:moveTo>
                <a:lnTo>
                  <a:pt x="182287" y="94617"/>
                </a:lnTo>
                <a:lnTo>
                  <a:pt x="434905" y="60211"/>
                </a:lnTo>
                <a:close/>
                <a:moveTo>
                  <a:pt x="443517" y="0"/>
                </a:moveTo>
                <a:lnTo>
                  <a:pt x="542555" y="378466"/>
                </a:lnTo>
                <a:lnTo>
                  <a:pt x="499495" y="388502"/>
                </a:lnTo>
                <a:lnTo>
                  <a:pt x="508107" y="444411"/>
                </a:lnTo>
                <a:lnTo>
                  <a:pt x="453565" y="451579"/>
                </a:lnTo>
                <a:lnTo>
                  <a:pt x="453565" y="490286"/>
                </a:lnTo>
                <a:lnTo>
                  <a:pt x="163628" y="490286"/>
                </a:lnTo>
                <a:lnTo>
                  <a:pt x="57413" y="504622"/>
                </a:lnTo>
                <a:lnTo>
                  <a:pt x="55978" y="490286"/>
                </a:lnTo>
                <a:lnTo>
                  <a:pt x="0" y="490286"/>
                </a:lnTo>
                <a:lnTo>
                  <a:pt x="0" y="100351"/>
                </a:lnTo>
                <a:lnTo>
                  <a:pt x="61719" y="100351"/>
                </a:lnTo>
                <a:close/>
              </a:path>
            </a:pathLst>
          </a:custGeom>
          <a:solidFill>
            <a:srgbClr val="EEB9BF"/>
          </a:solidFill>
          <a:ln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43" name="组合 42"/>
          <p:cNvGrpSpPr/>
          <p:nvPr/>
        </p:nvGrpSpPr>
        <p:grpSpPr>
          <a:xfrm>
            <a:off x="1460500" y="2054860"/>
            <a:ext cx="4572000" cy="1460500"/>
            <a:chOff x="2447" y="2284"/>
            <a:chExt cx="7200" cy="2300"/>
          </a:xfrm>
        </p:grpSpPr>
        <p:sp>
          <p:nvSpPr>
            <p:cNvPr id="4" name="文本框 3"/>
            <p:cNvSpPr txBox="1"/>
            <p:nvPr/>
          </p:nvSpPr>
          <p:spPr>
            <a:xfrm>
              <a:off x="2447" y="2914"/>
              <a:ext cx="7201" cy="1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Lorem ipsum dolor sit amet,consecteture 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  <a:sym typeface="+mn-ea"/>
                </a:rPr>
                <a:t>Lorem ipsum dolor sit amet,consecteture Lorem ipsum dolor sit amet,consecteture  </a:t>
              </a:r>
              <a:endPara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  <a:sym typeface="+mn-ea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2447" y="2284"/>
              <a:ext cx="2528" cy="822"/>
            </a:xfrm>
            <a:prstGeom prst="rect">
              <a:avLst/>
            </a:prstGeom>
            <a:noFill/>
            <a:ln>
              <a:noFill/>
            </a:ln>
            <a:effectLst>
              <a:outerShdw blurRad="50800" dist="50800" dir="5400000" sx="1000" sy="1000" algn="ctr" rotWithShape="0">
                <a:srgbClr val="2B7D1E"/>
              </a:outerShdw>
            </a:effectLst>
          </p:spPr>
          <p:txBody>
            <a:bodyPr wrap="none" rtlCol="0">
              <a:spAutoFit/>
            </a:bodyPr>
            <a:p>
              <a:pPr algn="l"/>
              <a:r>
                <a:rPr lang="zh-CN" altLang="en-US" sz="2800" dirty="0">
                  <a:ln w="1270">
                    <a:noFill/>
                  </a:ln>
                  <a:solidFill>
                    <a:srgbClr val="5F4232"/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rPr>
                <a:t>输入标题</a:t>
              </a:r>
              <a:endParaRPr lang="zh-CN" altLang="en-US" sz="2800" dirty="0">
                <a:ln w="1270">
                  <a:noFill/>
                </a:ln>
                <a:solidFill>
                  <a:srgbClr val="5F4232"/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1460500" y="4119880"/>
            <a:ext cx="4572635" cy="1412875"/>
            <a:chOff x="2447" y="2359"/>
            <a:chExt cx="7201" cy="2225"/>
          </a:xfrm>
        </p:grpSpPr>
        <p:sp>
          <p:nvSpPr>
            <p:cNvPr id="45" name="文本框 44"/>
            <p:cNvSpPr txBox="1"/>
            <p:nvPr/>
          </p:nvSpPr>
          <p:spPr>
            <a:xfrm>
              <a:off x="2447" y="2914"/>
              <a:ext cx="7201" cy="1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Lorem ipsum dolor sit amet,consecteture 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  <a:sym typeface="+mn-ea"/>
                </a:rPr>
                <a:t>Lorem ipsum dolor sit amet,consecteture Lorem ipsum dolor sit amet,consecteture  </a:t>
              </a:r>
              <a:endPara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  <a:sym typeface="+mn-ea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2447" y="2359"/>
              <a:ext cx="2528" cy="822"/>
            </a:xfrm>
            <a:prstGeom prst="rect">
              <a:avLst/>
            </a:prstGeom>
            <a:noFill/>
            <a:ln>
              <a:noFill/>
            </a:ln>
            <a:effectLst>
              <a:outerShdw blurRad="50800" dist="50800" dir="5400000" sx="1000" sy="1000" algn="ctr" rotWithShape="0">
                <a:srgbClr val="2B7D1E"/>
              </a:outerShdw>
            </a:effectLst>
          </p:spPr>
          <p:txBody>
            <a:bodyPr wrap="none" rtlCol="0">
              <a:spAutoFit/>
            </a:bodyPr>
            <a:p>
              <a:pPr algn="l"/>
              <a:r>
                <a:rPr lang="zh-CN" altLang="en-US" sz="2800" dirty="0">
                  <a:ln w="1270">
                    <a:noFill/>
                  </a:ln>
                  <a:solidFill>
                    <a:srgbClr val="5F4232"/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rPr>
                <a:t>输入标题</a:t>
              </a:r>
              <a:endParaRPr lang="zh-CN" altLang="en-US" sz="2800" dirty="0">
                <a:ln w="1270">
                  <a:noFill/>
                </a:ln>
                <a:solidFill>
                  <a:srgbClr val="5F4232"/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7016115" y="2054860"/>
            <a:ext cx="4572000" cy="1460500"/>
            <a:chOff x="2447" y="2284"/>
            <a:chExt cx="7200" cy="2300"/>
          </a:xfrm>
        </p:grpSpPr>
        <p:sp>
          <p:nvSpPr>
            <p:cNvPr id="48" name="文本框 47"/>
            <p:cNvSpPr txBox="1"/>
            <p:nvPr/>
          </p:nvSpPr>
          <p:spPr>
            <a:xfrm>
              <a:off x="2447" y="2914"/>
              <a:ext cx="7201" cy="1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Lorem ipsum dolor sit amet,consecteture 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  <a:sym typeface="+mn-ea"/>
                </a:rPr>
                <a:t>Lorem ipsum dolor sit amet,consecteture Lorem ipsum dolor sit amet,consecteture  </a:t>
              </a:r>
              <a:endPara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  <a:sym typeface="+mn-ea"/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2447" y="2284"/>
              <a:ext cx="2528" cy="822"/>
            </a:xfrm>
            <a:prstGeom prst="rect">
              <a:avLst/>
            </a:prstGeom>
            <a:noFill/>
            <a:ln>
              <a:noFill/>
            </a:ln>
            <a:effectLst>
              <a:outerShdw blurRad="50800" dist="50800" dir="5400000" sx="1000" sy="1000" algn="ctr" rotWithShape="0">
                <a:srgbClr val="2B7D1E"/>
              </a:outerShdw>
            </a:effectLst>
          </p:spPr>
          <p:txBody>
            <a:bodyPr wrap="none" rtlCol="0">
              <a:spAutoFit/>
            </a:bodyPr>
            <a:p>
              <a:pPr algn="l"/>
              <a:r>
                <a:rPr lang="zh-CN" altLang="en-US" sz="2800" dirty="0">
                  <a:ln w="1270">
                    <a:noFill/>
                  </a:ln>
                  <a:solidFill>
                    <a:srgbClr val="5F4232"/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rPr>
                <a:t>输入标题</a:t>
              </a:r>
              <a:endParaRPr lang="zh-CN" altLang="en-US" sz="2800" dirty="0">
                <a:ln w="1270">
                  <a:noFill/>
                </a:ln>
                <a:solidFill>
                  <a:srgbClr val="5F4232"/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6878320" y="4244340"/>
            <a:ext cx="4572635" cy="1488440"/>
            <a:chOff x="2447" y="2240"/>
            <a:chExt cx="7201" cy="2344"/>
          </a:xfrm>
        </p:grpSpPr>
        <p:sp>
          <p:nvSpPr>
            <p:cNvPr id="51" name="文本框 50"/>
            <p:cNvSpPr txBox="1"/>
            <p:nvPr/>
          </p:nvSpPr>
          <p:spPr>
            <a:xfrm>
              <a:off x="2447" y="2914"/>
              <a:ext cx="7201" cy="1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Lorem ipsum dolor sit amet,consecteture 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  <a:sym typeface="+mn-ea"/>
                </a:rPr>
                <a:t>Lorem ipsum dolor sit amet,consecteture Lorem ipsum dolor sit amet,consecteture  </a:t>
              </a:r>
              <a:endPara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  <a:sym typeface="+mn-ea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2447" y="2240"/>
              <a:ext cx="2528" cy="822"/>
            </a:xfrm>
            <a:prstGeom prst="rect">
              <a:avLst/>
            </a:prstGeom>
            <a:noFill/>
            <a:ln>
              <a:noFill/>
            </a:ln>
            <a:effectLst>
              <a:outerShdw blurRad="50800" dist="50800" dir="5400000" sx="1000" sy="1000" algn="ctr" rotWithShape="0">
                <a:srgbClr val="2B7D1E"/>
              </a:outerShdw>
            </a:effectLst>
          </p:spPr>
          <p:txBody>
            <a:bodyPr wrap="none" rtlCol="0">
              <a:spAutoFit/>
            </a:bodyPr>
            <a:p>
              <a:pPr algn="l"/>
              <a:r>
                <a:rPr lang="zh-CN" altLang="en-US" sz="2800" dirty="0">
                  <a:ln w="1270">
                    <a:noFill/>
                  </a:ln>
                  <a:solidFill>
                    <a:srgbClr val="5F4232"/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rPr>
                <a:t>输入标题</a:t>
              </a:r>
              <a:endParaRPr lang="zh-CN" altLang="en-US" sz="2800" dirty="0">
                <a:ln w="1270">
                  <a:noFill/>
                </a:ln>
                <a:solidFill>
                  <a:srgbClr val="5F4232"/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  <p:sp>
        <p:nvSpPr>
          <p:cNvPr id="53" name="0"/>
          <p:cNvSpPr>
            <a:spLocks noChangeAspect="1"/>
          </p:cNvSpPr>
          <p:nvPr/>
        </p:nvSpPr>
        <p:spPr bwMode="auto">
          <a:xfrm>
            <a:off x="6543376" y="4337704"/>
            <a:ext cx="334938" cy="334512"/>
          </a:xfrm>
          <a:custGeom>
            <a:avLst/>
            <a:gdLst>
              <a:gd name="T0" fmla="*/ 6826 w 6849"/>
              <a:gd name="T1" fmla="*/ 6677 h 6851"/>
              <a:gd name="T2" fmla="*/ 3526 w 6849"/>
              <a:gd name="T3" fmla="*/ 77 h 6851"/>
              <a:gd name="T4" fmla="*/ 3323 w 6849"/>
              <a:gd name="T5" fmla="*/ 77 h 6851"/>
              <a:gd name="T6" fmla="*/ 23 w 6849"/>
              <a:gd name="T7" fmla="*/ 6677 h 6851"/>
              <a:gd name="T8" fmla="*/ 49 w 6849"/>
              <a:gd name="T9" fmla="*/ 6812 h 6851"/>
              <a:gd name="T10" fmla="*/ 187 w 6849"/>
              <a:gd name="T11" fmla="*/ 6822 h 6851"/>
              <a:gd name="T12" fmla="*/ 3424 w 6849"/>
              <a:gd name="T13" fmla="*/ 4702 h 6851"/>
              <a:gd name="T14" fmla="*/ 6662 w 6849"/>
              <a:gd name="T15" fmla="*/ 6822 h 6851"/>
              <a:gd name="T16" fmla="*/ 6724 w 6849"/>
              <a:gd name="T17" fmla="*/ 6841 h 6851"/>
              <a:gd name="T18" fmla="*/ 6800 w 6849"/>
              <a:gd name="T19" fmla="*/ 6812 h 6851"/>
              <a:gd name="T20" fmla="*/ 6826 w 6849"/>
              <a:gd name="T21" fmla="*/ 6677 h 68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849" h="6851">
                <a:moveTo>
                  <a:pt x="6826" y="6677"/>
                </a:moveTo>
                <a:lnTo>
                  <a:pt x="3526" y="77"/>
                </a:lnTo>
                <a:cubicBezTo>
                  <a:pt x="3488" y="0"/>
                  <a:pt x="3361" y="0"/>
                  <a:pt x="3323" y="77"/>
                </a:cubicBezTo>
                <a:lnTo>
                  <a:pt x="23" y="6677"/>
                </a:lnTo>
                <a:cubicBezTo>
                  <a:pt x="0" y="6722"/>
                  <a:pt x="11" y="6778"/>
                  <a:pt x="49" y="6812"/>
                </a:cubicBezTo>
                <a:cubicBezTo>
                  <a:pt x="88" y="6847"/>
                  <a:pt x="144" y="6851"/>
                  <a:pt x="187" y="6822"/>
                </a:cubicBezTo>
                <a:lnTo>
                  <a:pt x="3424" y="4702"/>
                </a:lnTo>
                <a:lnTo>
                  <a:pt x="6662" y="6822"/>
                </a:lnTo>
                <a:cubicBezTo>
                  <a:pt x="6681" y="6835"/>
                  <a:pt x="6702" y="6841"/>
                  <a:pt x="6724" y="6841"/>
                </a:cubicBezTo>
                <a:cubicBezTo>
                  <a:pt x="6751" y="6841"/>
                  <a:pt x="6778" y="6831"/>
                  <a:pt x="6800" y="6812"/>
                </a:cubicBezTo>
                <a:cubicBezTo>
                  <a:pt x="6838" y="6778"/>
                  <a:pt x="6849" y="6722"/>
                  <a:pt x="6826" y="6677"/>
                </a:cubicBezTo>
                <a:close/>
              </a:path>
            </a:pathLst>
          </a:custGeom>
          <a:solidFill>
            <a:srgbClr val="C3E482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latin typeface="Century Gothic" panose="020B0502020202020204" pitchFamily="34" charset="0"/>
              <a:ea typeface="苏新诗柳楷简" panose="02010600000101010101" pitchFamily="2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4785360" y="429260"/>
            <a:ext cx="2621280" cy="583565"/>
          </a:xfrm>
          <a:prstGeom prst="rect">
            <a:avLst/>
          </a:prstGeom>
          <a:noFill/>
          <a:ln>
            <a:noFill/>
          </a:ln>
          <a:effectLst>
            <a:outerShdw blurRad="50800" dist="50800" dir="5400000" sx="1000" sy="1000" algn="ctr" rotWithShape="0">
              <a:srgbClr val="2B7D1E"/>
            </a:outerShdw>
          </a:effectLst>
        </p:spPr>
        <p:txBody>
          <a:bodyPr wrap="none" rtlCol="0">
            <a:spAutoFit/>
          </a:bodyPr>
          <a:p>
            <a:pPr algn="l"/>
            <a:r>
              <a:rPr lang="zh-CN" altLang="en-US" sz="3200" dirty="0">
                <a:ln w="1270">
                  <a:noFill/>
                </a:ln>
                <a:solidFill>
                  <a:srgbClr val="5F4232"/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rPr>
              <a:t>输入你的标题</a:t>
            </a:r>
            <a:endParaRPr lang="zh-CN" altLang="en-US" sz="3200" dirty="0">
              <a:ln w="1270">
                <a:noFill/>
              </a:ln>
              <a:solidFill>
                <a:srgbClr val="5F4232"/>
              </a:solidFill>
              <a:effectLst/>
              <a:latin typeface="方正卡通简体" panose="03000509000000000000" charset="-122"/>
              <a:ea typeface="方正卡通简体" panose="03000509000000000000" charset="-122"/>
            </a:endParaRPr>
          </a:p>
        </p:txBody>
      </p:sp>
      <p:pic>
        <p:nvPicPr>
          <p:cNvPr id="15" name="图片 14" descr="14e475e661f35257c30cb0479da45f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2390" y="1390650"/>
            <a:ext cx="4427855" cy="507492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546100" y="2123440"/>
            <a:ext cx="3324225" cy="1137285"/>
            <a:chOff x="2447" y="2284"/>
            <a:chExt cx="5235" cy="1791"/>
          </a:xfrm>
        </p:grpSpPr>
        <p:sp>
          <p:nvSpPr>
            <p:cNvPr id="6" name="文本框 5"/>
            <p:cNvSpPr txBox="1"/>
            <p:nvPr/>
          </p:nvSpPr>
          <p:spPr>
            <a:xfrm>
              <a:off x="2447" y="2914"/>
              <a:ext cx="5235" cy="11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Lorem ipsum dolor sit amet,consecteture 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  <a:sym typeface="+mn-ea"/>
                </a:rPr>
                <a:t>Lorem ipsum dolor sit amet,consecteture </a:t>
              </a:r>
              <a:endPara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  <a:sym typeface="+mn-ea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2447" y="2284"/>
              <a:ext cx="2528" cy="822"/>
            </a:xfrm>
            <a:prstGeom prst="rect">
              <a:avLst/>
            </a:prstGeom>
            <a:noFill/>
            <a:ln>
              <a:noFill/>
            </a:ln>
            <a:effectLst>
              <a:outerShdw blurRad="50800" dist="50800" dir="5400000" sx="1000" sy="1000" algn="ctr" rotWithShape="0">
                <a:srgbClr val="2B7D1E"/>
              </a:outerShdw>
            </a:effectLst>
          </p:spPr>
          <p:txBody>
            <a:bodyPr wrap="none" rtlCol="0">
              <a:spAutoFit/>
            </a:bodyPr>
            <a:p>
              <a:pPr algn="l"/>
              <a:r>
                <a:rPr lang="zh-CN" altLang="en-US" sz="2800" dirty="0">
                  <a:ln w="1270">
                    <a:noFill/>
                  </a:ln>
                  <a:solidFill>
                    <a:srgbClr val="5F4232"/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rPr>
                <a:t>输入标题</a:t>
              </a:r>
              <a:endParaRPr lang="zh-CN" altLang="en-US" sz="2800" dirty="0">
                <a:ln w="1270">
                  <a:noFill/>
                </a:ln>
                <a:solidFill>
                  <a:srgbClr val="5F4232"/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46100" y="4457065"/>
            <a:ext cx="3324225" cy="1137285"/>
            <a:chOff x="2447" y="2284"/>
            <a:chExt cx="5235" cy="1791"/>
          </a:xfrm>
        </p:grpSpPr>
        <p:sp>
          <p:nvSpPr>
            <p:cNvPr id="10" name="文本框 9"/>
            <p:cNvSpPr txBox="1"/>
            <p:nvPr/>
          </p:nvSpPr>
          <p:spPr>
            <a:xfrm>
              <a:off x="2447" y="2914"/>
              <a:ext cx="5235" cy="11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Lorem ipsum dolor sit amet,consecteture 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  <a:sym typeface="+mn-ea"/>
                </a:rPr>
                <a:t>Lorem ipsum dolor sit amet,consecteture </a:t>
              </a:r>
              <a:endPara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  <a:sym typeface="+mn-ea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447" y="2284"/>
              <a:ext cx="2528" cy="822"/>
            </a:xfrm>
            <a:prstGeom prst="rect">
              <a:avLst/>
            </a:prstGeom>
            <a:noFill/>
            <a:ln>
              <a:noFill/>
            </a:ln>
            <a:effectLst>
              <a:outerShdw blurRad="50800" dist="50800" dir="5400000" sx="1000" sy="1000" algn="ctr" rotWithShape="0">
                <a:srgbClr val="2B7D1E"/>
              </a:outerShdw>
            </a:effectLst>
          </p:spPr>
          <p:txBody>
            <a:bodyPr wrap="none" rtlCol="0">
              <a:spAutoFit/>
            </a:bodyPr>
            <a:p>
              <a:pPr algn="l"/>
              <a:r>
                <a:rPr lang="zh-CN" altLang="en-US" sz="2800" dirty="0">
                  <a:ln w="1270">
                    <a:noFill/>
                  </a:ln>
                  <a:solidFill>
                    <a:srgbClr val="5F4232"/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rPr>
                <a:t>输入标题</a:t>
              </a:r>
              <a:endParaRPr lang="zh-CN" altLang="en-US" sz="2800" dirty="0">
                <a:ln w="1270">
                  <a:noFill/>
                </a:ln>
                <a:solidFill>
                  <a:srgbClr val="5F4232"/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8263255" y="2523490"/>
            <a:ext cx="332422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rPr>
              <a:t>Lorem ipsum dolor sit amet,consecteture 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  <a:sym typeface="+mn-ea"/>
              </a:rPr>
              <a:t>Lorem ipsum dolor sit amet,consecteture 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ea typeface="方正华隶简体" panose="03000509000000000000" charset="-122"/>
              <a:cs typeface="Calibri Light" panose="020F0302020204030204" pitchFamily="34" charset="0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263255" y="2123440"/>
            <a:ext cx="1605280" cy="521970"/>
          </a:xfrm>
          <a:prstGeom prst="rect">
            <a:avLst/>
          </a:prstGeom>
          <a:noFill/>
          <a:ln>
            <a:noFill/>
          </a:ln>
          <a:effectLst>
            <a:outerShdw blurRad="50800" dist="50800" dir="5400000" sx="1000" sy="1000" algn="ctr" rotWithShape="0">
              <a:srgbClr val="2B7D1E"/>
            </a:outerShdw>
          </a:effectLst>
        </p:spPr>
        <p:txBody>
          <a:bodyPr wrap="none" rtlCol="0">
            <a:spAutoFit/>
          </a:bodyPr>
          <a:p>
            <a:pPr algn="l"/>
            <a:r>
              <a:rPr lang="zh-CN" altLang="en-US" sz="2800" dirty="0">
                <a:ln w="1270">
                  <a:noFill/>
                </a:ln>
                <a:solidFill>
                  <a:srgbClr val="5F4232"/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rPr>
              <a:t>输入标题</a:t>
            </a:r>
            <a:endParaRPr lang="zh-CN" altLang="en-US" sz="2800" dirty="0">
              <a:ln w="1270">
                <a:noFill/>
              </a:ln>
              <a:solidFill>
                <a:srgbClr val="5F4232"/>
              </a:solidFill>
              <a:effectLst/>
              <a:latin typeface="方正卡通简体" panose="03000509000000000000" charset="-122"/>
              <a:ea typeface="方正卡通简体" panose="03000509000000000000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8263255" y="4457065"/>
            <a:ext cx="3324225" cy="1137285"/>
            <a:chOff x="2447" y="2284"/>
            <a:chExt cx="5235" cy="1791"/>
          </a:xfrm>
        </p:grpSpPr>
        <p:sp>
          <p:nvSpPr>
            <p:cNvPr id="17" name="文本框 16"/>
            <p:cNvSpPr txBox="1"/>
            <p:nvPr/>
          </p:nvSpPr>
          <p:spPr>
            <a:xfrm>
              <a:off x="2447" y="2914"/>
              <a:ext cx="5235" cy="11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Lorem ipsum dolor sit amet,consecteture 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  <a:sym typeface="+mn-ea"/>
                </a:rPr>
                <a:t>Lorem ipsum dolor sit amet,consecteture </a:t>
              </a:r>
              <a:endPara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  <a:sym typeface="+mn-ea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2447" y="2284"/>
              <a:ext cx="2528" cy="822"/>
            </a:xfrm>
            <a:prstGeom prst="rect">
              <a:avLst/>
            </a:prstGeom>
            <a:noFill/>
            <a:ln>
              <a:noFill/>
            </a:ln>
            <a:effectLst>
              <a:outerShdw blurRad="50800" dist="50800" dir="5400000" sx="1000" sy="1000" algn="ctr" rotWithShape="0">
                <a:srgbClr val="2B7D1E"/>
              </a:outerShdw>
            </a:effectLst>
          </p:spPr>
          <p:txBody>
            <a:bodyPr wrap="none" rtlCol="0">
              <a:spAutoFit/>
            </a:bodyPr>
            <a:p>
              <a:pPr algn="l"/>
              <a:r>
                <a:rPr lang="zh-CN" altLang="en-US" sz="2800" dirty="0">
                  <a:ln w="1270">
                    <a:noFill/>
                  </a:ln>
                  <a:solidFill>
                    <a:srgbClr val="5F4232"/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rPr>
                <a:t>输入标题</a:t>
              </a:r>
              <a:endParaRPr lang="zh-CN" altLang="en-US" sz="2800" dirty="0">
                <a:ln w="1270">
                  <a:noFill/>
                </a:ln>
                <a:solidFill>
                  <a:srgbClr val="5F4232"/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958840" y="1811655"/>
            <a:ext cx="577659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0">
                <a:solidFill>
                  <a:srgbClr val="5F4232"/>
                </a:solidFill>
                <a:latin typeface="方正卡通简体" panose="03000509000000000000" charset="-122"/>
                <a:ea typeface="方正卡通简体" panose="03000509000000000000" charset="-122"/>
              </a:rPr>
              <a:t>感谢支持</a:t>
            </a:r>
            <a:endParaRPr lang="zh-CN" altLang="en-US" sz="8000">
              <a:solidFill>
                <a:srgbClr val="5F4232"/>
              </a:solidFill>
              <a:latin typeface="方正卡通简体" panose="03000509000000000000" charset="-122"/>
              <a:ea typeface="方正卡通简体" panose="03000509000000000000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081078" y="2889921"/>
            <a:ext cx="55321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auto">
              <a:lnSpc>
                <a:spcPct val="150000"/>
              </a:lnSpc>
            </a:pPr>
            <a:r>
              <a:rPr lang="zh-CN" altLang="en-US" sz="120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中文字体：方正卡通简体， 英文：</a:t>
            </a:r>
            <a:r>
              <a:rPr lang="en-US" altLang="zh-CN" sz="120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Calibri Light (</a:t>
            </a:r>
            <a:r>
              <a:rPr lang="zh-CN" altLang="en-US" sz="120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正文</a:t>
            </a:r>
            <a:r>
              <a:rPr lang="en-US" altLang="zh-CN" sz="120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lang="zh-CN" altLang="en-US" sz="120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，请用户搜索字体自行下载。</a:t>
            </a:r>
            <a:endParaRPr lang="zh-CN" altLang="en-US" sz="120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Calibri Light" panose="020F0302020204030204" pitchFamily="34" charset="0"/>
              <a:sym typeface="+mn-ea"/>
            </a:endParaRPr>
          </a:p>
        </p:txBody>
      </p:sp>
      <p:sp>
        <p:nvSpPr>
          <p:cNvPr id="7" name="流程图: 可选过程 6"/>
          <p:cNvSpPr/>
          <p:nvPr/>
        </p:nvSpPr>
        <p:spPr>
          <a:xfrm>
            <a:off x="8111173" y="3561715"/>
            <a:ext cx="1471930" cy="325755"/>
          </a:xfrm>
          <a:prstGeom prst="flowChartAlternateProcess">
            <a:avLst/>
          </a:prstGeom>
          <a:solidFill>
            <a:srgbClr val="AFD5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143240" y="3582035"/>
            <a:ext cx="140779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授课人：皮皮虾</a:t>
            </a:r>
            <a:endParaRPr lang="zh-CN" altLang="en-US" sz="1200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4231</Words>
  <Application>WPS 演示</Application>
  <PresentationFormat>宽屏</PresentationFormat>
  <Paragraphs>186</Paragraphs>
  <Slides>17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3" baseType="lpstr">
      <vt:lpstr>Arial</vt:lpstr>
      <vt:lpstr>宋体</vt:lpstr>
      <vt:lpstr>Wingdings</vt:lpstr>
      <vt:lpstr>微软雅黑</vt:lpstr>
      <vt:lpstr>方正卡通简体</vt:lpstr>
      <vt:lpstr>Calibri Light</vt:lpstr>
      <vt:lpstr>方正宋刻本秀楷简体</vt:lpstr>
      <vt:lpstr>方正华隶简体</vt:lpstr>
      <vt:lpstr>阿里巴巴普惠体 M</vt:lpstr>
      <vt:lpstr>隶书</vt:lpstr>
      <vt:lpstr>Century Gothic</vt:lpstr>
      <vt:lpstr>苏新诗柳楷简</vt:lpstr>
      <vt:lpstr>Arial Unicode MS</vt:lpstr>
      <vt:lpstr>KSOF9BE50B71</vt:lpstr>
      <vt:lpstr>Segoe Print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FIND YOU</cp:lastModifiedBy>
  <cp:revision>114</cp:revision>
  <dcterms:created xsi:type="dcterms:W3CDTF">2019-06-19T02:08:00Z</dcterms:created>
  <dcterms:modified xsi:type="dcterms:W3CDTF">2026-10-25T06:07:22Z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KSOTemplateUUID">
    <vt:lpwstr>v1.0_mb_IGwq8mVD7QbPZ0/fyxx9aQ==</vt:lpwstr>
  </property>
  <property fmtid="{D5CDD505-2E9C-101B-9397-08002B2CF9AE}" pid="4" name="ICV">
    <vt:lpwstr>B0388400BE414DB294416782C61C9B47_11</vt:lpwstr>
  </property>
</Properties>
</file>