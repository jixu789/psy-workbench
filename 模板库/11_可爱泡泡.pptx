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61" r:id="rId3"/>
    <p:sldId id="263" r:id="rId4"/>
    <p:sldId id="264" r:id="rId5"/>
    <p:sldId id="654" r:id="rId6"/>
    <p:sldId id="813" r:id="rId7"/>
    <p:sldId id="837" r:id="rId8"/>
    <p:sldId id="265" r:id="rId9"/>
    <p:sldId id="768" r:id="rId10"/>
    <p:sldId id="767" r:id="rId11"/>
    <p:sldId id="835" r:id="rId12"/>
    <p:sldId id="266" r:id="rId13"/>
    <p:sldId id="470" r:id="rId14"/>
    <p:sldId id="493" r:id="rId16"/>
    <p:sldId id="661" r:id="rId17"/>
    <p:sldId id="267" r:id="rId18"/>
    <p:sldId id="905" r:id="rId19"/>
    <p:sldId id="503" r:id="rId20"/>
    <p:sldId id="853" r:id="rId21"/>
    <p:sldId id="546" r:id="rId22"/>
    <p:sldId id="262" r:id="rId23"/>
  </p:sldIdLst>
  <p:sldSz cx="12192000" cy="6858000"/>
  <p:notesSz cx="6858000" cy="9144000"/>
  <p:embeddedFontLst>
    <p:embeddedFont>
      <p:font typeface="Segoe Print" panose="02000600000000000000" charset="0"/>
      <p:regular r:id="rId27"/>
      <p:bold r:id="rId28"/>
    </p:embeddedFont>
    <p:embeddedFont>
      <p:font typeface="站酷快乐体2016修订版" panose="02010600030101010101" charset="-122"/>
      <p:regular r:id="rId29"/>
    </p:embeddedFont>
    <p:embeddedFont>
      <p:font typeface="等线" panose="02010600030101010101" charset="-122"/>
      <p:regular r:id="rId30"/>
      <p:bold r:id="rId3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AC17"/>
    <a:srgbClr val="FFCE53"/>
    <a:srgbClr val="FFD469"/>
    <a:srgbClr val="FA8A83"/>
    <a:srgbClr val="D39D15"/>
    <a:srgbClr val="96BADB"/>
    <a:srgbClr val="FF7F6D"/>
    <a:srgbClr val="FFBDB5"/>
    <a:srgbClr val="90B3D7"/>
    <a:srgbClr val="C3EA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233" autoAdjust="0"/>
    <p:restoredTop sz="94660"/>
  </p:normalViewPr>
  <p:slideViewPr>
    <p:cSldViewPr snapToGrid="0">
      <p:cViewPr>
        <p:scale>
          <a:sx n="50" d="100"/>
          <a:sy n="50" d="100"/>
        </p:scale>
        <p:origin x="2082" y="114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font" Target="fonts/font5.fntdata"/><Relationship Id="rId30" Type="http://schemas.openxmlformats.org/officeDocument/2006/relationships/font" Target="fonts/font4.fntdata"/><Relationship Id="rId3" Type="http://schemas.openxmlformats.org/officeDocument/2006/relationships/slide" Target="slides/slide1.xml"/><Relationship Id="rId29" Type="http://schemas.openxmlformats.org/officeDocument/2006/relationships/font" Target="fonts/font3.fntdata"/><Relationship Id="rId28" Type="http://schemas.openxmlformats.org/officeDocument/2006/relationships/font" Target="fonts/font2.fntdata"/><Relationship Id="rId27" Type="http://schemas.openxmlformats.org/officeDocument/2006/relationships/font" Target="fonts/font1.fntdata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B791BC-9B20-40F2-8F3C-5F931E683C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8AABAF-2A40-4B6E-B027-D62BB68B994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内容页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1</a:t>
            </a:r>
            <a:r>
              <a:rPr lang="zh-CN" altLang="en-US" dirty="0"/>
              <a:t>栏文字段；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3</a:t>
            </a:r>
            <a:r>
              <a:rPr lang="zh-CN" altLang="en-US" dirty="0"/>
              <a:t>项目；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38A104-FA7E-4194-A236-9257BFDCB3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内容页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5</a:t>
            </a:r>
            <a:r>
              <a:rPr lang="zh-CN" altLang="en-US" dirty="0"/>
              <a:t>项目；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38A104-FA7E-4194-A236-9257BFDCB3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任意多边形: 形状 68"/>
          <p:cNvSpPr/>
          <p:nvPr userDrawn="1"/>
        </p:nvSpPr>
        <p:spPr>
          <a:xfrm rot="14718027" flipH="1">
            <a:off x="3502888" y="-2768301"/>
            <a:ext cx="3159857" cy="3279225"/>
          </a:xfrm>
          <a:custGeom>
            <a:avLst/>
            <a:gdLst>
              <a:gd name="connsiteX0" fmla="*/ 1076107 w 1085850"/>
              <a:gd name="connsiteY0" fmla="*/ 545418 h 1076325"/>
              <a:gd name="connsiteX1" fmla="*/ 819885 w 1085850"/>
              <a:gd name="connsiteY1" fmla="*/ 21925 h 1076325"/>
              <a:gd name="connsiteX2" fmla="*/ 394879 w 1085850"/>
              <a:gd name="connsiteY2" fmla="*/ 93362 h 1076325"/>
              <a:gd name="connsiteX3" fmla="*/ 188949 w 1085850"/>
              <a:gd name="connsiteY3" fmla="*/ 409401 h 1076325"/>
              <a:gd name="connsiteX4" fmla="*/ 12165 w 1085850"/>
              <a:gd name="connsiteY4" fmla="*/ 815833 h 1076325"/>
              <a:gd name="connsiteX5" fmla="*/ 36739 w 1085850"/>
              <a:gd name="connsiteY5" fmla="*/ 991284 h 1076325"/>
              <a:gd name="connsiteX6" fmla="*/ 311726 w 1085850"/>
              <a:gd name="connsiteY6" fmla="*/ 1060816 h 1076325"/>
              <a:gd name="connsiteX7" fmla="*/ 596238 w 1085850"/>
              <a:gd name="connsiteY7" fmla="*/ 999856 h 1076325"/>
              <a:gd name="connsiteX8" fmla="*/ 857889 w 1085850"/>
              <a:gd name="connsiteY8" fmla="*/ 949183 h 1076325"/>
              <a:gd name="connsiteX9" fmla="*/ 1060010 w 1085850"/>
              <a:gd name="connsiteY9" fmla="*/ 636573 h 1076325"/>
              <a:gd name="connsiteX10" fmla="*/ 1076107 w 1085850"/>
              <a:gd name="connsiteY10" fmla="*/ 545418 h 1076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85850" h="1076325">
                <a:moveTo>
                  <a:pt x="1076107" y="545418"/>
                </a:moveTo>
                <a:cubicBezTo>
                  <a:pt x="1104873" y="325772"/>
                  <a:pt x="1074202" y="73645"/>
                  <a:pt x="819885" y="21925"/>
                </a:cubicBezTo>
                <a:cubicBezTo>
                  <a:pt x="680724" y="-6365"/>
                  <a:pt x="508798" y="112"/>
                  <a:pt x="394879" y="93362"/>
                </a:cubicBezTo>
                <a:cubicBezTo>
                  <a:pt x="296486" y="173848"/>
                  <a:pt x="237812" y="294911"/>
                  <a:pt x="188949" y="409401"/>
                </a:cubicBezTo>
                <a:cubicBezTo>
                  <a:pt x="131132" y="544942"/>
                  <a:pt x="37977" y="667815"/>
                  <a:pt x="12165" y="815833"/>
                </a:cubicBezTo>
                <a:cubicBezTo>
                  <a:pt x="1782" y="875269"/>
                  <a:pt x="6354" y="939277"/>
                  <a:pt x="36739" y="991284"/>
                </a:cubicBezTo>
                <a:cubicBezTo>
                  <a:pt x="93222" y="1087772"/>
                  <a:pt x="216095" y="1088439"/>
                  <a:pt x="311726" y="1060816"/>
                </a:cubicBezTo>
                <a:cubicBezTo>
                  <a:pt x="404976" y="1033860"/>
                  <a:pt x="499368" y="1009286"/>
                  <a:pt x="596238" y="999856"/>
                </a:cubicBezTo>
                <a:cubicBezTo>
                  <a:pt x="687582" y="990998"/>
                  <a:pt x="775689" y="998713"/>
                  <a:pt x="857889" y="949183"/>
                </a:cubicBezTo>
                <a:cubicBezTo>
                  <a:pt x="972666" y="880127"/>
                  <a:pt x="1032006" y="763732"/>
                  <a:pt x="1060010" y="636573"/>
                </a:cubicBezTo>
                <a:cubicBezTo>
                  <a:pt x="1066392" y="608474"/>
                  <a:pt x="1071821" y="577708"/>
                  <a:pt x="1076107" y="545418"/>
                </a:cubicBezTo>
                <a:close/>
              </a:path>
            </a:pathLst>
          </a:custGeom>
          <a:solidFill>
            <a:srgbClr val="FFF2D9">
              <a:alpha val="80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7" name="任意多边形: 形状 6"/>
          <p:cNvSpPr/>
          <p:nvPr userDrawn="1"/>
        </p:nvSpPr>
        <p:spPr>
          <a:xfrm rot="3660425" flipV="1">
            <a:off x="-1836050" y="-1714072"/>
            <a:ext cx="3509520" cy="6644691"/>
          </a:xfrm>
          <a:custGeom>
            <a:avLst/>
            <a:gdLst>
              <a:gd name="connsiteX0" fmla="*/ 2321825 w 3509519"/>
              <a:gd name="connsiteY0" fmla="*/ 896999 h 6644690"/>
              <a:gd name="connsiteX1" fmla="*/ 2899024 w 3509519"/>
              <a:gd name="connsiteY1" fmla="*/ 1982611 h 6644690"/>
              <a:gd name="connsiteX2" fmla="*/ 3433407 w 3509519"/>
              <a:gd name="connsiteY2" fmla="*/ 2714462 h 6644690"/>
              <a:gd name="connsiteX3" fmla="*/ 3283434 w 3509519"/>
              <a:gd name="connsiteY3" fmla="*/ 3539668 h 6644690"/>
              <a:gd name="connsiteX4" fmla="*/ 2900896 w 3509519"/>
              <a:gd name="connsiteY4" fmla="*/ 3671158 h 6644690"/>
              <a:gd name="connsiteX5" fmla="*/ 1934842 w 3509519"/>
              <a:gd name="connsiteY5" fmla="*/ 4147516 h 6644690"/>
              <a:gd name="connsiteX6" fmla="*/ 1547157 w 3509519"/>
              <a:gd name="connsiteY6" fmla="*/ 5149601 h 6644690"/>
              <a:gd name="connsiteX7" fmla="*/ 1282306 w 3509519"/>
              <a:gd name="connsiteY7" fmla="*/ 6172977 h 6644690"/>
              <a:gd name="connsiteX8" fmla="*/ 535246 w 3509519"/>
              <a:gd name="connsiteY8" fmla="*/ 6625471 h 6644690"/>
              <a:gd name="connsiteX9" fmla="*/ 271330 w 3509519"/>
              <a:gd name="connsiteY9" fmla="*/ 6303531 h 6644690"/>
              <a:gd name="connsiteX10" fmla="*/ 167448 w 3509519"/>
              <a:gd name="connsiteY10" fmla="*/ 5652633 h 6644690"/>
              <a:gd name="connsiteX11" fmla="*/ 24494 w 3509519"/>
              <a:gd name="connsiteY11" fmla="*/ 3053014 h 6644690"/>
              <a:gd name="connsiteX12" fmla="*/ 196928 w 3509519"/>
              <a:gd name="connsiteY12" fmla="*/ 729712 h 6644690"/>
              <a:gd name="connsiteX13" fmla="*/ 549050 w 3509519"/>
              <a:gd name="connsiteY13" fmla="*/ 164212 h 6644690"/>
              <a:gd name="connsiteX14" fmla="*/ 903511 w 3509519"/>
              <a:gd name="connsiteY14" fmla="*/ 81153 h 6644690"/>
              <a:gd name="connsiteX15" fmla="*/ 1409116 w 3509519"/>
              <a:gd name="connsiteY15" fmla="*/ 31084 h 6644690"/>
              <a:gd name="connsiteX16" fmla="*/ 1847338 w 3509519"/>
              <a:gd name="connsiteY16" fmla="*/ 52609 h 6644690"/>
              <a:gd name="connsiteX17" fmla="*/ 2321825 w 3509519"/>
              <a:gd name="connsiteY17" fmla="*/ 896999 h 6644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509519" h="6644690">
                <a:moveTo>
                  <a:pt x="2321825" y="896999"/>
                </a:moveTo>
                <a:cubicBezTo>
                  <a:pt x="2463844" y="1282578"/>
                  <a:pt x="2645169" y="1657395"/>
                  <a:pt x="2899024" y="1982611"/>
                </a:cubicBezTo>
                <a:cubicBezTo>
                  <a:pt x="3085497" y="2221492"/>
                  <a:pt x="3312212" y="2436743"/>
                  <a:pt x="3433407" y="2714462"/>
                </a:cubicBezTo>
                <a:cubicBezTo>
                  <a:pt x="3554603" y="2992417"/>
                  <a:pt x="3532610" y="3366765"/>
                  <a:pt x="3283434" y="3539668"/>
                </a:cubicBezTo>
                <a:cubicBezTo>
                  <a:pt x="3171831" y="3617111"/>
                  <a:pt x="3033556" y="3642380"/>
                  <a:pt x="2900896" y="3671158"/>
                </a:cubicBezTo>
                <a:cubicBezTo>
                  <a:pt x="2544095" y="3748835"/>
                  <a:pt x="2179105" y="3876348"/>
                  <a:pt x="1934842" y="4147516"/>
                </a:cubicBezTo>
                <a:cubicBezTo>
                  <a:pt x="1691516" y="4417516"/>
                  <a:pt x="1602608" y="4790461"/>
                  <a:pt x="1547157" y="5149601"/>
                </a:cubicBezTo>
                <a:cubicBezTo>
                  <a:pt x="1493111" y="5500085"/>
                  <a:pt x="1458951" y="5865543"/>
                  <a:pt x="1282306" y="6172977"/>
                </a:cubicBezTo>
                <a:cubicBezTo>
                  <a:pt x="1134672" y="6429875"/>
                  <a:pt x="843850" y="6648868"/>
                  <a:pt x="535246" y="6625471"/>
                </a:cubicBezTo>
                <a:cubicBezTo>
                  <a:pt x="307829" y="6608391"/>
                  <a:pt x="310169" y="6505680"/>
                  <a:pt x="271330" y="6303531"/>
                </a:cubicBezTo>
                <a:cubicBezTo>
                  <a:pt x="229684" y="6087813"/>
                  <a:pt x="195758" y="5870457"/>
                  <a:pt x="167448" y="5652633"/>
                </a:cubicBezTo>
                <a:cubicBezTo>
                  <a:pt x="56313" y="4790928"/>
                  <a:pt x="40170" y="3920802"/>
                  <a:pt x="24494" y="3053014"/>
                </a:cubicBezTo>
                <a:cubicBezTo>
                  <a:pt x="10456" y="2273901"/>
                  <a:pt x="-1945" y="1483089"/>
                  <a:pt x="196928" y="729712"/>
                </a:cubicBezTo>
                <a:cubicBezTo>
                  <a:pt x="255186" y="508612"/>
                  <a:pt x="347604" y="272539"/>
                  <a:pt x="549050" y="164212"/>
                </a:cubicBezTo>
                <a:cubicBezTo>
                  <a:pt x="656675" y="106421"/>
                  <a:pt x="781848" y="93319"/>
                  <a:pt x="903511" y="81153"/>
                </a:cubicBezTo>
                <a:cubicBezTo>
                  <a:pt x="1071968" y="64541"/>
                  <a:pt x="1240425" y="47695"/>
                  <a:pt x="1409116" y="31084"/>
                </a:cubicBezTo>
                <a:cubicBezTo>
                  <a:pt x="1556048" y="16578"/>
                  <a:pt x="1708595" y="2540"/>
                  <a:pt x="1847338" y="52609"/>
                </a:cubicBezTo>
                <a:cubicBezTo>
                  <a:pt x="2164365" y="167253"/>
                  <a:pt x="2221921" y="625596"/>
                  <a:pt x="2321825" y="896999"/>
                </a:cubicBezTo>
                <a:close/>
              </a:path>
            </a:pathLst>
          </a:custGeom>
          <a:solidFill>
            <a:srgbClr val="FFF2D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/>
          <p:cNvSpPr/>
          <p:nvPr userDrawn="1"/>
        </p:nvSpPr>
        <p:spPr>
          <a:xfrm rot="3660425" flipV="1">
            <a:off x="532522" y="-494305"/>
            <a:ext cx="1871744" cy="3158568"/>
          </a:xfrm>
          <a:custGeom>
            <a:avLst/>
            <a:gdLst>
              <a:gd name="connsiteX0" fmla="*/ 1739222 w 1871743"/>
              <a:gd name="connsiteY0" fmla="*/ 203867 h 3158567"/>
              <a:gd name="connsiteX1" fmla="*/ 472285 w 1871743"/>
              <a:gd name="connsiteY1" fmla="*/ 627817 h 3158567"/>
              <a:gd name="connsiteX2" fmla="*/ 85068 w 1871743"/>
              <a:gd name="connsiteY2" fmla="*/ 1541461 h 3158567"/>
              <a:gd name="connsiteX3" fmla="*/ 18153 w 1871743"/>
              <a:gd name="connsiteY3" fmla="*/ 2618650 h 3158567"/>
              <a:gd name="connsiteX4" fmla="*/ 126012 w 1871743"/>
              <a:gd name="connsiteY4" fmla="*/ 3098753 h 3158567"/>
              <a:gd name="connsiteX5" fmla="*/ 211411 w 1871743"/>
              <a:gd name="connsiteY5" fmla="*/ 3156309 h 3158567"/>
              <a:gd name="connsiteX6" fmla="*/ 348282 w 1871743"/>
              <a:gd name="connsiteY6" fmla="*/ 3107175 h 3158567"/>
              <a:gd name="connsiteX7" fmla="*/ 1349899 w 1871743"/>
              <a:gd name="connsiteY7" fmla="*/ 1324807 h 3158567"/>
              <a:gd name="connsiteX8" fmla="*/ 1796778 w 1871743"/>
              <a:gd name="connsiteY8" fmla="*/ 868102 h 3158567"/>
              <a:gd name="connsiteX9" fmla="*/ 1739222 w 1871743"/>
              <a:gd name="connsiteY9" fmla="*/ 203867 h 3158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71743" h="3158567">
                <a:moveTo>
                  <a:pt x="1739222" y="203867"/>
                </a:moveTo>
                <a:cubicBezTo>
                  <a:pt x="1291173" y="-258922"/>
                  <a:pt x="742284" y="239196"/>
                  <a:pt x="472285" y="627817"/>
                </a:cubicBezTo>
                <a:cubicBezTo>
                  <a:pt x="284175" y="898518"/>
                  <a:pt x="120397" y="1214140"/>
                  <a:pt x="85068" y="1541461"/>
                </a:cubicBezTo>
                <a:cubicBezTo>
                  <a:pt x="46229" y="1901304"/>
                  <a:pt x="24236" y="2256468"/>
                  <a:pt x="18153" y="2618650"/>
                </a:cubicBezTo>
                <a:cubicBezTo>
                  <a:pt x="15345" y="2786405"/>
                  <a:pt x="17919" y="2970304"/>
                  <a:pt x="126012" y="3098753"/>
                </a:cubicBezTo>
                <a:cubicBezTo>
                  <a:pt x="148473" y="3125425"/>
                  <a:pt x="177017" y="3149758"/>
                  <a:pt x="211411" y="3156309"/>
                </a:cubicBezTo>
                <a:cubicBezTo>
                  <a:pt x="260544" y="3165667"/>
                  <a:pt x="308507" y="3137357"/>
                  <a:pt x="348282" y="3107175"/>
                </a:cubicBezTo>
                <a:cubicBezTo>
                  <a:pt x="897873" y="2690478"/>
                  <a:pt x="876816" y="1826435"/>
                  <a:pt x="1349899" y="1324807"/>
                </a:cubicBezTo>
                <a:cubicBezTo>
                  <a:pt x="1496597" y="1169219"/>
                  <a:pt x="1688217" y="1052235"/>
                  <a:pt x="1796778" y="868102"/>
                </a:cubicBezTo>
                <a:cubicBezTo>
                  <a:pt x="1917973" y="662444"/>
                  <a:pt x="1905105" y="375365"/>
                  <a:pt x="1739222" y="203867"/>
                </a:cubicBezTo>
                <a:close/>
              </a:path>
            </a:pathLst>
          </a:custGeom>
          <a:solidFill>
            <a:srgbClr val="C3EAF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" name="任意多边形: 形状 8"/>
          <p:cNvSpPr/>
          <p:nvPr userDrawn="1"/>
        </p:nvSpPr>
        <p:spPr>
          <a:xfrm rot="3660425" flipV="1">
            <a:off x="849149" y="-687519"/>
            <a:ext cx="1403808" cy="2597045"/>
          </a:xfrm>
          <a:custGeom>
            <a:avLst/>
            <a:gdLst>
              <a:gd name="connsiteX0" fmla="*/ 475724 w 1403807"/>
              <a:gd name="connsiteY0" fmla="*/ 27236 h 2597044"/>
              <a:gd name="connsiteX1" fmla="*/ 207129 w 1403807"/>
              <a:gd name="connsiteY1" fmla="*/ 503361 h 2597044"/>
              <a:gd name="connsiteX2" fmla="*/ 119157 w 1403807"/>
              <a:gd name="connsiteY2" fmla="*/ 762831 h 2597044"/>
              <a:gd name="connsiteX3" fmla="*/ 76341 w 1403807"/>
              <a:gd name="connsiteY3" fmla="*/ 1038446 h 2597044"/>
              <a:gd name="connsiteX4" fmla="*/ 30951 w 1403807"/>
              <a:gd name="connsiteY4" fmla="*/ 1644891 h 2597044"/>
              <a:gd name="connsiteX5" fmla="*/ 19955 w 1403807"/>
              <a:gd name="connsiteY5" fmla="*/ 1950687 h 2597044"/>
              <a:gd name="connsiteX6" fmla="*/ 21827 w 1403807"/>
              <a:gd name="connsiteY6" fmla="*/ 2210392 h 2597044"/>
              <a:gd name="connsiteX7" fmla="*/ 80085 w 1403807"/>
              <a:gd name="connsiteY7" fmla="*/ 2445062 h 2597044"/>
              <a:gd name="connsiteX8" fmla="*/ 260240 w 1403807"/>
              <a:gd name="connsiteY8" fmla="*/ 2590121 h 2597044"/>
              <a:gd name="connsiteX9" fmla="*/ 381201 w 1403807"/>
              <a:gd name="connsiteY9" fmla="*/ 2536309 h 2597044"/>
              <a:gd name="connsiteX10" fmla="*/ 461686 w 1403807"/>
              <a:gd name="connsiteY10" fmla="*/ 2469160 h 2597044"/>
              <a:gd name="connsiteX11" fmla="*/ 597154 w 1403807"/>
              <a:gd name="connsiteY11" fmla="*/ 2319187 h 2597044"/>
              <a:gd name="connsiteX12" fmla="*/ 799536 w 1403807"/>
              <a:gd name="connsiteY12" fmla="*/ 1967065 h 2597044"/>
              <a:gd name="connsiteX13" fmla="*/ 954189 w 1403807"/>
              <a:gd name="connsiteY13" fmla="*/ 1573297 h 2597044"/>
              <a:gd name="connsiteX14" fmla="*/ 1110246 w 1403807"/>
              <a:gd name="connsiteY14" fmla="*/ 1181400 h 2597044"/>
              <a:gd name="connsiteX15" fmla="*/ 1320583 w 1403807"/>
              <a:gd name="connsiteY15" fmla="*/ 827641 h 2597044"/>
              <a:gd name="connsiteX16" fmla="*/ 1387264 w 1403807"/>
              <a:gd name="connsiteY16" fmla="*/ 750665 h 2597044"/>
              <a:gd name="connsiteX17" fmla="*/ 1356380 w 1403807"/>
              <a:gd name="connsiteY17" fmla="*/ 719781 h 2597044"/>
              <a:gd name="connsiteX18" fmla="*/ 1124752 w 1403807"/>
              <a:gd name="connsiteY18" fmla="*/ 1052718 h 2597044"/>
              <a:gd name="connsiteX19" fmla="*/ 959804 w 1403807"/>
              <a:gd name="connsiteY19" fmla="*/ 1433150 h 2597044"/>
              <a:gd name="connsiteX20" fmla="*/ 814276 w 1403807"/>
              <a:gd name="connsiteY20" fmla="*/ 1820835 h 2597044"/>
              <a:gd name="connsiteX21" fmla="*/ 638098 w 1403807"/>
              <a:gd name="connsiteY21" fmla="*/ 2182549 h 2597044"/>
              <a:gd name="connsiteX22" fmla="*/ 382605 w 1403807"/>
              <a:gd name="connsiteY22" fmla="*/ 2480390 h 2597044"/>
              <a:gd name="connsiteX23" fmla="*/ 283403 w 1403807"/>
              <a:gd name="connsiteY23" fmla="*/ 2541924 h 2597044"/>
              <a:gd name="connsiteX24" fmla="*/ 177883 w 1403807"/>
              <a:gd name="connsiteY24" fmla="*/ 2509169 h 2597044"/>
              <a:gd name="connsiteX25" fmla="*/ 79149 w 1403807"/>
              <a:gd name="connsiteY25" fmla="*/ 2305148 h 2597044"/>
              <a:gd name="connsiteX26" fmla="*/ 62069 w 1403807"/>
              <a:gd name="connsiteY26" fmla="*/ 2066033 h 2597044"/>
              <a:gd name="connsiteX27" fmla="*/ 69322 w 1403807"/>
              <a:gd name="connsiteY27" fmla="*/ 1777551 h 2597044"/>
              <a:gd name="connsiteX28" fmla="*/ 106757 w 1403807"/>
              <a:gd name="connsiteY28" fmla="*/ 1182570 h 2597044"/>
              <a:gd name="connsiteX29" fmla="*/ 136939 w 1403807"/>
              <a:gd name="connsiteY29" fmla="*/ 894789 h 2597044"/>
              <a:gd name="connsiteX30" fmla="*/ 202450 w 1403807"/>
              <a:gd name="connsiteY30" fmla="*/ 636489 h 2597044"/>
              <a:gd name="connsiteX31" fmla="*/ 440629 w 1403807"/>
              <a:gd name="connsiteY31" fmla="*/ 158492 h 2597044"/>
              <a:gd name="connsiteX32" fmla="*/ 513159 w 1403807"/>
              <a:gd name="connsiteY32" fmla="*/ 49463 h 2597044"/>
              <a:gd name="connsiteX33" fmla="*/ 475724 w 1403807"/>
              <a:gd name="connsiteY33" fmla="*/ 27236 h 2597044"/>
              <a:gd name="connsiteX34" fmla="*/ 475724 w 1403807"/>
              <a:gd name="connsiteY34" fmla="*/ 27236 h 2597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403807" h="2597044">
                <a:moveTo>
                  <a:pt x="475724" y="27236"/>
                </a:moveTo>
                <a:cubicBezTo>
                  <a:pt x="371843" y="177210"/>
                  <a:pt x="278489" y="335138"/>
                  <a:pt x="207129" y="503361"/>
                </a:cubicBezTo>
                <a:cubicBezTo>
                  <a:pt x="171566" y="587589"/>
                  <a:pt x="141150" y="674158"/>
                  <a:pt x="119157" y="762831"/>
                </a:cubicBezTo>
                <a:cubicBezTo>
                  <a:pt x="96696" y="853611"/>
                  <a:pt x="85700" y="945560"/>
                  <a:pt x="76341" y="1038446"/>
                </a:cubicBezTo>
                <a:cubicBezTo>
                  <a:pt x="55986" y="1240126"/>
                  <a:pt x="40778" y="1442274"/>
                  <a:pt x="30951" y="1644891"/>
                </a:cubicBezTo>
                <a:cubicBezTo>
                  <a:pt x="26038" y="1746901"/>
                  <a:pt x="22295" y="1848677"/>
                  <a:pt x="19955" y="1950687"/>
                </a:cubicBezTo>
                <a:cubicBezTo>
                  <a:pt x="17849" y="2037021"/>
                  <a:pt x="15041" y="2124057"/>
                  <a:pt x="21827" y="2210392"/>
                </a:cubicBezTo>
                <a:cubicBezTo>
                  <a:pt x="28378" y="2291110"/>
                  <a:pt x="43586" y="2372064"/>
                  <a:pt x="80085" y="2445062"/>
                </a:cubicBezTo>
                <a:cubicBezTo>
                  <a:pt x="113776" y="2512678"/>
                  <a:pt x="175544" y="2595970"/>
                  <a:pt x="260240" y="2590121"/>
                </a:cubicBezTo>
                <a:cubicBezTo>
                  <a:pt x="305630" y="2587080"/>
                  <a:pt x="345872" y="2563215"/>
                  <a:pt x="381201" y="2536309"/>
                </a:cubicBezTo>
                <a:cubicBezTo>
                  <a:pt x="409044" y="2515252"/>
                  <a:pt x="435950" y="2493025"/>
                  <a:pt x="461686" y="2469160"/>
                </a:cubicBezTo>
                <a:cubicBezTo>
                  <a:pt x="511288" y="2423303"/>
                  <a:pt x="556210" y="2372766"/>
                  <a:pt x="597154" y="2319187"/>
                </a:cubicBezTo>
                <a:cubicBezTo>
                  <a:pt x="679745" y="2211327"/>
                  <a:pt x="744086" y="2090600"/>
                  <a:pt x="799536" y="1967065"/>
                </a:cubicBezTo>
                <a:cubicBezTo>
                  <a:pt x="857092" y="1838149"/>
                  <a:pt x="905524" y="1705488"/>
                  <a:pt x="954189" y="1573297"/>
                </a:cubicBezTo>
                <a:cubicBezTo>
                  <a:pt x="1002620" y="1441339"/>
                  <a:pt x="1051286" y="1309147"/>
                  <a:pt x="1110246" y="1181400"/>
                </a:cubicBezTo>
                <a:cubicBezTo>
                  <a:pt x="1167802" y="1056695"/>
                  <a:pt x="1234951" y="935266"/>
                  <a:pt x="1320583" y="827641"/>
                </a:cubicBezTo>
                <a:cubicBezTo>
                  <a:pt x="1341640" y="800968"/>
                  <a:pt x="1364101" y="775466"/>
                  <a:pt x="1387264" y="750665"/>
                </a:cubicBezTo>
                <a:cubicBezTo>
                  <a:pt x="1406449" y="730076"/>
                  <a:pt x="1375565" y="699192"/>
                  <a:pt x="1356380" y="719781"/>
                </a:cubicBezTo>
                <a:cubicBezTo>
                  <a:pt x="1263261" y="818750"/>
                  <a:pt x="1187689" y="932692"/>
                  <a:pt x="1124752" y="1052718"/>
                </a:cubicBezTo>
                <a:cubicBezTo>
                  <a:pt x="1060410" y="1175317"/>
                  <a:pt x="1008469" y="1303765"/>
                  <a:pt x="959804" y="1433150"/>
                </a:cubicBezTo>
                <a:cubicBezTo>
                  <a:pt x="911139" y="1562300"/>
                  <a:pt x="865515" y="1692620"/>
                  <a:pt x="814276" y="1820835"/>
                </a:cubicBezTo>
                <a:cubicBezTo>
                  <a:pt x="764441" y="1945306"/>
                  <a:pt x="708757" y="2068139"/>
                  <a:pt x="638098" y="2182549"/>
                </a:cubicBezTo>
                <a:cubicBezTo>
                  <a:pt x="569078" y="2294620"/>
                  <a:pt x="484849" y="2397098"/>
                  <a:pt x="382605" y="2480390"/>
                </a:cubicBezTo>
                <a:cubicBezTo>
                  <a:pt x="352657" y="2504723"/>
                  <a:pt x="320604" y="2530694"/>
                  <a:pt x="283403" y="2541924"/>
                </a:cubicBezTo>
                <a:cubicBezTo>
                  <a:pt x="242224" y="2554324"/>
                  <a:pt x="206895" y="2538649"/>
                  <a:pt x="177883" y="2509169"/>
                </a:cubicBezTo>
                <a:cubicBezTo>
                  <a:pt x="123837" y="2454420"/>
                  <a:pt x="94591" y="2379550"/>
                  <a:pt x="79149" y="2305148"/>
                </a:cubicBezTo>
                <a:cubicBezTo>
                  <a:pt x="62771" y="2226769"/>
                  <a:pt x="61367" y="2145816"/>
                  <a:pt x="62069" y="2066033"/>
                </a:cubicBezTo>
                <a:cubicBezTo>
                  <a:pt x="63005" y="1969873"/>
                  <a:pt x="65813" y="1873478"/>
                  <a:pt x="69322" y="1777551"/>
                </a:cubicBezTo>
                <a:cubicBezTo>
                  <a:pt x="76809" y="1578912"/>
                  <a:pt x="89209" y="1380507"/>
                  <a:pt x="106757" y="1182570"/>
                </a:cubicBezTo>
                <a:cubicBezTo>
                  <a:pt x="115180" y="1086877"/>
                  <a:pt x="121965" y="990015"/>
                  <a:pt x="136939" y="894789"/>
                </a:cubicBezTo>
                <a:cubicBezTo>
                  <a:pt x="150743" y="806818"/>
                  <a:pt x="173438" y="720483"/>
                  <a:pt x="202450" y="636489"/>
                </a:cubicBezTo>
                <a:cubicBezTo>
                  <a:pt x="260708" y="467798"/>
                  <a:pt x="344936" y="308700"/>
                  <a:pt x="440629" y="158492"/>
                </a:cubicBezTo>
                <a:cubicBezTo>
                  <a:pt x="464026" y="121759"/>
                  <a:pt x="488359" y="85494"/>
                  <a:pt x="513159" y="49463"/>
                </a:cubicBezTo>
                <a:cubicBezTo>
                  <a:pt x="529771" y="26300"/>
                  <a:pt x="491868" y="4307"/>
                  <a:pt x="475724" y="27236"/>
                </a:cubicBezTo>
                <a:lnTo>
                  <a:pt x="475724" y="27236"/>
                </a:lnTo>
                <a:close/>
              </a:path>
            </a:pathLst>
          </a:custGeom>
          <a:solidFill>
            <a:srgbClr val="90B3D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" name="任意多边形: 形状 9"/>
          <p:cNvSpPr/>
          <p:nvPr userDrawn="1"/>
        </p:nvSpPr>
        <p:spPr>
          <a:xfrm rot="7129483">
            <a:off x="-56306" y="3604998"/>
            <a:ext cx="1732596" cy="4749351"/>
          </a:xfrm>
          <a:custGeom>
            <a:avLst/>
            <a:gdLst>
              <a:gd name="connsiteX0" fmla="*/ 788454 w 809625"/>
              <a:gd name="connsiteY0" fmla="*/ 1692902 h 2219325"/>
              <a:gd name="connsiteX1" fmla="*/ 775118 w 809625"/>
              <a:gd name="connsiteY1" fmla="*/ 827270 h 2219325"/>
              <a:gd name="connsiteX2" fmla="*/ 734828 w 809625"/>
              <a:gd name="connsiteY2" fmla="*/ 393692 h 2219325"/>
              <a:gd name="connsiteX3" fmla="*/ 679011 w 809625"/>
              <a:gd name="connsiteY3" fmla="*/ 79462 h 2219325"/>
              <a:gd name="connsiteX4" fmla="*/ 578808 w 809625"/>
              <a:gd name="connsiteY4" fmla="*/ 7168 h 2219325"/>
              <a:gd name="connsiteX5" fmla="*/ 510609 w 809625"/>
              <a:gd name="connsiteY5" fmla="*/ 31647 h 2219325"/>
              <a:gd name="connsiteX6" fmla="*/ 248481 w 809625"/>
              <a:gd name="connsiteY6" fmla="*/ 471226 h 2219325"/>
              <a:gd name="connsiteX7" fmla="*/ 136658 w 809625"/>
              <a:gd name="connsiteY7" fmla="*/ 1093970 h 2219325"/>
              <a:gd name="connsiteX8" fmla="*/ 97700 w 809625"/>
              <a:gd name="connsiteY8" fmla="*/ 1850255 h 2219325"/>
              <a:gd name="connsiteX9" fmla="*/ 291153 w 809625"/>
              <a:gd name="connsiteY9" fmla="*/ 2001798 h 2219325"/>
              <a:gd name="connsiteX10" fmla="*/ 453935 w 809625"/>
              <a:gd name="connsiteY10" fmla="*/ 2165437 h 2219325"/>
              <a:gd name="connsiteX11" fmla="*/ 639387 w 809625"/>
              <a:gd name="connsiteY11" fmla="*/ 2183916 h 2219325"/>
              <a:gd name="connsiteX12" fmla="*/ 694727 w 809625"/>
              <a:gd name="connsiteY12" fmla="*/ 2083332 h 2219325"/>
              <a:gd name="connsiteX13" fmla="*/ 788454 w 809625"/>
              <a:gd name="connsiteY13" fmla="*/ 1692902 h 2219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09625" h="2219325">
                <a:moveTo>
                  <a:pt x="788454" y="1692902"/>
                </a:moveTo>
                <a:cubicBezTo>
                  <a:pt x="816933" y="1404866"/>
                  <a:pt x="800265" y="1114925"/>
                  <a:pt x="775118" y="827270"/>
                </a:cubicBezTo>
                <a:cubicBezTo>
                  <a:pt x="762450" y="682681"/>
                  <a:pt x="747496" y="538282"/>
                  <a:pt x="734828" y="393692"/>
                </a:cubicBezTo>
                <a:cubicBezTo>
                  <a:pt x="726065" y="293394"/>
                  <a:pt x="721683" y="172807"/>
                  <a:pt x="679011" y="79462"/>
                </a:cubicBezTo>
                <a:cubicBezTo>
                  <a:pt x="660818" y="39743"/>
                  <a:pt x="622433" y="6120"/>
                  <a:pt x="578808" y="7168"/>
                </a:cubicBezTo>
                <a:cubicBezTo>
                  <a:pt x="554424" y="7739"/>
                  <a:pt x="531469" y="18883"/>
                  <a:pt x="510609" y="31647"/>
                </a:cubicBezTo>
                <a:cubicBezTo>
                  <a:pt x="360686" y="123087"/>
                  <a:pt x="283248" y="299109"/>
                  <a:pt x="248481" y="471226"/>
                </a:cubicBezTo>
                <a:cubicBezTo>
                  <a:pt x="206476" y="678966"/>
                  <a:pt x="209429" y="892802"/>
                  <a:pt x="136658" y="1093970"/>
                </a:cubicBezTo>
                <a:cubicBezTo>
                  <a:pt x="53790" y="1323046"/>
                  <a:pt x="-86418" y="1631276"/>
                  <a:pt x="97700" y="1850255"/>
                </a:cubicBezTo>
                <a:cubicBezTo>
                  <a:pt x="151802" y="1914644"/>
                  <a:pt x="224764" y="1952363"/>
                  <a:pt x="291153" y="2001798"/>
                </a:cubicBezTo>
                <a:cubicBezTo>
                  <a:pt x="355161" y="2049423"/>
                  <a:pt x="398595" y="2108669"/>
                  <a:pt x="453935" y="2165437"/>
                </a:cubicBezTo>
                <a:cubicBezTo>
                  <a:pt x="506704" y="2219540"/>
                  <a:pt x="582618" y="2244114"/>
                  <a:pt x="639387" y="2183916"/>
                </a:cubicBezTo>
                <a:cubicBezTo>
                  <a:pt x="665772" y="2155912"/>
                  <a:pt x="680916" y="2119336"/>
                  <a:pt x="694727" y="2083332"/>
                </a:cubicBezTo>
                <a:cubicBezTo>
                  <a:pt x="745400" y="1951316"/>
                  <a:pt x="774738" y="1831967"/>
                  <a:pt x="788454" y="1692902"/>
                </a:cubicBezTo>
                <a:close/>
              </a:path>
            </a:pathLst>
          </a:custGeom>
          <a:solidFill>
            <a:srgbClr val="FFD46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任意多边形: 形状 10"/>
          <p:cNvSpPr/>
          <p:nvPr userDrawn="1"/>
        </p:nvSpPr>
        <p:spPr>
          <a:xfrm rot="16200000">
            <a:off x="9482462" y="-2504035"/>
            <a:ext cx="1732596" cy="4749351"/>
          </a:xfrm>
          <a:custGeom>
            <a:avLst/>
            <a:gdLst>
              <a:gd name="connsiteX0" fmla="*/ 788454 w 809625"/>
              <a:gd name="connsiteY0" fmla="*/ 1692902 h 2219325"/>
              <a:gd name="connsiteX1" fmla="*/ 775118 w 809625"/>
              <a:gd name="connsiteY1" fmla="*/ 827270 h 2219325"/>
              <a:gd name="connsiteX2" fmla="*/ 734828 w 809625"/>
              <a:gd name="connsiteY2" fmla="*/ 393692 h 2219325"/>
              <a:gd name="connsiteX3" fmla="*/ 679011 w 809625"/>
              <a:gd name="connsiteY3" fmla="*/ 79462 h 2219325"/>
              <a:gd name="connsiteX4" fmla="*/ 578808 w 809625"/>
              <a:gd name="connsiteY4" fmla="*/ 7168 h 2219325"/>
              <a:gd name="connsiteX5" fmla="*/ 510609 w 809625"/>
              <a:gd name="connsiteY5" fmla="*/ 31647 h 2219325"/>
              <a:gd name="connsiteX6" fmla="*/ 248481 w 809625"/>
              <a:gd name="connsiteY6" fmla="*/ 471226 h 2219325"/>
              <a:gd name="connsiteX7" fmla="*/ 136658 w 809625"/>
              <a:gd name="connsiteY7" fmla="*/ 1093970 h 2219325"/>
              <a:gd name="connsiteX8" fmla="*/ 97700 w 809625"/>
              <a:gd name="connsiteY8" fmla="*/ 1850255 h 2219325"/>
              <a:gd name="connsiteX9" fmla="*/ 291153 w 809625"/>
              <a:gd name="connsiteY9" fmla="*/ 2001798 h 2219325"/>
              <a:gd name="connsiteX10" fmla="*/ 453935 w 809625"/>
              <a:gd name="connsiteY10" fmla="*/ 2165437 h 2219325"/>
              <a:gd name="connsiteX11" fmla="*/ 639387 w 809625"/>
              <a:gd name="connsiteY11" fmla="*/ 2183916 h 2219325"/>
              <a:gd name="connsiteX12" fmla="*/ 694727 w 809625"/>
              <a:gd name="connsiteY12" fmla="*/ 2083332 h 2219325"/>
              <a:gd name="connsiteX13" fmla="*/ 788454 w 809625"/>
              <a:gd name="connsiteY13" fmla="*/ 1692902 h 2219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09625" h="2219325">
                <a:moveTo>
                  <a:pt x="788454" y="1692902"/>
                </a:moveTo>
                <a:cubicBezTo>
                  <a:pt x="816933" y="1404866"/>
                  <a:pt x="800265" y="1114925"/>
                  <a:pt x="775118" y="827270"/>
                </a:cubicBezTo>
                <a:cubicBezTo>
                  <a:pt x="762450" y="682681"/>
                  <a:pt x="747496" y="538282"/>
                  <a:pt x="734828" y="393692"/>
                </a:cubicBezTo>
                <a:cubicBezTo>
                  <a:pt x="726065" y="293394"/>
                  <a:pt x="721683" y="172807"/>
                  <a:pt x="679011" y="79462"/>
                </a:cubicBezTo>
                <a:cubicBezTo>
                  <a:pt x="660818" y="39743"/>
                  <a:pt x="622433" y="6120"/>
                  <a:pt x="578808" y="7168"/>
                </a:cubicBezTo>
                <a:cubicBezTo>
                  <a:pt x="554424" y="7739"/>
                  <a:pt x="531469" y="18883"/>
                  <a:pt x="510609" y="31647"/>
                </a:cubicBezTo>
                <a:cubicBezTo>
                  <a:pt x="360686" y="123087"/>
                  <a:pt x="283248" y="299109"/>
                  <a:pt x="248481" y="471226"/>
                </a:cubicBezTo>
                <a:cubicBezTo>
                  <a:pt x="206476" y="678966"/>
                  <a:pt x="209429" y="892802"/>
                  <a:pt x="136658" y="1093970"/>
                </a:cubicBezTo>
                <a:cubicBezTo>
                  <a:pt x="53790" y="1323046"/>
                  <a:pt x="-86418" y="1631276"/>
                  <a:pt x="97700" y="1850255"/>
                </a:cubicBezTo>
                <a:cubicBezTo>
                  <a:pt x="151802" y="1914644"/>
                  <a:pt x="224764" y="1952363"/>
                  <a:pt x="291153" y="2001798"/>
                </a:cubicBezTo>
                <a:cubicBezTo>
                  <a:pt x="355161" y="2049423"/>
                  <a:pt x="398595" y="2108669"/>
                  <a:pt x="453935" y="2165437"/>
                </a:cubicBezTo>
                <a:cubicBezTo>
                  <a:pt x="506704" y="2219540"/>
                  <a:pt x="582618" y="2244114"/>
                  <a:pt x="639387" y="2183916"/>
                </a:cubicBezTo>
                <a:cubicBezTo>
                  <a:pt x="665772" y="2155912"/>
                  <a:pt x="680916" y="2119336"/>
                  <a:pt x="694727" y="2083332"/>
                </a:cubicBezTo>
                <a:cubicBezTo>
                  <a:pt x="745400" y="1951316"/>
                  <a:pt x="774738" y="1831967"/>
                  <a:pt x="788454" y="1692902"/>
                </a:cubicBezTo>
                <a:close/>
              </a:path>
            </a:pathLst>
          </a:custGeom>
          <a:solidFill>
            <a:srgbClr val="FFD46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6201597" y="-106942"/>
            <a:ext cx="6913862" cy="7760252"/>
            <a:chOff x="7402226" y="1082530"/>
            <a:chExt cx="5547292" cy="6226388"/>
          </a:xfrm>
        </p:grpSpPr>
        <p:sp>
          <p:nvSpPr>
            <p:cNvPr id="13" name="任意多边形: 形状 12"/>
            <p:cNvSpPr/>
            <p:nvPr/>
          </p:nvSpPr>
          <p:spPr>
            <a:xfrm>
              <a:off x="7402226" y="5782334"/>
              <a:ext cx="5037202" cy="1439201"/>
            </a:xfrm>
            <a:custGeom>
              <a:avLst/>
              <a:gdLst>
                <a:gd name="connsiteX0" fmla="*/ 2285810 w 2933700"/>
                <a:gd name="connsiteY0" fmla="*/ 832256 h 838200"/>
                <a:gd name="connsiteX1" fmla="*/ 2803493 w 2933700"/>
                <a:gd name="connsiteY1" fmla="*/ 768248 h 838200"/>
                <a:gd name="connsiteX2" fmla="*/ 2922365 w 2933700"/>
                <a:gd name="connsiteY2" fmla="*/ 646709 h 838200"/>
                <a:gd name="connsiteX3" fmla="*/ 2601849 w 2933700"/>
                <a:gd name="connsiteY3" fmla="*/ 305714 h 838200"/>
                <a:gd name="connsiteX4" fmla="*/ 2187226 w 2933700"/>
                <a:gd name="connsiteY4" fmla="*/ 14820 h 838200"/>
                <a:gd name="connsiteX5" fmla="*/ 1600105 w 2933700"/>
                <a:gd name="connsiteY5" fmla="*/ 162648 h 838200"/>
                <a:gd name="connsiteX6" fmla="*/ 732949 w 2933700"/>
                <a:gd name="connsiteY6" fmla="*/ 332193 h 838200"/>
                <a:gd name="connsiteX7" fmla="*/ 325374 w 2933700"/>
                <a:gd name="connsiteY7" fmla="*/ 435444 h 838200"/>
                <a:gd name="connsiteX8" fmla="*/ 7144 w 2933700"/>
                <a:gd name="connsiteY8" fmla="*/ 676522 h 838200"/>
                <a:gd name="connsiteX9" fmla="*/ 247174 w 2933700"/>
                <a:gd name="connsiteY9" fmla="*/ 694620 h 838200"/>
                <a:gd name="connsiteX10" fmla="*/ 1667828 w 2933700"/>
                <a:gd name="connsiteY10" fmla="*/ 769391 h 838200"/>
                <a:gd name="connsiteX11" fmla="*/ 2285810 w 2933700"/>
                <a:gd name="connsiteY11" fmla="*/ 832256 h 838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933700" h="838200">
                  <a:moveTo>
                    <a:pt x="2285810" y="832256"/>
                  </a:moveTo>
                  <a:cubicBezTo>
                    <a:pt x="2464784" y="833494"/>
                    <a:pt x="2628329" y="789679"/>
                    <a:pt x="2803493" y="768248"/>
                  </a:cubicBezTo>
                  <a:cubicBezTo>
                    <a:pt x="2881313" y="758723"/>
                    <a:pt x="2960846" y="742912"/>
                    <a:pt x="2922365" y="646709"/>
                  </a:cubicBezTo>
                  <a:cubicBezTo>
                    <a:pt x="2864644" y="502786"/>
                    <a:pt x="2702909" y="414489"/>
                    <a:pt x="2601849" y="305714"/>
                  </a:cubicBezTo>
                  <a:cubicBezTo>
                    <a:pt x="2484882" y="179793"/>
                    <a:pt x="2356009" y="47015"/>
                    <a:pt x="2187226" y="14820"/>
                  </a:cubicBezTo>
                  <a:cubicBezTo>
                    <a:pt x="1985962" y="-23566"/>
                    <a:pt x="1791938" y="90830"/>
                    <a:pt x="1600105" y="162648"/>
                  </a:cubicBezTo>
                  <a:cubicBezTo>
                    <a:pt x="1323689" y="266185"/>
                    <a:pt x="1024128" y="283901"/>
                    <a:pt x="732949" y="332193"/>
                  </a:cubicBezTo>
                  <a:cubicBezTo>
                    <a:pt x="594646" y="355149"/>
                    <a:pt x="456819" y="386200"/>
                    <a:pt x="325374" y="435444"/>
                  </a:cubicBezTo>
                  <a:cubicBezTo>
                    <a:pt x="218503" y="475544"/>
                    <a:pt x="15526" y="540219"/>
                    <a:pt x="7144" y="676522"/>
                  </a:cubicBezTo>
                  <a:cubicBezTo>
                    <a:pt x="84296" y="699668"/>
                    <a:pt x="166592" y="696715"/>
                    <a:pt x="247174" y="694620"/>
                  </a:cubicBezTo>
                  <a:cubicBezTo>
                    <a:pt x="721709" y="682237"/>
                    <a:pt x="1197197" y="707288"/>
                    <a:pt x="1667828" y="769391"/>
                  </a:cubicBezTo>
                  <a:cubicBezTo>
                    <a:pt x="1873186" y="796537"/>
                    <a:pt x="2078545" y="830827"/>
                    <a:pt x="2285810" y="832256"/>
                  </a:cubicBezTo>
                  <a:close/>
                </a:path>
              </a:pathLst>
            </a:custGeom>
            <a:solidFill>
              <a:srgbClr val="FFF2D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10465714" y="5615253"/>
              <a:ext cx="2224219" cy="1619101"/>
            </a:xfrm>
            <a:custGeom>
              <a:avLst/>
              <a:gdLst>
                <a:gd name="connsiteX0" fmla="*/ 1287966 w 1295400"/>
                <a:gd name="connsiteY0" fmla="*/ 609053 h 942975"/>
                <a:gd name="connsiteX1" fmla="*/ 909633 w 1295400"/>
                <a:gd name="connsiteY1" fmla="*/ 101656 h 942975"/>
                <a:gd name="connsiteX2" fmla="*/ 25332 w 1295400"/>
                <a:gd name="connsiteY2" fmla="*/ 379024 h 942975"/>
                <a:gd name="connsiteX3" fmla="*/ 23237 w 1295400"/>
                <a:gd name="connsiteY3" fmla="*/ 566095 h 942975"/>
                <a:gd name="connsiteX4" fmla="*/ 271744 w 1295400"/>
                <a:gd name="connsiteY4" fmla="*/ 735640 h 942975"/>
                <a:gd name="connsiteX5" fmla="*/ 693606 w 1295400"/>
                <a:gd name="connsiteY5" fmla="*/ 874514 h 942975"/>
                <a:gd name="connsiteX6" fmla="*/ 938304 w 1295400"/>
                <a:gd name="connsiteY6" fmla="*/ 934617 h 942975"/>
                <a:gd name="connsiteX7" fmla="*/ 1167666 w 1295400"/>
                <a:gd name="connsiteY7" fmla="*/ 883563 h 942975"/>
                <a:gd name="connsiteX8" fmla="*/ 1287966 w 1295400"/>
                <a:gd name="connsiteY8" fmla="*/ 609053 h 942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95400" h="942975">
                  <a:moveTo>
                    <a:pt x="1287966" y="609053"/>
                  </a:moveTo>
                  <a:cubicBezTo>
                    <a:pt x="1276251" y="412361"/>
                    <a:pt x="1061271" y="209289"/>
                    <a:pt x="909633" y="101656"/>
                  </a:cubicBezTo>
                  <a:cubicBezTo>
                    <a:pt x="623598" y="-101417"/>
                    <a:pt x="139156" y="37267"/>
                    <a:pt x="25332" y="379024"/>
                  </a:cubicBezTo>
                  <a:cubicBezTo>
                    <a:pt x="5235" y="439508"/>
                    <a:pt x="-1909" y="507516"/>
                    <a:pt x="23237" y="566095"/>
                  </a:cubicBezTo>
                  <a:cubicBezTo>
                    <a:pt x="64099" y="661250"/>
                    <a:pt x="173351" y="703255"/>
                    <a:pt x="271744" y="735640"/>
                  </a:cubicBezTo>
                  <a:cubicBezTo>
                    <a:pt x="412333" y="781931"/>
                    <a:pt x="553017" y="828223"/>
                    <a:pt x="693606" y="874514"/>
                  </a:cubicBezTo>
                  <a:cubicBezTo>
                    <a:pt x="773616" y="900803"/>
                    <a:pt x="854484" y="927378"/>
                    <a:pt x="938304" y="934617"/>
                  </a:cubicBezTo>
                  <a:cubicBezTo>
                    <a:pt x="1017933" y="941475"/>
                    <a:pt x="1102134" y="929378"/>
                    <a:pt x="1167666" y="883563"/>
                  </a:cubicBezTo>
                  <a:cubicBezTo>
                    <a:pt x="1253105" y="823746"/>
                    <a:pt x="1294158" y="713256"/>
                    <a:pt x="1287966" y="609053"/>
                  </a:cubicBezTo>
                  <a:close/>
                </a:path>
              </a:pathLst>
            </a:custGeom>
            <a:solidFill>
              <a:srgbClr val="C3EAF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任意多边形: 形状 14"/>
            <p:cNvSpPr/>
            <p:nvPr/>
          </p:nvSpPr>
          <p:spPr>
            <a:xfrm>
              <a:off x="11909181" y="5827742"/>
              <a:ext cx="114482" cy="98127"/>
            </a:xfrm>
            <a:custGeom>
              <a:avLst/>
              <a:gdLst>
                <a:gd name="connsiteX0" fmla="*/ 59995 w 66675"/>
                <a:gd name="connsiteY0" fmla="*/ 37622 h 57150"/>
                <a:gd name="connsiteX1" fmla="*/ 20466 w 66675"/>
                <a:gd name="connsiteY1" fmla="*/ 8381 h 57150"/>
                <a:gd name="connsiteX2" fmla="*/ 8274 w 66675"/>
                <a:gd name="connsiteY2" fmla="*/ 11619 h 57150"/>
                <a:gd name="connsiteX3" fmla="*/ 11512 w 66675"/>
                <a:gd name="connsiteY3" fmla="*/ 23811 h 57150"/>
                <a:gd name="connsiteX4" fmla="*/ 51041 w 66675"/>
                <a:gd name="connsiteY4" fmla="*/ 53053 h 57150"/>
                <a:gd name="connsiteX5" fmla="*/ 57899 w 66675"/>
                <a:gd name="connsiteY5" fmla="*/ 53910 h 57150"/>
                <a:gd name="connsiteX6" fmla="*/ 63233 w 66675"/>
                <a:gd name="connsiteY6" fmla="*/ 49815 h 57150"/>
                <a:gd name="connsiteX7" fmla="*/ 64090 w 66675"/>
                <a:gd name="connsiteY7" fmla="*/ 42957 h 57150"/>
                <a:gd name="connsiteX8" fmla="*/ 59995 w 66675"/>
                <a:gd name="connsiteY8" fmla="*/ 37622 h 57150"/>
                <a:gd name="connsiteX9" fmla="*/ 59995 w 66675"/>
                <a:gd name="connsiteY9" fmla="*/ 37622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6675" h="57150">
                  <a:moveTo>
                    <a:pt x="59995" y="37622"/>
                  </a:moveTo>
                  <a:cubicBezTo>
                    <a:pt x="46945" y="27621"/>
                    <a:pt x="33801" y="17906"/>
                    <a:pt x="20466" y="8381"/>
                  </a:cubicBezTo>
                  <a:cubicBezTo>
                    <a:pt x="16656" y="5714"/>
                    <a:pt x="10369" y="7619"/>
                    <a:pt x="8274" y="11619"/>
                  </a:cubicBezTo>
                  <a:cubicBezTo>
                    <a:pt x="5893" y="16191"/>
                    <a:pt x="7417" y="20954"/>
                    <a:pt x="11512" y="23811"/>
                  </a:cubicBezTo>
                  <a:cubicBezTo>
                    <a:pt x="24847" y="33336"/>
                    <a:pt x="38087" y="43052"/>
                    <a:pt x="51041" y="53053"/>
                  </a:cubicBezTo>
                  <a:cubicBezTo>
                    <a:pt x="52756" y="54386"/>
                    <a:pt x="55994" y="54482"/>
                    <a:pt x="57899" y="53910"/>
                  </a:cubicBezTo>
                  <a:cubicBezTo>
                    <a:pt x="59995" y="53339"/>
                    <a:pt x="62185" y="51719"/>
                    <a:pt x="63233" y="49815"/>
                  </a:cubicBezTo>
                  <a:cubicBezTo>
                    <a:pt x="64281" y="47719"/>
                    <a:pt x="64852" y="45242"/>
                    <a:pt x="64090" y="42957"/>
                  </a:cubicBezTo>
                  <a:cubicBezTo>
                    <a:pt x="63328" y="40575"/>
                    <a:pt x="61995" y="39146"/>
                    <a:pt x="59995" y="37622"/>
                  </a:cubicBezTo>
                  <a:lnTo>
                    <a:pt x="59995" y="37622"/>
                  </a:lnTo>
                  <a:close/>
                </a:path>
              </a:pathLst>
            </a:custGeom>
            <a:solidFill>
              <a:srgbClr val="90B3D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任意多边形: 形状 15"/>
            <p:cNvSpPr/>
            <p:nvPr/>
          </p:nvSpPr>
          <p:spPr>
            <a:xfrm>
              <a:off x="10359479" y="5967845"/>
              <a:ext cx="2240574" cy="1341073"/>
            </a:xfrm>
            <a:custGeom>
              <a:avLst/>
              <a:gdLst>
                <a:gd name="connsiteX0" fmla="*/ 7290 w 1304925"/>
                <a:gd name="connsiteY0" fmla="*/ 306164 h 781050"/>
                <a:gd name="connsiteX1" fmla="*/ 29864 w 1304925"/>
                <a:gd name="connsiteY1" fmla="*/ 414940 h 781050"/>
                <a:gd name="connsiteX2" fmla="*/ 85680 w 1304925"/>
                <a:gd name="connsiteY2" fmla="*/ 483519 h 781050"/>
                <a:gd name="connsiteX3" fmla="*/ 250272 w 1304925"/>
                <a:gd name="connsiteY3" fmla="*/ 567625 h 781050"/>
                <a:gd name="connsiteX4" fmla="*/ 481920 w 1304925"/>
                <a:gd name="connsiteY4" fmla="*/ 644111 h 781050"/>
                <a:gd name="connsiteX5" fmla="*/ 723189 w 1304925"/>
                <a:gd name="connsiteY5" fmla="*/ 723549 h 781050"/>
                <a:gd name="connsiteX6" fmla="*/ 957789 w 1304925"/>
                <a:gd name="connsiteY6" fmla="*/ 777175 h 781050"/>
                <a:gd name="connsiteX7" fmla="*/ 1164101 w 1304925"/>
                <a:gd name="connsiteY7" fmla="*/ 734980 h 781050"/>
                <a:gd name="connsiteX8" fmla="*/ 1283640 w 1304925"/>
                <a:gd name="connsiteY8" fmla="*/ 588485 h 781050"/>
                <a:gd name="connsiteX9" fmla="*/ 1300213 w 1304925"/>
                <a:gd name="connsiteY9" fmla="*/ 398747 h 781050"/>
                <a:gd name="connsiteX10" fmla="*/ 1214679 w 1304925"/>
                <a:gd name="connsiteY10" fmla="*/ 211581 h 781050"/>
                <a:gd name="connsiteX11" fmla="*/ 1067708 w 1304925"/>
                <a:gd name="connsiteY11" fmla="*/ 44893 h 781050"/>
                <a:gd name="connsiteX12" fmla="*/ 1028275 w 1304925"/>
                <a:gd name="connsiteY12" fmla="*/ 9460 h 781050"/>
                <a:gd name="connsiteX13" fmla="*/ 1015701 w 1304925"/>
                <a:gd name="connsiteY13" fmla="*/ 22033 h 781050"/>
                <a:gd name="connsiteX14" fmla="*/ 1166959 w 1304925"/>
                <a:gd name="connsiteY14" fmla="*/ 177100 h 781050"/>
                <a:gd name="connsiteX15" fmla="*/ 1270019 w 1304925"/>
                <a:gd name="connsiteY15" fmla="*/ 354932 h 781050"/>
                <a:gd name="connsiteX16" fmla="*/ 1280116 w 1304925"/>
                <a:gd name="connsiteY16" fmla="*/ 538765 h 781050"/>
                <a:gd name="connsiteX17" fmla="*/ 1189818 w 1304925"/>
                <a:gd name="connsiteY17" fmla="*/ 694879 h 781050"/>
                <a:gd name="connsiteX18" fmla="*/ 1002652 w 1304925"/>
                <a:gd name="connsiteY18" fmla="*/ 760030 h 781050"/>
                <a:gd name="connsiteX19" fmla="*/ 779005 w 1304925"/>
                <a:gd name="connsiteY19" fmla="*/ 722502 h 781050"/>
                <a:gd name="connsiteX20" fmla="*/ 547262 w 1304925"/>
                <a:gd name="connsiteY20" fmla="*/ 646873 h 781050"/>
                <a:gd name="connsiteX21" fmla="*/ 312090 w 1304925"/>
                <a:gd name="connsiteY21" fmla="*/ 569435 h 781050"/>
                <a:gd name="connsiteX22" fmla="*/ 29578 w 1304925"/>
                <a:gd name="connsiteY22" fmla="*/ 361314 h 781050"/>
                <a:gd name="connsiteX23" fmla="*/ 25197 w 1304925"/>
                <a:gd name="connsiteY23" fmla="*/ 306069 h 781050"/>
                <a:gd name="connsiteX24" fmla="*/ 7290 w 1304925"/>
                <a:gd name="connsiteY24" fmla="*/ 306164 h 781050"/>
                <a:gd name="connsiteX25" fmla="*/ 7290 w 1304925"/>
                <a:gd name="connsiteY25" fmla="*/ 306164 h 78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04925" h="781050">
                  <a:moveTo>
                    <a:pt x="7290" y="306164"/>
                  </a:moveTo>
                  <a:cubicBezTo>
                    <a:pt x="6051" y="343788"/>
                    <a:pt x="12624" y="381316"/>
                    <a:pt x="29864" y="414940"/>
                  </a:cubicBezTo>
                  <a:cubicBezTo>
                    <a:pt x="43389" y="441419"/>
                    <a:pt x="63011" y="464469"/>
                    <a:pt x="85680" y="483519"/>
                  </a:cubicBezTo>
                  <a:cubicBezTo>
                    <a:pt x="133305" y="523524"/>
                    <a:pt x="192170" y="547432"/>
                    <a:pt x="250272" y="567625"/>
                  </a:cubicBezTo>
                  <a:cubicBezTo>
                    <a:pt x="327044" y="594295"/>
                    <a:pt x="404673" y="618679"/>
                    <a:pt x="481920" y="644111"/>
                  </a:cubicBezTo>
                  <a:cubicBezTo>
                    <a:pt x="562311" y="670591"/>
                    <a:pt x="642702" y="697260"/>
                    <a:pt x="723189" y="723549"/>
                  </a:cubicBezTo>
                  <a:cubicBezTo>
                    <a:pt x="799484" y="748410"/>
                    <a:pt x="877303" y="771937"/>
                    <a:pt x="957789" y="777175"/>
                  </a:cubicBezTo>
                  <a:cubicBezTo>
                    <a:pt x="1028370" y="781747"/>
                    <a:pt x="1102379" y="771174"/>
                    <a:pt x="1164101" y="734980"/>
                  </a:cubicBezTo>
                  <a:cubicBezTo>
                    <a:pt x="1220203" y="702023"/>
                    <a:pt x="1260589" y="648778"/>
                    <a:pt x="1283640" y="588485"/>
                  </a:cubicBezTo>
                  <a:cubicBezTo>
                    <a:pt x="1306500" y="528668"/>
                    <a:pt x="1312596" y="461612"/>
                    <a:pt x="1300213" y="398747"/>
                  </a:cubicBezTo>
                  <a:cubicBezTo>
                    <a:pt x="1286973" y="330929"/>
                    <a:pt x="1253731" y="267874"/>
                    <a:pt x="1214679" y="211581"/>
                  </a:cubicBezTo>
                  <a:cubicBezTo>
                    <a:pt x="1172388" y="150621"/>
                    <a:pt x="1121905" y="95471"/>
                    <a:pt x="1067708" y="44893"/>
                  </a:cubicBezTo>
                  <a:cubicBezTo>
                    <a:pt x="1054754" y="32797"/>
                    <a:pt x="1041609" y="21081"/>
                    <a:pt x="1028275" y="9460"/>
                  </a:cubicBezTo>
                  <a:cubicBezTo>
                    <a:pt x="1019607" y="1935"/>
                    <a:pt x="1006938" y="14508"/>
                    <a:pt x="1015701" y="22033"/>
                  </a:cubicBezTo>
                  <a:cubicBezTo>
                    <a:pt x="1070375" y="69277"/>
                    <a:pt x="1121810" y="120617"/>
                    <a:pt x="1166959" y="177100"/>
                  </a:cubicBezTo>
                  <a:cubicBezTo>
                    <a:pt x="1209630" y="230535"/>
                    <a:pt x="1247730" y="289876"/>
                    <a:pt x="1270019" y="354932"/>
                  </a:cubicBezTo>
                  <a:cubicBezTo>
                    <a:pt x="1290402" y="414368"/>
                    <a:pt x="1294212" y="477424"/>
                    <a:pt x="1280116" y="538765"/>
                  </a:cubicBezTo>
                  <a:cubicBezTo>
                    <a:pt x="1266495" y="598391"/>
                    <a:pt x="1236491" y="654779"/>
                    <a:pt x="1189818" y="694879"/>
                  </a:cubicBezTo>
                  <a:cubicBezTo>
                    <a:pt x="1138193" y="739171"/>
                    <a:pt x="1069613" y="757745"/>
                    <a:pt x="1002652" y="760030"/>
                  </a:cubicBezTo>
                  <a:cubicBezTo>
                    <a:pt x="926452" y="762507"/>
                    <a:pt x="851395" y="744600"/>
                    <a:pt x="779005" y="722502"/>
                  </a:cubicBezTo>
                  <a:cubicBezTo>
                    <a:pt x="701281" y="698785"/>
                    <a:pt x="624414" y="672210"/>
                    <a:pt x="547262" y="646873"/>
                  </a:cubicBezTo>
                  <a:cubicBezTo>
                    <a:pt x="468871" y="621060"/>
                    <a:pt x="390480" y="595247"/>
                    <a:pt x="312090" y="569435"/>
                  </a:cubicBezTo>
                  <a:cubicBezTo>
                    <a:pt x="202743" y="533431"/>
                    <a:pt x="57486" y="490568"/>
                    <a:pt x="29578" y="361314"/>
                  </a:cubicBezTo>
                  <a:cubicBezTo>
                    <a:pt x="25673" y="343216"/>
                    <a:pt x="24530" y="324642"/>
                    <a:pt x="25197" y="306069"/>
                  </a:cubicBezTo>
                  <a:cubicBezTo>
                    <a:pt x="25482" y="294734"/>
                    <a:pt x="7671" y="294734"/>
                    <a:pt x="7290" y="306164"/>
                  </a:cubicBezTo>
                  <a:lnTo>
                    <a:pt x="7290" y="306164"/>
                  </a:lnTo>
                  <a:close/>
                </a:path>
              </a:pathLst>
            </a:custGeom>
            <a:solidFill>
              <a:srgbClr val="90B3D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任意多边形: 形状 16"/>
            <p:cNvSpPr/>
            <p:nvPr/>
          </p:nvSpPr>
          <p:spPr>
            <a:xfrm>
              <a:off x="10390437" y="5665521"/>
              <a:ext cx="1422846" cy="686891"/>
            </a:xfrm>
            <a:custGeom>
              <a:avLst/>
              <a:gdLst>
                <a:gd name="connsiteX0" fmla="*/ 820411 w 828675"/>
                <a:gd name="connsiteY0" fmla="*/ 54948 h 400050"/>
                <a:gd name="connsiteX1" fmla="*/ 637340 w 828675"/>
                <a:gd name="connsiteY1" fmla="*/ 9228 h 400050"/>
                <a:gd name="connsiteX2" fmla="*/ 446554 w 828675"/>
                <a:gd name="connsiteY2" fmla="*/ 22087 h 400050"/>
                <a:gd name="connsiteX3" fmla="*/ 266532 w 828675"/>
                <a:gd name="connsiteY3" fmla="*/ 88476 h 400050"/>
                <a:gd name="connsiteX4" fmla="*/ 116608 w 828675"/>
                <a:gd name="connsiteY4" fmla="*/ 203633 h 400050"/>
                <a:gd name="connsiteX5" fmla="*/ 15834 w 828675"/>
                <a:gd name="connsiteY5" fmla="*/ 362891 h 400050"/>
                <a:gd name="connsiteX6" fmla="*/ 7642 w 828675"/>
                <a:gd name="connsiteY6" fmla="*/ 385656 h 400050"/>
                <a:gd name="connsiteX7" fmla="*/ 24883 w 828675"/>
                <a:gd name="connsiteY7" fmla="*/ 390419 h 400050"/>
                <a:gd name="connsiteX8" fmla="*/ 115561 w 828675"/>
                <a:gd name="connsiteY8" fmla="*/ 231637 h 400050"/>
                <a:gd name="connsiteX9" fmla="*/ 256150 w 828675"/>
                <a:gd name="connsiteY9" fmla="*/ 114956 h 400050"/>
                <a:gd name="connsiteX10" fmla="*/ 427885 w 828675"/>
                <a:gd name="connsiteY10" fmla="*/ 44757 h 400050"/>
                <a:gd name="connsiteX11" fmla="*/ 612956 w 828675"/>
                <a:gd name="connsiteY11" fmla="*/ 25516 h 400050"/>
                <a:gd name="connsiteX12" fmla="*/ 791264 w 828675"/>
                <a:gd name="connsiteY12" fmla="*/ 61997 h 400050"/>
                <a:gd name="connsiteX13" fmla="*/ 811457 w 828675"/>
                <a:gd name="connsiteY13" fmla="*/ 70379 h 400050"/>
                <a:gd name="connsiteX14" fmla="*/ 823649 w 828675"/>
                <a:gd name="connsiteY14" fmla="*/ 67140 h 400050"/>
                <a:gd name="connsiteX15" fmla="*/ 820411 w 828675"/>
                <a:gd name="connsiteY15" fmla="*/ 54948 h 400050"/>
                <a:gd name="connsiteX16" fmla="*/ 820411 w 828675"/>
                <a:gd name="connsiteY16" fmla="*/ 54948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28675" h="400050">
                  <a:moveTo>
                    <a:pt x="820411" y="54948"/>
                  </a:moveTo>
                  <a:cubicBezTo>
                    <a:pt x="762403" y="29421"/>
                    <a:pt x="700491" y="14467"/>
                    <a:pt x="637340" y="9228"/>
                  </a:cubicBezTo>
                  <a:cubicBezTo>
                    <a:pt x="573618" y="3990"/>
                    <a:pt x="509038" y="8752"/>
                    <a:pt x="446554" y="22087"/>
                  </a:cubicBezTo>
                  <a:cubicBezTo>
                    <a:pt x="383880" y="35517"/>
                    <a:pt x="322920" y="57806"/>
                    <a:pt x="266532" y="88476"/>
                  </a:cubicBezTo>
                  <a:cubicBezTo>
                    <a:pt x="211001" y="118671"/>
                    <a:pt x="159661" y="157342"/>
                    <a:pt x="116608" y="203633"/>
                  </a:cubicBezTo>
                  <a:cubicBezTo>
                    <a:pt x="73460" y="250020"/>
                    <a:pt x="38884" y="303837"/>
                    <a:pt x="15834" y="362891"/>
                  </a:cubicBezTo>
                  <a:cubicBezTo>
                    <a:pt x="12881" y="370416"/>
                    <a:pt x="10214" y="377941"/>
                    <a:pt x="7642" y="385656"/>
                  </a:cubicBezTo>
                  <a:cubicBezTo>
                    <a:pt x="4023" y="396610"/>
                    <a:pt x="21168" y="401277"/>
                    <a:pt x="24883" y="390419"/>
                  </a:cubicBezTo>
                  <a:cubicBezTo>
                    <a:pt x="44409" y="332221"/>
                    <a:pt x="75556" y="278214"/>
                    <a:pt x="115561" y="231637"/>
                  </a:cubicBezTo>
                  <a:cubicBezTo>
                    <a:pt x="155470" y="185155"/>
                    <a:pt x="203476" y="146102"/>
                    <a:pt x="256150" y="114956"/>
                  </a:cubicBezTo>
                  <a:cubicBezTo>
                    <a:pt x="309585" y="83333"/>
                    <a:pt x="367687" y="59901"/>
                    <a:pt x="427885" y="44757"/>
                  </a:cubicBezTo>
                  <a:cubicBezTo>
                    <a:pt x="488274" y="29612"/>
                    <a:pt x="550663" y="22944"/>
                    <a:pt x="612956" y="25516"/>
                  </a:cubicBezTo>
                  <a:cubicBezTo>
                    <a:pt x="673821" y="28088"/>
                    <a:pt x="734400" y="39994"/>
                    <a:pt x="791264" y="61997"/>
                  </a:cubicBezTo>
                  <a:cubicBezTo>
                    <a:pt x="798027" y="64664"/>
                    <a:pt x="804790" y="67426"/>
                    <a:pt x="811457" y="70379"/>
                  </a:cubicBezTo>
                  <a:cubicBezTo>
                    <a:pt x="815934" y="72379"/>
                    <a:pt x="820982" y="71617"/>
                    <a:pt x="823649" y="67140"/>
                  </a:cubicBezTo>
                  <a:cubicBezTo>
                    <a:pt x="825935" y="63425"/>
                    <a:pt x="824887" y="56949"/>
                    <a:pt x="820411" y="54948"/>
                  </a:cubicBezTo>
                  <a:lnTo>
                    <a:pt x="820411" y="54948"/>
                  </a:lnTo>
                  <a:close/>
                </a:path>
              </a:pathLst>
            </a:custGeom>
            <a:solidFill>
              <a:srgbClr val="90B3D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任意多边形: 形状 17"/>
            <p:cNvSpPr/>
            <p:nvPr/>
          </p:nvSpPr>
          <p:spPr>
            <a:xfrm>
              <a:off x="11287119" y="1082530"/>
              <a:ext cx="1662399" cy="4556928"/>
            </a:xfrm>
            <a:custGeom>
              <a:avLst/>
              <a:gdLst>
                <a:gd name="connsiteX0" fmla="*/ 788454 w 809625"/>
                <a:gd name="connsiteY0" fmla="*/ 1692902 h 2219325"/>
                <a:gd name="connsiteX1" fmla="*/ 775118 w 809625"/>
                <a:gd name="connsiteY1" fmla="*/ 827270 h 2219325"/>
                <a:gd name="connsiteX2" fmla="*/ 734828 w 809625"/>
                <a:gd name="connsiteY2" fmla="*/ 393692 h 2219325"/>
                <a:gd name="connsiteX3" fmla="*/ 679011 w 809625"/>
                <a:gd name="connsiteY3" fmla="*/ 79462 h 2219325"/>
                <a:gd name="connsiteX4" fmla="*/ 578808 w 809625"/>
                <a:gd name="connsiteY4" fmla="*/ 7168 h 2219325"/>
                <a:gd name="connsiteX5" fmla="*/ 510609 w 809625"/>
                <a:gd name="connsiteY5" fmla="*/ 31647 h 2219325"/>
                <a:gd name="connsiteX6" fmla="*/ 248481 w 809625"/>
                <a:gd name="connsiteY6" fmla="*/ 471226 h 2219325"/>
                <a:gd name="connsiteX7" fmla="*/ 136658 w 809625"/>
                <a:gd name="connsiteY7" fmla="*/ 1093970 h 2219325"/>
                <a:gd name="connsiteX8" fmla="*/ 97700 w 809625"/>
                <a:gd name="connsiteY8" fmla="*/ 1850255 h 2219325"/>
                <a:gd name="connsiteX9" fmla="*/ 291153 w 809625"/>
                <a:gd name="connsiteY9" fmla="*/ 2001798 h 2219325"/>
                <a:gd name="connsiteX10" fmla="*/ 453935 w 809625"/>
                <a:gd name="connsiteY10" fmla="*/ 2165437 h 2219325"/>
                <a:gd name="connsiteX11" fmla="*/ 639387 w 809625"/>
                <a:gd name="connsiteY11" fmla="*/ 2183916 h 2219325"/>
                <a:gd name="connsiteX12" fmla="*/ 694727 w 809625"/>
                <a:gd name="connsiteY12" fmla="*/ 2083332 h 2219325"/>
                <a:gd name="connsiteX13" fmla="*/ 788454 w 809625"/>
                <a:gd name="connsiteY13" fmla="*/ 1692902 h 2219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09625" h="2219325">
                  <a:moveTo>
                    <a:pt x="788454" y="1692902"/>
                  </a:moveTo>
                  <a:cubicBezTo>
                    <a:pt x="816933" y="1404866"/>
                    <a:pt x="800265" y="1114925"/>
                    <a:pt x="775118" y="827270"/>
                  </a:cubicBezTo>
                  <a:cubicBezTo>
                    <a:pt x="762450" y="682681"/>
                    <a:pt x="747496" y="538282"/>
                    <a:pt x="734828" y="393692"/>
                  </a:cubicBezTo>
                  <a:cubicBezTo>
                    <a:pt x="726065" y="293394"/>
                    <a:pt x="721683" y="172807"/>
                    <a:pt x="679011" y="79462"/>
                  </a:cubicBezTo>
                  <a:cubicBezTo>
                    <a:pt x="660818" y="39743"/>
                    <a:pt x="622433" y="6120"/>
                    <a:pt x="578808" y="7168"/>
                  </a:cubicBezTo>
                  <a:cubicBezTo>
                    <a:pt x="554424" y="7739"/>
                    <a:pt x="531469" y="18883"/>
                    <a:pt x="510609" y="31647"/>
                  </a:cubicBezTo>
                  <a:cubicBezTo>
                    <a:pt x="360686" y="123087"/>
                    <a:pt x="283248" y="299109"/>
                    <a:pt x="248481" y="471226"/>
                  </a:cubicBezTo>
                  <a:cubicBezTo>
                    <a:pt x="206476" y="678966"/>
                    <a:pt x="209429" y="892802"/>
                    <a:pt x="136658" y="1093970"/>
                  </a:cubicBezTo>
                  <a:cubicBezTo>
                    <a:pt x="53790" y="1323046"/>
                    <a:pt x="-86418" y="1631276"/>
                    <a:pt x="97700" y="1850255"/>
                  </a:cubicBezTo>
                  <a:cubicBezTo>
                    <a:pt x="151802" y="1914644"/>
                    <a:pt x="224764" y="1952363"/>
                    <a:pt x="291153" y="2001798"/>
                  </a:cubicBezTo>
                  <a:cubicBezTo>
                    <a:pt x="355161" y="2049423"/>
                    <a:pt x="398595" y="2108669"/>
                    <a:pt x="453935" y="2165437"/>
                  </a:cubicBezTo>
                  <a:cubicBezTo>
                    <a:pt x="506704" y="2219540"/>
                    <a:pt x="582618" y="2244114"/>
                    <a:pt x="639387" y="2183916"/>
                  </a:cubicBezTo>
                  <a:cubicBezTo>
                    <a:pt x="665772" y="2155912"/>
                    <a:pt x="680916" y="2119336"/>
                    <a:pt x="694727" y="2083332"/>
                  </a:cubicBezTo>
                  <a:cubicBezTo>
                    <a:pt x="745400" y="1951316"/>
                    <a:pt x="774738" y="1831967"/>
                    <a:pt x="788454" y="1692902"/>
                  </a:cubicBezTo>
                  <a:close/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22" name="组合 21"/>
          <p:cNvGrpSpPr/>
          <p:nvPr userDrawn="1"/>
        </p:nvGrpSpPr>
        <p:grpSpPr>
          <a:xfrm rot="2902287">
            <a:off x="-812263" y="5817839"/>
            <a:ext cx="2719735" cy="1435150"/>
            <a:chOff x="8296249" y="6240902"/>
            <a:chExt cx="2719735" cy="1435150"/>
          </a:xfrm>
        </p:grpSpPr>
        <p:sp>
          <p:nvSpPr>
            <p:cNvPr id="23" name="任意多边形: 形状 22"/>
            <p:cNvSpPr/>
            <p:nvPr/>
          </p:nvSpPr>
          <p:spPr>
            <a:xfrm rot="16200000">
              <a:off x="8881169" y="5757515"/>
              <a:ext cx="1333617" cy="2503457"/>
            </a:xfrm>
            <a:custGeom>
              <a:avLst/>
              <a:gdLst>
                <a:gd name="connsiteX0" fmla="*/ 503416 w 1333617"/>
                <a:gd name="connsiteY0" fmla="*/ 171484 h 2503457"/>
                <a:gd name="connsiteX1" fmla="*/ 33374 w 1333617"/>
                <a:gd name="connsiteY1" fmla="*/ 973994 h 2503457"/>
                <a:gd name="connsiteX2" fmla="*/ 24717 w 1333617"/>
                <a:gd name="connsiteY2" fmla="*/ 1600794 h 2503457"/>
                <a:gd name="connsiteX3" fmla="*/ 49752 w 1333617"/>
                <a:gd name="connsiteY3" fmla="*/ 2302698 h 2503457"/>
                <a:gd name="connsiteX4" fmla="*/ 83443 w 1333617"/>
                <a:gd name="connsiteY4" fmla="*/ 2438868 h 2503457"/>
                <a:gd name="connsiteX5" fmla="*/ 248157 w 1333617"/>
                <a:gd name="connsiteY5" fmla="*/ 2493850 h 2503457"/>
                <a:gd name="connsiteX6" fmla="*/ 657367 w 1333617"/>
                <a:gd name="connsiteY6" fmla="*/ 2330540 h 2503457"/>
                <a:gd name="connsiteX7" fmla="*/ 1227313 w 1333617"/>
                <a:gd name="connsiteY7" fmla="*/ 1854650 h 2503457"/>
                <a:gd name="connsiteX8" fmla="*/ 1262642 w 1333617"/>
                <a:gd name="connsiteY8" fmla="*/ 973760 h 2503457"/>
                <a:gd name="connsiteX9" fmla="*/ 1039670 w 1333617"/>
                <a:gd name="connsiteY9" fmla="*/ 160956 h 2503457"/>
                <a:gd name="connsiteX10" fmla="*/ 640755 w 1333617"/>
                <a:gd name="connsiteY10" fmla="*/ 73451 h 2503457"/>
                <a:gd name="connsiteX11" fmla="*/ 503416 w 1333617"/>
                <a:gd name="connsiteY11" fmla="*/ 171484 h 25034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33617" h="2503457">
                  <a:moveTo>
                    <a:pt x="503416" y="171484"/>
                  </a:moveTo>
                  <a:cubicBezTo>
                    <a:pt x="247923" y="373633"/>
                    <a:pt x="71277" y="636847"/>
                    <a:pt x="33374" y="973994"/>
                  </a:cubicBezTo>
                  <a:cubicBezTo>
                    <a:pt x="9977" y="1181757"/>
                    <a:pt x="17464" y="1391861"/>
                    <a:pt x="24717" y="1600794"/>
                  </a:cubicBezTo>
                  <a:cubicBezTo>
                    <a:pt x="33140" y="1834762"/>
                    <a:pt x="41329" y="2068730"/>
                    <a:pt x="49752" y="2302698"/>
                  </a:cubicBezTo>
                  <a:cubicBezTo>
                    <a:pt x="51389" y="2350194"/>
                    <a:pt x="54431" y="2401199"/>
                    <a:pt x="83443" y="2438868"/>
                  </a:cubicBezTo>
                  <a:cubicBezTo>
                    <a:pt x="120410" y="2486597"/>
                    <a:pt x="188027" y="2497827"/>
                    <a:pt x="248157" y="2493850"/>
                  </a:cubicBezTo>
                  <a:cubicBezTo>
                    <a:pt x="396258" y="2484023"/>
                    <a:pt x="529854" y="2406347"/>
                    <a:pt x="657367" y="2330540"/>
                  </a:cubicBezTo>
                  <a:cubicBezTo>
                    <a:pt x="869575" y="2204666"/>
                    <a:pt x="1107989" y="2082534"/>
                    <a:pt x="1227313" y="1854650"/>
                  </a:cubicBezTo>
                  <a:cubicBezTo>
                    <a:pt x="1372841" y="1576462"/>
                    <a:pt x="1336576" y="1266922"/>
                    <a:pt x="1262642" y="973760"/>
                  </a:cubicBezTo>
                  <a:cubicBezTo>
                    <a:pt x="1199470" y="723648"/>
                    <a:pt x="1161100" y="387202"/>
                    <a:pt x="1039670" y="160956"/>
                  </a:cubicBezTo>
                  <a:cubicBezTo>
                    <a:pt x="953336" y="-14"/>
                    <a:pt x="784879" y="-19902"/>
                    <a:pt x="640755" y="73451"/>
                  </a:cubicBezTo>
                  <a:cubicBezTo>
                    <a:pt x="592791" y="104335"/>
                    <a:pt x="546934" y="137091"/>
                    <a:pt x="503416" y="171484"/>
                  </a:cubicBezTo>
                  <a:close/>
                </a:path>
              </a:pathLst>
            </a:custGeom>
            <a:solidFill>
              <a:srgbClr val="FFBDB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24" name="任意多边形: 形状 23"/>
            <p:cNvSpPr/>
            <p:nvPr/>
          </p:nvSpPr>
          <p:spPr>
            <a:xfrm rot="16200000">
              <a:off x="10721708" y="6852695"/>
              <a:ext cx="140381" cy="116984"/>
            </a:xfrm>
            <a:custGeom>
              <a:avLst/>
              <a:gdLst>
                <a:gd name="connsiteX0" fmla="*/ 50430 w 140380"/>
                <a:gd name="connsiteY0" fmla="*/ 103954 h 116983"/>
                <a:gd name="connsiteX1" fmla="*/ 128341 w 140380"/>
                <a:gd name="connsiteY1" fmla="*/ 58331 h 116983"/>
                <a:gd name="connsiteX2" fmla="*/ 136296 w 140380"/>
                <a:gd name="connsiteY2" fmla="*/ 28383 h 116983"/>
                <a:gd name="connsiteX3" fmla="*/ 106348 w 140380"/>
                <a:gd name="connsiteY3" fmla="*/ 20427 h 116983"/>
                <a:gd name="connsiteX4" fmla="*/ 28437 w 140380"/>
                <a:gd name="connsiteY4" fmla="*/ 66051 h 116983"/>
                <a:gd name="connsiteX5" fmla="*/ 20482 w 140380"/>
                <a:gd name="connsiteY5" fmla="*/ 95999 h 116983"/>
                <a:gd name="connsiteX6" fmla="*/ 50430 w 140380"/>
                <a:gd name="connsiteY6" fmla="*/ 103954 h 116983"/>
                <a:gd name="connsiteX7" fmla="*/ 50430 w 140380"/>
                <a:gd name="connsiteY7" fmla="*/ 103954 h 116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0380" h="116983">
                  <a:moveTo>
                    <a:pt x="50430" y="103954"/>
                  </a:moveTo>
                  <a:cubicBezTo>
                    <a:pt x="76401" y="88512"/>
                    <a:pt x="102371" y="73538"/>
                    <a:pt x="128341" y="58331"/>
                  </a:cubicBezTo>
                  <a:cubicBezTo>
                    <a:pt x="138168" y="52481"/>
                    <a:pt x="142613" y="38209"/>
                    <a:pt x="136296" y="28383"/>
                  </a:cubicBezTo>
                  <a:cubicBezTo>
                    <a:pt x="129979" y="18321"/>
                    <a:pt x="116877" y="14344"/>
                    <a:pt x="106348" y="20427"/>
                  </a:cubicBezTo>
                  <a:cubicBezTo>
                    <a:pt x="80378" y="35636"/>
                    <a:pt x="54408" y="50843"/>
                    <a:pt x="28437" y="66051"/>
                  </a:cubicBezTo>
                  <a:cubicBezTo>
                    <a:pt x="18610" y="71900"/>
                    <a:pt x="14165" y="85939"/>
                    <a:pt x="20482" y="95999"/>
                  </a:cubicBezTo>
                  <a:cubicBezTo>
                    <a:pt x="26799" y="106059"/>
                    <a:pt x="39901" y="110271"/>
                    <a:pt x="50430" y="103954"/>
                  </a:cubicBezTo>
                  <a:lnTo>
                    <a:pt x="50430" y="103954"/>
                  </a:lnTo>
                  <a:close/>
                </a:path>
              </a:pathLst>
            </a:custGeom>
            <a:solidFill>
              <a:srgbClr val="E8857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" name="任意多边形: 形状 24"/>
            <p:cNvSpPr/>
            <p:nvPr/>
          </p:nvSpPr>
          <p:spPr>
            <a:xfrm rot="16200000">
              <a:off x="9050653" y="5655982"/>
              <a:ext cx="1380411" cy="2550251"/>
            </a:xfrm>
            <a:custGeom>
              <a:avLst/>
              <a:gdLst>
                <a:gd name="connsiteX0" fmla="*/ 880114 w 1380411"/>
                <a:gd name="connsiteY0" fmla="*/ 2259089 h 2550250"/>
                <a:gd name="connsiteX1" fmla="*/ 1279029 w 1380411"/>
                <a:gd name="connsiteY1" fmla="*/ 1866257 h 2550250"/>
                <a:gd name="connsiteX2" fmla="*/ 1359046 w 1380411"/>
                <a:gd name="connsiteY2" fmla="*/ 1263556 h 2550250"/>
                <a:gd name="connsiteX3" fmla="*/ 1299385 w 1380411"/>
                <a:gd name="connsiteY3" fmla="*/ 965012 h 2550250"/>
                <a:gd name="connsiteX4" fmla="*/ 1241595 w 1380411"/>
                <a:gd name="connsiteY4" fmla="*/ 694078 h 2550250"/>
                <a:gd name="connsiteX5" fmla="*/ 1175382 w 1380411"/>
                <a:gd name="connsiteY5" fmla="*/ 415422 h 2550250"/>
                <a:gd name="connsiteX6" fmla="*/ 1076179 w 1380411"/>
                <a:gd name="connsiteY6" fmla="*/ 163672 h 2550250"/>
                <a:gd name="connsiteX7" fmla="*/ 893216 w 1380411"/>
                <a:gd name="connsiteY7" fmla="*/ 23057 h 2550250"/>
                <a:gd name="connsiteX8" fmla="*/ 664162 w 1380411"/>
                <a:gd name="connsiteY8" fmla="*/ 68447 h 2550250"/>
                <a:gd name="connsiteX9" fmla="*/ 426450 w 1380411"/>
                <a:gd name="connsiteY9" fmla="*/ 248837 h 2550250"/>
                <a:gd name="connsiteX10" fmla="*/ 248634 w 1380411"/>
                <a:gd name="connsiteY10" fmla="*/ 445370 h 2550250"/>
                <a:gd name="connsiteX11" fmla="*/ 43210 w 1380411"/>
                <a:gd name="connsiteY11" fmla="*/ 925939 h 2550250"/>
                <a:gd name="connsiteX12" fmla="*/ 17942 w 1380411"/>
                <a:gd name="connsiteY12" fmla="*/ 1257238 h 2550250"/>
                <a:gd name="connsiteX13" fmla="*/ 24025 w 1380411"/>
                <a:gd name="connsiteY13" fmla="*/ 1602809 h 2550250"/>
                <a:gd name="connsiteX14" fmla="*/ 48826 w 1380411"/>
                <a:gd name="connsiteY14" fmla="*/ 2301671 h 2550250"/>
                <a:gd name="connsiteX15" fmla="*/ 70351 w 1380411"/>
                <a:gd name="connsiteY15" fmla="*/ 2444626 h 2550250"/>
                <a:gd name="connsiteX16" fmla="*/ 169085 w 1380411"/>
                <a:gd name="connsiteY16" fmla="*/ 2527685 h 2550250"/>
                <a:gd name="connsiteX17" fmla="*/ 303851 w 1380411"/>
                <a:gd name="connsiteY17" fmla="*/ 2534236 h 2550250"/>
                <a:gd name="connsiteX18" fmla="*/ 453590 w 1380411"/>
                <a:gd name="connsiteY18" fmla="*/ 2494461 h 2550250"/>
                <a:gd name="connsiteX19" fmla="*/ 593269 w 1380411"/>
                <a:gd name="connsiteY19" fmla="*/ 2427546 h 2550250"/>
                <a:gd name="connsiteX20" fmla="*/ 571042 w 1380411"/>
                <a:gd name="connsiteY20" fmla="*/ 2389644 h 2550250"/>
                <a:gd name="connsiteX21" fmla="*/ 290515 w 1380411"/>
                <a:gd name="connsiteY21" fmla="*/ 2491888 h 2550250"/>
                <a:gd name="connsiteX22" fmla="*/ 166746 w 1380411"/>
                <a:gd name="connsiteY22" fmla="*/ 2480423 h 2550250"/>
                <a:gd name="connsiteX23" fmla="*/ 98661 w 1380411"/>
                <a:gd name="connsiteY23" fmla="*/ 2388239 h 2550250"/>
                <a:gd name="connsiteX24" fmla="*/ 90238 w 1380411"/>
                <a:gd name="connsiteY24" fmla="*/ 2237564 h 2550250"/>
                <a:gd name="connsiteX25" fmla="*/ 84155 w 1380411"/>
                <a:gd name="connsiteY25" fmla="*/ 2069341 h 2550250"/>
                <a:gd name="connsiteX26" fmla="*/ 72222 w 1380411"/>
                <a:gd name="connsiteY26" fmla="*/ 1735937 h 2550250"/>
                <a:gd name="connsiteX27" fmla="*/ 69883 w 1380411"/>
                <a:gd name="connsiteY27" fmla="*/ 1067490 h 2550250"/>
                <a:gd name="connsiteX28" fmla="*/ 118314 w 1380411"/>
                <a:gd name="connsiteY28" fmla="*/ 797023 h 2550250"/>
                <a:gd name="connsiteX29" fmla="*/ 219622 w 1380411"/>
                <a:gd name="connsiteY29" fmla="*/ 567969 h 2550250"/>
                <a:gd name="connsiteX30" fmla="*/ 561684 w 1380411"/>
                <a:gd name="connsiteY30" fmla="*/ 192450 h 2550250"/>
                <a:gd name="connsiteX31" fmla="*/ 794248 w 1380411"/>
                <a:gd name="connsiteY31" fmla="*/ 64703 h 2550250"/>
                <a:gd name="connsiteX32" fmla="*/ 983762 w 1380411"/>
                <a:gd name="connsiteY32" fmla="*/ 116878 h 2550250"/>
                <a:gd name="connsiteX33" fmla="*/ 1102150 w 1380411"/>
                <a:gd name="connsiteY33" fmla="*/ 330257 h 2550250"/>
                <a:gd name="connsiteX34" fmla="*/ 1175148 w 1380411"/>
                <a:gd name="connsiteY34" fmla="*/ 593003 h 2550250"/>
                <a:gd name="connsiteX35" fmla="*/ 1231534 w 1380411"/>
                <a:gd name="connsiteY35" fmla="*/ 861832 h 2550250"/>
                <a:gd name="connsiteX36" fmla="*/ 1292132 w 1380411"/>
                <a:gd name="connsiteY36" fmla="*/ 1127152 h 2550250"/>
                <a:gd name="connsiteX37" fmla="*/ 1291664 w 1380411"/>
                <a:gd name="connsiteY37" fmla="*/ 1711136 h 2550250"/>
                <a:gd name="connsiteX38" fmla="*/ 1164385 w 1380411"/>
                <a:gd name="connsiteY38" fmla="*/ 1967097 h 2550250"/>
                <a:gd name="connsiteX39" fmla="*/ 967618 w 1380411"/>
                <a:gd name="connsiteY39" fmla="*/ 2148656 h 2550250"/>
                <a:gd name="connsiteX40" fmla="*/ 857887 w 1380411"/>
                <a:gd name="connsiteY40" fmla="*/ 2221186 h 2550250"/>
                <a:gd name="connsiteX41" fmla="*/ 880114 w 1380411"/>
                <a:gd name="connsiteY41" fmla="*/ 2259089 h 2550250"/>
                <a:gd name="connsiteX42" fmla="*/ 880114 w 1380411"/>
                <a:gd name="connsiteY42" fmla="*/ 2259089 h 2550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380411" h="2550250">
                  <a:moveTo>
                    <a:pt x="880114" y="2259089"/>
                  </a:moveTo>
                  <a:cubicBezTo>
                    <a:pt x="1040850" y="2159419"/>
                    <a:pt x="1194333" y="2040095"/>
                    <a:pt x="1279029" y="1866257"/>
                  </a:cubicBezTo>
                  <a:cubicBezTo>
                    <a:pt x="1370511" y="1678849"/>
                    <a:pt x="1385251" y="1468043"/>
                    <a:pt x="1359046" y="1263556"/>
                  </a:cubicBezTo>
                  <a:cubicBezTo>
                    <a:pt x="1346178" y="1162481"/>
                    <a:pt x="1323249" y="1063981"/>
                    <a:pt x="1299385" y="965012"/>
                  </a:cubicBezTo>
                  <a:cubicBezTo>
                    <a:pt x="1277626" y="875169"/>
                    <a:pt x="1260312" y="784389"/>
                    <a:pt x="1241595" y="694078"/>
                  </a:cubicBezTo>
                  <a:cubicBezTo>
                    <a:pt x="1222175" y="600490"/>
                    <a:pt x="1201820" y="507137"/>
                    <a:pt x="1175382" y="415422"/>
                  </a:cubicBezTo>
                  <a:cubicBezTo>
                    <a:pt x="1150347" y="329321"/>
                    <a:pt x="1120633" y="242051"/>
                    <a:pt x="1076179" y="163672"/>
                  </a:cubicBezTo>
                  <a:cubicBezTo>
                    <a:pt x="1036872" y="94418"/>
                    <a:pt x="972531" y="39201"/>
                    <a:pt x="893216" y="23057"/>
                  </a:cubicBezTo>
                  <a:cubicBezTo>
                    <a:pt x="814135" y="6913"/>
                    <a:pt x="732714" y="27502"/>
                    <a:pt x="664162" y="68447"/>
                  </a:cubicBezTo>
                  <a:cubicBezTo>
                    <a:pt x="579231" y="118984"/>
                    <a:pt x="499448" y="182156"/>
                    <a:pt x="426450" y="248837"/>
                  </a:cubicBezTo>
                  <a:cubicBezTo>
                    <a:pt x="360939" y="308498"/>
                    <a:pt x="301277" y="374243"/>
                    <a:pt x="248634" y="445370"/>
                  </a:cubicBezTo>
                  <a:cubicBezTo>
                    <a:pt x="144051" y="587154"/>
                    <a:pt x="72690" y="752101"/>
                    <a:pt x="43210" y="925939"/>
                  </a:cubicBezTo>
                  <a:cubicBezTo>
                    <a:pt x="24727" y="1034968"/>
                    <a:pt x="19580" y="1146805"/>
                    <a:pt x="17942" y="1257238"/>
                  </a:cubicBezTo>
                  <a:cubicBezTo>
                    <a:pt x="16304" y="1372351"/>
                    <a:pt x="20048" y="1487697"/>
                    <a:pt x="24025" y="1602809"/>
                  </a:cubicBezTo>
                  <a:cubicBezTo>
                    <a:pt x="32214" y="1835841"/>
                    <a:pt x="40637" y="2068639"/>
                    <a:pt x="48826" y="2301671"/>
                  </a:cubicBezTo>
                  <a:cubicBezTo>
                    <a:pt x="50463" y="2349869"/>
                    <a:pt x="50463" y="2399938"/>
                    <a:pt x="70351" y="2444626"/>
                  </a:cubicBezTo>
                  <a:cubicBezTo>
                    <a:pt x="88834" y="2486506"/>
                    <a:pt x="125801" y="2514348"/>
                    <a:pt x="169085" y="2527685"/>
                  </a:cubicBezTo>
                  <a:cubicBezTo>
                    <a:pt x="212603" y="2541254"/>
                    <a:pt x="259163" y="2540085"/>
                    <a:pt x="303851" y="2534236"/>
                  </a:cubicBezTo>
                  <a:cubicBezTo>
                    <a:pt x="355324" y="2527450"/>
                    <a:pt x="405393" y="2513412"/>
                    <a:pt x="453590" y="2494461"/>
                  </a:cubicBezTo>
                  <a:cubicBezTo>
                    <a:pt x="501788" y="2475510"/>
                    <a:pt x="547879" y="2452347"/>
                    <a:pt x="593269" y="2427546"/>
                  </a:cubicBezTo>
                  <a:cubicBezTo>
                    <a:pt x="618070" y="2413976"/>
                    <a:pt x="595843" y="2376073"/>
                    <a:pt x="571042" y="2389644"/>
                  </a:cubicBezTo>
                  <a:cubicBezTo>
                    <a:pt x="484006" y="2437607"/>
                    <a:pt x="390419" y="2481125"/>
                    <a:pt x="290515" y="2491888"/>
                  </a:cubicBezTo>
                  <a:cubicBezTo>
                    <a:pt x="249570" y="2496333"/>
                    <a:pt x="205350" y="2496801"/>
                    <a:pt x="166746" y="2480423"/>
                  </a:cubicBezTo>
                  <a:cubicBezTo>
                    <a:pt x="126971" y="2463577"/>
                    <a:pt x="106382" y="2429652"/>
                    <a:pt x="98661" y="2388239"/>
                  </a:cubicBezTo>
                  <a:cubicBezTo>
                    <a:pt x="89536" y="2339340"/>
                    <a:pt x="91876" y="2287166"/>
                    <a:pt x="90238" y="2237564"/>
                  </a:cubicBezTo>
                  <a:cubicBezTo>
                    <a:pt x="88132" y="2181412"/>
                    <a:pt x="86261" y="2125494"/>
                    <a:pt x="84155" y="2069341"/>
                  </a:cubicBezTo>
                  <a:cubicBezTo>
                    <a:pt x="80177" y="1958207"/>
                    <a:pt x="76200" y="1847072"/>
                    <a:pt x="72222" y="1735937"/>
                  </a:cubicBezTo>
                  <a:cubicBezTo>
                    <a:pt x="64268" y="1513433"/>
                    <a:pt x="51867" y="1289994"/>
                    <a:pt x="69883" y="1067490"/>
                  </a:cubicBezTo>
                  <a:cubicBezTo>
                    <a:pt x="77370" y="975775"/>
                    <a:pt x="91174" y="885229"/>
                    <a:pt x="118314" y="797023"/>
                  </a:cubicBezTo>
                  <a:cubicBezTo>
                    <a:pt x="142881" y="717006"/>
                    <a:pt x="177040" y="640031"/>
                    <a:pt x="219622" y="567969"/>
                  </a:cubicBezTo>
                  <a:cubicBezTo>
                    <a:pt x="306190" y="421037"/>
                    <a:pt x="426216" y="295396"/>
                    <a:pt x="561684" y="192450"/>
                  </a:cubicBezTo>
                  <a:cubicBezTo>
                    <a:pt x="631406" y="139339"/>
                    <a:pt x="705808" y="80847"/>
                    <a:pt x="794248" y="64703"/>
                  </a:cubicBezTo>
                  <a:cubicBezTo>
                    <a:pt x="861864" y="52537"/>
                    <a:pt x="932289" y="70552"/>
                    <a:pt x="983762" y="116878"/>
                  </a:cubicBezTo>
                  <a:cubicBezTo>
                    <a:pt x="1044125" y="171627"/>
                    <a:pt x="1075243" y="255388"/>
                    <a:pt x="1102150" y="330257"/>
                  </a:cubicBezTo>
                  <a:cubicBezTo>
                    <a:pt x="1132799" y="415889"/>
                    <a:pt x="1155260" y="504329"/>
                    <a:pt x="1175148" y="593003"/>
                  </a:cubicBezTo>
                  <a:cubicBezTo>
                    <a:pt x="1195269" y="682379"/>
                    <a:pt x="1212582" y="772223"/>
                    <a:pt x="1231534" y="861832"/>
                  </a:cubicBezTo>
                  <a:cubicBezTo>
                    <a:pt x="1250251" y="950506"/>
                    <a:pt x="1274116" y="1038244"/>
                    <a:pt x="1292132" y="1127152"/>
                  </a:cubicBezTo>
                  <a:cubicBezTo>
                    <a:pt x="1331204" y="1319006"/>
                    <a:pt x="1346178" y="1520686"/>
                    <a:pt x="1291664" y="1711136"/>
                  </a:cubicBezTo>
                  <a:cubicBezTo>
                    <a:pt x="1265459" y="1803086"/>
                    <a:pt x="1224047" y="1891993"/>
                    <a:pt x="1164385" y="1967097"/>
                  </a:cubicBezTo>
                  <a:cubicBezTo>
                    <a:pt x="1108701" y="2037287"/>
                    <a:pt x="1040382" y="2096715"/>
                    <a:pt x="967618" y="2148656"/>
                  </a:cubicBezTo>
                  <a:cubicBezTo>
                    <a:pt x="931821" y="2174159"/>
                    <a:pt x="895088" y="2198024"/>
                    <a:pt x="857887" y="2221186"/>
                  </a:cubicBezTo>
                  <a:cubicBezTo>
                    <a:pt x="834022" y="2236160"/>
                    <a:pt x="856015" y="2274063"/>
                    <a:pt x="880114" y="2259089"/>
                  </a:cubicBezTo>
                  <a:lnTo>
                    <a:pt x="880114" y="2259089"/>
                  </a:lnTo>
                  <a:close/>
                </a:path>
              </a:pathLst>
            </a:custGeom>
            <a:solidFill>
              <a:srgbClr val="F97D7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27" name="组合 26"/>
          <p:cNvGrpSpPr/>
          <p:nvPr userDrawn="1"/>
        </p:nvGrpSpPr>
        <p:grpSpPr>
          <a:xfrm rot="7507825">
            <a:off x="10503077" y="-458263"/>
            <a:ext cx="2705015" cy="1488050"/>
            <a:chOff x="8465733" y="6133263"/>
            <a:chExt cx="2705015" cy="1488050"/>
          </a:xfrm>
        </p:grpSpPr>
        <p:sp>
          <p:nvSpPr>
            <p:cNvPr id="28" name="任意多边形: 形状 27"/>
            <p:cNvSpPr/>
            <p:nvPr/>
          </p:nvSpPr>
          <p:spPr>
            <a:xfrm rot="16200000">
              <a:off x="9252211" y="5548343"/>
              <a:ext cx="1333617" cy="2503457"/>
            </a:xfrm>
            <a:custGeom>
              <a:avLst/>
              <a:gdLst>
                <a:gd name="connsiteX0" fmla="*/ 503416 w 1333617"/>
                <a:gd name="connsiteY0" fmla="*/ 171484 h 2503457"/>
                <a:gd name="connsiteX1" fmla="*/ 33374 w 1333617"/>
                <a:gd name="connsiteY1" fmla="*/ 973994 h 2503457"/>
                <a:gd name="connsiteX2" fmla="*/ 24717 w 1333617"/>
                <a:gd name="connsiteY2" fmla="*/ 1600794 h 2503457"/>
                <a:gd name="connsiteX3" fmla="*/ 49752 w 1333617"/>
                <a:gd name="connsiteY3" fmla="*/ 2302698 h 2503457"/>
                <a:gd name="connsiteX4" fmla="*/ 83443 w 1333617"/>
                <a:gd name="connsiteY4" fmla="*/ 2438868 h 2503457"/>
                <a:gd name="connsiteX5" fmla="*/ 248157 w 1333617"/>
                <a:gd name="connsiteY5" fmla="*/ 2493850 h 2503457"/>
                <a:gd name="connsiteX6" fmla="*/ 657367 w 1333617"/>
                <a:gd name="connsiteY6" fmla="*/ 2330540 h 2503457"/>
                <a:gd name="connsiteX7" fmla="*/ 1227313 w 1333617"/>
                <a:gd name="connsiteY7" fmla="*/ 1854650 h 2503457"/>
                <a:gd name="connsiteX8" fmla="*/ 1262642 w 1333617"/>
                <a:gd name="connsiteY8" fmla="*/ 973760 h 2503457"/>
                <a:gd name="connsiteX9" fmla="*/ 1039670 w 1333617"/>
                <a:gd name="connsiteY9" fmla="*/ 160956 h 2503457"/>
                <a:gd name="connsiteX10" fmla="*/ 640755 w 1333617"/>
                <a:gd name="connsiteY10" fmla="*/ 73451 h 2503457"/>
                <a:gd name="connsiteX11" fmla="*/ 503416 w 1333617"/>
                <a:gd name="connsiteY11" fmla="*/ 171484 h 25034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33617" h="2503457">
                  <a:moveTo>
                    <a:pt x="503416" y="171484"/>
                  </a:moveTo>
                  <a:cubicBezTo>
                    <a:pt x="247923" y="373633"/>
                    <a:pt x="71277" y="636847"/>
                    <a:pt x="33374" y="973994"/>
                  </a:cubicBezTo>
                  <a:cubicBezTo>
                    <a:pt x="9977" y="1181757"/>
                    <a:pt x="17464" y="1391861"/>
                    <a:pt x="24717" y="1600794"/>
                  </a:cubicBezTo>
                  <a:cubicBezTo>
                    <a:pt x="33140" y="1834762"/>
                    <a:pt x="41329" y="2068730"/>
                    <a:pt x="49752" y="2302698"/>
                  </a:cubicBezTo>
                  <a:cubicBezTo>
                    <a:pt x="51389" y="2350194"/>
                    <a:pt x="54431" y="2401199"/>
                    <a:pt x="83443" y="2438868"/>
                  </a:cubicBezTo>
                  <a:cubicBezTo>
                    <a:pt x="120410" y="2486597"/>
                    <a:pt x="188027" y="2497827"/>
                    <a:pt x="248157" y="2493850"/>
                  </a:cubicBezTo>
                  <a:cubicBezTo>
                    <a:pt x="396258" y="2484023"/>
                    <a:pt x="529854" y="2406347"/>
                    <a:pt x="657367" y="2330540"/>
                  </a:cubicBezTo>
                  <a:cubicBezTo>
                    <a:pt x="869575" y="2204666"/>
                    <a:pt x="1107989" y="2082534"/>
                    <a:pt x="1227313" y="1854650"/>
                  </a:cubicBezTo>
                  <a:cubicBezTo>
                    <a:pt x="1372841" y="1576462"/>
                    <a:pt x="1336576" y="1266922"/>
                    <a:pt x="1262642" y="973760"/>
                  </a:cubicBezTo>
                  <a:cubicBezTo>
                    <a:pt x="1199470" y="723648"/>
                    <a:pt x="1161100" y="387202"/>
                    <a:pt x="1039670" y="160956"/>
                  </a:cubicBezTo>
                  <a:cubicBezTo>
                    <a:pt x="953336" y="-14"/>
                    <a:pt x="784879" y="-19902"/>
                    <a:pt x="640755" y="73451"/>
                  </a:cubicBezTo>
                  <a:cubicBezTo>
                    <a:pt x="592791" y="104335"/>
                    <a:pt x="546934" y="137091"/>
                    <a:pt x="503416" y="171484"/>
                  </a:cubicBezTo>
                  <a:close/>
                </a:path>
              </a:pathLst>
            </a:custGeom>
            <a:solidFill>
              <a:srgbClr val="FFBDB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29" name="任意多边形: 形状 28"/>
            <p:cNvSpPr/>
            <p:nvPr/>
          </p:nvSpPr>
          <p:spPr>
            <a:xfrm rot="16200000">
              <a:off x="10721708" y="6852695"/>
              <a:ext cx="140381" cy="116984"/>
            </a:xfrm>
            <a:custGeom>
              <a:avLst/>
              <a:gdLst>
                <a:gd name="connsiteX0" fmla="*/ 50430 w 140380"/>
                <a:gd name="connsiteY0" fmla="*/ 103954 h 116983"/>
                <a:gd name="connsiteX1" fmla="*/ 128341 w 140380"/>
                <a:gd name="connsiteY1" fmla="*/ 58331 h 116983"/>
                <a:gd name="connsiteX2" fmla="*/ 136296 w 140380"/>
                <a:gd name="connsiteY2" fmla="*/ 28383 h 116983"/>
                <a:gd name="connsiteX3" fmla="*/ 106348 w 140380"/>
                <a:gd name="connsiteY3" fmla="*/ 20427 h 116983"/>
                <a:gd name="connsiteX4" fmla="*/ 28437 w 140380"/>
                <a:gd name="connsiteY4" fmla="*/ 66051 h 116983"/>
                <a:gd name="connsiteX5" fmla="*/ 20482 w 140380"/>
                <a:gd name="connsiteY5" fmla="*/ 95999 h 116983"/>
                <a:gd name="connsiteX6" fmla="*/ 50430 w 140380"/>
                <a:gd name="connsiteY6" fmla="*/ 103954 h 116983"/>
                <a:gd name="connsiteX7" fmla="*/ 50430 w 140380"/>
                <a:gd name="connsiteY7" fmla="*/ 103954 h 116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0380" h="116983">
                  <a:moveTo>
                    <a:pt x="50430" y="103954"/>
                  </a:moveTo>
                  <a:cubicBezTo>
                    <a:pt x="76401" y="88512"/>
                    <a:pt x="102371" y="73538"/>
                    <a:pt x="128341" y="58331"/>
                  </a:cubicBezTo>
                  <a:cubicBezTo>
                    <a:pt x="138168" y="52481"/>
                    <a:pt x="142613" y="38209"/>
                    <a:pt x="136296" y="28383"/>
                  </a:cubicBezTo>
                  <a:cubicBezTo>
                    <a:pt x="129979" y="18321"/>
                    <a:pt x="116877" y="14344"/>
                    <a:pt x="106348" y="20427"/>
                  </a:cubicBezTo>
                  <a:cubicBezTo>
                    <a:pt x="80378" y="35636"/>
                    <a:pt x="54408" y="50843"/>
                    <a:pt x="28437" y="66051"/>
                  </a:cubicBezTo>
                  <a:cubicBezTo>
                    <a:pt x="18610" y="71900"/>
                    <a:pt x="14165" y="85939"/>
                    <a:pt x="20482" y="95999"/>
                  </a:cubicBezTo>
                  <a:cubicBezTo>
                    <a:pt x="26799" y="106059"/>
                    <a:pt x="39901" y="110271"/>
                    <a:pt x="50430" y="103954"/>
                  </a:cubicBezTo>
                  <a:lnTo>
                    <a:pt x="50430" y="103954"/>
                  </a:lnTo>
                  <a:close/>
                </a:path>
              </a:pathLst>
            </a:custGeom>
            <a:solidFill>
              <a:srgbClr val="E8857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" name="任意多边形: 形状 29"/>
            <p:cNvSpPr/>
            <p:nvPr/>
          </p:nvSpPr>
          <p:spPr>
            <a:xfrm rot="16200000">
              <a:off x="9050653" y="5655982"/>
              <a:ext cx="1380411" cy="2550251"/>
            </a:xfrm>
            <a:custGeom>
              <a:avLst/>
              <a:gdLst>
                <a:gd name="connsiteX0" fmla="*/ 880114 w 1380411"/>
                <a:gd name="connsiteY0" fmla="*/ 2259089 h 2550250"/>
                <a:gd name="connsiteX1" fmla="*/ 1279029 w 1380411"/>
                <a:gd name="connsiteY1" fmla="*/ 1866257 h 2550250"/>
                <a:gd name="connsiteX2" fmla="*/ 1359046 w 1380411"/>
                <a:gd name="connsiteY2" fmla="*/ 1263556 h 2550250"/>
                <a:gd name="connsiteX3" fmla="*/ 1299385 w 1380411"/>
                <a:gd name="connsiteY3" fmla="*/ 965012 h 2550250"/>
                <a:gd name="connsiteX4" fmla="*/ 1241595 w 1380411"/>
                <a:gd name="connsiteY4" fmla="*/ 694078 h 2550250"/>
                <a:gd name="connsiteX5" fmla="*/ 1175382 w 1380411"/>
                <a:gd name="connsiteY5" fmla="*/ 415422 h 2550250"/>
                <a:gd name="connsiteX6" fmla="*/ 1076179 w 1380411"/>
                <a:gd name="connsiteY6" fmla="*/ 163672 h 2550250"/>
                <a:gd name="connsiteX7" fmla="*/ 893216 w 1380411"/>
                <a:gd name="connsiteY7" fmla="*/ 23057 h 2550250"/>
                <a:gd name="connsiteX8" fmla="*/ 664162 w 1380411"/>
                <a:gd name="connsiteY8" fmla="*/ 68447 h 2550250"/>
                <a:gd name="connsiteX9" fmla="*/ 426450 w 1380411"/>
                <a:gd name="connsiteY9" fmla="*/ 248837 h 2550250"/>
                <a:gd name="connsiteX10" fmla="*/ 248634 w 1380411"/>
                <a:gd name="connsiteY10" fmla="*/ 445370 h 2550250"/>
                <a:gd name="connsiteX11" fmla="*/ 43210 w 1380411"/>
                <a:gd name="connsiteY11" fmla="*/ 925939 h 2550250"/>
                <a:gd name="connsiteX12" fmla="*/ 17942 w 1380411"/>
                <a:gd name="connsiteY12" fmla="*/ 1257238 h 2550250"/>
                <a:gd name="connsiteX13" fmla="*/ 24025 w 1380411"/>
                <a:gd name="connsiteY13" fmla="*/ 1602809 h 2550250"/>
                <a:gd name="connsiteX14" fmla="*/ 48826 w 1380411"/>
                <a:gd name="connsiteY14" fmla="*/ 2301671 h 2550250"/>
                <a:gd name="connsiteX15" fmla="*/ 70351 w 1380411"/>
                <a:gd name="connsiteY15" fmla="*/ 2444626 h 2550250"/>
                <a:gd name="connsiteX16" fmla="*/ 169085 w 1380411"/>
                <a:gd name="connsiteY16" fmla="*/ 2527685 h 2550250"/>
                <a:gd name="connsiteX17" fmla="*/ 303851 w 1380411"/>
                <a:gd name="connsiteY17" fmla="*/ 2534236 h 2550250"/>
                <a:gd name="connsiteX18" fmla="*/ 453590 w 1380411"/>
                <a:gd name="connsiteY18" fmla="*/ 2494461 h 2550250"/>
                <a:gd name="connsiteX19" fmla="*/ 593269 w 1380411"/>
                <a:gd name="connsiteY19" fmla="*/ 2427546 h 2550250"/>
                <a:gd name="connsiteX20" fmla="*/ 571042 w 1380411"/>
                <a:gd name="connsiteY20" fmla="*/ 2389644 h 2550250"/>
                <a:gd name="connsiteX21" fmla="*/ 290515 w 1380411"/>
                <a:gd name="connsiteY21" fmla="*/ 2491888 h 2550250"/>
                <a:gd name="connsiteX22" fmla="*/ 166746 w 1380411"/>
                <a:gd name="connsiteY22" fmla="*/ 2480423 h 2550250"/>
                <a:gd name="connsiteX23" fmla="*/ 98661 w 1380411"/>
                <a:gd name="connsiteY23" fmla="*/ 2388239 h 2550250"/>
                <a:gd name="connsiteX24" fmla="*/ 90238 w 1380411"/>
                <a:gd name="connsiteY24" fmla="*/ 2237564 h 2550250"/>
                <a:gd name="connsiteX25" fmla="*/ 84155 w 1380411"/>
                <a:gd name="connsiteY25" fmla="*/ 2069341 h 2550250"/>
                <a:gd name="connsiteX26" fmla="*/ 72222 w 1380411"/>
                <a:gd name="connsiteY26" fmla="*/ 1735937 h 2550250"/>
                <a:gd name="connsiteX27" fmla="*/ 69883 w 1380411"/>
                <a:gd name="connsiteY27" fmla="*/ 1067490 h 2550250"/>
                <a:gd name="connsiteX28" fmla="*/ 118314 w 1380411"/>
                <a:gd name="connsiteY28" fmla="*/ 797023 h 2550250"/>
                <a:gd name="connsiteX29" fmla="*/ 219622 w 1380411"/>
                <a:gd name="connsiteY29" fmla="*/ 567969 h 2550250"/>
                <a:gd name="connsiteX30" fmla="*/ 561684 w 1380411"/>
                <a:gd name="connsiteY30" fmla="*/ 192450 h 2550250"/>
                <a:gd name="connsiteX31" fmla="*/ 794248 w 1380411"/>
                <a:gd name="connsiteY31" fmla="*/ 64703 h 2550250"/>
                <a:gd name="connsiteX32" fmla="*/ 983762 w 1380411"/>
                <a:gd name="connsiteY32" fmla="*/ 116878 h 2550250"/>
                <a:gd name="connsiteX33" fmla="*/ 1102150 w 1380411"/>
                <a:gd name="connsiteY33" fmla="*/ 330257 h 2550250"/>
                <a:gd name="connsiteX34" fmla="*/ 1175148 w 1380411"/>
                <a:gd name="connsiteY34" fmla="*/ 593003 h 2550250"/>
                <a:gd name="connsiteX35" fmla="*/ 1231534 w 1380411"/>
                <a:gd name="connsiteY35" fmla="*/ 861832 h 2550250"/>
                <a:gd name="connsiteX36" fmla="*/ 1292132 w 1380411"/>
                <a:gd name="connsiteY36" fmla="*/ 1127152 h 2550250"/>
                <a:gd name="connsiteX37" fmla="*/ 1291664 w 1380411"/>
                <a:gd name="connsiteY37" fmla="*/ 1711136 h 2550250"/>
                <a:gd name="connsiteX38" fmla="*/ 1164385 w 1380411"/>
                <a:gd name="connsiteY38" fmla="*/ 1967097 h 2550250"/>
                <a:gd name="connsiteX39" fmla="*/ 967618 w 1380411"/>
                <a:gd name="connsiteY39" fmla="*/ 2148656 h 2550250"/>
                <a:gd name="connsiteX40" fmla="*/ 857887 w 1380411"/>
                <a:gd name="connsiteY40" fmla="*/ 2221186 h 2550250"/>
                <a:gd name="connsiteX41" fmla="*/ 880114 w 1380411"/>
                <a:gd name="connsiteY41" fmla="*/ 2259089 h 2550250"/>
                <a:gd name="connsiteX42" fmla="*/ 880114 w 1380411"/>
                <a:gd name="connsiteY42" fmla="*/ 2259089 h 2550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380411" h="2550250">
                  <a:moveTo>
                    <a:pt x="880114" y="2259089"/>
                  </a:moveTo>
                  <a:cubicBezTo>
                    <a:pt x="1040850" y="2159419"/>
                    <a:pt x="1194333" y="2040095"/>
                    <a:pt x="1279029" y="1866257"/>
                  </a:cubicBezTo>
                  <a:cubicBezTo>
                    <a:pt x="1370511" y="1678849"/>
                    <a:pt x="1385251" y="1468043"/>
                    <a:pt x="1359046" y="1263556"/>
                  </a:cubicBezTo>
                  <a:cubicBezTo>
                    <a:pt x="1346178" y="1162481"/>
                    <a:pt x="1323249" y="1063981"/>
                    <a:pt x="1299385" y="965012"/>
                  </a:cubicBezTo>
                  <a:cubicBezTo>
                    <a:pt x="1277626" y="875169"/>
                    <a:pt x="1260312" y="784389"/>
                    <a:pt x="1241595" y="694078"/>
                  </a:cubicBezTo>
                  <a:cubicBezTo>
                    <a:pt x="1222175" y="600490"/>
                    <a:pt x="1201820" y="507137"/>
                    <a:pt x="1175382" y="415422"/>
                  </a:cubicBezTo>
                  <a:cubicBezTo>
                    <a:pt x="1150347" y="329321"/>
                    <a:pt x="1120633" y="242051"/>
                    <a:pt x="1076179" y="163672"/>
                  </a:cubicBezTo>
                  <a:cubicBezTo>
                    <a:pt x="1036872" y="94418"/>
                    <a:pt x="972531" y="39201"/>
                    <a:pt x="893216" y="23057"/>
                  </a:cubicBezTo>
                  <a:cubicBezTo>
                    <a:pt x="814135" y="6913"/>
                    <a:pt x="732714" y="27502"/>
                    <a:pt x="664162" y="68447"/>
                  </a:cubicBezTo>
                  <a:cubicBezTo>
                    <a:pt x="579231" y="118984"/>
                    <a:pt x="499448" y="182156"/>
                    <a:pt x="426450" y="248837"/>
                  </a:cubicBezTo>
                  <a:cubicBezTo>
                    <a:pt x="360939" y="308498"/>
                    <a:pt x="301277" y="374243"/>
                    <a:pt x="248634" y="445370"/>
                  </a:cubicBezTo>
                  <a:cubicBezTo>
                    <a:pt x="144051" y="587154"/>
                    <a:pt x="72690" y="752101"/>
                    <a:pt x="43210" y="925939"/>
                  </a:cubicBezTo>
                  <a:cubicBezTo>
                    <a:pt x="24727" y="1034968"/>
                    <a:pt x="19580" y="1146805"/>
                    <a:pt x="17942" y="1257238"/>
                  </a:cubicBezTo>
                  <a:cubicBezTo>
                    <a:pt x="16304" y="1372351"/>
                    <a:pt x="20048" y="1487697"/>
                    <a:pt x="24025" y="1602809"/>
                  </a:cubicBezTo>
                  <a:cubicBezTo>
                    <a:pt x="32214" y="1835841"/>
                    <a:pt x="40637" y="2068639"/>
                    <a:pt x="48826" y="2301671"/>
                  </a:cubicBezTo>
                  <a:cubicBezTo>
                    <a:pt x="50463" y="2349869"/>
                    <a:pt x="50463" y="2399938"/>
                    <a:pt x="70351" y="2444626"/>
                  </a:cubicBezTo>
                  <a:cubicBezTo>
                    <a:pt x="88834" y="2486506"/>
                    <a:pt x="125801" y="2514348"/>
                    <a:pt x="169085" y="2527685"/>
                  </a:cubicBezTo>
                  <a:cubicBezTo>
                    <a:pt x="212603" y="2541254"/>
                    <a:pt x="259163" y="2540085"/>
                    <a:pt x="303851" y="2534236"/>
                  </a:cubicBezTo>
                  <a:cubicBezTo>
                    <a:pt x="355324" y="2527450"/>
                    <a:pt x="405393" y="2513412"/>
                    <a:pt x="453590" y="2494461"/>
                  </a:cubicBezTo>
                  <a:cubicBezTo>
                    <a:pt x="501788" y="2475510"/>
                    <a:pt x="547879" y="2452347"/>
                    <a:pt x="593269" y="2427546"/>
                  </a:cubicBezTo>
                  <a:cubicBezTo>
                    <a:pt x="618070" y="2413976"/>
                    <a:pt x="595843" y="2376073"/>
                    <a:pt x="571042" y="2389644"/>
                  </a:cubicBezTo>
                  <a:cubicBezTo>
                    <a:pt x="484006" y="2437607"/>
                    <a:pt x="390419" y="2481125"/>
                    <a:pt x="290515" y="2491888"/>
                  </a:cubicBezTo>
                  <a:cubicBezTo>
                    <a:pt x="249570" y="2496333"/>
                    <a:pt x="205350" y="2496801"/>
                    <a:pt x="166746" y="2480423"/>
                  </a:cubicBezTo>
                  <a:cubicBezTo>
                    <a:pt x="126971" y="2463577"/>
                    <a:pt x="106382" y="2429652"/>
                    <a:pt x="98661" y="2388239"/>
                  </a:cubicBezTo>
                  <a:cubicBezTo>
                    <a:pt x="89536" y="2339340"/>
                    <a:pt x="91876" y="2287166"/>
                    <a:pt x="90238" y="2237564"/>
                  </a:cubicBezTo>
                  <a:cubicBezTo>
                    <a:pt x="88132" y="2181412"/>
                    <a:pt x="86261" y="2125494"/>
                    <a:pt x="84155" y="2069341"/>
                  </a:cubicBezTo>
                  <a:cubicBezTo>
                    <a:pt x="80177" y="1958207"/>
                    <a:pt x="76200" y="1847072"/>
                    <a:pt x="72222" y="1735937"/>
                  </a:cubicBezTo>
                  <a:cubicBezTo>
                    <a:pt x="64268" y="1513433"/>
                    <a:pt x="51867" y="1289994"/>
                    <a:pt x="69883" y="1067490"/>
                  </a:cubicBezTo>
                  <a:cubicBezTo>
                    <a:pt x="77370" y="975775"/>
                    <a:pt x="91174" y="885229"/>
                    <a:pt x="118314" y="797023"/>
                  </a:cubicBezTo>
                  <a:cubicBezTo>
                    <a:pt x="142881" y="717006"/>
                    <a:pt x="177040" y="640031"/>
                    <a:pt x="219622" y="567969"/>
                  </a:cubicBezTo>
                  <a:cubicBezTo>
                    <a:pt x="306190" y="421037"/>
                    <a:pt x="426216" y="295396"/>
                    <a:pt x="561684" y="192450"/>
                  </a:cubicBezTo>
                  <a:cubicBezTo>
                    <a:pt x="631406" y="139339"/>
                    <a:pt x="705808" y="80847"/>
                    <a:pt x="794248" y="64703"/>
                  </a:cubicBezTo>
                  <a:cubicBezTo>
                    <a:pt x="861864" y="52537"/>
                    <a:pt x="932289" y="70552"/>
                    <a:pt x="983762" y="116878"/>
                  </a:cubicBezTo>
                  <a:cubicBezTo>
                    <a:pt x="1044125" y="171627"/>
                    <a:pt x="1075243" y="255388"/>
                    <a:pt x="1102150" y="330257"/>
                  </a:cubicBezTo>
                  <a:cubicBezTo>
                    <a:pt x="1132799" y="415889"/>
                    <a:pt x="1155260" y="504329"/>
                    <a:pt x="1175148" y="593003"/>
                  </a:cubicBezTo>
                  <a:cubicBezTo>
                    <a:pt x="1195269" y="682379"/>
                    <a:pt x="1212582" y="772223"/>
                    <a:pt x="1231534" y="861832"/>
                  </a:cubicBezTo>
                  <a:cubicBezTo>
                    <a:pt x="1250251" y="950506"/>
                    <a:pt x="1274116" y="1038244"/>
                    <a:pt x="1292132" y="1127152"/>
                  </a:cubicBezTo>
                  <a:cubicBezTo>
                    <a:pt x="1331204" y="1319006"/>
                    <a:pt x="1346178" y="1520686"/>
                    <a:pt x="1291664" y="1711136"/>
                  </a:cubicBezTo>
                  <a:cubicBezTo>
                    <a:pt x="1265459" y="1803086"/>
                    <a:pt x="1224047" y="1891993"/>
                    <a:pt x="1164385" y="1967097"/>
                  </a:cubicBezTo>
                  <a:cubicBezTo>
                    <a:pt x="1108701" y="2037287"/>
                    <a:pt x="1040382" y="2096715"/>
                    <a:pt x="967618" y="2148656"/>
                  </a:cubicBezTo>
                  <a:cubicBezTo>
                    <a:pt x="931821" y="2174159"/>
                    <a:pt x="895088" y="2198024"/>
                    <a:pt x="857887" y="2221186"/>
                  </a:cubicBezTo>
                  <a:cubicBezTo>
                    <a:pt x="834022" y="2236160"/>
                    <a:pt x="856015" y="2274063"/>
                    <a:pt x="880114" y="2259089"/>
                  </a:cubicBezTo>
                  <a:lnTo>
                    <a:pt x="880114" y="2259089"/>
                  </a:lnTo>
                  <a:close/>
                </a:path>
              </a:pathLst>
            </a:custGeom>
            <a:solidFill>
              <a:srgbClr val="F97D7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35" name="组合 34"/>
          <p:cNvGrpSpPr/>
          <p:nvPr userDrawn="1"/>
        </p:nvGrpSpPr>
        <p:grpSpPr>
          <a:xfrm>
            <a:off x="-3770601" y="-3180682"/>
            <a:ext cx="17337790" cy="11882446"/>
            <a:chOff x="-3770601" y="-3180682"/>
            <a:chExt cx="17337790" cy="11882446"/>
          </a:xfrm>
        </p:grpSpPr>
        <p:sp>
          <p:nvSpPr>
            <p:cNvPr id="36" name="矩形 35"/>
            <p:cNvSpPr/>
            <p:nvPr userDrawn="1"/>
          </p:nvSpPr>
          <p:spPr>
            <a:xfrm rot="16200000">
              <a:off x="5559734" y="1004562"/>
              <a:ext cx="1841281" cy="13553123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 36"/>
            <p:cNvSpPr/>
            <p:nvPr userDrawn="1"/>
          </p:nvSpPr>
          <p:spPr>
            <a:xfrm>
              <a:off x="12192000" y="-1790700"/>
              <a:ext cx="1375189" cy="98218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/>
            <p:cNvSpPr/>
            <p:nvPr userDrawn="1"/>
          </p:nvSpPr>
          <p:spPr>
            <a:xfrm rot="5400000">
              <a:off x="3609168" y="-8961552"/>
              <a:ext cx="3168139" cy="1472988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 38"/>
            <p:cNvSpPr/>
            <p:nvPr userDrawn="1"/>
          </p:nvSpPr>
          <p:spPr>
            <a:xfrm>
              <a:off x="-3770601" y="-1790700"/>
              <a:ext cx="3773213" cy="98218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任意多边形: 形状 68"/>
          <p:cNvSpPr/>
          <p:nvPr userDrawn="1"/>
        </p:nvSpPr>
        <p:spPr>
          <a:xfrm rot="14718027" flipH="1">
            <a:off x="3415383" y="-2491853"/>
            <a:ext cx="2757792" cy="2861971"/>
          </a:xfrm>
          <a:custGeom>
            <a:avLst/>
            <a:gdLst>
              <a:gd name="connsiteX0" fmla="*/ 1076107 w 1085850"/>
              <a:gd name="connsiteY0" fmla="*/ 545418 h 1076325"/>
              <a:gd name="connsiteX1" fmla="*/ 819885 w 1085850"/>
              <a:gd name="connsiteY1" fmla="*/ 21925 h 1076325"/>
              <a:gd name="connsiteX2" fmla="*/ 394879 w 1085850"/>
              <a:gd name="connsiteY2" fmla="*/ 93362 h 1076325"/>
              <a:gd name="connsiteX3" fmla="*/ 188949 w 1085850"/>
              <a:gd name="connsiteY3" fmla="*/ 409401 h 1076325"/>
              <a:gd name="connsiteX4" fmla="*/ 12165 w 1085850"/>
              <a:gd name="connsiteY4" fmla="*/ 815833 h 1076325"/>
              <a:gd name="connsiteX5" fmla="*/ 36739 w 1085850"/>
              <a:gd name="connsiteY5" fmla="*/ 991284 h 1076325"/>
              <a:gd name="connsiteX6" fmla="*/ 311726 w 1085850"/>
              <a:gd name="connsiteY6" fmla="*/ 1060816 h 1076325"/>
              <a:gd name="connsiteX7" fmla="*/ 596238 w 1085850"/>
              <a:gd name="connsiteY7" fmla="*/ 999856 h 1076325"/>
              <a:gd name="connsiteX8" fmla="*/ 857889 w 1085850"/>
              <a:gd name="connsiteY8" fmla="*/ 949183 h 1076325"/>
              <a:gd name="connsiteX9" fmla="*/ 1060010 w 1085850"/>
              <a:gd name="connsiteY9" fmla="*/ 636573 h 1076325"/>
              <a:gd name="connsiteX10" fmla="*/ 1076107 w 1085850"/>
              <a:gd name="connsiteY10" fmla="*/ 545418 h 1076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85850" h="1076325">
                <a:moveTo>
                  <a:pt x="1076107" y="545418"/>
                </a:moveTo>
                <a:cubicBezTo>
                  <a:pt x="1104873" y="325772"/>
                  <a:pt x="1074202" y="73645"/>
                  <a:pt x="819885" y="21925"/>
                </a:cubicBezTo>
                <a:cubicBezTo>
                  <a:pt x="680724" y="-6365"/>
                  <a:pt x="508798" y="112"/>
                  <a:pt x="394879" y="93362"/>
                </a:cubicBezTo>
                <a:cubicBezTo>
                  <a:pt x="296486" y="173848"/>
                  <a:pt x="237812" y="294911"/>
                  <a:pt x="188949" y="409401"/>
                </a:cubicBezTo>
                <a:cubicBezTo>
                  <a:pt x="131132" y="544942"/>
                  <a:pt x="37977" y="667815"/>
                  <a:pt x="12165" y="815833"/>
                </a:cubicBezTo>
                <a:cubicBezTo>
                  <a:pt x="1782" y="875269"/>
                  <a:pt x="6354" y="939277"/>
                  <a:pt x="36739" y="991284"/>
                </a:cubicBezTo>
                <a:cubicBezTo>
                  <a:pt x="93222" y="1087772"/>
                  <a:pt x="216095" y="1088439"/>
                  <a:pt x="311726" y="1060816"/>
                </a:cubicBezTo>
                <a:cubicBezTo>
                  <a:pt x="404976" y="1033860"/>
                  <a:pt x="499368" y="1009286"/>
                  <a:pt x="596238" y="999856"/>
                </a:cubicBezTo>
                <a:cubicBezTo>
                  <a:pt x="687582" y="990998"/>
                  <a:pt x="775689" y="998713"/>
                  <a:pt x="857889" y="949183"/>
                </a:cubicBezTo>
                <a:cubicBezTo>
                  <a:pt x="972666" y="880127"/>
                  <a:pt x="1032006" y="763732"/>
                  <a:pt x="1060010" y="636573"/>
                </a:cubicBezTo>
                <a:cubicBezTo>
                  <a:pt x="1066392" y="608474"/>
                  <a:pt x="1071821" y="577708"/>
                  <a:pt x="1076107" y="545418"/>
                </a:cubicBezTo>
                <a:close/>
              </a:path>
            </a:pathLst>
          </a:custGeom>
          <a:solidFill>
            <a:srgbClr val="FFF2D9">
              <a:alpha val="80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-3005631" y="-154042"/>
            <a:ext cx="5799210" cy="3062963"/>
            <a:chOff x="-3403636" y="-146486"/>
            <a:chExt cx="6644691" cy="3509520"/>
          </a:xfrm>
        </p:grpSpPr>
        <p:sp>
          <p:nvSpPr>
            <p:cNvPr id="7" name="任意多边形: 形状 6"/>
            <p:cNvSpPr/>
            <p:nvPr userDrawn="1"/>
          </p:nvSpPr>
          <p:spPr>
            <a:xfrm rot="3660425" flipV="1">
              <a:off x="-1836050" y="-1714072"/>
              <a:ext cx="3509520" cy="6644691"/>
            </a:xfrm>
            <a:custGeom>
              <a:avLst/>
              <a:gdLst>
                <a:gd name="connsiteX0" fmla="*/ 2321825 w 3509519"/>
                <a:gd name="connsiteY0" fmla="*/ 896999 h 6644690"/>
                <a:gd name="connsiteX1" fmla="*/ 2899024 w 3509519"/>
                <a:gd name="connsiteY1" fmla="*/ 1982611 h 6644690"/>
                <a:gd name="connsiteX2" fmla="*/ 3433407 w 3509519"/>
                <a:gd name="connsiteY2" fmla="*/ 2714462 h 6644690"/>
                <a:gd name="connsiteX3" fmla="*/ 3283434 w 3509519"/>
                <a:gd name="connsiteY3" fmla="*/ 3539668 h 6644690"/>
                <a:gd name="connsiteX4" fmla="*/ 2900896 w 3509519"/>
                <a:gd name="connsiteY4" fmla="*/ 3671158 h 6644690"/>
                <a:gd name="connsiteX5" fmla="*/ 1934842 w 3509519"/>
                <a:gd name="connsiteY5" fmla="*/ 4147516 h 6644690"/>
                <a:gd name="connsiteX6" fmla="*/ 1547157 w 3509519"/>
                <a:gd name="connsiteY6" fmla="*/ 5149601 h 6644690"/>
                <a:gd name="connsiteX7" fmla="*/ 1282306 w 3509519"/>
                <a:gd name="connsiteY7" fmla="*/ 6172977 h 6644690"/>
                <a:gd name="connsiteX8" fmla="*/ 535246 w 3509519"/>
                <a:gd name="connsiteY8" fmla="*/ 6625471 h 6644690"/>
                <a:gd name="connsiteX9" fmla="*/ 271330 w 3509519"/>
                <a:gd name="connsiteY9" fmla="*/ 6303531 h 6644690"/>
                <a:gd name="connsiteX10" fmla="*/ 167448 w 3509519"/>
                <a:gd name="connsiteY10" fmla="*/ 5652633 h 6644690"/>
                <a:gd name="connsiteX11" fmla="*/ 24494 w 3509519"/>
                <a:gd name="connsiteY11" fmla="*/ 3053014 h 6644690"/>
                <a:gd name="connsiteX12" fmla="*/ 196928 w 3509519"/>
                <a:gd name="connsiteY12" fmla="*/ 729712 h 6644690"/>
                <a:gd name="connsiteX13" fmla="*/ 549050 w 3509519"/>
                <a:gd name="connsiteY13" fmla="*/ 164212 h 6644690"/>
                <a:gd name="connsiteX14" fmla="*/ 903511 w 3509519"/>
                <a:gd name="connsiteY14" fmla="*/ 81153 h 6644690"/>
                <a:gd name="connsiteX15" fmla="*/ 1409116 w 3509519"/>
                <a:gd name="connsiteY15" fmla="*/ 31084 h 6644690"/>
                <a:gd name="connsiteX16" fmla="*/ 1847338 w 3509519"/>
                <a:gd name="connsiteY16" fmla="*/ 52609 h 6644690"/>
                <a:gd name="connsiteX17" fmla="*/ 2321825 w 3509519"/>
                <a:gd name="connsiteY17" fmla="*/ 896999 h 6644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509519" h="6644690">
                  <a:moveTo>
                    <a:pt x="2321825" y="896999"/>
                  </a:moveTo>
                  <a:cubicBezTo>
                    <a:pt x="2463844" y="1282578"/>
                    <a:pt x="2645169" y="1657395"/>
                    <a:pt x="2899024" y="1982611"/>
                  </a:cubicBezTo>
                  <a:cubicBezTo>
                    <a:pt x="3085497" y="2221492"/>
                    <a:pt x="3312212" y="2436743"/>
                    <a:pt x="3433407" y="2714462"/>
                  </a:cubicBezTo>
                  <a:cubicBezTo>
                    <a:pt x="3554603" y="2992417"/>
                    <a:pt x="3532610" y="3366765"/>
                    <a:pt x="3283434" y="3539668"/>
                  </a:cubicBezTo>
                  <a:cubicBezTo>
                    <a:pt x="3171831" y="3617111"/>
                    <a:pt x="3033556" y="3642380"/>
                    <a:pt x="2900896" y="3671158"/>
                  </a:cubicBezTo>
                  <a:cubicBezTo>
                    <a:pt x="2544095" y="3748835"/>
                    <a:pt x="2179105" y="3876348"/>
                    <a:pt x="1934842" y="4147516"/>
                  </a:cubicBezTo>
                  <a:cubicBezTo>
                    <a:pt x="1691516" y="4417516"/>
                    <a:pt x="1602608" y="4790461"/>
                    <a:pt x="1547157" y="5149601"/>
                  </a:cubicBezTo>
                  <a:cubicBezTo>
                    <a:pt x="1493111" y="5500085"/>
                    <a:pt x="1458951" y="5865543"/>
                    <a:pt x="1282306" y="6172977"/>
                  </a:cubicBezTo>
                  <a:cubicBezTo>
                    <a:pt x="1134672" y="6429875"/>
                    <a:pt x="843850" y="6648868"/>
                    <a:pt x="535246" y="6625471"/>
                  </a:cubicBezTo>
                  <a:cubicBezTo>
                    <a:pt x="307829" y="6608391"/>
                    <a:pt x="310169" y="6505680"/>
                    <a:pt x="271330" y="6303531"/>
                  </a:cubicBezTo>
                  <a:cubicBezTo>
                    <a:pt x="229684" y="6087813"/>
                    <a:pt x="195758" y="5870457"/>
                    <a:pt x="167448" y="5652633"/>
                  </a:cubicBezTo>
                  <a:cubicBezTo>
                    <a:pt x="56313" y="4790928"/>
                    <a:pt x="40170" y="3920802"/>
                    <a:pt x="24494" y="3053014"/>
                  </a:cubicBezTo>
                  <a:cubicBezTo>
                    <a:pt x="10456" y="2273901"/>
                    <a:pt x="-1945" y="1483089"/>
                    <a:pt x="196928" y="729712"/>
                  </a:cubicBezTo>
                  <a:cubicBezTo>
                    <a:pt x="255186" y="508612"/>
                    <a:pt x="347604" y="272539"/>
                    <a:pt x="549050" y="164212"/>
                  </a:cubicBezTo>
                  <a:cubicBezTo>
                    <a:pt x="656675" y="106421"/>
                    <a:pt x="781848" y="93319"/>
                    <a:pt x="903511" y="81153"/>
                  </a:cubicBezTo>
                  <a:cubicBezTo>
                    <a:pt x="1071968" y="64541"/>
                    <a:pt x="1240425" y="47695"/>
                    <a:pt x="1409116" y="31084"/>
                  </a:cubicBezTo>
                  <a:cubicBezTo>
                    <a:pt x="1556048" y="16578"/>
                    <a:pt x="1708595" y="2540"/>
                    <a:pt x="1847338" y="52609"/>
                  </a:cubicBezTo>
                  <a:cubicBezTo>
                    <a:pt x="2164365" y="167253"/>
                    <a:pt x="2221921" y="625596"/>
                    <a:pt x="2321825" y="896999"/>
                  </a:cubicBezTo>
                  <a:close/>
                </a:path>
              </a:pathLst>
            </a:custGeom>
            <a:solidFill>
              <a:srgbClr val="FFF2D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" name="任意多边形: 形状 7"/>
            <p:cNvSpPr/>
            <p:nvPr userDrawn="1"/>
          </p:nvSpPr>
          <p:spPr>
            <a:xfrm rot="3660425" flipV="1">
              <a:off x="532522" y="-494305"/>
              <a:ext cx="1871744" cy="3158568"/>
            </a:xfrm>
            <a:custGeom>
              <a:avLst/>
              <a:gdLst>
                <a:gd name="connsiteX0" fmla="*/ 1739222 w 1871743"/>
                <a:gd name="connsiteY0" fmla="*/ 203867 h 3158567"/>
                <a:gd name="connsiteX1" fmla="*/ 472285 w 1871743"/>
                <a:gd name="connsiteY1" fmla="*/ 627817 h 3158567"/>
                <a:gd name="connsiteX2" fmla="*/ 85068 w 1871743"/>
                <a:gd name="connsiteY2" fmla="*/ 1541461 h 3158567"/>
                <a:gd name="connsiteX3" fmla="*/ 18153 w 1871743"/>
                <a:gd name="connsiteY3" fmla="*/ 2618650 h 3158567"/>
                <a:gd name="connsiteX4" fmla="*/ 126012 w 1871743"/>
                <a:gd name="connsiteY4" fmla="*/ 3098753 h 3158567"/>
                <a:gd name="connsiteX5" fmla="*/ 211411 w 1871743"/>
                <a:gd name="connsiteY5" fmla="*/ 3156309 h 3158567"/>
                <a:gd name="connsiteX6" fmla="*/ 348282 w 1871743"/>
                <a:gd name="connsiteY6" fmla="*/ 3107175 h 3158567"/>
                <a:gd name="connsiteX7" fmla="*/ 1349899 w 1871743"/>
                <a:gd name="connsiteY7" fmla="*/ 1324807 h 3158567"/>
                <a:gd name="connsiteX8" fmla="*/ 1796778 w 1871743"/>
                <a:gd name="connsiteY8" fmla="*/ 868102 h 3158567"/>
                <a:gd name="connsiteX9" fmla="*/ 1739222 w 1871743"/>
                <a:gd name="connsiteY9" fmla="*/ 203867 h 315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71743" h="3158567">
                  <a:moveTo>
                    <a:pt x="1739222" y="203867"/>
                  </a:moveTo>
                  <a:cubicBezTo>
                    <a:pt x="1291173" y="-258922"/>
                    <a:pt x="742284" y="239196"/>
                    <a:pt x="472285" y="627817"/>
                  </a:cubicBezTo>
                  <a:cubicBezTo>
                    <a:pt x="284175" y="898518"/>
                    <a:pt x="120397" y="1214140"/>
                    <a:pt x="85068" y="1541461"/>
                  </a:cubicBezTo>
                  <a:cubicBezTo>
                    <a:pt x="46229" y="1901304"/>
                    <a:pt x="24236" y="2256468"/>
                    <a:pt x="18153" y="2618650"/>
                  </a:cubicBezTo>
                  <a:cubicBezTo>
                    <a:pt x="15345" y="2786405"/>
                    <a:pt x="17919" y="2970304"/>
                    <a:pt x="126012" y="3098753"/>
                  </a:cubicBezTo>
                  <a:cubicBezTo>
                    <a:pt x="148473" y="3125425"/>
                    <a:pt x="177017" y="3149758"/>
                    <a:pt x="211411" y="3156309"/>
                  </a:cubicBezTo>
                  <a:cubicBezTo>
                    <a:pt x="260544" y="3165667"/>
                    <a:pt x="308507" y="3137357"/>
                    <a:pt x="348282" y="3107175"/>
                  </a:cubicBezTo>
                  <a:cubicBezTo>
                    <a:pt x="897873" y="2690478"/>
                    <a:pt x="876816" y="1826435"/>
                    <a:pt x="1349899" y="1324807"/>
                  </a:cubicBezTo>
                  <a:cubicBezTo>
                    <a:pt x="1496597" y="1169219"/>
                    <a:pt x="1688217" y="1052235"/>
                    <a:pt x="1796778" y="868102"/>
                  </a:cubicBezTo>
                  <a:cubicBezTo>
                    <a:pt x="1917973" y="662444"/>
                    <a:pt x="1905105" y="375365"/>
                    <a:pt x="1739222" y="203867"/>
                  </a:cubicBezTo>
                  <a:close/>
                </a:path>
              </a:pathLst>
            </a:custGeom>
            <a:solidFill>
              <a:srgbClr val="C3EAF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" name="任意多边形: 形状 8"/>
            <p:cNvSpPr/>
            <p:nvPr userDrawn="1"/>
          </p:nvSpPr>
          <p:spPr>
            <a:xfrm rot="3660425" flipV="1">
              <a:off x="849149" y="-687519"/>
              <a:ext cx="1403808" cy="2597045"/>
            </a:xfrm>
            <a:custGeom>
              <a:avLst/>
              <a:gdLst>
                <a:gd name="connsiteX0" fmla="*/ 475724 w 1403807"/>
                <a:gd name="connsiteY0" fmla="*/ 27236 h 2597044"/>
                <a:gd name="connsiteX1" fmla="*/ 207129 w 1403807"/>
                <a:gd name="connsiteY1" fmla="*/ 503361 h 2597044"/>
                <a:gd name="connsiteX2" fmla="*/ 119157 w 1403807"/>
                <a:gd name="connsiteY2" fmla="*/ 762831 h 2597044"/>
                <a:gd name="connsiteX3" fmla="*/ 76341 w 1403807"/>
                <a:gd name="connsiteY3" fmla="*/ 1038446 h 2597044"/>
                <a:gd name="connsiteX4" fmla="*/ 30951 w 1403807"/>
                <a:gd name="connsiteY4" fmla="*/ 1644891 h 2597044"/>
                <a:gd name="connsiteX5" fmla="*/ 19955 w 1403807"/>
                <a:gd name="connsiteY5" fmla="*/ 1950687 h 2597044"/>
                <a:gd name="connsiteX6" fmla="*/ 21827 w 1403807"/>
                <a:gd name="connsiteY6" fmla="*/ 2210392 h 2597044"/>
                <a:gd name="connsiteX7" fmla="*/ 80085 w 1403807"/>
                <a:gd name="connsiteY7" fmla="*/ 2445062 h 2597044"/>
                <a:gd name="connsiteX8" fmla="*/ 260240 w 1403807"/>
                <a:gd name="connsiteY8" fmla="*/ 2590121 h 2597044"/>
                <a:gd name="connsiteX9" fmla="*/ 381201 w 1403807"/>
                <a:gd name="connsiteY9" fmla="*/ 2536309 h 2597044"/>
                <a:gd name="connsiteX10" fmla="*/ 461686 w 1403807"/>
                <a:gd name="connsiteY10" fmla="*/ 2469160 h 2597044"/>
                <a:gd name="connsiteX11" fmla="*/ 597154 w 1403807"/>
                <a:gd name="connsiteY11" fmla="*/ 2319187 h 2597044"/>
                <a:gd name="connsiteX12" fmla="*/ 799536 w 1403807"/>
                <a:gd name="connsiteY12" fmla="*/ 1967065 h 2597044"/>
                <a:gd name="connsiteX13" fmla="*/ 954189 w 1403807"/>
                <a:gd name="connsiteY13" fmla="*/ 1573297 h 2597044"/>
                <a:gd name="connsiteX14" fmla="*/ 1110246 w 1403807"/>
                <a:gd name="connsiteY14" fmla="*/ 1181400 h 2597044"/>
                <a:gd name="connsiteX15" fmla="*/ 1320583 w 1403807"/>
                <a:gd name="connsiteY15" fmla="*/ 827641 h 2597044"/>
                <a:gd name="connsiteX16" fmla="*/ 1387264 w 1403807"/>
                <a:gd name="connsiteY16" fmla="*/ 750665 h 2597044"/>
                <a:gd name="connsiteX17" fmla="*/ 1356380 w 1403807"/>
                <a:gd name="connsiteY17" fmla="*/ 719781 h 2597044"/>
                <a:gd name="connsiteX18" fmla="*/ 1124752 w 1403807"/>
                <a:gd name="connsiteY18" fmla="*/ 1052718 h 2597044"/>
                <a:gd name="connsiteX19" fmla="*/ 959804 w 1403807"/>
                <a:gd name="connsiteY19" fmla="*/ 1433150 h 2597044"/>
                <a:gd name="connsiteX20" fmla="*/ 814276 w 1403807"/>
                <a:gd name="connsiteY20" fmla="*/ 1820835 h 2597044"/>
                <a:gd name="connsiteX21" fmla="*/ 638098 w 1403807"/>
                <a:gd name="connsiteY21" fmla="*/ 2182549 h 2597044"/>
                <a:gd name="connsiteX22" fmla="*/ 382605 w 1403807"/>
                <a:gd name="connsiteY22" fmla="*/ 2480390 h 2597044"/>
                <a:gd name="connsiteX23" fmla="*/ 283403 w 1403807"/>
                <a:gd name="connsiteY23" fmla="*/ 2541924 h 2597044"/>
                <a:gd name="connsiteX24" fmla="*/ 177883 w 1403807"/>
                <a:gd name="connsiteY24" fmla="*/ 2509169 h 2597044"/>
                <a:gd name="connsiteX25" fmla="*/ 79149 w 1403807"/>
                <a:gd name="connsiteY25" fmla="*/ 2305148 h 2597044"/>
                <a:gd name="connsiteX26" fmla="*/ 62069 w 1403807"/>
                <a:gd name="connsiteY26" fmla="*/ 2066033 h 2597044"/>
                <a:gd name="connsiteX27" fmla="*/ 69322 w 1403807"/>
                <a:gd name="connsiteY27" fmla="*/ 1777551 h 2597044"/>
                <a:gd name="connsiteX28" fmla="*/ 106757 w 1403807"/>
                <a:gd name="connsiteY28" fmla="*/ 1182570 h 2597044"/>
                <a:gd name="connsiteX29" fmla="*/ 136939 w 1403807"/>
                <a:gd name="connsiteY29" fmla="*/ 894789 h 2597044"/>
                <a:gd name="connsiteX30" fmla="*/ 202450 w 1403807"/>
                <a:gd name="connsiteY30" fmla="*/ 636489 h 2597044"/>
                <a:gd name="connsiteX31" fmla="*/ 440629 w 1403807"/>
                <a:gd name="connsiteY31" fmla="*/ 158492 h 2597044"/>
                <a:gd name="connsiteX32" fmla="*/ 513159 w 1403807"/>
                <a:gd name="connsiteY32" fmla="*/ 49463 h 2597044"/>
                <a:gd name="connsiteX33" fmla="*/ 475724 w 1403807"/>
                <a:gd name="connsiteY33" fmla="*/ 27236 h 2597044"/>
                <a:gd name="connsiteX34" fmla="*/ 475724 w 1403807"/>
                <a:gd name="connsiteY34" fmla="*/ 27236 h 2597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403807" h="2597044">
                  <a:moveTo>
                    <a:pt x="475724" y="27236"/>
                  </a:moveTo>
                  <a:cubicBezTo>
                    <a:pt x="371843" y="177210"/>
                    <a:pt x="278489" y="335138"/>
                    <a:pt x="207129" y="503361"/>
                  </a:cubicBezTo>
                  <a:cubicBezTo>
                    <a:pt x="171566" y="587589"/>
                    <a:pt x="141150" y="674158"/>
                    <a:pt x="119157" y="762831"/>
                  </a:cubicBezTo>
                  <a:cubicBezTo>
                    <a:pt x="96696" y="853611"/>
                    <a:pt x="85700" y="945560"/>
                    <a:pt x="76341" y="1038446"/>
                  </a:cubicBezTo>
                  <a:cubicBezTo>
                    <a:pt x="55986" y="1240126"/>
                    <a:pt x="40778" y="1442274"/>
                    <a:pt x="30951" y="1644891"/>
                  </a:cubicBezTo>
                  <a:cubicBezTo>
                    <a:pt x="26038" y="1746901"/>
                    <a:pt x="22295" y="1848677"/>
                    <a:pt x="19955" y="1950687"/>
                  </a:cubicBezTo>
                  <a:cubicBezTo>
                    <a:pt x="17849" y="2037021"/>
                    <a:pt x="15041" y="2124057"/>
                    <a:pt x="21827" y="2210392"/>
                  </a:cubicBezTo>
                  <a:cubicBezTo>
                    <a:pt x="28378" y="2291110"/>
                    <a:pt x="43586" y="2372064"/>
                    <a:pt x="80085" y="2445062"/>
                  </a:cubicBezTo>
                  <a:cubicBezTo>
                    <a:pt x="113776" y="2512678"/>
                    <a:pt x="175544" y="2595970"/>
                    <a:pt x="260240" y="2590121"/>
                  </a:cubicBezTo>
                  <a:cubicBezTo>
                    <a:pt x="305630" y="2587080"/>
                    <a:pt x="345872" y="2563215"/>
                    <a:pt x="381201" y="2536309"/>
                  </a:cubicBezTo>
                  <a:cubicBezTo>
                    <a:pt x="409044" y="2515252"/>
                    <a:pt x="435950" y="2493025"/>
                    <a:pt x="461686" y="2469160"/>
                  </a:cubicBezTo>
                  <a:cubicBezTo>
                    <a:pt x="511288" y="2423303"/>
                    <a:pt x="556210" y="2372766"/>
                    <a:pt x="597154" y="2319187"/>
                  </a:cubicBezTo>
                  <a:cubicBezTo>
                    <a:pt x="679745" y="2211327"/>
                    <a:pt x="744086" y="2090600"/>
                    <a:pt x="799536" y="1967065"/>
                  </a:cubicBezTo>
                  <a:cubicBezTo>
                    <a:pt x="857092" y="1838149"/>
                    <a:pt x="905524" y="1705488"/>
                    <a:pt x="954189" y="1573297"/>
                  </a:cubicBezTo>
                  <a:cubicBezTo>
                    <a:pt x="1002620" y="1441339"/>
                    <a:pt x="1051286" y="1309147"/>
                    <a:pt x="1110246" y="1181400"/>
                  </a:cubicBezTo>
                  <a:cubicBezTo>
                    <a:pt x="1167802" y="1056695"/>
                    <a:pt x="1234951" y="935266"/>
                    <a:pt x="1320583" y="827641"/>
                  </a:cubicBezTo>
                  <a:cubicBezTo>
                    <a:pt x="1341640" y="800968"/>
                    <a:pt x="1364101" y="775466"/>
                    <a:pt x="1387264" y="750665"/>
                  </a:cubicBezTo>
                  <a:cubicBezTo>
                    <a:pt x="1406449" y="730076"/>
                    <a:pt x="1375565" y="699192"/>
                    <a:pt x="1356380" y="719781"/>
                  </a:cubicBezTo>
                  <a:cubicBezTo>
                    <a:pt x="1263261" y="818750"/>
                    <a:pt x="1187689" y="932692"/>
                    <a:pt x="1124752" y="1052718"/>
                  </a:cubicBezTo>
                  <a:cubicBezTo>
                    <a:pt x="1060410" y="1175317"/>
                    <a:pt x="1008469" y="1303765"/>
                    <a:pt x="959804" y="1433150"/>
                  </a:cubicBezTo>
                  <a:cubicBezTo>
                    <a:pt x="911139" y="1562300"/>
                    <a:pt x="865515" y="1692620"/>
                    <a:pt x="814276" y="1820835"/>
                  </a:cubicBezTo>
                  <a:cubicBezTo>
                    <a:pt x="764441" y="1945306"/>
                    <a:pt x="708757" y="2068139"/>
                    <a:pt x="638098" y="2182549"/>
                  </a:cubicBezTo>
                  <a:cubicBezTo>
                    <a:pt x="569078" y="2294620"/>
                    <a:pt x="484849" y="2397098"/>
                    <a:pt x="382605" y="2480390"/>
                  </a:cubicBezTo>
                  <a:cubicBezTo>
                    <a:pt x="352657" y="2504723"/>
                    <a:pt x="320604" y="2530694"/>
                    <a:pt x="283403" y="2541924"/>
                  </a:cubicBezTo>
                  <a:cubicBezTo>
                    <a:pt x="242224" y="2554324"/>
                    <a:pt x="206895" y="2538649"/>
                    <a:pt x="177883" y="2509169"/>
                  </a:cubicBezTo>
                  <a:cubicBezTo>
                    <a:pt x="123837" y="2454420"/>
                    <a:pt x="94591" y="2379550"/>
                    <a:pt x="79149" y="2305148"/>
                  </a:cubicBezTo>
                  <a:cubicBezTo>
                    <a:pt x="62771" y="2226769"/>
                    <a:pt x="61367" y="2145816"/>
                    <a:pt x="62069" y="2066033"/>
                  </a:cubicBezTo>
                  <a:cubicBezTo>
                    <a:pt x="63005" y="1969873"/>
                    <a:pt x="65813" y="1873478"/>
                    <a:pt x="69322" y="1777551"/>
                  </a:cubicBezTo>
                  <a:cubicBezTo>
                    <a:pt x="76809" y="1578912"/>
                    <a:pt x="89209" y="1380507"/>
                    <a:pt x="106757" y="1182570"/>
                  </a:cubicBezTo>
                  <a:cubicBezTo>
                    <a:pt x="115180" y="1086877"/>
                    <a:pt x="121965" y="990015"/>
                    <a:pt x="136939" y="894789"/>
                  </a:cubicBezTo>
                  <a:cubicBezTo>
                    <a:pt x="150743" y="806818"/>
                    <a:pt x="173438" y="720483"/>
                    <a:pt x="202450" y="636489"/>
                  </a:cubicBezTo>
                  <a:cubicBezTo>
                    <a:pt x="260708" y="467798"/>
                    <a:pt x="344936" y="308700"/>
                    <a:pt x="440629" y="158492"/>
                  </a:cubicBezTo>
                  <a:cubicBezTo>
                    <a:pt x="464026" y="121759"/>
                    <a:pt x="488359" y="85494"/>
                    <a:pt x="513159" y="49463"/>
                  </a:cubicBezTo>
                  <a:cubicBezTo>
                    <a:pt x="529771" y="26300"/>
                    <a:pt x="491868" y="4307"/>
                    <a:pt x="475724" y="27236"/>
                  </a:cubicBezTo>
                  <a:lnTo>
                    <a:pt x="475724" y="27236"/>
                  </a:lnTo>
                  <a:close/>
                </a:path>
              </a:pathLst>
            </a:custGeom>
            <a:solidFill>
              <a:srgbClr val="90B3D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3" name="组合 2"/>
          <p:cNvGrpSpPr/>
          <p:nvPr userDrawn="1"/>
        </p:nvGrpSpPr>
        <p:grpSpPr>
          <a:xfrm>
            <a:off x="-1564683" y="5467350"/>
            <a:ext cx="4145036" cy="2427931"/>
            <a:chOff x="-1564684" y="5113376"/>
            <a:chExt cx="4749351" cy="2781905"/>
          </a:xfrm>
        </p:grpSpPr>
        <p:sp>
          <p:nvSpPr>
            <p:cNvPr id="10" name="任意多边形: 形状 9"/>
            <p:cNvSpPr/>
            <p:nvPr userDrawn="1"/>
          </p:nvSpPr>
          <p:spPr>
            <a:xfrm rot="7129483">
              <a:off x="-56306" y="3604998"/>
              <a:ext cx="1732596" cy="4749351"/>
            </a:xfrm>
            <a:custGeom>
              <a:avLst/>
              <a:gdLst>
                <a:gd name="connsiteX0" fmla="*/ 788454 w 809625"/>
                <a:gd name="connsiteY0" fmla="*/ 1692902 h 2219325"/>
                <a:gd name="connsiteX1" fmla="*/ 775118 w 809625"/>
                <a:gd name="connsiteY1" fmla="*/ 827270 h 2219325"/>
                <a:gd name="connsiteX2" fmla="*/ 734828 w 809625"/>
                <a:gd name="connsiteY2" fmla="*/ 393692 h 2219325"/>
                <a:gd name="connsiteX3" fmla="*/ 679011 w 809625"/>
                <a:gd name="connsiteY3" fmla="*/ 79462 h 2219325"/>
                <a:gd name="connsiteX4" fmla="*/ 578808 w 809625"/>
                <a:gd name="connsiteY4" fmla="*/ 7168 h 2219325"/>
                <a:gd name="connsiteX5" fmla="*/ 510609 w 809625"/>
                <a:gd name="connsiteY5" fmla="*/ 31647 h 2219325"/>
                <a:gd name="connsiteX6" fmla="*/ 248481 w 809625"/>
                <a:gd name="connsiteY6" fmla="*/ 471226 h 2219325"/>
                <a:gd name="connsiteX7" fmla="*/ 136658 w 809625"/>
                <a:gd name="connsiteY7" fmla="*/ 1093970 h 2219325"/>
                <a:gd name="connsiteX8" fmla="*/ 97700 w 809625"/>
                <a:gd name="connsiteY8" fmla="*/ 1850255 h 2219325"/>
                <a:gd name="connsiteX9" fmla="*/ 291153 w 809625"/>
                <a:gd name="connsiteY9" fmla="*/ 2001798 h 2219325"/>
                <a:gd name="connsiteX10" fmla="*/ 453935 w 809625"/>
                <a:gd name="connsiteY10" fmla="*/ 2165437 h 2219325"/>
                <a:gd name="connsiteX11" fmla="*/ 639387 w 809625"/>
                <a:gd name="connsiteY11" fmla="*/ 2183916 h 2219325"/>
                <a:gd name="connsiteX12" fmla="*/ 694727 w 809625"/>
                <a:gd name="connsiteY12" fmla="*/ 2083332 h 2219325"/>
                <a:gd name="connsiteX13" fmla="*/ 788454 w 809625"/>
                <a:gd name="connsiteY13" fmla="*/ 1692902 h 2219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09625" h="2219325">
                  <a:moveTo>
                    <a:pt x="788454" y="1692902"/>
                  </a:moveTo>
                  <a:cubicBezTo>
                    <a:pt x="816933" y="1404866"/>
                    <a:pt x="800265" y="1114925"/>
                    <a:pt x="775118" y="827270"/>
                  </a:cubicBezTo>
                  <a:cubicBezTo>
                    <a:pt x="762450" y="682681"/>
                    <a:pt x="747496" y="538282"/>
                    <a:pt x="734828" y="393692"/>
                  </a:cubicBezTo>
                  <a:cubicBezTo>
                    <a:pt x="726065" y="293394"/>
                    <a:pt x="721683" y="172807"/>
                    <a:pt x="679011" y="79462"/>
                  </a:cubicBezTo>
                  <a:cubicBezTo>
                    <a:pt x="660818" y="39743"/>
                    <a:pt x="622433" y="6120"/>
                    <a:pt x="578808" y="7168"/>
                  </a:cubicBezTo>
                  <a:cubicBezTo>
                    <a:pt x="554424" y="7739"/>
                    <a:pt x="531469" y="18883"/>
                    <a:pt x="510609" y="31647"/>
                  </a:cubicBezTo>
                  <a:cubicBezTo>
                    <a:pt x="360686" y="123087"/>
                    <a:pt x="283248" y="299109"/>
                    <a:pt x="248481" y="471226"/>
                  </a:cubicBezTo>
                  <a:cubicBezTo>
                    <a:pt x="206476" y="678966"/>
                    <a:pt x="209429" y="892802"/>
                    <a:pt x="136658" y="1093970"/>
                  </a:cubicBezTo>
                  <a:cubicBezTo>
                    <a:pt x="53790" y="1323046"/>
                    <a:pt x="-86418" y="1631276"/>
                    <a:pt x="97700" y="1850255"/>
                  </a:cubicBezTo>
                  <a:cubicBezTo>
                    <a:pt x="151802" y="1914644"/>
                    <a:pt x="224764" y="1952363"/>
                    <a:pt x="291153" y="2001798"/>
                  </a:cubicBezTo>
                  <a:cubicBezTo>
                    <a:pt x="355161" y="2049423"/>
                    <a:pt x="398595" y="2108669"/>
                    <a:pt x="453935" y="2165437"/>
                  </a:cubicBezTo>
                  <a:cubicBezTo>
                    <a:pt x="506704" y="2219540"/>
                    <a:pt x="582618" y="2244114"/>
                    <a:pt x="639387" y="2183916"/>
                  </a:cubicBezTo>
                  <a:cubicBezTo>
                    <a:pt x="665772" y="2155912"/>
                    <a:pt x="680916" y="2119336"/>
                    <a:pt x="694727" y="2083332"/>
                  </a:cubicBezTo>
                  <a:cubicBezTo>
                    <a:pt x="745400" y="1951316"/>
                    <a:pt x="774738" y="1831967"/>
                    <a:pt x="788454" y="1692902"/>
                  </a:cubicBezTo>
                  <a:close/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22" name="组合 21"/>
            <p:cNvGrpSpPr/>
            <p:nvPr userDrawn="1"/>
          </p:nvGrpSpPr>
          <p:grpSpPr>
            <a:xfrm rot="2902287">
              <a:off x="-812263" y="5817839"/>
              <a:ext cx="2719735" cy="1435150"/>
              <a:chOff x="8296249" y="6240902"/>
              <a:chExt cx="2719735" cy="1435150"/>
            </a:xfrm>
          </p:grpSpPr>
          <p:sp>
            <p:nvSpPr>
              <p:cNvPr id="23" name="任意多边形: 形状 22"/>
              <p:cNvSpPr/>
              <p:nvPr/>
            </p:nvSpPr>
            <p:spPr>
              <a:xfrm rot="16200000">
                <a:off x="8881169" y="5757515"/>
                <a:ext cx="1333617" cy="2503457"/>
              </a:xfrm>
              <a:custGeom>
                <a:avLst/>
                <a:gdLst>
                  <a:gd name="connsiteX0" fmla="*/ 503416 w 1333617"/>
                  <a:gd name="connsiteY0" fmla="*/ 171484 h 2503457"/>
                  <a:gd name="connsiteX1" fmla="*/ 33374 w 1333617"/>
                  <a:gd name="connsiteY1" fmla="*/ 973994 h 2503457"/>
                  <a:gd name="connsiteX2" fmla="*/ 24717 w 1333617"/>
                  <a:gd name="connsiteY2" fmla="*/ 1600794 h 2503457"/>
                  <a:gd name="connsiteX3" fmla="*/ 49752 w 1333617"/>
                  <a:gd name="connsiteY3" fmla="*/ 2302698 h 2503457"/>
                  <a:gd name="connsiteX4" fmla="*/ 83443 w 1333617"/>
                  <a:gd name="connsiteY4" fmla="*/ 2438868 h 2503457"/>
                  <a:gd name="connsiteX5" fmla="*/ 248157 w 1333617"/>
                  <a:gd name="connsiteY5" fmla="*/ 2493850 h 2503457"/>
                  <a:gd name="connsiteX6" fmla="*/ 657367 w 1333617"/>
                  <a:gd name="connsiteY6" fmla="*/ 2330540 h 2503457"/>
                  <a:gd name="connsiteX7" fmla="*/ 1227313 w 1333617"/>
                  <a:gd name="connsiteY7" fmla="*/ 1854650 h 2503457"/>
                  <a:gd name="connsiteX8" fmla="*/ 1262642 w 1333617"/>
                  <a:gd name="connsiteY8" fmla="*/ 973760 h 2503457"/>
                  <a:gd name="connsiteX9" fmla="*/ 1039670 w 1333617"/>
                  <a:gd name="connsiteY9" fmla="*/ 160956 h 2503457"/>
                  <a:gd name="connsiteX10" fmla="*/ 640755 w 1333617"/>
                  <a:gd name="connsiteY10" fmla="*/ 73451 h 2503457"/>
                  <a:gd name="connsiteX11" fmla="*/ 503416 w 1333617"/>
                  <a:gd name="connsiteY11" fmla="*/ 171484 h 2503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333617" h="2503457">
                    <a:moveTo>
                      <a:pt x="503416" y="171484"/>
                    </a:moveTo>
                    <a:cubicBezTo>
                      <a:pt x="247923" y="373633"/>
                      <a:pt x="71277" y="636847"/>
                      <a:pt x="33374" y="973994"/>
                    </a:cubicBezTo>
                    <a:cubicBezTo>
                      <a:pt x="9977" y="1181757"/>
                      <a:pt x="17464" y="1391861"/>
                      <a:pt x="24717" y="1600794"/>
                    </a:cubicBezTo>
                    <a:cubicBezTo>
                      <a:pt x="33140" y="1834762"/>
                      <a:pt x="41329" y="2068730"/>
                      <a:pt x="49752" y="2302698"/>
                    </a:cubicBezTo>
                    <a:cubicBezTo>
                      <a:pt x="51389" y="2350194"/>
                      <a:pt x="54431" y="2401199"/>
                      <a:pt x="83443" y="2438868"/>
                    </a:cubicBezTo>
                    <a:cubicBezTo>
                      <a:pt x="120410" y="2486597"/>
                      <a:pt x="188027" y="2497827"/>
                      <a:pt x="248157" y="2493850"/>
                    </a:cubicBezTo>
                    <a:cubicBezTo>
                      <a:pt x="396258" y="2484023"/>
                      <a:pt x="529854" y="2406347"/>
                      <a:pt x="657367" y="2330540"/>
                    </a:cubicBezTo>
                    <a:cubicBezTo>
                      <a:pt x="869575" y="2204666"/>
                      <a:pt x="1107989" y="2082534"/>
                      <a:pt x="1227313" y="1854650"/>
                    </a:cubicBezTo>
                    <a:cubicBezTo>
                      <a:pt x="1372841" y="1576462"/>
                      <a:pt x="1336576" y="1266922"/>
                      <a:pt x="1262642" y="973760"/>
                    </a:cubicBezTo>
                    <a:cubicBezTo>
                      <a:pt x="1199470" y="723648"/>
                      <a:pt x="1161100" y="387202"/>
                      <a:pt x="1039670" y="160956"/>
                    </a:cubicBezTo>
                    <a:cubicBezTo>
                      <a:pt x="953336" y="-14"/>
                      <a:pt x="784879" y="-19902"/>
                      <a:pt x="640755" y="73451"/>
                    </a:cubicBezTo>
                    <a:cubicBezTo>
                      <a:pt x="592791" y="104335"/>
                      <a:pt x="546934" y="137091"/>
                      <a:pt x="503416" y="171484"/>
                    </a:cubicBezTo>
                    <a:close/>
                  </a:path>
                </a:pathLst>
              </a:custGeom>
              <a:solidFill>
                <a:srgbClr val="FFBDB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/>
              </a:p>
            </p:txBody>
          </p:sp>
          <p:sp>
            <p:nvSpPr>
              <p:cNvPr id="24" name="任意多边形: 形状 23"/>
              <p:cNvSpPr/>
              <p:nvPr/>
            </p:nvSpPr>
            <p:spPr>
              <a:xfrm rot="16200000">
                <a:off x="10721708" y="6852695"/>
                <a:ext cx="140381" cy="116984"/>
              </a:xfrm>
              <a:custGeom>
                <a:avLst/>
                <a:gdLst>
                  <a:gd name="connsiteX0" fmla="*/ 50430 w 140380"/>
                  <a:gd name="connsiteY0" fmla="*/ 103954 h 116983"/>
                  <a:gd name="connsiteX1" fmla="*/ 128341 w 140380"/>
                  <a:gd name="connsiteY1" fmla="*/ 58331 h 116983"/>
                  <a:gd name="connsiteX2" fmla="*/ 136296 w 140380"/>
                  <a:gd name="connsiteY2" fmla="*/ 28383 h 116983"/>
                  <a:gd name="connsiteX3" fmla="*/ 106348 w 140380"/>
                  <a:gd name="connsiteY3" fmla="*/ 20427 h 116983"/>
                  <a:gd name="connsiteX4" fmla="*/ 28437 w 140380"/>
                  <a:gd name="connsiteY4" fmla="*/ 66051 h 116983"/>
                  <a:gd name="connsiteX5" fmla="*/ 20482 w 140380"/>
                  <a:gd name="connsiteY5" fmla="*/ 95999 h 116983"/>
                  <a:gd name="connsiteX6" fmla="*/ 50430 w 140380"/>
                  <a:gd name="connsiteY6" fmla="*/ 103954 h 116983"/>
                  <a:gd name="connsiteX7" fmla="*/ 50430 w 140380"/>
                  <a:gd name="connsiteY7" fmla="*/ 103954 h 1169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0380" h="116983">
                    <a:moveTo>
                      <a:pt x="50430" y="103954"/>
                    </a:moveTo>
                    <a:cubicBezTo>
                      <a:pt x="76401" y="88512"/>
                      <a:pt x="102371" y="73538"/>
                      <a:pt x="128341" y="58331"/>
                    </a:cubicBezTo>
                    <a:cubicBezTo>
                      <a:pt x="138168" y="52481"/>
                      <a:pt x="142613" y="38209"/>
                      <a:pt x="136296" y="28383"/>
                    </a:cubicBezTo>
                    <a:cubicBezTo>
                      <a:pt x="129979" y="18321"/>
                      <a:pt x="116877" y="14344"/>
                      <a:pt x="106348" y="20427"/>
                    </a:cubicBezTo>
                    <a:cubicBezTo>
                      <a:pt x="80378" y="35636"/>
                      <a:pt x="54408" y="50843"/>
                      <a:pt x="28437" y="66051"/>
                    </a:cubicBezTo>
                    <a:cubicBezTo>
                      <a:pt x="18610" y="71900"/>
                      <a:pt x="14165" y="85939"/>
                      <a:pt x="20482" y="95999"/>
                    </a:cubicBezTo>
                    <a:cubicBezTo>
                      <a:pt x="26799" y="106059"/>
                      <a:pt x="39901" y="110271"/>
                      <a:pt x="50430" y="103954"/>
                    </a:cubicBezTo>
                    <a:lnTo>
                      <a:pt x="50430" y="103954"/>
                    </a:lnTo>
                    <a:close/>
                  </a:path>
                </a:pathLst>
              </a:custGeom>
              <a:solidFill>
                <a:srgbClr val="E8857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5" name="任意多边形: 形状 24"/>
              <p:cNvSpPr/>
              <p:nvPr/>
            </p:nvSpPr>
            <p:spPr>
              <a:xfrm rot="16200000">
                <a:off x="9050653" y="5655982"/>
                <a:ext cx="1380411" cy="2550251"/>
              </a:xfrm>
              <a:custGeom>
                <a:avLst/>
                <a:gdLst>
                  <a:gd name="connsiteX0" fmla="*/ 880114 w 1380411"/>
                  <a:gd name="connsiteY0" fmla="*/ 2259089 h 2550250"/>
                  <a:gd name="connsiteX1" fmla="*/ 1279029 w 1380411"/>
                  <a:gd name="connsiteY1" fmla="*/ 1866257 h 2550250"/>
                  <a:gd name="connsiteX2" fmla="*/ 1359046 w 1380411"/>
                  <a:gd name="connsiteY2" fmla="*/ 1263556 h 2550250"/>
                  <a:gd name="connsiteX3" fmla="*/ 1299385 w 1380411"/>
                  <a:gd name="connsiteY3" fmla="*/ 965012 h 2550250"/>
                  <a:gd name="connsiteX4" fmla="*/ 1241595 w 1380411"/>
                  <a:gd name="connsiteY4" fmla="*/ 694078 h 2550250"/>
                  <a:gd name="connsiteX5" fmla="*/ 1175382 w 1380411"/>
                  <a:gd name="connsiteY5" fmla="*/ 415422 h 2550250"/>
                  <a:gd name="connsiteX6" fmla="*/ 1076179 w 1380411"/>
                  <a:gd name="connsiteY6" fmla="*/ 163672 h 2550250"/>
                  <a:gd name="connsiteX7" fmla="*/ 893216 w 1380411"/>
                  <a:gd name="connsiteY7" fmla="*/ 23057 h 2550250"/>
                  <a:gd name="connsiteX8" fmla="*/ 664162 w 1380411"/>
                  <a:gd name="connsiteY8" fmla="*/ 68447 h 2550250"/>
                  <a:gd name="connsiteX9" fmla="*/ 426450 w 1380411"/>
                  <a:gd name="connsiteY9" fmla="*/ 248837 h 2550250"/>
                  <a:gd name="connsiteX10" fmla="*/ 248634 w 1380411"/>
                  <a:gd name="connsiteY10" fmla="*/ 445370 h 2550250"/>
                  <a:gd name="connsiteX11" fmla="*/ 43210 w 1380411"/>
                  <a:gd name="connsiteY11" fmla="*/ 925939 h 2550250"/>
                  <a:gd name="connsiteX12" fmla="*/ 17942 w 1380411"/>
                  <a:gd name="connsiteY12" fmla="*/ 1257238 h 2550250"/>
                  <a:gd name="connsiteX13" fmla="*/ 24025 w 1380411"/>
                  <a:gd name="connsiteY13" fmla="*/ 1602809 h 2550250"/>
                  <a:gd name="connsiteX14" fmla="*/ 48826 w 1380411"/>
                  <a:gd name="connsiteY14" fmla="*/ 2301671 h 2550250"/>
                  <a:gd name="connsiteX15" fmla="*/ 70351 w 1380411"/>
                  <a:gd name="connsiteY15" fmla="*/ 2444626 h 2550250"/>
                  <a:gd name="connsiteX16" fmla="*/ 169085 w 1380411"/>
                  <a:gd name="connsiteY16" fmla="*/ 2527685 h 2550250"/>
                  <a:gd name="connsiteX17" fmla="*/ 303851 w 1380411"/>
                  <a:gd name="connsiteY17" fmla="*/ 2534236 h 2550250"/>
                  <a:gd name="connsiteX18" fmla="*/ 453590 w 1380411"/>
                  <a:gd name="connsiteY18" fmla="*/ 2494461 h 2550250"/>
                  <a:gd name="connsiteX19" fmla="*/ 593269 w 1380411"/>
                  <a:gd name="connsiteY19" fmla="*/ 2427546 h 2550250"/>
                  <a:gd name="connsiteX20" fmla="*/ 571042 w 1380411"/>
                  <a:gd name="connsiteY20" fmla="*/ 2389644 h 2550250"/>
                  <a:gd name="connsiteX21" fmla="*/ 290515 w 1380411"/>
                  <a:gd name="connsiteY21" fmla="*/ 2491888 h 2550250"/>
                  <a:gd name="connsiteX22" fmla="*/ 166746 w 1380411"/>
                  <a:gd name="connsiteY22" fmla="*/ 2480423 h 2550250"/>
                  <a:gd name="connsiteX23" fmla="*/ 98661 w 1380411"/>
                  <a:gd name="connsiteY23" fmla="*/ 2388239 h 2550250"/>
                  <a:gd name="connsiteX24" fmla="*/ 90238 w 1380411"/>
                  <a:gd name="connsiteY24" fmla="*/ 2237564 h 2550250"/>
                  <a:gd name="connsiteX25" fmla="*/ 84155 w 1380411"/>
                  <a:gd name="connsiteY25" fmla="*/ 2069341 h 2550250"/>
                  <a:gd name="connsiteX26" fmla="*/ 72222 w 1380411"/>
                  <a:gd name="connsiteY26" fmla="*/ 1735937 h 2550250"/>
                  <a:gd name="connsiteX27" fmla="*/ 69883 w 1380411"/>
                  <a:gd name="connsiteY27" fmla="*/ 1067490 h 2550250"/>
                  <a:gd name="connsiteX28" fmla="*/ 118314 w 1380411"/>
                  <a:gd name="connsiteY28" fmla="*/ 797023 h 2550250"/>
                  <a:gd name="connsiteX29" fmla="*/ 219622 w 1380411"/>
                  <a:gd name="connsiteY29" fmla="*/ 567969 h 2550250"/>
                  <a:gd name="connsiteX30" fmla="*/ 561684 w 1380411"/>
                  <a:gd name="connsiteY30" fmla="*/ 192450 h 2550250"/>
                  <a:gd name="connsiteX31" fmla="*/ 794248 w 1380411"/>
                  <a:gd name="connsiteY31" fmla="*/ 64703 h 2550250"/>
                  <a:gd name="connsiteX32" fmla="*/ 983762 w 1380411"/>
                  <a:gd name="connsiteY32" fmla="*/ 116878 h 2550250"/>
                  <a:gd name="connsiteX33" fmla="*/ 1102150 w 1380411"/>
                  <a:gd name="connsiteY33" fmla="*/ 330257 h 2550250"/>
                  <a:gd name="connsiteX34" fmla="*/ 1175148 w 1380411"/>
                  <a:gd name="connsiteY34" fmla="*/ 593003 h 2550250"/>
                  <a:gd name="connsiteX35" fmla="*/ 1231534 w 1380411"/>
                  <a:gd name="connsiteY35" fmla="*/ 861832 h 2550250"/>
                  <a:gd name="connsiteX36" fmla="*/ 1292132 w 1380411"/>
                  <a:gd name="connsiteY36" fmla="*/ 1127152 h 2550250"/>
                  <a:gd name="connsiteX37" fmla="*/ 1291664 w 1380411"/>
                  <a:gd name="connsiteY37" fmla="*/ 1711136 h 2550250"/>
                  <a:gd name="connsiteX38" fmla="*/ 1164385 w 1380411"/>
                  <a:gd name="connsiteY38" fmla="*/ 1967097 h 2550250"/>
                  <a:gd name="connsiteX39" fmla="*/ 967618 w 1380411"/>
                  <a:gd name="connsiteY39" fmla="*/ 2148656 h 2550250"/>
                  <a:gd name="connsiteX40" fmla="*/ 857887 w 1380411"/>
                  <a:gd name="connsiteY40" fmla="*/ 2221186 h 2550250"/>
                  <a:gd name="connsiteX41" fmla="*/ 880114 w 1380411"/>
                  <a:gd name="connsiteY41" fmla="*/ 2259089 h 2550250"/>
                  <a:gd name="connsiteX42" fmla="*/ 880114 w 1380411"/>
                  <a:gd name="connsiteY42" fmla="*/ 2259089 h 2550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1380411" h="2550250">
                    <a:moveTo>
                      <a:pt x="880114" y="2259089"/>
                    </a:moveTo>
                    <a:cubicBezTo>
                      <a:pt x="1040850" y="2159419"/>
                      <a:pt x="1194333" y="2040095"/>
                      <a:pt x="1279029" y="1866257"/>
                    </a:cubicBezTo>
                    <a:cubicBezTo>
                      <a:pt x="1370511" y="1678849"/>
                      <a:pt x="1385251" y="1468043"/>
                      <a:pt x="1359046" y="1263556"/>
                    </a:cubicBezTo>
                    <a:cubicBezTo>
                      <a:pt x="1346178" y="1162481"/>
                      <a:pt x="1323249" y="1063981"/>
                      <a:pt x="1299385" y="965012"/>
                    </a:cubicBezTo>
                    <a:cubicBezTo>
                      <a:pt x="1277626" y="875169"/>
                      <a:pt x="1260312" y="784389"/>
                      <a:pt x="1241595" y="694078"/>
                    </a:cubicBezTo>
                    <a:cubicBezTo>
                      <a:pt x="1222175" y="600490"/>
                      <a:pt x="1201820" y="507137"/>
                      <a:pt x="1175382" y="415422"/>
                    </a:cubicBezTo>
                    <a:cubicBezTo>
                      <a:pt x="1150347" y="329321"/>
                      <a:pt x="1120633" y="242051"/>
                      <a:pt x="1076179" y="163672"/>
                    </a:cubicBezTo>
                    <a:cubicBezTo>
                      <a:pt x="1036872" y="94418"/>
                      <a:pt x="972531" y="39201"/>
                      <a:pt x="893216" y="23057"/>
                    </a:cubicBezTo>
                    <a:cubicBezTo>
                      <a:pt x="814135" y="6913"/>
                      <a:pt x="732714" y="27502"/>
                      <a:pt x="664162" y="68447"/>
                    </a:cubicBezTo>
                    <a:cubicBezTo>
                      <a:pt x="579231" y="118984"/>
                      <a:pt x="499448" y="182156"/>
                      <a:pt x="426450" y="248837"/>
                    </a:cubicBezTo>
                    <a:cubicBezTo>
                      <a:pt x="360939" y="308498"/>
                      <a:pt x="301277" y="374243"/>
                      <a:pt x="248634" y="445370"/>
                    </a:cubicBezTo>
                    <a:cubicBezTo>
                      <a:pt x="144051" y="587154"/>
                      <a:pt x="72690" y="752101"/>
                      <a:pt x="43210" y="925939"/>
                    </a:cubicBezTo>
                    <a:cubicBezTo>
                      <a:pt x="24727" y="1034968"/>
                      <a:pt x="19580" y="1146805"/>
                      <a:pt x="17942" y="1257238"/>
                    </a:cubicBezTo>
                    <a:cubicBezTo>
                      <a:pt x="16304" y="1372351"/>
                      <a:pt x="20048" y="1487697"/>
                      <a:pt x="24025" y="1602809"/>
                    </a:cubicBezTo>
                    <a:cubicBezTo>
                      <a:pt x="32214" y="1835841"/>
                      <a:pt x="40637" y="2068639"/>
                      <a:pt x="48826" y="2301671"/>
                    </a:cubicBezTo>
                    <a:cubicBezTo>
                      <a:pt x="50463" y="2349869"/>
                      <a:pt x="50463" y="2399938"/>
                      <a:pt x="70351" y="2444626"/>
                    </a:cubicBezTo>
                    <a:cubicBezTo>
                      <a:pt x="88834" y="2486506"/>
                      <a:pt x="125801" y="2514348"/>
                      <a:pt x="169085" y="2527685"/>
                    </a:cubicBezTo>
                    <a:cubicBezTo>
                      <a:pt x="212603" y="2541254"/>
                      <a:pt x="259163" y="2540085"/>
                      <a:pt x="303851" y="2534236"/>
                    </a:cubicBezTo>
                    <a:cubicBezTo>
                      <a:pt x="355324" y="2527450"/>
                      <a:pt x="405393" y="2513412"/>
                      <a:pt x="453590" y="2494461"/>
                    </a:cubicBezTo>
                    <a:cubicBezTo>
                      <a:pt x="501788" y="2475510"/>
                      <a:pt x="547879" y="2452347"/>
                      <a:pt x="593269" y="2427546"/>
                    </a:cubicBezTo>
                    <a:cubicBezTo>
                      <a:pt x="618070" y="2413976"/>
                      <a:pt x="595843" y="2376073"/>
                      <a:pt x="571042" y="2389644"/>
                    </a:cubicBezTo>
                    <a:cubicBezTo>
                      <a:pt x="484006" y="2437607"/>
                      <a:pt x="390419" y="2481125"/>
                      <a:pt x="290515" y="2491888"/>
                    </a:cubicBezTo>
                    <a:cubicBezTo>
                      <a:pt x="249570" y="2496333"/>
                      <a:pt x="205350" y="2496801"/>
                      <a:pt x="166746" y="2480423"/>
                    </a:cubicBezTo>
                    <a:cubicBezTo>
                      <a:pt x="126971" y="2463577"/>
                      <a:pt x="106382" y="2429652"/>
                      <a:pt x="98661" y="2388239"/>
                    </a:cubicBezTo>
                    <a:cubicBezTo>
                      <a:pt x="89536" y="2339340"/>
                      <a:pt x="91876" y="2287166"/>
                      <a:pt x="90238" y="2237564"/>
                    </a:cubicBezTo>
                    <a:cubicBezTo>
                      <a:pt x="88132" y="2181412"/>
                      <a:pt x="86261" y="2125494"/>
                      <a:pt x="84155" y="2069341"/>
                    </a:cubicBezTo>
                    <a:cubicBezTo>
                      <a:pt x="80177" y="1958207"/>
                      <a:pt x="76200" y="1847072"/>
                      <a:pt x="72222" y="1735937"/>
                    </a:cubicBezTo>
                    <a:cubicBezTo>
                      <a:pt x="64268" y="1513433"/>
                      <a:pt x="51867" y="1289994"/>
                      <a:pt x="69883" y="1067490"/>
                    </a:cubicBezTo>
                    <a:cubicBezTo>
                      <a:pt x="77370" y="975775"/>
                      <a:pt x="91174" y="885229"/>
                      <a:pt x="118314" y="797023"/>
                    </a:cubicBezTo>
                    <a:cubicBezTo>
                      <a:pt x="142881" y="717006"/>
                      <a:pt x="177040" y="640031"/>
                      <a:pt x="219622" y="567969"/>
                    </a:cubicBezTo>
                    <a:cubicBezTo>
                      <a:pt x="306190" y="421037"/>
                      <a:pt x="426216" y="295396"/>
                      <a:pt x="561684" y="192450"/>
                    </a:cubicBezTo>
                    <a:cubicBezTo>
                      <a:pt x="631406" y="139339"/>
                      <a:pt x="705808" y="80847"/>
                      <a:pt x="794248" y="64703"/>
                    </a:cubicBezTo>
                    <a:cubicBezTo>
                      <a:pt x="861864" y="52537"/>
                      <a:pt x="932289" y="70552"/>
                      <a:pt x="983762" y="116878"/>
                    </a:cubicBezTo>
                    <a:cubicBezTo>
                      <a:pt x="1044125" y="171627"/>
                      <a:pt x="1075243" y="255388"/>
                      <a:pt x="1102150" y="330257"/>
                    </a:cubicBezTo>
                    <a:cubicBezTo>
                      <a:pt x="1132799" y="415889"/>
                      <a:pt x="1155260" y="504329"/>
                      <a:pt x="1175148" y="593003"/>
                    </a:cubicBezTo>
                    <a:cubicBezTo>
                      <a:pt x="1195269" y="682379"/>
                      <a:pt x="1212582" y="772223"/>
                      <a:pt x="1231534" y="861832"/>
                    </a:cubicBezTo>
                    <a:cubicBezTo>
                      <a:pt x="1250251" y="950506"/>
                      <a:pt x="1274116" y="1038244"/>
                      <a:pt x="1292132" y="1127152"/>
                    </a:cubicBezTo>
                    <a:cubicBezTo>
                      <a:pt x="1331204" y="1319006"/>
                      <a:pt x="1346178" y="1520686"/>
                      <a:pt x="1291664" y="1711136"/>
                    </a:cubicBezTo>
                    <a:cubicBezTo>
                      <a:pt x="1265459" y="1803086"/>
                      <a:pt x="1224047" y="1891993"/>
                      <a:pt x="1164385" y="1967097"/>
                    </a:cubicBezTo>
                    <a:cubicBezTo>
                      <a:pt x="1108701" y="2037287"/>
                      <a:pt x="1040382" y="2096715"/>
                      <a:pt x="967618" y="2148656"/>
                    </a:cubicBezTo>
                    <a:cubicBezTo>
                      <a:pt x="931821" y="2174159"/>
                      <a:pt x="895088" y="2198024"/>
                      <a:pt x="857887" y="2221186"/>
                    </a:cubicBezTo>
                    <a:cubicBezTo>
                      <a:pt x="834022" y="2236160"/>
                      <a:pt x="856015" y="2274063"/>
                      <a:pt x="880114" y="2259089"/>
                    </a:cubicBezTo>
                    <a:lnTo>
                      <a:pt x="880114" y="2259089"/>
                    </a:lnTo>
                    <a:close/>
                  </a:path>
                </a:pathLst>
              </a:custGeom>
              <a:solidFill>
                <a:srgbClr val="F97D7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20" name="组合 19"/>
          <p:cNvGrpSpPr/>
          <p:nvPr userDrawn="1"/>
        </p:nvGrpSpPr>
        <p:grpSpPr>
          <a:xfrm>
            <a:off x="7127830" y="5746181"/>
            <a:ext cx="5751764" cy="1842304"/>
            <a:chOff x="6201597" y="5542412"/>
            <a:chExt cx="6590328" cy="2110898"/>
          </a:xfrm>
        </p:grpSpPr>
        <p:sp>
          <p:nvSpPr>
            <p:cNvPr id="13" name="任意多边形: 形状 12"/>
            <p:cNvSpPr/>
            <p:nvPr/>
          </p:nvSpPr>
          <p:spPr>
            <a:xfrm>
              <a:off x="6201597" y="5750654"/>
              <a:ext cx="6278112" cy="1793747"/>
            </a:xfrm>
            <a:custGeom>
              <a:avLst/>
              <a:gdLst>
                <a:gd name="connsiteX0" fmla="*/ 2285810 w 2933700"/>
                <a:gd name="connsiteY0" fmla="*/ 832256 h 838200"/>
                <a:gd name="connsiteX1" fmla="*/ 2803493 w 2933700"/>
                <a:gd name="connsiteY1" fmla="*/ 768248 h 838200"/>
                <a:gd name="connsiteX2" fmla="*/ 2922365 w 2933700"/>
                <a:gd name="connsiteY2" fmla="*/ 646709 h 838200"/>
                <a:gd name="connsiteX3" fmla="*/ 2601849 w 2933700"/>
                <a:gd name="connsiteY3" fmla="*/ 305714 h 838200"/>
                <a:gd name="connsiteX4" fmla="*/ 2187226 w 2933700"/>
                <a:gd name="connsiteY4" fmla="*/ 14820 h 838200"/>
                <a:gd name="connsiteX5" fmla="*/ 1600105 w 2933700"/>
                <a:gd name="connsiteY5" fmla="*/ 162648 h 838200"/>
                <a:gd name="connsiteX6" fmla="*/ 732949 w 2933700"/>
                <a:gd name="connsiteY6" fmla="*/ 332193 h 838200"/>
                <a:gd name="connsiteX7" fmla="*/ 325374 w 2933700"/>
                <a:gd name="connsiteY7" fmla="*/ 435444 h 838200"/>
                <a:gd name="connsiteX8" fmla="*/ 7144 w 2933700"/>
                <a:gd name="connsiteY8" fmla="*/ 676522 h 838200"/>
                <a:gd name="connsiteX9" fmla="*/ 247174 w 2933700"/>
                <a:gd name="connsiteY9" fmla="*/ 694620 h 838200"/>
                <a:gd name="connsiteX10" fmla="*/ 1667828 w 2933700"/>
                <a:gd name="connsiteY10" fmla="*/ 769391 h 838200"/>
                <a:gd name="connsiteX11" fmla="*/ 2285810 w 2933700"/>
                <a:gd name="connsiteY11" fmla="*/ 832256 h 838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933700" h="838200">
                  <a:moveTo>
                    <a:pt x="2285810" y="832256"/>
                  </a:moveTo>
                  <a:cubicBezTo>
                    <a:pt x="2464784" y="833494"/>
                    <a:pt x="2628329" y="789679"/>
                    <a:pt x="2803493" y="768248"/>
                  </a:cubicBezTo>
                  <a:cubicBezTo>
                    <a:pt x="2881313" y="758723"/>
                    <a:pt x="2960846" y="742912"/>
                    <a:pt x="2922365" y="646709"/>
                  </a:cubicBezTo>
                  <a:cubicBezTo>
                    <a:pt x="2864644" y="502786"/>
                    <a:pt x="2702909" y="414489"/>
                    <a:pt x="2601849" y="305714"/>
                  </a:cubicBezTo>
                  <a:cubicBezTo>
                    <a:pt x="2484882" y="179793"/>
                    <a:pt x="2356009" y="47015"/>
                    <a:pt x="2187226" y="14820"/>
                  </a:cubicBezTo>
                  <a:cubicBezTo>
                    <a:pt x="1985962" y="-23566"/>
                    <a:pt x="1791938" y="90830"/>
                    <a:pt x="1600105" y="162648"/>
                  </a:cubicBezTo>
                  <a:cubicBezTo>
                    <a:pt x="1323689" y="266185"/>
                    <a:pt x="1024128" y="283901"/>
                    <a:pt x="732949" y="332193"/>
                  </a:cubicBezTo>
                  <a:cubicBezTo>
                    <a:pt x="594646" y="355149"/>
                    <a:pt x="456819" y="386200"/>
                    <a:pt x="325374" y="435444"/>
                  </a:cubicBezTo>
                  <a:cubicBezTo>
                    <a:pt x="218503" y="475544"/>
                    <a:pt x="15526" y="540219"/>
                    <a:pt x="7144" y="676522"/>
                  </a:cubicBezTo>
                  <a:cubicBezTo>
                    <a:pt x="84296" y="699668"/>
                    <a:pt x="166592" y="696715"/>
                    <a:pt x="247174" y="694620"/>
                  </a:cubicBezTo>
                  <a:cubicBezTo>
                    <a:pt x="721709" y="682237"/>
                    <a:pt x="1197197" y="707288"/>
                    <a:pt x="1667828" y="769391"/>
                  </a:cubicBezTo>
                  <a:cubicBezTo>
                    <a:pt x="1873186" y="796537"/>
                    <a:pt x="2078545" y="830827"/>
                    <a:pt x="2285810" y="832256"/>
                  </a:cubicBezTo>
                  <a:close/>
                </a:path>
              </a:pathLst>
            </a:custGeom>
            <a:solidFill>
              <a:srgbClr val="FFF2D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10019772" y="5542412"/>
              <a:ext cx="2772153" cy="2017965"/>
            </a:xfrm>
            <a:custGeom>
              <a:avLst/>
              <a:gdLst>
                <a:gd name="connsiteX0" fmla="*/ 1287966 w 1295400"/>
                <a:gd name="connsiteY0" fmla="*/ 609053 h 942975"/>
                <a:gd name="connsiteX1" fmla="*/ 909633 w 1295400"/>
                <a:gd name="connsiteY1" fmla="*/ 101656 h 942975"/>
                <a:gd name="connsiteX2" fmla="*/ 25332 w 1295400"/>
                <a:gd name="connsiteY2" fmla="*/ 379024 h 942975"/>
                <a:gd name="connsiteX3" fmla="*/ 23237 w 1295400"/>
                <a:gd name="connsiteY3" fmla="*/ 566095 h 942975"/>
                <a:gd name="connsiteX4" fmla="*/ 271744 w 1295400"/>
                <a:gd name="connsiteY4" fmla="*/ 735640 h 942975"/>
                <a:gd name="connsiteX5" fmla="*/ 693606 w 1295400"/>
                <a:gd name="connsiteY5" fmla="*/ 874514 h 942975"/>
                <a:gd name="connsiteX6" fmla="*/ 938304 w 1295400"/>
                <a:gd name="connsiteY6" fmla="*/ 934617 h 942975"/>
                <a:gd name="connsiteX7" fmla="*/ 1167666 w 1295400"/>
                <a:gd name="connsiteY7" fmla="*/ 883563 h 942975"/>
                <a:gd name="connsiteX8" fmla="*/ 1287966 w 1295400"/>
                <a:gd name="connsiteY8" fmla="*/ 609053 h 942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95400" h="942975">
                  <a:moveTo>
                    <a:pt x="1287966" y="609053"/>
                  </a:moveTo>
                  <a:cubicBezTo>
                    <a:pt x="1276251" y="412361"/>
                    <a:pt x="1061271" y="209289"/>
                    <a:pt x="909633" y="101656"/>
                  </a:cubicBezTo>
                  <a:cubicBezTo>
                    <a:pt x="623598" y="-101417"/>
                    <a:pt x="139156" y="37267"/>
                    <a:pt x="25332" y="379024"/>
                  </a:cubicBezTo>
                  <a:cubicBezTo>
                    <a:pt x="5235" y="439508"/>
                    <a:pt x="-1909" y="507516"/>
                    <a:pt x="23237" y="566095"/>
                  </a:cubicBezTo>
                  <a:cubicBezTo>
                    <a:pt x="64099" y="661250"/>
                    <a:pt x="173351" y="703255"/>
                    <a:pt x="271744" y="735640"/>
                  </a:cubicBezTo>
                  <a:cubicBezTo>
                    <a:pt x="412333" y="781931"/>
                    <a:pt x="553017" y="828223"/>
                    <a:pt x="693606" y="874514"/>
                  </a:cubicBezTo>
                  <a:cubicBezTo>
                    <a:pt x="773616" y="900803"/>
                    <a:pt x="854484" y="927378"/>
                    <a:pt x="938304" y="934617"/>
                  </a:cubicBezTo>
                  <a:cubicBezTo>
                    <a:pt x="1017933" y="941475"/>
                    <a:pt x="1102134" y="929378"/>
                    <a:pt x="1167666" y="883563"/>
                  </a:cubicBezTo>
                  <a:cubicBezTo>
                    <a:pt x="1253105" y="823746"/>
                    <a:pt x="1294158" y="713256"/>
                    <a:pt x="1287966" y="609053"/>
                  </a:cubicBezTo>
                  <a:close/>
                </a:path>
              </a:pathLst>
            </a:custGeom>
            <a:solidFill>
              <a:srgbClr val="C3EAF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任意多边形: 形状 14"/>
            <p:cNvSpPr/>
            <p:nvPr/>
          </p:nvSpPr>
          <p:spPr>
            <a:xfrm>
              <a:off x="11818836" y="5807248"/>
              <a:ext cx="142685" cy="122300"/>
            </a:xfrm>
            <a:custGeom>
              <a:avLst/>
              <a:gdLst>
                <a:gd name="connsiteX0" fmla="*/ 59995 w 66675"/>
                <a:gd name="connsiteY0" fmla="*/ 37622 h 57150"/>
                <a:gd name="connsiteX1" fmla="*/ 20466 w 66675"/>
                <a:gd name="connsiteY1" fmla="*/ 8381 h 57150"/>
                <a:gd name="connsiteX2" fmla="*/ 8274 w 66675"/>
                <a:gd name="connsiteY2" fmla="*/ 11619 h 57150"/>
                <a:gd name="connsiteX3" fmla="*/ 11512 w 66675"/>
                <a:gd name="connsiteY3" fmla="*/ 23811 h 57150"/>
                <a:gd name="connsiteX4" fmla="*/ 51041 w 66675"/>
                <a:gd name="connsiteY4" fmla="*/ 53053 h 57150"/>
                <a:gd name="connsiteX5" fmla="*/ 57899 w 66675"/>
                <a:gd name="connsiteY5" fmla="*/ 53910 h 57150"/>
                <a:gd name="connsiteX6" fmla="*/ 63233 w 66675"/>
                <a:gd name="connsiteY6" fmla="*/ 49815 h 57150"/>
                <a:gd name="connsiteX7" fmla="*/ 64090 w 66675"/>
                <a:gd name="connsiteY7" fmla="*/ 42957 h 57150"/>
                <a:gd name="connsiteX8" fmla="*/ 59995 w 66675"/>
                <a:gd name="connsiteY8" fmla="*/ 37622 h 57150"/>
                <a:gd name="connsiteX9" fmla="*/ 59995 w 66675"/>
                <a:gd name="connsiteY9" fmla="*/ 37622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6675" h="57150">
                  <a:moveTo>
                    <a:pt x="59995" y="37622"/>
                  </a:moveTo>
                  <a:cubicBezTo>
                    <a:pt x="46945" y="27621"/>
                    <a:pt x="33801" y="17906"/>
                    <a:pt x="20466" y="8381"/>
                  </a:cubicBezTo>
                  <a:cubicBezTo>
                    <a:pt x="16656" y="5714"/>
                    <a:pt x="10369" y="7619"/>
                    <a:pt x="8274" y="11619"/>
                  </a:cubicBezTo>
                  <a:cubicBezTo>
                    <a:pt x="5893" y="16191"/>
                    <a:pt x="7417" y="20954"/>
                    <a:pt x="11512" y="23811"/>
                  </a:cubicBezTo>
                  <a:cubicBezTo>
                    <a:pt x="24847" y="33336"/>
                    <a:pt x="38087" y="43052"/>
                    <a:pt x="51041" y="53053"/>
                  </a:cubicBezTo>
                  <a:cubicBezTo>
                    <a:pt x="52756" y="54386"/>
                    <a:pt x="55994" y="54482"/>
                    <a:pt x="57899" y="53910"/>
                  </a:cubicBezTo>
                  <a:cubicBezTo>
                    <a:pt x="59995" y="53339"/>
                    <a:pt x="62185" y="51719"/>
                    <a:pt x="63233" y="49815"/>
                  </a:cubicBezTo>
                  <a:cubicBezTo>
                    <a:pt x="64281" y="47719"/>
                    <a:pt x="64852" y="45242"/>
                    <a:pt x="64090" y="42957"/>
                  </a:cubicBezTo>
                  <a:cubicBezTo>
                    <a:pt x="63328" y="40575"/>
                    <a:pt x="61995" y="39146"/>
                    <a:pt x="59995" y="37622"/>
                  </a:cubicBezTo>
                  <a:lnTo>
                    <a:pt x="59995" y="37622"/>
                  </a:lnTo>
                  <a:close/>
                </a:path>
              </a:pathLst>
            </a:custGeom>
            <a:solidFill>
              <a:srgbClr val="90B3D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任意多边形: 形状 15"/>
            <p:cNvSpPr/>
            <p:nvPr/>
          </p:nvSpPr>
          <p:spPr>
            <a:xfrm>
              <a:off x="9887366" y="5981865"/>
              <a:ext cx="2792537" cy="1671445"/>
            </a:xfrm>
            <a:custGeom>
              <a:avLst/>
              <a:gdLst>
                <a:gd name="connsiteX0" fmla="*/ 7290 w 1304925"/>
                <a:gd name="connsiteY0" fmla="*/ 306164 h 781050"/>
                <a:gd name="connsiteX1" fmla="*/ 29864 w 1304925"/>
                <a:gd name="connsiteY1" fmla="*/ 414940 h 781050"/>
                <a:gd name="connsiteX2" fmla="*/ 85680 w 1304925"/>
                <a:gd name="connsiteY2" fmla="*/ 483519 h 781050"/>
                <a:gd name="connsiteX3" fmla="*/ 250272 w 1304925"/>
                <a:gd name="connsiteY3" fmla="*/ 567625 h 781050"/>
                <a:gd name="connsiteX4" fmla="*/ 481920 w 1304925"/>
                <a:gd name="connsiteY4" fmla="*/ 644111 h 781050"/>
                <a:gd name="connsiteX5" fmla="*/ 723189 w 1304925"/>
                <a:gd name="connsiteY5" fmla="*/ 723549 h 781050"/>
                <a:gd name="connsiteX6" fmla="*/ 957789 w 1304925"/>
                <a:gd name="connsiteY6" fmla="*/ 777175 h 781050"/>
                <a:gd name="connsiteX7" fmla="*/ 1164101 w 1304925"/>
                <a:gd name="connsiteY7" fmla="*/ 734980 h 781050"/>
                <a:gd name="connsiteX8" fmla="*/ 1283640 w 1304925"/>
                <a:gd name="connsiteY8" fmla="*/ 588485 h 781050"/>
                <a:gd name="connsiteX9" fmla="*/ 1300213 w 1304925"/>
                <a:gd name="connsiteY9" fmla="*/ 398747 h 781050"/>
                <a:gd name="connsiteX10" fmla="*/ 1214679 w 1304925"/>
                <a:gd name="connsiteY10" fmla="*/ 211581 h 781050"/>
                <a:gd name="connsiteX11" fmla="*/ 1067708 w 1304925"/>
                <a:gd name="connsiteY11" fmla="*/ 44893 h 781050"/>
                <a:gd name="connsiteX12" fmla="*/ 1028275 w 1304925"/>
                <a:gd name="connsiteY12" fmla="*/ 9460 h 781050"/>
                <a:gd name="connsiteX13" fmla="*/ 1015701 w 1304925"/>
                <a:gd name="connsiteY13" fmla="*/ 22033 h 781050"/>
                <a:gd name="connsiteX14" fmla="*/ 1166959 w 1304925"/>
                <a:gd name="connsiteY14" fmla="*/ 177100 h 781050"/>
                <a:gd name="connsiteX15" fmla="*/ 1270019 w 1304925"/>
                <a:gd name="connsiteY15" fmla="*/ 354932 h 781050"/>
                <a:gd name="connsiteX16" fmla="*/ 1280116 w 1304925"/>
                <a:gd name="connsiteY16" fmla="*/ 538765 h 781050"/>
                <a:gd name="connsiteX17" fmla="*/ 1189818 w 1304925"/>
                <a:gd name="connsiteY17" fmla="*/ 694879 h 781050"/>
                <a:gd name="connsiteX18" fmla="*/ 1002652 w 1304925"/>
                <a:gd name="connsiteY18" fmla="*/ 760030 h 781050"/>
                <a:gd name="connsiteX19" fmla="*/ 779005 w 1304925"/>
                <a:gd name="connsiteY19" fmla="*/ 722502 h 781050"/>
                <a:gd name="connsiteX20" fmla="*/ 547262 w 1304925"/>
                <a:gd name="connsiteY20" fmla="*/ 646873 h 781050"/>
                <a:gd name="connsiteX21" fmla="*/ 312090 w 1304925"/>
                <a:gd name="connsiteY21" fmla="*/ 569435 h 781050"/>
                <a:gd name="connsiteX22" fmla="*/ 29578 w 1304925"/>
                <a:gd name="connsiteY22" fmla="*/ 361314 h 781050"/>
                <a:gd name="connsiteX23" fmla="*/ 25197 w 1304925"/>
                <a:gd name="connsiteY23" fmla="*/ 306069 h 781050"/>
                <a:gd name="connsiteX24" fmla="*/ 7290 w 1304925"/>
                <a:gd name="connsiteY24" fmla="*/ 306164 h 781050"/>
                <a:gd name="connsiteX25" fmla="*/ 7290 w 1304925"/>
                <a:gd name="connsiteY25" fmla="*/ 306164 h 78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04925" h="781050">
                  <a:moveTo>
                    <a:pt x="7290" y="306164"/>
                  </a:moveTo>
                  <a:cubicBezTo>
                    <a:pt x="6051" y="343788"/>
                    <a:pt x="12624" y="381316"/>
                    <a:pt x="29864" y="414940"/>
                  </a:cubicBezTo>
                  <a:cubicBezTo>
                    <a:pt x="43389" y="441419"/>
                    <a:pt x="63011" y="464469"/>
                    <a:pt x="85680" y="483519"/>
                  </a:cubicBezTo>
                  <a:cubicBezTo>
                    <a:pt x="133305" y="523524"/>
                    <a:pt x="192170" y="547432"/>
                    <a:pt x="250272" y="567625"/>
                  </a:cubicBezTo>
                  <a:cubicBezTo>
                    <a:pt x="327044" y="594295"/>
                    <a:pt x="404673" y="618679"/>
                    <a:pt x="481920" y="644111"/>
                  </a:cubicBezTo>
                  <a:cubicBezTo>
                    <a:pt x="562311" y="670591"/>
                    <a:pt x="642702" y="697260"/>
                    <a:pt x="723189" y="723549"/>
                  </a:cubicBezTo>
                  <a:cubicBezTo>
                    <a:pt x="799484" y="748410"/>
                    <a:pt x="877303" y="771937"/>
                    <a:pt x="957789" y="777175"/>
                  </a:cubicBezTo>
                  <a:cubicBezTo>
                    <a:pt x="1028370" y="781747"/>
                    <a:pt x="1102379" y="771174"/>
                    <a:pt x="1164101" y="734980"/>
                  </a:cubicBezTo>
                  <a:cubicBezTo>
                    <a:pt x="1220203" y="702023"/>
                    <a:pt x="1260589" y="648778"/>
                    <a:pt x="1283640" y="588485"/>
                  </a:cubicBezTo>
                  <a:cubicBezTo>
                    <a:pt x="1306500" y="528668"/>
                    <a:pt x="1312596" y="461612"/>
                    <a:pt x="1300213" y="398747"/>
                  </a:cubicBezTo>
                  <a:cubicBezTo>
                    <a:pt x="1286973" y="330929"/>
                    <a:pt x="1253731" y="267874"/>
                    <a:pt x="1214679" y="211581"/>
                  </a:cubicBezTo>
                  <a:cubicBezTo>
                    <a:pt x="1172388" y="150621"/>
                    <a:pt x="1121905" y="95471"/>
                    <a:pt x="1067708" y="44893"/>
                  </a:cubicBezTo>
                  <a:cubicBezTo>
                    <a:pt x="1054754" y="32797"/>
                    <a:pt x="1041609" y="21081"/>
                    <a:pt x="1028275" y="9460"/>
                  </a:cubicBezTo>
                  <a:cubicBezTo>
                    <a:pt x="1019607" y="1935"/>
                    <a:pt x="1006938" y="14508"/>
                    <a:pt x="1015701" y="22033"/>
                  </a:cubicBezTo>
                  <a:cubicBezTo>
                    <a:pt x="1070375" y="69277"/>
                    <a:pt x="1121810" y="120617"/>
                    <a:pt x="1166959" y="177100"/>
                  </a:cubicBezTo>
                  <a:cubicBezTo>
                    <a:pt x="1209630" y="230535"/>
                    <a:pt x="1247730" y="289876"/>
                    <a:pt x="1270019" y="354932"/>
                  </a:cubicBezTo>
                  <a:cubicBezTo>
                    <a:pt x="1290402" y="414368"/>
                    <a:pt x="1294212" y="477424"/>
                    <a:pt x="1280116" y="538765"/>
                  </a:cubicBezTo>
                  <a:cubicBezTo>
                    <a:pt x="1266495" y="598391"/>
                    <a:pt x="1236491" y="654779"/>
                    <a:pt x="1189818" y="694879"/>
                  </a:cubicBezTo>
                  <a:cubicBezTo>
                    <a:pt x="1138193" y="739171"/>
                    <a:pt x="1069613" y="757745"/>
                    <a:pt x="1002652" y="760030"/>
                  </a:cubicBezTo>
                  <a:cubicBezTo>
                    <a:pt x="926452" y="762507"/>
                    <a:pt x="851395" y="744600"/>
                    <a:pt x="779005" y="722502"/>
                  </a:cubicBezTo>
                  <a:cubicBezTo>
                    <a:pt x="701281" y="698785"/>
                    <a:pt x="624414" y="672210"/>
                    <a:pt x="547262" y="646873"/>
                  </a:cubicBezTo>
                  <a:cubicBezTo>
                    <a:pt x="468871" y="621060"/>
                    <a:pt x="390480" y="595247"/>
                    <a:pt x="312090" y="569435"/>
                  </a:cubicBezTo>
                  <a:cubicBezTo>
                    <a:pt x="202743" y="533431"/>
                    <a:pt x="57486" y="490568"/>
                    <a:pt x="29578" y="361314"/>
                  </a:cubicBezTo>
                  <a:cubicBezTo>
                    <a:pt x="25673" y="343216"/>
                    <a:pt x="24530" y="324642"/>
                    <a:pt x="25197" y="306069"/>
                  </a:cubicBezTo>
                  <a:cubicBezTo>
                    <a:pt x="25482" y="294734"/>
                    <a:pt x="7671" y="294734"/>
                    <a:pt x="7290" y="306164"/>
                  </a:cubicBezTo>
                  <a:lnTo>
                    <a:pt x="7290" y="306164"/>
                  </a:lnTo>
                  <a:close/>
                </a:path>
              </a:pathLst>
            </a:custGeom>
            <a:solidFill>
              <a:srgbClr val="90B3D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任意多边形: 形状 16"/>
            <p:cNvSpPr/>
            <p:nvPr/>
          </p:nvSpPr>
          <p:spPr>
            <a:xfrm>
              <a:off x="9925951" y="5605064"/>
              <a:ext cx="1773363" cy="856106"/>
            </a:xfrm>
            <a:custGeom>
              <a:avLst/>
              <a:gdLst>
                <a:gd name="connsiteX0" fmla="*/ 820411 w 828675"/>
                <a:gd name="connsiteY0" fmla="*/ 54948 h 400050"/>
                <a:gd name="connsiteX1" fmla="*/ 637340 w 828675"/>
                <a:gd name="connsiteY1" fmla="*/ 9228 h 400050"/>
                <a:gd name="connsiteX2" fmla="*/ 446554 w 828675"/>
                <a:gd name="connsiteY2" fmla="*/ 22087 h 400050"/>
                <a:gd name="connsiteX3" fmla="*/ 266532 w 828675"/>
                <a:gd name="connsiteY3" fmla="*/ 88476 h 400050"/>
                <a:gd name="connsiteX4" fmla="*/ 116608 w 828675"/>
                <a:gd name="connsiteY4" fmla="*/ 203633 h 400050"/>
                <a:gd name="connsiteX5" fmla="*/ 15834 w 828675"/>
                <a:gd name="connsiteY5" fmla="*/ 362891 h 400050"/>
                <a:gd name="connsiteX6" fmla="*/ 7642 w 828675"/>
                <a:gd name="connsiteY6" fmla="*/ 385656 h 400050"/>
                <a:gd name="connsiteX7" fmla="*/ 24883 w 828675"/>
                <a:gd name="connsiteY7" fmla="*/ 390419 h 400050"/>
                <a:gd name="connsiteX8" fmla="*/ 115561 w 828675"/>
                <a:gd name="connsiteY8" fmla="*/ 231637 h 400050"/>
                <a:gd name="connsiteX9" fmla="*/ 256150 w 828675"/>
                <a:gd name="connsiteY9" fmla="*/ 114956 h 400050"/>
                <a:gd name="connsiteX10" fmla="*/ 427885 w 828675"/>
                <a:gd name="connsiteY10" fmla="*/ 44757 h 400050"/>
                <a:gd name="connsiteX11" fmla="*/ 612956 w 828675"/>
                <a:gd name="connsiteY11" fmla="*/ 25516 h 400050"/>
                <a:gd name="connsiteX12" fmla="*/ 791264 w 828675"/>
                <a:gd name="connsiteY12" fmla="*/ 61997 h 400050"/>
                <a:gd name="connsiteX13" fmla="*/ 811457 w 828675"/>
                <a:gd name="connsiteY13" fmla="*/ 70379 h 400050"/>
                <a:gd name="connsiteX14" fmla="*/ 823649 w 828675"/>
                <a:gd name="connsiteY14" fmla="*/ 67140 h 400050"/>
                <a:gd name="connsiteX15" fmla="*/ 820411 w 828675"/>
                <a:gd name="connsiteY15" fmla="*/ 54948 h 400050"/>
                <a:gd name="connsiteX16" fmla="*/ 820411 w 828675"/>
                <a:gd name="connsiteY16" fmla="*/ 54948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28675" h="400050">
                  <a:moveTo>
                    <a:pt x="820411" y="54948"/>
                  </a:moveTo>
                  <a:cubicBezTo>
                    <a:pt x="762403" y="29421"/>
                    <a:pt x="700491" y="14467"/>
                    <a:pt x="637340" y="9228"/>
                  </a:cubicBezTo>
                  <a:cubicBezTo>
                    <a:pt x="573618" y="3990"/>
                    <a:pt x="509038" y="8752"/>
                    <a:pt x="446554" y="22087"/>
                  </a:cubicBezTo>
                  <a:cubicBezTo>
                    <a:pt x="383880" y="35517"/>
                    <a:pt x="322920" y="57806"/>
                    <a:pt x="266532" y="88476"/>
                  </a:cubicBezTo>
                  <a:cubicBezTo>
                    <a:pt x="211001" y="118671"/>
                    <a:pt x="159661" y="157342"/>
                    <a:pt x="116608" y="203633"/>
                  </a:cubicBezTo>
                  <a:cubicBezTo>
                    <a:pt x="73460" y="250020"/>
                    <a:pt x="38884" y="303837"/>
                    <a:pt x="15834" y="362891"/>
                  </a:cubicBezTo>
                  <a:cubicBezTo>
                    <a:pt x="12881" y="370416"/>
                    <a:pt x="10214" y="377941"/>
                    <a:pt x="7642" y="385656"/>
                  </a:cubicBezTo>
                  <a:cubicBezTo>
                    <a:pt x="4023" y="396610"/>
                    <a:pt x="21168" y="401277"/>
                    <a:pt x="24883" y="390419"/>
                  </a:cubicBezTo>
                  <a:cubicBezTo>
                    <a:pt x="44409" y="332221"/>
                    <a:pt x="75556" y="278214"/>
                    <a:pt x="115561" y="231637"/>
                  </a:cubicBezTo>
                  <a:cubicBezTo>
                    <a:pt x="155470" y="185155"/>
                    <a:pt x="203476" y="146102"/>
                    <a:pt x="256150" y="114956"/>
                  </a:cubicBezTo>
                  <a:cubicBezTo>
                    <a:pt x="309585" y="83333"/>
                    <a:pt x="367687" y="59901"/>
                    <a:pt x="427885" y="44757"/>
                  </a:cubicBezTo>
                  <a:cubicBezTo>
                    <a:pt x="488274" y="29612"/>
                    <a:pt x="550663" y="22944"/>
                    <a:pt x="612956" y="25516"/>
                  </a:cubicBezTo>
                  <a:cubicBezTo>
                    <a:pt x="673821" y="28088"/>
                    <a:pt x="734400" y="39994"/>
                    <a:pt x="791264" y="61997"/>
                  </a:cubicBezTo>
                  <a:cubicBezTo>
                    <a:pt x="798027" y="64664"/>
                    <a:pt x="804790" y="67426"/>
                    <a:pt x="811457" y="70379"/>
                  </a:cubicBezTo>
                  <a:cubicBezTo>
                    <a:pt x="815934" y="72379"/>
                    <a:pt x="820982" y="71617"/>
                    <a:pt x="823649" y="67140"/>
                  </a:cubicBezTo>
                  <a:cubicBezTo>
                    <a:pt x="825935" y="63425"/>
                    <a:pt x="824887" y="56949"/>
                    <a:pt x="820411" y="54948"/>
                  </a:cubicBezTo>
                  <a:lnTo>
                    <a:pt x="820411" y="54948"/>
                  </a:lnTo>
                  <a:close/>
                </a:path>
              </a:pathLst>
            </a:custGeom>
            <a:solidFill>
              <a:srgbClr val="90B3D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9" name="组合 18"/>
          <p:cNvGrpSpPr/>
          <p:nvPr userDrawn="1"/>
        </p:nvGrpSpPr>
        <p:grpSpPr>
          <a:xfrm>
            <a:off x="8672869" y="-1035676"/>
            <a:ext cx="4487179" cy="5809255"/>
            <a:chOff x="7974084" y="-1083620"/>
            <a:chExt cx="5141375" cy="6656200"/>
          </a:xfrm>
        </p:grpSpPr>
        <p:grpSp>
          <p:nvGrpSpPr>
            <p:cNvPr id="5" name="组合 4"/>
            <p:cNvGrpSpPr/>
            <p:nvPr userDrawn="1"/>
          </p:nvGrpSpPr>
          <p:grpSpPr>
            <a:xfrm>
              <a:off x="7974084" y="-995657"/>
              <a:ext cx="5141375" cy="6568237"/>
              <a:chOff x="7974084" y="-995657"/>
              <a:chExt cx="5141375" cy="6568237"/>
            </a:xfrm>
          </p:grpSpPr>
          <p:sp>
            <p:nvSpPr>
              <p:cNvPr id="11" name="任意多边形: 形状 10"/>
              <p:cNvSpPr/>
              <p:nvPr userDrawn="1"/>
            </p:nvSpPr>
            <p:spPr>
              <a:xfrm rot="16200000">
                <a:off x="9482462" y="-2504035"/>
                <a:ext cx="1732596" cy="4749351"/>
              </a:xfrm>
              <a:custGeom>
                <a:avLst/>
                <a:gdLst>
                  <a:gd name="connsiteX0" fmla="*/ 788454 w 809625"/>
                  <a:gd name="connsiteY0" fmla="*/ 1692902 h 2219325"/>
                  <a:gd name="connsiteX1" fmla="*/ 775118 w 809625"/>
                  <a:gd name="connsiteY1" fmla="*/ 827270 h 2219325"/>
                  <a:gd name="connsiteX2" fmla="*/ 734828 w 809625"/>
                  <a:gd name="connsiteY2" fmla="*/ 393692 h 2219325"/>
                  <a:gd name="connsiteX3" fmla="*/ 679011 w 809625"/>
                  <a:gd name="connsiteY3" fmla="*/ 79462 h 2219325"/>
                  <a:gd name="connsiteX4" fmla="*/ 578808 w 809625"/>
                  <a:gd name="connsiteY4" fmla="*/ 7168 h 2219325"/>
                  <a:gd name="connsiteX5" fmla="*/ 510609 w 809625"/>
                  <a:gd name="connsiteY5" fmla="*/ 31647 h 2219325"/>
                  <a:gd name="connsiteX6" fmla="*/ 248481 w 809625"/>
                  <a:gd name="connsiteY6" fmla="*/ 471226 h 2219325"/>
                  <a:gd name="connsiteX7" fmla="*/ 136658 w 809625"/>
                  <a:gd name="connsiteY7" fmla="*/ 1093970 h 2219325"/>
                  <a:gd name="connsiteX8" fmla="*/ 97700 w 809625"/>
                  <a:gd name="connsiteY8" fmla="*/ 1850255 h 2219325"/>
                  <a:gd name="connsiteX9" fmla="*/ 291153 w 809625"/>
                  <a:gd name="connsiteY9" fmla="*/ 2001798 h 2219325"/>
                  <a:gd name="connsiteX10" fmla="*/ 453935 w 809625"/>
                  <a:gd name="connsiteY10" fmla="*/ 2165437 h 2219325"/>
                  <a:gd name="connsiteX11" fmla="*/ 639387 w 809625"/>
                  <a:gd name="connsiteY11" fmla="*/ 2183916 h 2219325"/>
                  <a:gd name="connsiteX12" fmla="*/ 694727 w 809625"/>
                  <a:gd name="connsiteY12" fmla="*/ 2083332 h 2219325"/>
                  <a:gd name="connsiteX13" fmla="*/ 788454 w 809625"/>
                  <a:gd name="connsiteY13" fmla="*/ 1692902 h 221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09625" h="2219325">
                    <a:moveTo>
                      <a:pt x="788454" y="1692902"/>
                    </a:moveTo>
                    <a:cubicBezTo>
                      <a:pt x="816933" y="1404866"/>
                      <a:pt x="800265" y="1114925"/>
                      <a:pt x="775118" y="827270"/>
                    </a:cubicBezTo>
                    <a:cubicBezTo>
                      <a:pt x="762450" y="682681"/>
                      <a:pt x="747496" y="538282"/>
                      <a:pt x="734828" y="393692"/>
                    </a:cubicBezTo>
                    <a:cubicBezTo>
                      <a:pt x="726065" y="293394"/>
                      <a:pt x="721683" y="172807"/>
                      <a:pt x="679011" y="79462"/>
                    </a:cubicBezTo>
                    <a:cubicBezTo>
                      <a:pt x="660818" y="39743"/>
                      <a:pt x="622433" y="6120"/>
                      <a:pt x="578808" y="7168"/>
                    </a:cubicBezTo>
                    <a:cubicBezTo>
                      <a:pt x="554424" y="7739"/>
                      <a:pt x="531469" y="18883"/>
                      <a:pt x="510609" y="31647"/>
                    </a:cubicBezTo>
                    <a:cubicBezTo>
                      <a:pt x="360686" y="123087"/>
                      <a:pt x="283248" y="299109"/>
                      <a:pt x="248481" y="471226"/>
                    </a:cubicBezTo>
                    <a:cubicBezTo>
                      <a:pt x="206476" y="678966"/>
                      <a:pt x="209429" y="892802"/>
                      <a:pt x="136658" y="1093970"/>
                    </a:cubicBezTo>
                    <a:cubicBezTo>
                      <a:pt x="53790" y="1323046"/>
                      <a:pt x="-86418" y="1631276"/>
                      <a:pt x="97700" y="1850255"/>
                    </a:cubicBezTo>
                    <a:cubicBezTo>
                      <a:pt x="151802" y="1914644"/>
                      <a:pt x="224764" y="1952363"/>
                      <a:pt x="291153" y="2001798"/>
                    </a:cubicBezTo>
                    <a:cubicBezTo>
                      <a:pt x="355161" y="2049423"/>
                      <a:pt x="398595" y="2108669"/>
                      <a:pt x="453935" y="2165437"/>
                    </a:cubicBezTo>
                    <a:cubicBezTo>
                      <a:pt x="506704" y="2219540"/>
                      <a:pt x="582618" y="2244114"/>
                      <a:pt x="639387" y="2183916"/>
                    </a:cubicBezTo>
                    <a:cubicBezTo>
                      <a:pt x="665772" y="2155912"/>
                      <a:pt x="680916" y="2119336"/>
                      <a:pt x="694727" y="2083332"/>
                    </a:cubicBezTo>
                    <a:cubicBezTo>
                      <a:pt x="745400" y="1951316"/>
                      <a:pt x="774738" y="1831967"/>
                      <a:pt x="788454" y="1692902"/>
                    </a:cubicBezTo>
                    <a:close/>
                  </a:path>
                </a:pathLst>
              </a:custGeom>
              <a:solidFill>
                <a:srgbClr val="FFD46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/>
              </a:p>
            </p:txBody>
          </p:sp>
          <p:sp>
            <p:nvSpPr>
              <p:cNvPr id="18" name="任意多边形: 形状 17"/>
              <p:cNvSpPr/>
              <p:nvPr/>
            </p:nvSpPr>
            <p:spPr>
              <a:xfrm>
                <a:off x="11043530" y="-106942"/>
                <a:ext cx="2071929" cy="5679522"/>
              </a:xfrm>
              <a:custGeom>
                <a:avLst/>
                <a:gdLst>
                  <a:gd name="connsiteX0" fmla="*/ 788454 w 809625"/>
                  <a:gd name="connsiteY0" fmla="*/ 1692902 h 2219325"/>
                  <a:gd name="connsiteX1" fmla="*/ 775118 w 809625"/>
                  <a:gd name="connsiteY1" fmla="*/ 827270 h 2219325"/>
                  <a:gd name="connsiteX2" fmla="*/ 734828 w 809625"/>
                  <a:gd name="connsiteY2" fmla="*/ 393692 h 2219325"/>
                  <a:gd name="connsiteX3" fmla="*/ 679011 w 809625"/>
                  <a:gd name="connsiteY3" fmla="*/ 79462 h 2219325"/>
                  <a:gd name="connsiteX4" fmla="*/ 578808 w 809625"/>
                  <a:gd name="connsiteY4" fmla="*/ 7168 h 2219325"/>
                  <a:gd name="connsiteX5" fmla="*/ 510609 w 809625"/>
                  <a:gd name="connsiteY5" fmla="*/ 31647 h 2219325"/>
                  <a:gd name="connsiteX6" fmla="*/ 248481 w 809625"/>
                  <a:gd name="connsiteY6" fmla="*/ 471226 h 2219325"/>
                  <a:gd name="connsiteX7" fmla="*/ 136658 w 809625"/>
                  <a:gd name="connsiteY7" fmla="*/ 1093970 h 2219325"/>
                  <a:gd name="connsiteX8" fmla="*/ 97700 w 809625"/>
                  <a:gd name="connsiteY8" fmla="*/ 1850255 h 2219325"/>
                  <a:gd name="connsiteX9" fmla="*/ 291153 w 809625"/>
                  <a:gd name="connsiteY9" fmla="*/ 2001798 h 2219325"/>
                  <a:gd name="connsiteX10" fmla="*/ 453935 w 809625"/>
                  <a:gd name="connsiteY10" fmla="*/ 2165437 h 2219325"/>
                  <a:gd name="connsiteX11" fmla="*/ 639387 w 809625"/>
                  <a:gd name="connsiteY11" fmla="*/ 2183916 h 2219325"/>
                  <a:gd name="connsiteX12" fmla="*/ 694727 w 809625"/>
                  <a:gd name="connsiteY12" fmla="*/ 2083332 h 2219325"/>
                  <a:gd name="connsiteX13" fmla="*/ 788454 w 809625"/>
                  <a:gd name="connsiteY13" fmla="*/ 1692902 h 221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09625" h="2219325">
                    <a:moveTo>
                      <a:pt x="788454" y="1692902"/>
                    </a:moveTo>
                    <a:cubicBezTo>
                      <a:pt x="816933" y="1404866"/>
                      <a:pt x="800265" y="1114925"/>
                      <a:pt x="775118" y="827270"/>
                    </a:cubicBezTo>
                    <a:cubicBezTo>
                      <a:pt x="762450" y="682681"/>
                      <a:pt x="747496" y="538282"/>
                      <a:pt x="734828" y="393692"/>
                    </a:cubicBezTo>
                    <a:cubicBezTo>
                      <a:pt x="726065" y="293394"/>
                      <a:pt x="721683" y="172807"/>
                      <a:pt x="679011" y="79462"/>
                    </a:cubicBezTo>
                    <a:cubicBezTo>
                      <a:pt x="660818" y="39743"/>
                      <a:pt x="622433" y="6120"/>
                      <a:pt x="578808" y="7168"/>
                    </a:cubicBezTo>
                    <a:cubicBezTo>
                      <a:pt x="554424" y="7739"/>
                      <a:pt x="531469" y="18883"/>
                      <a:pt x="510609" y="31647"/>
                    </a:cubicBezTo>
                    <a:cubicBezTo>
                      <a:pt x="360686" y="123087"/>
                      <a:pt x="283248" y="299109"/>
                      <a:pt x="248481" y="471226"/>
                    </a:cubicBezTo>
                    <a:cubicBezTo>
                      <a:pt x="206476" y="678966"/>
                      <a:pt x="209429" y="892802"/>
                      <a:pt x="136658" y="1093970"/>
                    </a:cubicBezTo>
                    <a:cubicBezTo>
                      <a:pt x="53790" y="1323046"/>
                      <a:pt x="-86418" y="1631276"/>
                      <a:pt x="97700" y="1850255"/>
                    </a:cubicBezTo>
                    <a:cubicBezTo>
                      <a:pt x="151802" y="1914644"/>
                      <a:pt x="224764" y="1952363"/>
                      <a:pt x="291153" y="2001798"/>
                    </a:cubicBezTo>
                    <a:cubicBezTo>
                      <a:pt x="355161" y="2049423"/>
                      <a:pt x="398595" y="2108669"/>
                      <a:pt x="453935" y="2165437"/>
                    </a:cubicBezTo>
                    <a:cubicBezTo>
                      <a:pt x="506704" y="2219540"/>
                      <a:pt x="582618" y="2244114"/>
                      <a:pt x="639387" y="2183916"/>
                    </a:cubicBezTo>
                    <a:cubicBezTo>
                      <a:pt x="665772" y="2155912"/>
                      <a:pt x="680916" y="2119336"/>
                      <a:pt x="694727" y="2083332"/>
                    </a:cubicBezTo>
                    <a:cubicBezTo>
                      <a:pt x="745400" y="1951316"/>
                      <a:pt x="774738" y="1831967"/>
                      <a:pt x="788454" y="1692902"/>
                    </a:cubicBezTo>
                    <a:close/>
                  </a:path>
                </a:pathLst>
              </a:custGeom>
              <a:solidFill>
                <a:srgbClr val="FFD46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8" name="任意多边形: 形状 27"/>
              <p:cNvSpPr/>
              <p:nvPr/>
            </p:nvSpPr>
            <p:spPr>
              <a:xfrm rot="2107825">
                <a:off x="11193935" y="-839112"/>
                <a:ext cx="1333617" cy="2503457"/>
              </a:xfrm>
              <a:custGeom>
                <a:avLst/>
                <a:gdLst>
                  <a:gd name="connsiteX0" fmla="*/ 503416 w 1333617"/>
                  <a:gd name="connsiteY0" fmla="*/ 171484 h 2503457"/>
                  <a:gd name="connsiteX1" fmla="*/ 33374 w 1333617"/>
                  <a:gd name="connsiteY1" fmla="*/ 973994 h 2503457"/>
                  <a:gd name="connsiteX2" fmla="*/ 24717 w 1333617"/>
                  <a:gd name="connsiteY2" fmla="*/ 1600794 h 2503457"/>
                  <a:gd name="connsiteX3" fmla="*/ 49752 w 1333617"/>
                  <a:gd name="connsiteY3" fmla="*/ 2302698 h 2503457"/>
                  <a:gd name="connsiteX4" fmla="*/ 83443 w 1333617"/>
                  <a:gd name="connsiteY4" fmla="*/ 2438868 h 2503457"/>
                  <a:gd name="connsiteX5" fmla="*/ 248157 w 1333617"/>
                  <a:gd name="connsiteY5" fmla="*/ 2493850 h 2503457"/>
                  <a:gd name="connsiteX6" fmla="*/ 657367 w 1333617"/>
                  <a:gd name="connsiteY6" fmla="*/ 2330540 h 2503457"/>
                  <a:gd name="connsiteX7" fmla="*/ 1227313 w 1333617"/>
                  <a:gd name="connsiteY7" fmla="*/ 1854650 h 2503457"/>
                  <a:gd name="connsiteX8" fmla="*/ 1262642 w 1333617"/>
                  <a:gd name="connsiteY8" fmla="*/ 973760 h 2503457"/>
                  <a:gd name="connsiteX9" fmla="*/ 1039670 w 1333617"/>
                  <a:gd name="connsiteY9" fmla="*/ 160956 h 2503457"/>
                  <a:gd name="connsiteX10" fmla="*/ 640755 w 1333617"/>
                  <a:gd name="connsiteY10" fmla="*/ 73451 h 2503457"/>
                  <a:gd name="connsiteX11" fmla="*/ 503416 w 1333617"/>
                  <a:gd name="connsiteY11" fmla="*/ 171484 h 2503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333617" h="2503457">
                    <a:moveTo>
                      <a:pt x="503416" y="171484"/>
                    </a:moveTo>
                    <a:cubicBezTo>
                      <a:pt x="247923" y="373633"/>
                      <a:pt x="71277" y="636847"/>
                      <a:pt x="33374" y="973994"/>
                    </a:cubicBezTo>
                    <a:cubicBezTo>
                      <a:pt x="9977" y="1181757"/>
                      <a:pt x="17464" y="1391861"/>
                      <a:pt x="24717" y="1600794"/>
                    </a:cubicBezTo>
                    <a:cubicBezTo>
                      <a:pt x="33140" y="1834762"/>
                      <a:pt x="41329" y="2068730"/>
                      <a:pt x="49752" y="2302698"/>
                    </a:cubicBezTo>
                    <a:cubicBezTo>
                      <a:pt x="51389" y="2350194"/>
                      <a:pt x="54431" y="2401199"/>
                      <a:pt x="83443" y="2438868"/>
                    </a:cubicBezTo>
                    <a:cubicBezTo>
                      <a:pt x="120410" y="2486597"/>
                      <a:pt x="188027" y="2497827"/>
                      <a:pt x="248157" y="2493850"/>
                    </a:cubicBezTo>
                    <a:cubicBezTo>
                      <a:pt x="396258" y="2484023"/>
                      <a:pt x="529854" y="2406347"/>
                      <a:pt x="657367" y="2330540"/>
                    </a:cubicBezTo>
                    <a:cubicBezTo>
                      <a:pt x="869575" y="2204666"/>
                      <a:pt x="1107989" y="2082534"/>
                      <a:pt x="1227313" y="1854650"/>
                    </a:cubicBezTo>
                    <a:cubicBezTo>
                      <a:pt x="1372841" y="1576462"/>
                      <a:pt x="1336576" y="1266922"/>
                      <a:pt x="1262642" y="973760"/>
                    </a:cubicBezTo>
                    <a:cubicBezTo>
                      <a:pt x="1199470" y="723648"/>
                      <a:pt x="1161100" y="387202"/>
                      <a:pt x="1039670" y="160956"/>
                    </a:cubicBezTo>
                    <a:cubicBezTo>
                      <a:pt x="953336" y="-14"/>
                      <a:pt x="784879" y="-19902"/>
                      <a:pt x="640755" y="73451"/>
                    </a:cubicBezTo>
                    <a:cubicBezTo>
                      <a:pt x="592791" y="104335"/>
                      <a:pt x="546934" y="137091"/>
                      <a:pt x="503416" y="171484"/>
                    </a:cubicBezTo>
                    <a:close/>
                  </a:path>
                </a:pathLst>
              </a:custGeom>
              <a:solidFill>
                <a:srgbClr val="FFBDB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/>
              </a:p>
            </p:txBody>
          </p:sp>
        </p:grpSp>
        <p:grpSp>
          <p:nvGrpSpPr>
            <p:cNvPr id="6" name="组合 5"/>
            <p:cNvGrpSpPr/>
            <p:nvPr userDrawn="1"/>
          </p:nvGrpSpPr>
          <p:grpSpPr>
            <a:xfrm>
              <a:off x="11165892" y="-1083620"/>
              <a:ext cx="1380411" cy="2550251"/>
              <a:chOff x="11165892" y="-1083620"/>
              <a:chExt cx="1380411" cy="2550251"/>
            </a:xfrm>
          </p:grpSpPr>
          <p:sp>
            <p:nvSpPr>
              <p:cNvPr id="29" name="任意多边形: 形状 28"/>
              <p:cNvSpPr/>
              <p:nvPr/>
            </p:nvSpPr>
            <p:spPr>
              <a:xfrm rot="2107825">
                <a:off x="11197389" y="1004064"/>
                <a:ext cx="140381" cy="116984"/>
              </a:xfrm>
              <a:custGeom>
                <a:avLst/>
                <a:gdLst>
                  <a:gd name="connsiteX0" fmla="*/ 50430 w 140380"/>
                  <a:gd name="connsiteY0" fmla="*/ 103954 h 116983"/>
                  <a:gd name="connsiteX1" fmla="*/ 128341 w 140380"/>
                  <a:gd name="connsiteY1" fmla="*/ 58331 h 116983"/>
                  <a:gd name="connsiteX2" fmla="*/ 136296 w 140380"/>
                  <a:gd name="connsiteY2" fmla="*/ 28383 h 116983"/>
                  <a:gd name="connsiteX3" fmla="*/ 106348 w 140380"/>
                  <a:gd name="connsiteY3" fmla="*/ 20427 h 116983"/>
                  <a:gd name="connsiteX4" fmla="*/ 28437 w 140380"/>
                  <a:gd name="connsiteY4" fmla="*/ 66051 h 116983"/>
                  <a:gd name="connsiteX5" fmla="*/ 20482 w 140380"/>
                  <a:gd name="connsiteY5" fmla="*/ 95999 h 116983"/>
                  <a:gd name="connsiteX6" fmla="*/ 50430 w 140380"/>
                  <a:gd name="connsiteY6" fmla="*/ 103954 h 116983"/>
                  <a:gd name="connsiteX7" fmla="*/ 50430 w 140380"/>
                  <a:gd name="connsiteY7" fmla="*/ 103954 h 1169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0380" h="116983">
                    <a:moveTo>
                      <a:pt x="50430" y="103954"/>
                    </a:moveTo>
                    <a:cubicBezTo>
                      <a:pt x="76401" y="88512"/>
                      <a:pt x="102371" y="73538"/>
                      <a:pt x="128341" y="58331"/>
                    </a:cubicBezTo>
                    <a:cubicBezTo>
                      <a:pt x="138168" y="52481"/>
                      <a:pt x="142613" y="38209"/>
                      <a:pt x="136296" y="28383"/>
                    </a:cubicBezTo>
                    <a:cubicBezTo>
                      <a:pt x="129979" y="18321"/>
                      <a:pt x="116877" y="14344"/>
                      <a:pt x="106348" y="20427"/>
                    </a:cubicBezTo>
                    <a:cubicBezTo>
                      <a:pt x="80378" y="35636"/>
                      <a:pt x="54408" y="50843"/>
                      <a:pt x="28437" y="66051"/>
                    </a:cubicBezTo>
                    <a:cubicBezTo>
                      <a:pt x="18610" y="71900"/>
                      <a:pt x="14165" y="85939"/>
                      <a:pt x="20482" y="95999"/>
                    </a:cubicBezTo>
                    <a:cubicBezTo>
                      <a:pt x="26799" y="106059"/>
                      <a:pt x="39901" y="110271"/>
                      <a:pt x="50430" y="103954"/>
                    </a:cubicBezTo>
                    <a:lnTo>
                      <a:pt x="50430" y="103954"/>
                    </a:lnTo>
                    <a:close/>
                  </a:path>
                </a:pathLst>
              </a:custGeom>
              <a:solidFill>
                <a:srgbClr val="E8857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0" name="任意多边形: 形状 29"/>
              <p:cNvSpPr/>
              <p:nvPr/>
            </p:nvSpPr>
            <p:spPr>
              <a:xfrm rot="2107825">
                <a:off x="11165892" y="-1083620"/>
                <a:ext cx="1380411" cy="2550251"/>
              </a:xfrm>
              <a:custGeom>
                <a:avLst/>
                <a:gdLst>
                  <a:gd name="connsiteX0" fmla="*/ 880114 w 1380411"/>
                  <a:gd name="connsiteY0" fmla="*/ 2259089 h 2550250"/>
                  <a:gd name="connsiteX1" fmla="*/ 1279029 w 1380411"/>
                  <a:gd name="connsiteY1" fmla="*/ 1866257 h 2550250"/>
                  <a:gd name="connsiteX2" fmla="*/ 1359046 w 1380411"/>
                  <a:gd name="connsiteY2" fmla="*/ 1263556 h 2550250"/>
                  <a:gd name="connsiteX3" fmla="*/ 1299385 w 1380411"/>
                  <a:gd name="connsiteY3" fmla="*/ 965012 h 2550250"/>
                  <a:gd name="connsiteX4" fmla="*/ 1241595 w 1380411"/>
                  <a:gd name="connsiteY4" fmla="*/ 694078 h 2550250"/>
                  <a:gd name="connsiteX5" fmla="*/ 1175382 w 1380411"/>
                  <a:gd name="connsiteY5" fmla="*/ 415422 h 2550250"/>
                  <a:gd name="connsiteX6" fmla="*/ 1076179 w 1380411"/>
                  <a:gd name="connsiteY6" fmla="*/ 163672 h 2550250"/>
                  <a:gd name="connsiteX7" fmla="*/ 893216 w 1380411"/>
                  <a:gd name="connsiteY7" fmla="*/ 23057 h 2550250"/>
                  <a:gd name="connsiteX8" fmla="*/ 664162 w 1380411"/>
                  <a:gd name="connsiteY8" fmla="*/ 68447 h 2550250"/>
                  <a:gd name="connsiteX9" fmla="*/ 426450 w 1380411"/>
                  <a:gd name="connsiteY9" fmla="*/ 248837 h 2550250"/>
                  <a:gd name="connsiteX10" fmla="*/ 248634 w 1380411"/>
                  <a:gd name="connsiteY10" fmla="*/ 445370 h 2550250"/>
                  <a:gd name="connsiteX11" fmla="*/ 43210 w 1380411"/>
                  <a:gd name="connsiteY11" fmla="*/ 925939 h 2550250"/>
                  <a:gd name="connsiteX12" fmla="*/ 17942 w 1380411"/>
                  <a:gd name="connsiteY12" fmla="*/ 1257238 h 2550250"/>
                  <a:gd name="connsiteX13" fmla="*/ 24025 w 1380411"/>
                  <a:gd name="connsiteY13" fmla="*/ 1602809 h 2550250"/>
                  <a:gd name="connsiteX14" fmla="*/ 48826 w 1380411"/>
                  <a:gd name="connsiteY14" fmla="*/ 2301671 h 2550250"/>
                  <a:gd name="connsiteX15" fmla="*/ 70351 w 1380411"/>
                  <a:gd name="connsiteY15" fmla="*/ 2444626 h 2550250"/>
                  <a:gd name="connsiteX16" fmla="*/ 169085 w 1380411"/>
                  <a:gd name="connsiteY16" fmla="*/ 2527685 h 2550250"/>
                  <a:gd name="connsiteX17" fmla="*/ 303851 w 1380411"/>
                  <a:gd name="connsiteY17" fmla="*/ 2534236 h 2550250"/>
                  <a:gd name="connsiteX18" fmla="*/ 453590 w 1380411"/>
                  <a:gd name="connsiteY18" fmla="*/ 2494461 h 2550250"/>
                  <a:gd name="connsiteX19" fmla="*/ 593269 w 1380411"/>
                  <a:gd name="connsiteY19" fmla="*/ 2427546 h 2550250"/>
                  <a:gd name="connsiteX20" fmla="*/ 571042 w 1380411"/>
                  <a:gd name="connsiteY20" fmla="*/ 2389644 h 2550250"/>
                  <a:gd name="connsiteX21" fmla="*/ 290515 w 1380411"/>
                  <a:gd name="connsiteY21" fmla="*/ 2491888 h 2550250"/>
                  <a:gd name="connsiteX22" fmla="*/ 166746 w 1380411"/>
                  <a:gd name="connsiteY22" fmla="*/ 2480423 h 2550250"/>
                  <a:gd name="connsiteX23" fmla="*/ 98661 w 1380411"/>
                  <a:gd name="connsiteY23" fmla="*/ 2388239 h 2550250"/>
                  <a:gd name="connsiteX24" fmla="*/ 90238 w 1380411"/>
                  <a:gd name="connsiteY24" fmla="*/ 2237564 h 2550250"/>
                  <a:gd name="connsiteX25" fmla="*/ 84155 w 1380411"/>
                  <a:gd name="connsiteY25" fmla="*/ 2069341 h 2550250"/>
                  <a:gd name="connsiteX26" fmla="*/ 72222 w 1380411"/>
                  <a:gd name="connsiteY26" fmla="*/ 1735937 h 2550250"/>
                  <a:gd name="connsiteX27" fmla="*/ 69883 w 1380411"/>
                  <a:gd name="connsiteY27" fmla="*/ 1067490 h 2550250"/>
                  <a:gd name="connsiteX28" fmla="*/ 118314 w 1380411"/>
                  <a:gd name="connsiteY28" fmla="*/ 797023 h 2550250"/>
                  <a:gd name="connsiteX29" fmla="*/ 219622 w 1380411"/>
                  <a:gd name="connsiteY29" fmla="*/ 567969 h 2550250"/>
                  <a:gd name="connsiteX30" fmla="*/ 561684 w 1380411"/>
                  <a:gd name="connsiteY30" fmla="*/ 192450 h 2550250"/>
                  <a:gd name="connsiteX31" fmla="*/ 794248 w 1380411"/>
                  <a:gd name="connsiteY31" fmla="*/ 64703 h 2550250"/>
                  <a:gd name="connsiteX32" fmla="*/ 983762 w 1380411"/>
                  <a:gd name="connsiteY32" fmla="*/ 116878 h 2550250"/>
                  <a:gd name="connsiteX33" fmla="*/ 1102150 w 1380411"/>
                  <a:gd name="connsiteY33" fmla="*/ 330257 h 2550250"/>
                  <a:gd name="connsiteX34" fmla="*/ 1175148 w 1380411"/>
                  <a:gd name="connsiteY34" fmla="*/ 593003 h 2550250"/>
                  <a:gd name="connsiteX35" fmla="*/ 1231534 w 1380411"/>
                  <a:gd name="connsiteY35" fmla="*/ 861832 h 2550250"/>
                  <a:gd name="connsiteX36" fmla="*/ 1292132 w 1380411"/>
                  <a:gd name="connsiteY36" fmla="*/ 1127152 h 2550250"/>
                  <a:gd name="connsiteX37" fmla="*/ 1291664 w 1380411"/>
                  <a:gd name="connsiteY37" fmla="*/ 1711136 h 2550250"/>
                  <a:gd name="connsiteX38" fmla="*/ 1164385 w 1380411"/>
                  <a:gd name="connsiteY38" fmla="*/ 1967097 h 2550250"/>
                  <a:gd name="connsiteX39" fmla="*/ 967618 w 1380411"/>
                  <a:gd name="connsiteY39" fmla="*/ 2148656 h 2550250"/>
                  <a:gd name="connsiteX40" fmla="*/ 857887 w 1380411"/>
                  <a:gd name="connsiteY40" fmla="*/ 2221186 h 2550250"/>
                  <a:gd name="connsiteX41" fmla="*/ 880114 w 1380411"/>
                  <a:gd name="connsiteY41" fmla="*/ 2259089 h 2550250"/>
                  <a:gd name="connsiteX42" fmla="*/ 880114 w 1380411"/>
                  <a:gd name="connsiteY42" fmla="*/ 2259089 h 2550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1380411" h="2550250">
                    <a:moveTo>
                      <a:pt x="880114" y="2259089"/>
                    </a:moveTo>
                    <a:cubicBezTo>
                      <a:pt x="1040850" y="2159419"/>
                      <a:pt x="1194333" y="2040095"/>
                      <a:pt x="1279029" y="1866257"/>
                    </a:cubicBezTo>
                    <a:cubicBezTo>
                      <a:pt x="1370511" y="1678849"/>
                      <a:pt x="1385251" y="1468043"/>
                      <a:pt x="1359046" y="1263556"/>
                    </a:cubicBezTo>
                    <a:cubicBezTo>
                      <a:pt x="1346178" y="1162481"/>
                      <a:pt x="1323249" y="1063981"/>
                      <a:pt x="1299385" y="965012"/>
                    </a:cubicBezTo>
                    <a:cubicBezTo>
                      <a:pt x="1277626" y="875169"/>
                      <a:pt x="1260312" y="784389"/>
                      <a:pt x="1241595" y="694078"/>
                    </a:cubicBezTo>
                    <a:cubicBezTo>
                      <a:pt x="1222175" y="600490"/>
                      <a:pt x="1201820" y="507137"/>
                      <a:pt x="1175382" y="415422"/>
                    </a:cubicBezTo>
                    <a:cubicBezTo>
                      <a:pt x="1150347" y="329321"/>
                      <a:pt x="1120633" y="242051"/>
                      <a:pt x="1076179" y="163672"/>
                    </a:cubicBezTo>
                    <a:cubicBezTo>
                      <a:pt x="1036872" y="94418"/>
                      <a:pt x="972531" y="39201"/>
                      <a:pt x="893216" y="23057"/>
                    </a:cubicBezTo>
                    <a:cubicBezTo>
                      <a:pt x="814135" y="6913"/>
                      <a:pt x="732714" y="27502"/>
                      <a:pt x="664162" y="68447"/>
                    </a:cubicBezTo>
                    <a:cubicBezTo>
                      <a:pt x="579231" y="118984"/>
                      <a:pt x="499448" y="182156"/>
                      <a:pt x="426450" y="248837"/>
                    </a:cubicBezTo>
                    <a:cubicBezTo>
                      <a:pt x="360939" y="308498"/>
                      <a:pt x="301277" y="374243"/>
                      <a:pt x="248634" y="445370"/>
                    </a:cubicBezTo>
                    <a:cubicBezTo>
                      <a:pt x="144051" y="587154"/>
                      <a:pt x="72690" y="752101"/>
                      <a:pt x="43210" y="925939"/>
                    </a:cubicBezTo>
                    <a:cubicBezTo>
                      <a:pt x="24727" y="1034968"/>
                      <a:pt x="19580" y="1146805"/>
                      <a:pt x="17942" y="1257238"/>
                    </a:cubicBezTo>
                    <a:cubicBezTo>
                      <a:pt x="16304" y="1372351"/>
                      <a:pt x="20048" y="1487697"/>
                      <a:pt x="24025" y="1602809"/>
                    </a:cubicBezTo>
                    <a:cubicBezTo>
                      <a:pt x="32214" y="1835841"/>
                      <a:pt x="40637" y="2068639"/>
                      <a:pt x="48826" y="2301671"/>
                    </a:cubicBezTo>
                    <a:cubicBezTo>
                      <a:pt x="50463" y="2349869"/>
                      <a:pt x="50463" y="2399938"/>
                      <a:pt x="70351" y="2444626"/>
                    </a:cubicBezTo>
                    <a:cubicBezTo>
                      <a:pt x="88834" y="2486506"/>
                      <a:pt x="125801" y="2514348"/>
                      <a:pt x="169085" y="2527685"/>
                    </a:cubicBezTo>
                    <a:cubicBezTo>
                      <a:pt x="212603" y="2541254"/>
                      <a:pt x="259163" y="2540085"/>
                      <a:pt x="303851" y="2534236"/>
                    </a:cubicBezTo>
                    <a:cubicBezTo>
                      <a:pt x="355324" y="2527450"/>
                      <a:pt x="405393" y="2513412"/>
                      <a:pt x="453590" y="2494461"/>
                    </a:cubicBezTo>
                    <a:cubicBezTo>
                      <a:pt x="501788" y="2475510"/>
                      <a:pt x="547879" y="2452347"/>
                      <a:pt x="593269" y="2427546"/>
                    </a:cubicBezTo>
                    <a:cubicBezTo>
                      <a:pt x="618070" y="2413976"/>
                      <a:pt x="595843" y="2376073"/>
                      <a:pt x="571042" y="2389644"/>
                    </a:cubicBezTo>
                    <a:cubicBezTo>
                      <a:pt x="484006" y="2437607"/>
                      <a:pt x="390419" y="2481125"/>
                      <a:pt x="290515" y="2491888"/>
                    </a:cubicBezTo>
                    <a:cubicBezTo>
                      <a:pt x="249570" y="2496333"/>
                      <a:pt x="205350" y="2496801"/>
                      <a:pt x="166746" y="2480423"/>
                    </a:cubicBezTo>
                    <a:cubicBezTo>
                      <a:pt x="126971" y="2463577"/>
                      <a:pt x="106382" y="2429652"/>
                      <a:pt x="98661" y="2388239"/>
                    </a:cubicBezTo>
                    <a:cubicBezTo>
                      <a:pt x="89536" y="2339340"/>
                      <a:pt x="91876" y="2287166"/>
                      <a:pt x="90238" y="2237564"/>
                    </a:cubicBezTo>
                    <a:cubicBezTo>
                      <a:pt x="88132" y="2181412"/>
                      <a:pt x="86261" y="2125494"/>
                      <a:pt x="84155" y="2069341"/>
                    </a:cubicBezTo>
                    <a:cubicBezTo>
                      <a:pt x="80177" y="1958207"/>
                      <a:pt x="76200" y="1847072"/>
                      <a:pt x="72222" y="1735937"/>
                    </a:cubicBezTo>
                    <a:cubicBezTo>
                      <a:pt x="64268" y="1513433"/>
                      <a:pt x="51867" y="1289994"/>
                      <a:pt x="69883" y="1067490"/>
                    </a:cubicBezTo>
                    <a:cubicBezTo>
                      <a:pt x="77370" y="975775"/>
                      <a:pt x="91174" y="885229"/>
                      <a:pt x="118314" y="797023"/>
                    </a:cubicBezTo>
                    <a:cubicBezTo>
                      <a:pt x="142881" y="717006"/>
                      <a:pt x="177040" y="640031"/>
                      <a:pt x="219622" y="567969"/>
                    </a:cubicBezTo>
                    <a:cubicBezTo>
                      <a:pt x="306190" y="421037"/>
                      <a:pt x="426216" y="295396"/>
                      <a:pt x="561684" y="192450"/>
                    </a:cubicBezTo>
                    <a:cubicBezTo>
                      <a:pt x="631406" y="139339"/>
                      <a:pt x="705808" y="80847"/>
                      <a:pt x="794248" y="64703"/>
                    </a:cubicBezTo>
                    <a:cubicBezTo>
                      <a:pt x="861864" y="52537"/>
                      <a:pt x="932289" y="70552"/>
                      <a:pt x="983762" y="116878"/>
                    </a:cubicBezTo>
                    <a:cubicBezTo>
                      <a:pt x="1044125" y="171627"/>
                      <a:pt x="1075243" y="255388"/>
                      <a:pt x="1102150" y="330257"/>
                    </a:cubicBezTo>
                    <a:cubicBezTo>
                      <a:pt x="1132799" y="415889"/>
                      <a:pt x="1155260" y="504329"/>
                      <a:pt x="1175148" y="593003"/>
                    </a:cubicBezTo>
                    <a:cubicBezTo>
                      <a:pt x="1195269" y="682379"/>
                      <a:pt x="1212582" y="772223"/>
                      <a:pt x="1231534" y="861832"/>
                    </a:cubicBezTo>
                    <a:cubicBezTo>
                      <a:pt x="1250251" y="950506"/>
                      <a:pt x="1274116" y="1038244"/>
                      <a:pt x="1292132" y="1127152"/>
                    </a:cubicBezTo>
                    <a:cubicBezTo>
                      <a:pt x="1331204" y="1319006"/>
                      <a:pt x="1346178" y="1520686"/>
                      <a:pt x="1291664" y="1711136"/>
                    </a:cubicBezTo>
                    <a:cubicBezTo>
                      <a:pt x="1265459" y="1803086"/>
                      <a:pt x="1224047" y="1891993"/>
                      <a:pt x="1164385" y="1967097"/>
                    </a:cubicBezTo>
                    <a:cubicBezTo>
                      <a:pt x="1108701" y="2037287"/>
                      <a:pt x="1040382" y="2096715"/>
                      <a:pt x="967618" y="2148656"/>
                    </a:cubicBezTo>
                    <a:cubicBezTo>
                      <a:pt x="931821" y="2174159"/>
                      <a:pt x="895088" y="2198024"/>
                      <a:pt x="857887" y="2221186"/>
                    </a:cubicBezTo>
                    <a:cubicBezTo>
                      <a:pt x="834022" y="2236160"/>
                      <a:pt x="856015" y="2274063"/>
                      <a:pt x="880114" y="2259089"/>
                    </a:cubicBezTo>
                    <a:lnTo>
                      <a:pt x="880114" y="2259089"/>
                    </a:lnTo>
                    <a:close/>
                  </a:path>
                </a:pathLst>
              </a:custGeom>
              <a:solidFill>
                <a:srgbClr val="F97D7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36" name="矩形 35"/>
          <p:cNvSpPr/>
          <p:nvPr userDrawn="1"/>
        </p:nvSpPr>
        <p:spPr>
          <a:xfrm rot="16200000">
            <a:off x="5559734" y="1004562"/>
            <a:ext cx="1841281" cy="13553123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/>
          <p:cNvSpPr/>
          <p:nvPr userDrawn="1"/>
        </p:nvSpPr>
        <p:spPr>
          <a:xfrm>
            <a:off x="12192000" y="-1790700"/>
            <a:ext cx="1375189" cy="98218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 userDrawn="1"/>
        </p:nvSpPr>
        <p:spPr>
          <a:xfrm rot="5400000">
            <a:off x="3609168" y="-8961552"/>
            <a:ext cx="3168139" cy="1472988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>
            <a:off x="-3770601" y="-1790700"/>
            <a:ext cx="3773213" cy="98218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-17276"/>
            <a:ext cx="12192000" cy="6858000"/>
          </a:xfrm>
          <a:prstGeom prst="rect">
            <a:avLst/>
          </a:prstGeom>
          <a:pattFill prst="wdUpDiag">
            <a:fgClr>
              <a:srgbClr val="FFFCF7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任意多边形: 形状 188"/>
          <p:cNvSpPr/>
          <p:nvPr/>
        </p:nvSpPr>
        <p:spPr>
          <a:xfrm rot="16200000" flipH="1">
            <a:off x="4478631" y="1496232"/>
            <a:ext cx="3159857" cy="3279225"/>
          </a:xfrm>
          <a:custGeom>
            <a:avLst/>
            <a:gdLst>
              <a:gd name="connsiteX0" fmla="*/ 1076107 w 1085850"/>
              <a:gd name="connsiteY0" fmla="*/ 545418 h 1076325"/>
              <a:gd name="connsiteX1" fmla="*/ 819885 w 1085850"/>
              <a:gd name="connsiteY1" fmla="*/ 21925 h 1076325"/>
              <a:gd name="connsiteX2" fmla="*/ 394879 w 1085850"/>
              <a:gd name="connsiteY2" fmla="*/ 93362 h 1076325"/>
              <a:gd name="connsiteX3" fmla="*/ 188949 w 1085850"/>
              <a:gd name="connsiteY3" fmla="*/ 409401 h 1076325"/>
              <a:gd name="connsiteX4" fmla="*/ 12165 w 1085850"/>
              <a:gd name="connsiteY4" fmla="*/ 815833 h 1076325"/>
              <a:gd name="connsiteX5" fmla="*/ 36739 w 1085850"/>
              <a:gd name="connsiteY5" fmla="*/ 991284 h 1076325"/>
              <a:gd name="connsiteX6" fmla="*/ 311726 w 1085850"/>
              <a:gd name="connsiteY6" fmla="*/ 1060816 h 1076325"/>
              <a:gd name="connsiteX7" fmla="*/ 596238 w 1085850"/>
              <a:gd name="connsiteY7" fmla="*/ 999856 h 1076325"/>
              <a:gd name="connsiteX8" fmla="*/ 857889 w 1085850"/>
              <a:gd name="connsiteY8" fmla="*/ 949183 h 1076325"/>
              <a:gd name="connsiteX9" fmla="*/ 1060010 w 1085850"/>
              <a:gd name="connsiteY9" fmla="*/ 636573 h 1076325"/>
              <a:gd name="connsiteX10" fmla="*/ 1076107 w 1085850"/>
              <a:gd name="connsiteY10" fmla="*/ 545418 h 1076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85850" h="1076325">
                <a:moveTo>
                  <a:pt x="1076107" y="545418"/>
                </a:moveTo>
                <a:cubicBezTo>
                  <a:pt x="1104873" y="325772"/>
                  <a:pt x="1074202" y="73645"/>
                  <a:pt x="819885" y="21925"/>
                </a:cubicBezTo>
                <a:cubicBezTo>
                  <a:pt x="680724" y="-6365"/>
                  <a:pt x="508798" y="112"/>
                  <a:pt x="394879" y="93362"/>
                </a:cubicBezTo>
                <a:cubicBezTo>
                  <a:pt x="296486" y="173848"/>
                  <a:pt x="237812" y="294911"/>
                  <a:pt x="188949" y="409401"/>
                </a:cubicBezTo>
                <a:cubicBezTo>
                  <a:pt x="131132" y="544942"/>
                  <a:pt x="37977" y="667815"/>
                  <a:pt x="12165" y="815833"/>
                </a:cubicBezTo>
                <a:cubicBezTo>
                  <a:pt x="1782" y="875269"/>
                  <a:pt x="6354" y="939277"/>
                  <a:pt x="36739" y="991284"/>
                </a:cubicBezTo>
                <a:cubicBezTo>
                  <a:pt x="93222" y="1087772"/>
                  <a:pt x="216095" y="1088439"/>
                  <a:pt x="311726" y="1060816"/>
                </a:cubicBezTo>
                <a:cubicBezTo>
                  <a:pt x="404976" y="1033860"/>
                  <a:pt x="499368" y="1009286"/>
                  <a:pt x="596238" y="999856"/>
                </a:cubicBezTo>
                <a:cubicBezTo>
                  <a:pt x="687582" y="990998"/>
                  <a:pt x="775689" y="998713"/>
                  <a:pt x="857889" y="949183"/>
                </a:cubicBezTo>
                <a:cubicBezTo>
                  <a:pt x="972666" y="880127"/>
                  <a:pt x="1032006" y="763732"/>
                  <a:pt x="1060010" y="636573"/>
                </a:cubicBezTo>
                <a:cubicBezTo>
                  <a:pt x="1066392" y="608474"/>
                  <a:pt x="1071821" y="577708"/>
                  <a:pt x="1076107" y="545418"/>
                </a:cubicBezTo>
                <a:close/>
              </a:path>
            </a:pathLst>
          </a:custGeom>
          <a:solidFill>
            <a:srgbClr val="FFF2D9">
              <a:alpha val="80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20" name="任意多边形: 形状 119"/>
          <p:cNvSpPr/>
          <p:nvPr/>
        </p:nvSpPr>
        <p:spPr>
          <a:xfrm>
            <a:off x="10845016" y="4762052"/>
            <a:ext cx="115493" cy="131992"/>
          </a:xfrm>
          <a:custGeom>
            <a:avLst/>
            <a:gdLst>
              <a:gd name="connsiteX0" fmla="*/ 63291 w 93745"/>
              <a:gd name="connsiteY0" fmla="*/ 10880 h 107137"/>
              <a:gd name="connsiteX1" fmla="*/ 29274 w 93745"/>
              <a:gd name="connsiteY1" fmla="*/ 15835 h 107137"/>
              <a:gd name="connsiteX2" fmla="*/ 18561 w 93745"/>
              <a:gd name="connsiteY2" fmla="*/ 30164 h 107137"/>
              <a:gd name="connsiteX3" fmla="*/ 16686 w 93745"/>
              <a:gd name="connsiteY3" fmla="*/ 87885 h 107137"/>
              <a:gd name="connsiteX4" fmla="*/ 64094 w 93745"/>
              <a:gd name="connsiteY4" fmla="*/ 104357 h 107137"/>
              <a:gd name="connsiteX5" fmla="*/ 95030 w 93745"/>
              <a:gd name="connsiteY5" fmla="*/ 64046 h 107137"/>
              <a:gd name="connsiteX6" fmla="*/ 63291 w 93745"/>
              <a:gd name="connsiteY6" fmla="*/ 10880 h 107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3745" h="107137">
                <a:moveTo>
                  <a:pt x="63291" y="10880"/>
                </a:moveTo>
                <a:cubicBezTo>
                  <a:pt x="51639" y="9674"/>
                  <a:pt x="38649" y="8737"/>
                  <a:pt x="29274" y="15835"/>
                </a:cubicBezTo>
                <a:cubicBezTo>
                  <a:pt x="24453" y="19450"/>
                  <a:pt x="21239" y="24807"/>
                  <a:pt x="18561" y="30164"/>
                </a:cubicBezTo>
                <a:cubicBezTo>
                  <a:pt x="9588" y="48243"/>
                  <a:pt x="5838" y="70876"/>
                  <a:pt x="16686" y="87885"/>
                </a:cubicBezTo>
                <a:cubicBezTo>
                  <a:pt x="26462" y="103017"/>
                  <a:pt x="46952" y="109848"/>
                  <a:pt x="64094" y="104357"/>
                </a:cubicBezTo>
                <a:cubicBezTo>
                  <a:pt x="81236" y="98866"/>
                  <a:pt x="93825" y="81992"/>
                  <a:pt x="95030" y="64046"/>
                </a:cubicBezTo>
                <a:cubicBezTo>
                  <a:pt x="96369" y="46101"/>
                  <a:pt x="83111" y="14093"/>
                  <a:pt x="63291" y="10880"/>
                </a:cubicBezTo>
              </a:path>
            </a:pathLst>
          </a:custGeom>
          <a:solidFill>
            <a:srgbClr val="FFD46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27" name="任意多边形: 形状 126"/>
          <p:cNvSpPr/>
          <p:nvPr/>
        </p:nvSpPr>
        <p:spPr>
          <a:xfrm>
            <a:off x="10676074" y="5017348"/>
            <a:ext cx="115493" cy="131992"/>
          </a:xfrm>
          <a:custGeom>
            <a:avLst/>
            <a:gdLst>
              <a:gd name="connsiteX0" fmla="*/ 63291 w 93745"/>
              <a:gd name="connsiteY0" fmla="*/ 10879 h 107137"/>
              <a:gd name="connsiteX1" fmla="*/ 29274 w 93745"/>
              <a:gd name="connsiteY1" fmla="*/ 15835 h 107137"/>
              <a:gd name="connsiteX2" fmla="*/ 18560 w 93745"/>
              <a:gd name="connsiteY2" fmla="*/ 30164 h 107137"/>
              <a:gd name="connsiteX3" fmla="*/ 16686 w 93745"/>
              <a:gd name="connsiteY3" fmla="*/ 87884 h 107137"/>
              <a:gd name="connsiteX4" fmla="*/ 64094 w 93745"/>
              <a:gd name="connsiteY4" fmla="*/ 104357 h 107137"/>
              <a:gd name="connsiteX5" fmla="*/ 95030 w 93745"/>
              <a:gd name="connsiteY5" fmla="*/ 64046 h 107137"/>
              <a:gd name="connsiteX6" fmla="*/ 63291 w 93745"/>
              <a:gd name="connsiteY6" fmla="*/ 10879 h 107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3745" h="107137">
                <a:moveTo>
                  <a:pt x="63291" y="10879"/>
                </a:moveTo>
                <a:cubicBezTo>
                  <a:pt x="51639" y="9674"/>
                  <a:pt x="38649" y="8737"/>
                  <a:pt x="29274" y="15835"/>
                </a:cubicBezTo>
                <a:cubicBezTo>
                  <a:pt x="24453" y="19450"/>
                  <a:pt x="21239" y="24807"/>
                  <a:pt x="18560" y="30164"/>
                </a:cubicBezTo>
                <a:cubicBezTo>
                  <a:pt x="9588" y="48244"/>
                  <a:pt x="5838" y="70876"/>
                  <a:pt x="16686" y="87884"/>
                </a:cubicBezTo>
                <a:cubicBezTo>
                  <a:pt x="26462" y="103018"/>
                  <a:pt x="46952" y="109848"/>
                  <a:pt x="64094" y="104357"/>
                </a:cubicBezTo>
                <a:cubicBezTo>
                  <a:pt x="81236" y="98866"/>
                  <a:pt x="93825" y="81992"/>
                  <a:pt x="95030" y="64046"/>
                </a:cubicBezTo>
                <a:cubicBezTo>
                  <a:pt x="96369" y="46101"/>
                  <a:pt x="83111" y="14094"/>
                  <a:pt x="63291" y="10879"/>
                </a:cubicBezTo>
              </a:path>
            </a:pathLst>
          </a:custGeom>
          <a:solidFill>
            <a:srgbClr val="C3EAF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39" name="组合 138"/>
          <p:cNvGrpSpPr/>
          <p:nvPr/>
        </p:nvGrpSpPr>
        <p:grpSpPr>
          <a:xfrm>
            <a:off x="332749" y="3683366"/>
            <a:ext cx="596113" cy="891611"/>
            <a:chOff x="-6712140" y="4855187"/>
            <a:chExt cx="596113" cy="891611"/>
          </a:xfrm>
        </p:grpSpPr>
        <p:sp>
          <p:nvSpPr>
            <p:cNvPr id="116" name="任意多边形: 形状 115"/>
            <p:cNvSpPr/>
            <p:nvPr/>
          </p:nvSpPr>
          <p:spPr>
            <a:xfrm>
              <a:off x="-6283987" y="4855187"/>
              <a:ext cx="115493" cy="131992"/>
            </a:xfrm>
            <a:custGeom>
              <a:avLst/>
              <a:gdLst>
                <a:gd name="connsiteX0" fmla="*/ 63291 w 93745"/>
                <a:gd name="connsiteY0" fmla="*/ 10879 h 107137"/>
                <a:gd name="connsiteX1" fmla="*/ 29274 w 93745"/>
                <a:gd name="connsiteY1" fmla="*/ 15834 h 107137"/>
                <a:gd name="connsiteX2" fmla="*/ 18561 w 93745"/>
                <a:gd name="connsiteY2" fmla="*/ 30164 h 107137"/>
                <a:gd name="connsiteX3" fmla="*/ 16686 w 93745"/>
                <a:gd name="connsiteY3" fmla="*/ 87884 h 107137"/>
                <a:gd name="connsiteX4" fmla="*/ 64094 w 93745"/>
                <a:gd name="connsiteY4" fmla="*/ 104357 h 107137"/>
                <a:gd name="connsiteX5" fmla="*/ 95030 w 93745"/>
                <a:gd name="connsiteY5" fmla="*/ 64046 h 107137"/>
                <a:gd name="connsiteX6" fmla="*/ 63291 w 93745"/>
                <a:gd name="connsiteY6" fmla="*/ 10879 h 10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745" h="107137">
                  <a:moveTo>
                    <a:pt x="63291" y="10879"/>
                  </a:moveTo>
                  <a:cubicBezTo>
                    <a:pt x="51639" y="9674"/>
                    <a:pt x="38649" y="8737"/>
                    <a:pt x="29274" y="15834"/>
                  </a:cubicBezTo>
                  <a:cubicBezTo>
                    <a:pt x="24453" y="19450"/>
                    <a:pt x="21239" y="24807"/>
                    <a:pt x="18561" y="30164"/>
                  </a:cubicBezTo>
                  <a:cubicBezTo>
                    <a:pt x="9588" y="48243"/>
                    <a:pt x="5838" y="70876"/>
                    <a:pt x="16686" y="87884"/>
                  </a:cubicBezTo>
                  <a:cubicBezTo>
                    <a:pt x="26462" y="103018"/>
                    <a:pt x="46952" y="109848"/>
                    <a:pt x="64094" y="104357"/>
                  </a:cubicBezTo>
                  <a:cubicBezTo>
                    <a:pt x="81236" y="98866"/>
                    <a:pt x="93825" y="81992"/>
                    <a:pt x="95030" y="64046"/>
                  </a:cubicBezTo>
                  <a:cubicBezTo>
                    <a:pt x="96369" y="46101"/>
                    <a:pt x="83111" y="14093"/>
                    <a:pt x="63291" y="10879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7" name="任意多边形: 形状 116"/>
            <p:cNvSpPr/>
            <p:nvPr/>
          </p:nvSpPr>
          <p:spPr>
            <a:xfrm>
              <a:off x="-6231520" y="5614806"/>
              <a:ext cx="115493" cy="131992"/>
            </a:xfrm>
            <a:custGeom>
              <a:avLst/>
              <a:gdLst>
                <a:gd name="connsiteX0" fmla="*/ 63291 w 93745"/>
                <a:gd name="connsiteY0" fmla="*/ 10879 h 107137"/>
                <a:gd name="connsiteX1" fmla="*/ 29274 w 93745"/>
                <a:gd name="connsiteY1" fmla="*/ 15834 h 107137"/>
                <a:gd name="connsiteX2" fmla="*/ 18561 w 93745"/>
                <a:gd name="connsiteY2" fmla="*/ 30164 h 107137"/>
                <a:gd name="connsiteX3" fmla="*/ 16686 w 93745"/>
                <a:gd name="connsiteY3" fmla="*/ 87884 h 107137"/>
                <a:gd name="connsiteX4" fmla="*/ 64094 w 93745"/>
                <a:gd name="connsiteY4" fmla="*/ 104357 h 107137"/>
                <a:gd name="connsiteX5" fmla="*/ 95030 w 93745"/>
                <a:gd name="connsiteY5" fmla="*/ 64046 h 107137"/>
                <a:gd name="connsiteX6" fmla="*/ 63291 w 93745"/>
                <a:gd name="connsiteY6" fmla="*/ 10879 h 10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745" h="107137">
                  <a:moveTo>
                    <a:pt x="63291" y="10879"/>
                  </a:moveTo>
                  <a:cubicBezTo>
                    <a:pt x="51639" y="9674"/>
                    <a:pt x="38649" y="8737"/>
                    <a:pt x="29274" y="15834"/>
                  </a:cubicBezTo>
                  <a:cubicBezTo>
                    <a:pt x="24453" y="19450"/>
                    <a:pt x="21239" y="24807"/>
                    <a:pt x="18561" y="30164"/>
                  </a:cubicBezTo>
                  <a:cubicBezTo>
                    <a:pt x="9588" y="48243"/>
                    <a:pt x="5838" y="70876"/>
                    <a:pt x="16686" y="87884"/>
                  </a:cubicBezTo>
                  <a:cubicBezTo>
                    <a:pt x="26462" y="103017"/>
                    <a:pt x="46952" y="109847"/>
                    <a:pt x="64094" y="104357"/>
                  </a:cubicBezTo>
                  <a:cubicBezTo>
                    <a:pt x="81236" y="98866"/>
                    <a:pt x="93825" y="81992"/>
                    <a:pt x="95030" y="64046"/>
                  </a:cubicBezTo>
                  <a:cubicBezTo>
                    <a:pt x="96369" y="46100"/>
                    <a:pt x="83111" y="14093"/>
                    <a:pt x="63291" y="10879"/>
                  </a:cubicBezTo>
                </a:path>
              </a:pathLst>
            </a:custGeom>
            <a:solidFill>
              <a:srgbClr val="C3EAF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7" name="任意多边形: 形状 136"/>
            <p:cNvSpPr/>
            <p:nvPr/>
          </p:nvSpPr>
          <p:spPr>
            <a:xfrm>
              <a:off x="-6712140" y="5140291"/>
              <a:ext cx="115493" cy="131992"/>
            </a:xfrm>
            <a:custGeom>
              <a:avLst/>
              <a:gdLst>
                <a:gd name="connsiteX0" fmla="*/ 63291 w 93745"/>
                <a:gd name="connsiteY0" fmla="*/ 10879 h 107137"/>
                <a:gd name="connsiteX1" fmla="*/ 29274 w 93745"/>
                <a:gd name="connsiteY1" fmla="*/ 15834 h 107137"/>
                <a:gd name="connsiteX2" fmla="*/ 18561 w 93745"/>
                <a:gd name="connsiteY2" fmla="*/ 30164 h 107137"/>
                <a:gd name="connsiteX3" fmla="*/ 16686 w 93745"/>
                <a:gd name="connsiteY3" fmla="*/ 87884 h 107137"/>
                <a:gd name="connsiteX4" fmla="*/ 64094 w 93745"/>
                <a:gd name="connsiteY4" fmla="*/ 104357 h 107137"/>
                <a:gd name="connsiteX5" fmla="*/ 95030 w 93745"/>
                <a:gd name="connsiteY5" fmla="*/ 64046 h 107137"/>
                <a:gd name="connsiteX6" fmla="*/ 63291 w 93745"/>
                <a:gd name="connsiteY6" fmla="*/ 10879 h 10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745" h="107137">
                  <a:moveTo>
                    <a:pt x="63291" y="10879"/>
                  </a:moveTo>
                  <a:cubicBezTo>
                    <a:pt x="51639" y="9674"/>
                    <a:pt x="38649" y="8737"/>
                    <a:pt x="29274" y="15834"/>
                  </a:cubicBezTo>
                  <a:cubicBezTo>
                    <a:pt x="24453" y="19450"/>
                    <a:pt x="21239" y="24807"/>
                    <a:pt x="18561" y="30164"/>
                  </a:cubicBezTo>
                  <a:cubicBezTo>
                    <a:pt x="9588" y="48244"/>
                    <a:pt x="5838" y="70876"/>
                    <a:pt x="16686" y="87884"/>
                  </a:cubicBezTo>
                  <a:cubicBezTo>
                    <a:pt x="26462" y="103018"/>
                    <a:pt x="46952" y="109847"/>
                    <a:pt x="64094" y="104357"/>
                  </a:cubicBezTo>
                  <a:cubicBezTo>
                    <a:pt x="81236" y="98866"/>
                    <a:pt x="93825" y="81992"/>
                    <a:pt x="95030" y="64046"/>
                  </a:cubicBezTo>
                  <a:cubicBezTo>
                    <a:pt x="96369" y="46101"/>
                    <a:pt x="83111" y="14093"/>
                    <a:pt x="63291" y="10879"/>
                  </a:cubicBezTo>
                </a:path>
              </a:pathLst>
            </a:custGeom>
            <a:solidFill>
              <a:srgbClr val="F4BDB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47" name="组合 246"/>
          <p:cNvGrpSpPr/>
          <p:nvPr/>
        </p:nvGrpSpPr>
        <p:grpSpPr>
          <a:xfrm>
            <a:off x="9208961" y="921341"/>
            <a:ext cx="1671944" cy="1751672"/>
            <a:chOff x="9239050" y="1009051"/>
            <a:chExt cx="1671944" cy="1751672"/>
          </a:xfrm>
        </p:grpSpPr>
        <p:sp>
          <p:nvSpPr>
            <p:cNvPr id="121" name="任意多边形: 形状 120"/>
            <p:cNvSpPr/>
            <p:nvPr/>
          </p:nvSpPr>
          <p:spPr>
            <a:xfrm>
              <a:off x="10795501" y="2294549"/>
              <a:ext cx="115493" cy="131992"/>
            </a:xfrm>
            <a:custGeom>
              <a:avLst/>
              <a:gdLst>
                <a:gd name="connsiteX0" fmla="*/ 63291 w 93745"/>
                <a:gd name="connsiteY0" fmla="*/ 10880 h 107137"/>
                <a:gd name="connsiteX1" fmla="*/ 29274 w 93745"/>
                <a:gd name="connsiteY1" fmla="*/ 15835 h 107137"/>
                <a:gd name="connsiteX2" fmla="*/ 18561 w 93745"/>
                <a:gd name="connsiteY2" fmla="*/ 30164 h 107137"/>
                <a:gd name="connsiteX3" fmla="*/ 16686 w 93745"/>
                <a:gd name="connsiteY3" fmla="*/ 87885 h 107137"/>
                <a:gd name="connsiteX4" fmla="*/ 64094 w 93745"/>
                <a:gd name="connsiteY4" fmla="*/ 104357 h 107137"/>
                <a:gd name="connsiteX5" fmla="*/ 95030 w 93745"/>
                <a:gd name="connsiteY5" fmla="*/ 64046 h 107137"/>
                <a:gd name="connsiteX6" fmla="*/ 63291 w 93745"/>
                <a:gd name="connsiteY6" fmla="*/ 10880 h 10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745" h="107137">
                  <a:moveTo>
                    <a:pt x="63291" y="10880"/>
                  </a:moveTo>
                  <a:cubicBezTo>
                    <a:pt x="51639" y="9674"/>
                    <a:pt x="38649" y="8737"/>
                    <a:pt x="29274" y="15835"/>
                  </a:cubicBezTo>
                  <a:cubicBezTo>
                    <a:pt x="24453" y="19450"/>
                    <a:pt x="21239" y="24807"/>
                    <a:pt x="18561" y="30164"/>
                  </a:cubicBezTo>
                  <a:cubicBezTo>
                    <a:pt x="9588" y="48243"/>
                    <a:pt x="5838" y="70876"/>
                    <a:pt x="16686" y="87885"/>
                  </a:cubicBezTo>
                  <a:cubicBezTo>
                    <a:pt x="26328" y="103017"/>
                    <a:pt x="46952" y="109848"/>
                    <a:pt x="64094" y="104357"/>
                  </a:cubicBezTo>
                  <a:cubicBezTo>
                    <a:pt x="81236" y="98866"/>
                    <a:pt x="93825" y="81992"/>
                    <a:pt x="95030" y="64046"/>
                  </a:cubicBezTo>
                  <a:cubicBezTo>
                    <a:pt x="96235" y="46101"/>
                    <a:pt x="83111" y="14093"/>
                    <a:pt x="63291" y="10880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5" name="任意多边形: 形状 124"/>
            <p:cNvSpPr/>
            <p:nvPr/>
          </p:nvSpPr>
          <p:spPr>
            <a:xfrm>
              <a:off x="9875075" y="1074485"/>
              <a:ext cx="115493" cy="131992"/>
            </a:xfrm>
            <a:custGeom>
              <a:avLst/>
              <a:gdLst>
                <a:gd name="connsiteX0" fmla="*/ 63290 w 93745"/>
                <a:gd name="connsiteY0" fmla="*/ 10879 h 107137"/>
                <a:gd name="connsiteX1" fmla="*/ 29274 w 93745"/>
                <a:gd name="connsiteY1" fmla="*/ 15835 h 107137"/>
                <a:gd name="connsiteX2" fmla="*/ 18560 w 93745"/>
                <a:gd name="connsiteY2" fmla="*/ 30164 h 107137"/>
                <a:gd name="connsiteX3" fmla="*/ 16686 w 93745"/>
                <a:gd name="connsiteY3" fmla="*/ 87884 h 107137"/>
                <a:gd name="connsiteX4" fmla="*/ 64094 w 93745"/>
                <a:gd name="connsiteY4" fmla="*/ 104357 h 107137"/>
                <a:gd name="connsiteX5" fmla="*/ 95030 w 93745"/>
                <a:gd name="connsiteY5" fmla="*/ 64046 h 107137"/>
                <a:gd name="connsiteX6" fmla="*/ 63290 w 93745"/>
                <a:gd name="connsiteY6" fmla="*/ 10879 h 10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745" h="107137">
                  <a:moveTo>
                    <a:pt x="63290" y="10879"/>
                  </a:moveTo>
                  <a:cubicBezTo>
                    <a:pt x="51639" y="9674"/>
                    <a:pt x="38649" y="8737"/>
                    <a:pt x="29274" y="15835"/>
                  </a:cubicBezTo>
                  <a:cubicBezTo>
                    <a:pt x="24453" y="19450"/>
                    <a:pt x="21239" y="24807"/>
                    <a:pt x="18560" y="30164"/>
                  </a:cubicBezTo>
                  <a:cubicBezTo>
                    <a:pt x="9588" y="48244"/>
                    <a:pt x="5838" y="70876"/>
                    <a:pt x="16686" y="87884"/>
                  </a:cubicBezTo>
                  <a:cubicBezTo>
                    <a:pt x="26328" y="103018"/>
                    <a:pt x="46952" y="109848"/>
                    <a:pt x="64094" y="104357"/>
                  </a:cubicBezTo>
                  <a:cubicBezTo>
                    <a:pt x="81236" y="98866"/>
                    <a:pt x="93825" y="81992"/>
                    <a:pt x="95030" y="64046"/>
                  </a:cubicBezTo>
                  <a:cubicBezTo>
                    <a:pt x="96369" y="46101"/>
                    <a:pt x="83111" y="14094"/>
                    <a:pt x="63290" y="10879"/>
                  </a:cubicBezTo>
                </a:path>
              </a:pathLst>
            </a:custGeom>
            <a:solidFill>
              <a:srgbClr val="C3EAF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3" name="任意多边形: 形状 122"/>
            <p:cNvSpPr/>
            <p:nvPr/>
          </p:nvSpPr>
          <p:spPr>
            <a:xfrm rot="4540953">
              <a:off x="9247299" y="1000802"/>
              <a:ext cx="115493" cy="131992"/>
            </a:xfrm>
            <a:custGeom>
              <a:avLst/>
              <a:gdLst>
                <a:gd name="connsiteX0" fmla="*/ 63291 w 93745"/>
                <a:gd name="connsiteY0" fmla="*/ 10879 h 107137"/>
                <a:gd name="connsiteX1" fmla="*/ 29274 w 93745"/>
                <a:gd name="connsiteY1" fmla="*/ 15834 h 107137"/>
                <a:gd name="connsiteX2" fmla="*/ 18561 w 93745"/>
                <a:gd name="connsiteY2" fmla="*/ 30164 h 107137"/>
                <a:gd name="connsiteX3" fmla="*/ 16686 w 93745"/>
                <a:gd name="connsiteY3" fmla="*/ 87884 h 107137"/>
                <a:gd name="connsiteX4" fmla="*/ 64094 w 93745"/>
                <a:gd name="connsiteY4" fmla="*/ 104357 h 107137"/>
                <a:gd name="connsiteX5" fmla="*/ 95030 w 93745"/>
                <a:gd name="connsiteY5" fmla="*/ 64046 h 107137"/>
                <a:gd name="connsiteX6" fmla="*/ 63291 w 93745"/>
                <a:gd name="connsiteY6" fmla="*/ 10879 h 10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745" h="107137">
                  <a:moveTo>
                    <a:pt x="63291" y="10879"/>
                  </a:moveTo>
                  <a:cubicBezTo>
                    <a:pt x="51640" y="9674"/>
                    <a:pt x="38649" y="8737"/>
                    <a:pt x="29274" y="15834"/>
                  </a:cubicBezTo>
                  <a:cubicBezTo>
                    <a:pt x="24453" y="19450"/>
                    <a:pt x="21239" y="24807"/>
                    <a:pt x="18561" y="30164"/>
                  </a:cubicBezTo>
                  <a:cubicBezTo>
                    <a:pt x="9588" y="48243"/>
                    <a:pt x="5838" y="70876"/>
                    <a:pt x="16686" y="87884"/>
                  </a:cubicBezTo>
                  <a:cubicBezTo>
                    <a:pt x="26328" y="103018"/>
                    <a:pt x="46952" y="109848"/>
                    <a:pt x="64094" y="104357"/>
                  </a:cubicBezTo>
                  <a:cubicBezTo>
                    <a:pt x="81236" y="98866"/>
                    <a:pt x="93825" y="81992"/>
                    <a:pt x="95030" y="64046"/>
                  </a:cubicBezTo>
                  <a:cubicBezTo>
                    <a:pt x="96235" y="46101"/>
                    <a:pt x="83111" y="14093"/>
                    <a:pt x="63291" y="10879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6" name="任意多边形: 形状 135"/>
            <p:cNvSpPr/>
            <p:nvPr/>
          </p:nvSpPr>
          <p:spPr>
            <a:xfrm>
              <a:off x="10520441" y="2628731"/>
              <a:ext cx="115493" cy="131992"/>
            </a:xfrm>
            <a:custGeom>
              <a:avLst/>
              <a:gdLst>
                <a:gd name="connsiteX0" fmla="*/ 63291 w 93745"/>
                <a:gd name="connsiteY0" fmla="*/ 10879 h 107137"/>
                <a:gd name="connsiteX1" fmla="*/ 29274 w 93745"/>
                <a:gd name="connsiteY1" fmla="*/ 15834 h 107137"/>
                <a:gd name="connsiteX2" fmla="*/ 18561 w 93745"/>
                <a:gd name="connsiteY2" fmla="*/ 30164 h 107137"/>
                <a:gd name="connsiteX3" fmla="*/ 16686 w 93745"/>
                <a:gd name="connsiteY3" fmla="*/ 87884 h 107137"/>
                <a:gd name="connsiteX4" fmla="*/ 64094 w 93745"/>
                <a:gd name="connsiteY4" fmla="*/ 104357 h 107137"/>
                <a:gd name="connsiteX5" fmla="*/ 95030 w 93745"/>
                <a:gd name="connsiteY5" fmla="*/ 64046 h 107137"/>
                <a:gd name="connsiteX6" fmla="*/ 63291 w 93745"/>
                <a:gd name="connsiteY6" fmla="*/ 10879 h 10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745" h="107137">
                  <a:moveTo>
                    <a:pt x="63291" y="10879"/>
                  </a:moveTo>
                  <a:cubicBezTo>
                    <a:pt x="51639" y="9674"/>
                    <a:pt x="38649" y="8737"/>
                    <a:pt x="29274" y="15834"/>
                  </a:cubicBezTo>
                  <a:cubicBezTo>
                    <a:pt x="24453" y="19450"/>
                    <a:pt x="21239" y="24807"/>
                    <a:pt x="18561" y="30164"/>
                  </a:cubicBezTo>
                  <a:cubicBezTo>
                    <a:pt x="9588" y="48244"/>
                    <a:pt x="5838" y="70876"/>
                    <a:pt x="16686" y="87884"/>
                  </a:cubicBezTo>
                  <a:cubicBezTo>
                    <a:pt x="26462" y="103018"/>
                    <a:pt x="46952" y="109848"/>
                    <a:pt x="64094" y="104357"/>
                  </a:cubicBezTo>
                  <a:cubicBezTo>
                    <a:pt x="81236" y="98866"/>
                    <a:pt x="93825" y="81992"/>
                    <a:pt x="95030" y="64046"/>
                  </a:cubicBezTo>
                  <a:cubicBezTo>
                    <a:pt x="96369" y="46101"/>
                    <a:pt x="83111" y="14093"/>
                    <a:pt x="63291" y="10879"/>
                  </a:cubicBezTo>
                </a:path>
              </a:pathLst>
            </a:custGeom>
            <a:solidFill>
              <a:srgbClr val="F4BDB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2" name="任意多边形: 形状 151"/>
            <p:cNvSpPr/>
            <p:nvPr/>
          </p:nvSpPr>
          <p:spPr>
            <a:xfrm rot="8302365">
              <a:off x="9965470" y="1315575"/>
              <a:ext cx="629533" cy="791993"/>
            </a:xfrm>
            <a:custGeom>
              <a:avLst/>
              <a:gdLst>
                <a:gd name="connsiteX0" fmla="*/ 385630 w 725300"/>
                <a:gd name="connsiteY0" fmla="*/ 26824 h 912475"/>
                <a:gd name="connsiteX1" fmla="*/ 56906 w 725300"/>
                <a:gd name="connsiteY1" fmla="*/ 169311 h 912475"/>
                <a:gd name="connsiteX2" fmla="*/ 205475 w 725300"/>
                <a:gd name="connsiteY2" fmla="*/ 801259 h 912475"/>
                <a:gd name="connsiteX3" fmla="*/ 317312 w 725300"/>
                <a:gd name="connsiteY3" fmla="*/ 865132 h 912475"/>
                <a:gd name="connsiteX4" fmla="*/ 590352 w 725300"/>
                <a:gd name="connsiteY4" fmla="*/ 888762 h 912475"/>
                <a:gd name="connsiteX5" fmla="*/ 722778 w 725300"/>
                <a:gd name="connsiteY5" fmla="*/ 632100 h 912475"/>
                <a:gd name="connsiteX6" fmla="*/ 484599 w 725300"/>
                <a:gd name="connsiteY6" fmla="*/ 76192 h 912475"/>
                <a:gd name="connsiteX7" fmla="*/ 385630 w 725300"/>
                <a:gd name="connsiteY7" fmla="*/ 26824 h 912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25300" h="912475">
                  <a:moveTo>
                    <a:pt x="385630" y="26824"/>
                  </a:moveTo>
                  <a:cubicBezTo>
                    <a:pt x="260457" y="-5697"/>
                    <a:pt x="112823" y="48584"/>
                    <a:pt x="56906" y="169311"/>
                  </a:cubicBezTo>
                  <a:cubicBezTo>
                    <a:pt x="-33407" y="364206"/>
                    <a:pt x="38188" y="666493"/>
                    <a:pt x="205475" y="801259"/>
                  </a:cubicBezTo>
                  <a:cubicBezTo>
                    <a:pt x="238933" y="828165"/>
                    <a:pt x="277771" y="847818"/>
                    <a:pt x="317312" y="865132"/>
                  </a:cubicBezTo>
                  <a:cubicBezTo>
                    <a:pt x="403646" y="902801"/>
                    <a:pt x="504954" y="928771"/>
                    <a:pt x="590352" y="888762"/>
                  </a:cubicBezTo>
                  <a:cubicBezTo>
                    <a:pt x="682770" y="845244"/>
                    <a:pt x="727224" y="734110"/>
                    <a:pt x="722778" y="632100"/>
                  </a:cubicBezTo>
                  <a:cubicBezTo>
                    <a:pt x="715993" y="480956"/>
                    <a:pt x="608134" y="176564"/>
                    <a:pt x="484599" y="76192"/>
                  </a:cubicBezTo>
                  <a:cubicBezTo>
                    <a:pt x="455119" y="52561"/>
                    <a:pt x="421194" y="36183"/>
                    <a:pt x="385630" y="26824"/>
                  </a:cubicBezTo>
                  <a:close/>
                </a:path>
              </a:pathLst>
            </a:custGeom>
            <a:solidFill>
              <a:srgbClr val="FFBDB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49" name="组合 248"/>
          <p:cNvGrpSpPr/>
          <p:nvPr/>
        </p:nvGrpSpPr>
        <p:grpSpPr>
          <a:xfrm>
            <a:off x="1838787" y="4778691"/>
            <a:ext cx="1169069" cy="1343434"/>
            <a:chOff x="2015596" y="4896157"/>
            <a:chExt cx="1169069" cy="1343434"/>
          </a:xfrm>
        </p:grpSpPr>
        <p:sp>
          <p:nvSpPr>
            <p:cNvPr id="153" name="任意多边形: 形状 152"/>
            <p:cNvSpPr/>
            <p:nvPr/>
          </p:nvSpPr>
          <p:spPr>
            <a:xfrm rot="14059330">
              <a:off x="2432504" y="5487429"/>
              <a:ext cx="851130" cy="653193"/>
            </a:xfrm>
            <a:custGeom>
              <a:avLst/>
              <a:gdLst>
                <a:gd name="connsiteX0" fmla="*/ 404838 w 1006062"/>
                <a:gd name="connsiteY0" fmla="*/ 38925 h 772094"/>
                <a:gd name="connsiteX1" fmla="*/ 55290 w 1006062"/>
                <a:gd name="connsiteY1" fmla="*/ 286697 h 772094"/>
                <a:gd name="connsiteX2" fmla="*/ 125714 w 1006062"/>
                <a:gd name="connsiteY2" fmla="*/ 663620 h 772094"/>
                <a:gd name="connsiteX3" fmla="*/ 213218 w 1006062"/>
                <a:gd name="connsiteY3" fmla="*/ 717433 h 772094"/>
                <a:gd name="connsiteX4" fmla="*/ 904360 w 1006062"/>
                <a:gd name="connsiteY4" fmla="*/ 560674 h 772094"/>
                <a:gd name="connsiteX5" fmla="*/ 948346 w 1006062"/>
                <a:gd name="connsiteY5" fmla="*/ 501012 h 772094"/>
                <a:gd name="connsiteX6" fmla="*/ 989992 w 1006062"/>
                <a:gd name="connsiteY6" fmla="*/ 300970 h 772094"/>
                <a:gd name="connsiteX7" fmla="*/ 404838 w 1006062"/>
                <a:gd name="connsiteY7" fmla="*/ 38925 h 772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06062" h="772094">
                  <a:moveTo>
                    <a:pt x="404838" y="38925"/>
                  </a:moveTo>
                  <a:cubicBezTo>
                    <a:pt x="253461" y="78700"/>
                    <a:pt x="116122" y="166906"/>
                    <a:pt x="55290" y="286697"/>
                  </a:cubicBezTo>
                  <a:cubicBezTo>
                    <a:pt x="-11391" y="417720"/>
                    <a:pt x="9198" y="569799"/>
                    <a:pt x="125714" y="663620"/>
                  </a:cubicBezTo>
                  <a:cubicBezTo>
                    <a:pt x="151451" y="684210"/>
                    <a:pt x="180931" y="702225"/>
                    <a:pt x="213218" y="717433"/>
                  </a:cubicBezTo>
                  <a:cubicBezTo>
                    <a:pt x="450930" y="829738"/>
                    <a:pt x="732627" y="759547"/>
                    <a:pt x="904360" y="560674"/>
                  </a:cubicBezTo>
                  <a:cubicBezTo>
                    <a:pt x="920504" y="541957"/>
                    <a:pt x="935478" y="522069"/>
                    <a:pt x="948346" y="501012"/>
                  </a:cubicBezTo>
                  <a:cubicBezTo>
                    <a:pt x="984845" y="441584"/>
                    <a:pt x="1004966" y="369288"/>
                    <a:pt x="989992" y="300970"/>
                  </a:cubicBezTo>
                  <a:cubicBezTo>
                    <a:pt x="931968" y="36118"/>
                    <a:pt x="630149" y="-20268"/>
                    <a:pt x="404838" y="38925"/>
                  </a:cubicBezTo>
                  <a:close/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155" name="组合 154"/>
            <p:cNvGrpSpPr/>
            <p:nvPr/>
          </p:nvGrpSpPr>
          <p:grpSpPr>
            <a:xfrm rot="4500000">
              <a:off x="1833960" y="5077793"/>
              <a:ext cx="522810" cy="159538"/>
              <a:chOff x="2075135" y="5128223"/>
              <a:chExt cx="522810" cy="159538"/>
            </a:xfrm>
          </p:grpSpPr>
          <p:sp>
            <p:nvSpPr>
              <p:cNvPr id="118" name="任意多边形: 形状 117"/>
              <p:cNvSpPr/>
              <p:nvPr/>
            </p:nvSpPr>
            <p:spPr>
              <a:xfrm>
                <a:off x="2482452" y="5128223"/>
                <a:ext cx="115493" cy="131992"/>
              </a:xfrm>
              <a:custGeom>
                <a:avLst/>
                <a:gdLst>
                  <a:gd name="connsiteX0" fmla="*/ 63291 w 93745"/>
                  <a:gd name="connsiteY0" fmla="*/ 10879 h 107137"/>
                  <a:gd name="connsiteX1" fmla="*/ 29274 w 93745"/>
                  <a:gd name="connsiteY1" fmla="*/ 15834 h 107137"/>
                  <a:gd name="connsiteX2" fmla="*/ 18561 w 93745"/>
                  <a:gd name="connsiteY2" fmla="*/ 30164 h 107137"/>
                  <a:gd name="connsiteX3" fmla="*/ 16686 w 93745"/>
                  <a:gd name="connsiteY3" fmla="*/ 87884 h 107137"/>
                  <a:gd name="connsiteX4" fmla="*/ 64094 w 93745"/>
                  <a:gd name="connsiteY4" fmla="*/ 104357 h 107137"/>
                  <a:gd name="connsiteX5" fmla="*/ 95030 w 93745"/>
                  <a:gd name="connsiteY5" fmla="*/ 64046 h 107137"/>
                  <a:gd name="connsiteX6" fmla="*/ 63291 w 93745"/>
                  <a:gd name="connsiteY6" fmla="*/ 10879 h 107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3745" h="107137">
                    <a:moveTo>
                      <a:pt x="63291" y="10879"/>
                    </a:moveTo>
                    <a:cubicBezTo>
                      <a:pt x="51639" y="9674"/>
                      <a:pt x="38649" y="8737"/>
                      <a:pt x="29274" y="15834"/>
                    </a:cubicBezTo>
                    <a:cubicBezTo>
                      <a:pt x="24453" y="19450"/>
                      <a:pt x="21239" y="24807"/>
                      <a:pt x="18561" y="30164"/>
                    </a:cubicBezTo>
                    <a:cubicBezTo>
                      <a:pt x="9588" y="48244"/>
                      <a:pt x="5838" y="70876"/>
                      <a:pt x="16686" y="87884"/>
                    </a:cubicBezTo>
                    <a:cubicBezTo>
                      <a:pt x="26328" y="103018"/>
                      <a:pt x="46952" y="109847"/>
                      <a:pt x="64094" y="104357"/>
                    </a:cubicBezTo>
                    <a:cubicBezTo>
                      <a:pt x="81236" y="98866"/>
                      <a:pt x="93825" y="81992"/>
                      <a:pt x="95030" y="64046"/>
                    </a:cubicBezTo>
                    <a:cubicBezTo>
                      <a:pt x="96369" y="46101"/>
                      <a:pt x="83111" y="14093"/>
                      <a:pt x="63291" y="10879"/>
                    </a:cubicBezTo>
                  </a:path>
                </a:pathLst>
              </a:custGeom>
              <a:solidFill>
                <a:srgbClr val="C3EAF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4" name="任意多边形: 形状 153"/>
              <p:cNvSpPr/>
              <p:nvPr/>
            </p:nvSpPr>
            <p:spPr>
              <a:xfrm>
                <a:off x="2075135" y="5155769"/>
                <a:ext cx="115493" cy="131992"/>
              </a:xfrm>
              <a:custGeom>
                <a:avLst/>
                <a:gdLst>
                  <a:gd name="connsiteX0" fmla="*/ 63291 w 93745"/>
                  <a:gd name="connsiteY0" fmla="*/ 10879 h 107137"/>
                  <a:gd name="connsiteX1" fmla="*/ 29274 w 93745"/>
                  <a:gd name="connsiteY1" fmla="*/ 15835 h 107137"/>
                  <a:gd name="connsiteX2" fmla="*/ 18561 w 93745"/>
                  <a:gd name="connsiteY2" fmla="*/ 30164 h 107137"/>
                  <a:gd name="connsiteX3" fmla="*/ 16686 w 93745"/>
                  <a:gd name="connsiteY3" fmla="*/ 87884 h 107137"/>
                  <a:gd name="connsiteX4" fmla="*/ 64094 w 93745"/>
                  <a:gd name="connsiteY4" fmla="*/ 104357 h 107137"/>
                  <a:gd name="connsiteX5" fmla="*/ 95030 w 93745"/>
                  <a:gd name="connsiteY5" fmla="*/ 64046 h 107137"/>
                  <a:gd name="connsiteX6" fmla="*/ 63291 w 93745"/>
                  <a:gd name="connsiteY6" fmla="*/ 10879 h 107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3745" h="107137">
                    <a:moveTo>
                      <a:pt x="63291" y="10879"/>
                    </a:moveTo>
                    <a:cubicBezTo>
                      <a:pt x="51639" y="9674"/>
                      <a:pt x="38649" y="8737"/>
                      <a:pt x="29274" y="15835"/>
                    </a:cubicBezTo>
                    <a:cubicBezTo>
                      <a:pt x="24453" y="19450"/>
                      <a:pt x="21239" y="24807"/>
                      <a:pt x="18561" y="30164"/>
                    </a:cubicBezTo>
                    <a:cubicBezTo>
                      <a:pt x="9588" y="48244"/>
                      <a:pt x="5838" y="70876"/>
                      <a:pt x="16686" y="87884"/>
                    </a:cubicBezTo>
                    <a:cubicBezTo>
                      <a:pt x="26462" y="103018"/>
                      <a:pt x="46952" y="109848"/>
                      <a:pt x="64094" y="104357"/>
                    </a:cubicBezTo>
                    <a:cubicBezTo>
                      <a:pt x="81236" y="98866"/>
                      <a:pt x="93825" y="81992"/>
                      <a:pt x="95030" y="64046"/>
                    </a:cubicBezTo>
                    <a:cubicBezTo>
                      <a:pt x="96369" y="46101"/>
                      <a:pt x="83111" y="14094"/>
                      <a:pt x="63291" y="10879"/>
                    </a:cubicBezTo>
                  </a:path>
                </a:pathLst>
              </a:custGeom>
              <a:solidFill>
                <a:srgbClr val="F4BDB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157" name="任意多边形: 形状 156"/>
          <p:cNvSpPr/>
          <p:nvPr/>
        </p:nvSpPr>
        <p:spPr>
          <a:xfrm>
            <a:off x="11191971" y="4981623"/>
            <a:ext cx="115493" cy="131992"/>
          </a:xfrm>
          <a:custGeom>
            <a:avLst/>
            <a:gdLst>
              <a:gd name="connsiteX0" fmla="*/ 63291 w 93745"/>
              <a:gd name="connsiteY0" fmla="*/ 10879 h 107137"/>
              <a:gd name="connsiteX1" fmla="*/ 29274 w 93745"/>
              <a:gd name="connsiteY1" fmla="*/ 15834 h 107137"/>
              <a:gd name="connsiteX2" fmla="*/ 18561 w 93745"/>
              <a:gd name="connsiteY2" fmla="*/ 30164 h 107137"/>
              <a:gd name="connsiteX3" fmla="*/ 16686 w 93745"/>
              <a:gd name="connsiteY3" fmla="*/ 87884 h 107137"/>
              <a:gd name="connsiteX4" fmla="*/ 64094 w 93745"/>
              <a:gd name="connsiteY4" fmla="*/ 104357 h 107137"/>
              <a:gd name="connsiteX5" fmla="*/ 95030 w 93745"/>
              <a:gd name="connsiteY5" fmla="*/ 64046 h 107137"/>
              <a:gd name="connsiteX6" fmla="*/ 63291 w 93745"/>
              <a:gd name="connsiteY6" fmla="*/ 10879 h 107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3745" h="107137">
                <a:moveTo>
                  <a:pt x="63291" y="10879"/>
                </a:moveTo>
                <a:cubicBezTo>
                  <a:pt x="51639" y="9674"/>
                  <a:pt x="38649" y="8737"/>
                  <a:pt x="29274" y="15834"/>
                </a:cubicBezTo>
                <a:cubicBezTo>
                  <a:pt x="24453" y="19450"/>
                  <a:pt x="21239" y="24807"/>
                  <a:pt x="18561" y="30164"/>
                </a:cubicBezTo>
                <a:cubicBezTo>
                  <a:pt x="9588" y="48244"/>
                  <a:pt x="5838" y="70876"/>
                  <a:pt x="16686" y="87884"/>
                </a:cubicBezTo>
                <a:cubicBezTo>
                  <a:pt x="26462" y="103018"/>
                  <a:pt x="46952" y="109847"/>
                  <a:pt x="64094" y="104357"/>
                </a:cubicBezTo>
                <a:cubicBezTo>
                  <a:pt x="81236" y="98866"/>
                  <a:pt x="93825" y="81992"/>
                  <a:pt x="95030" y="64046"/>
                </a:cubicBezTo>
                <a:cubicBezTo>
                  <a:pt x="96369" y="46101"/>
                  <a:pt x="83111" y="14093"/>
                  <a:pt x="63291" y="10879"/>
                </a:cubicBezTo>
              </a:path>
            </a:pathLst>
          </a:custGeom>
          <a:solidFill>
            <a:srgbClr val="F4BDB5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61" name="任意多边形: 形状 160"/>
          <p:cNvSpPr/>
          <p:nvPr/>
        </p:nvSpPr>
        <p:spPr>
          <a:xfrm rot="20067320">
            <a:off x="9787009" y="5006378"/>
            <a:ext cx="644608" cy="494161"/>
          </a:xfrm>
          <a:custGeom>
            <a:avLst/>
            <a:gdLst>
              <a:gd name="connsiteX0" fmla="*/ 404838 w 1006062"/>
              <a:gd name="connsiteY0" fmla="*/ 38925 h 772094"/>
              <a:gd name="connsiteX1" fmla="*/ 55290 w 1006062"/>
              <a:gd name="connsiteY1" fmla="*/ 286697 h 772094"/>
              <a:gd name="connsiteX2" fmla="*/ 125714 w 1006062"/>
              <a:gd name="connsiteY2" fmla="*/ 663620 h 772094"/>
              <a:gd name="connsiteX3" fmla="*/ 213218 w 1006062"/>
              <a:gd name="connsiteY3" fmla="*/ 717433 h 772094"/>
              <a:gd name="connsiteX4" fmla="*/ 904360 w 1006062"/>
              <a:gd name="connsiteY4" fmla="*/ 560674 h 772094"/>
              <a:gd name="connsiteX5" fmla="*/ 948346 w 1006062"/>
              <a:gd name="connsiteY5" fmla="*/ 501012 h 772094"/>
              <a:gd name="connsiteX6" fmla="*/ 989992 w 1006062"/>
              <a:gd name="connsiteY6" fmla="*/ 300970 h 772094"/>
              <a:gd name="connsiteX7" fmla="*/ 404838 w 1006062"/>
              <a:gd name="connsiteY7" fmla="*/ 38925 h 772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6062" h="772094">
                <a:moveTo>
                  <a:pt x="404838" y="38925"/>
                </a:moveTo>
                <a:cubicBezTo>
                  <a:pt x="253461" y="78700"/>
                  <a:pt x="116122" y="166906"/>
                  <a:pt x="55290" y="286697"/>
                </a:cubicBezTo>
                <a:cubicBezTo>
                  <a:pt x="-11391" y="417720"/>
                  <a:pt x="9198" y="569799"/>
                  <a:pt x="125714" y="663620"/>
                </a:cubicBezTo>
                <a:cubicBezTo>
                  <a:pt x="151451" y="684210"/>
                  <a:pt x="180931" y="702225"/>
                  <a:pt x="213218" y="717433"/>
                </a:cubicBezTo>
                <a:cubicBezTo>
                  <a:pt x="450930" y="829738"/>
                  <a:pt x="732627" y="759547"/>
                  <a:pt x="904360" y="560674"/>
                </a:cubicBezTo>
                <a:cubicBezTo>
                  <a:pt x="920504" y="541957"/>
                  <a:pt x="935478" y="522069"/>
                  <a:pt x="948346" y="501012"/>
                </a:cubicBezTo>
                <a:cubicBezTo>
                  <a:pt x="984845" y="441584"/>
                  <a:pt x="1004966" y="369288"/>
                  <a:pt x="989992" y="300970"/>
                </a:cubicBezTo>
                <a:cubicBezTo>
                  <a:pt x="931968" y="36118"/>
                  <a:pt x="630149" y="-20268"/>
                  <a:pt x="404838" y="38925"/>
                </a:cubicBezTo>
                <a:close/>
              </a:path>
            </a:pathLst>
          </a:custGeom>
          <a:solidFill>
            <a:srgbClr val="C3EAF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46" name="组合 245"/>
          <p:cNvGrpSpPr/>
          <p:nvPr/>
        </p:nvGrpSpPr>
        <p:grpSpPr>
          <a:xfrm>
            <a:off x="1778920" y="790025"/>
            <a:ext cx="939187" cy="1264671"/>
            <a:chOff x="1778920" y="790025"/>
            <a:chExt cx="939187" cy="1264671"/>
          </a:xfrm>
        </p:grpSpPr>
        <p:grpSp>
          <p:nvGrpSpPr>
            <p:cNvPr id="140" name="组合 139"/>
            <p:cNvGrpSpPr/>
            <p:nvPr/>
          </p:nvGrpSpPr>
          <p:grpSpPr>
            <a:xfrm rot="1794214">
              <a:off x="2550146" y="790025"/>
              <a:ext cx="167961" cy="553545"/>
              <a:chOff x="-6442215" y="819014"/>
              <a:chExt cx="167961" cy="553545"/>
            </a:xfrm>
          </p:grpSpPr>
          <p:sp>
            <p:nvSpPr>
              <p:cNvPr id="115" name="任意多边形: 形状 114"/>
              <p:cNvSpPr/>
              <p:nvPr/>
            </p:nvSpPr>
            <p:spPr>
              <a:xfrm>
                <a:off x="-6389747" y="819014"/>
                <a:ext cx="115493" cy="131992"/>
              </a:xfrm>
              <a:custGeom>
                <a:avLst/>
                <a:gdLst>
                  <a:gd name="connsiteX0" fmla="*/ 63291 w 93745"/>
                  <a:gd name="connsiteY0" fmla="*/ 10879 h 107137"/>
                  <a:gd name="connsiteX1" fmla="*/ 29274 w 93745"/>
                  <a:gd name="connsiteY1" fmla="*/ 15834 h 107137"/>
                  <a:gd name="connsiteX2" fmla="*/ 18561 w 93745"/>
                  <a:gd name="connsiteY2" fmla="*/ 30164 h 107137"/>
                  <a:gd name="connsiteX3" fmla="*/ 16686 w 93745"/>
                  <a:gd name="connsiteY3" fmla="*/ 87884 h 107137"/>
                  <a:gd name="connsiteX4" fmla="*/ 64094 w 93745"/>
                  <a:gd name="connsiteY4" fmla="*/ 104357 h 107137"/>
                  <a:gd name="connsiteX5" fmla="*/ 95030 w 93745"/>
                  <a:gd name="connsiteY5" fmla="*/ 64046 h 107137"/>
                  <a:gd name="connsiteX6" fmla="*/ 63291 w 93745"/>
                  <a:gd name="connsiteY6" fmla="*/ 10879 h 107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3745" h="107137">
                    <a:moveTo>
                      <a:pt x="63291" y="10879"/>
                    </a:moveTo>
                    <a:cubicBezTo>
                      <a:pt x="51639" y="9674"/>
                      <a:pt x="38649" y="8737"/>
                      <a:pt x="29274" y="15834"/>
                    </a:cubicBezTo>
                    <a:cubicBezTo>
                      <a:pt x="24453" y="19450"/>
                      <a:pt x="21239" y="24807"/>
                      <a:pt x="18561" y="30164"/>
                    </a:cubicBezTo>
                    <a:cubicBezTo>
                      <a:pt x="9588" y="48244"/>
                      <a:pt x="5838" y="70876"/>
                      <a:pt x="16686" y="87884"/>
                    </a:cubicBezTo>
                    <a:cubicBezTo>
                      <a:pt x="26462" y="103018"/>
                      <a:pt x="46952" y="109848"/>
                      <a:pt x="64094" y="104357"/>
                    </a:cubicBezTo>
                    <a:cubicBezTo>
                      <a:pt x="81236" y="98866"/>
                      <a:pt x="93825" y="81992"/>
                      <a:pt x="95030" y="64046"/>
                    </a:cubicBezTo>
                    <a:cubicBezTo>
                      <a:pt x="96369" y="46101"/>
                      <a:pt x="83111" y="14093"/>
                      <a:pt x="63291" y="10879"/>
                    </a:cubicBezTo>
                  </a:path>
                </a:pathLst>
              </a:custGeom>
              <a:solidFill>
                <a:srgbClr val="FFD46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4" name="任意多边形: 形状 123"/>
              <p:cNvSpPr/>
              <p:nvPr/>
            </p:nvSpPr>
            <p:spPr>
              <a:xfrm>
                <a:off x="-6442215" y="1240567"/>
                <a:ext cx="115493" cy="131992"/>
              </a:xfrm>
              <a:custGeom>
                <a:avLst/>
                <a:gdLst>
                  <a:gd name="connsiteX0" fmla="*/ 63291 w 93745"/>
                  <a:gd name="connsiteY0" fmla="*/ 10879 h 107137"/>
                  <a:gd name="connsiteX1" fmla="*/ 29274 w 93745"/>
                  <a:gd name="connsiteY1" fmla="*/ 15834 h 107137"/>
                  <a:gd name="connsiteX2" fmla="*/ 18561 w 93745"/>
                  <a:gd name="connsiteY2" fmla="*/ 30164 h 107137"/>
                  <a:gd name="connsiteX3" fmla="*/ 16686 w 93745"/>
                  <a:gd name="connsiteY3" fmla="*/ 87884 h 107137"/>
                  <a:gd name="connsiteX4" fmla="*/ 64094 w 93745"/>
                  <a:gd name="connsiteY4" fmla="*/ 104357 h 107137"/>
                  <a:gd name="connsiteX5" fmla="*/ 95030 w 93745"/>
                  <a:gd name="connsiteY5" fmla="*/ 64046 h 107137"/>
                  <a:gd name="connsiteX6" fmla="*/ 63291 w 93745"/>
                  <a:gd name="connsiteY6" fmla="*/ 10879 h 107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3745" h="107137">
                    <a:moveTo>
                      <a:pt x="63291" y="10879"/>
                    </a:moveTo>
                    <a:cubicBezTo>
                      <a:pt x="51639" y="9674"/>
                      <a:pt x="38649" y="8737"/>
                      <a:pt x="29274" y="15834"/>
                    </a:cubicBezTo>
                    <a:cubicBezTo>
                      <a:pt x="24453" y="19450"/>
                      <a:pt x="21239" y="24807"/>
                      <a:pt x="18561" y="30164"/>
                    </a:cubicBezTo>
                    <a:cubicBezTo>
                      <a:pt x="9588" y="48244"/>
                      <a:pt x="5838" y="70876"/>
                      <a:pt x="16686" y="87884"/>
                    </a:cubicBezTo>
                    <a:cubicBezTo>
                      <a:pt x="26462" y="103018"/>
                      <a:pt x="46952" y="109848"/>
                      <a:pt x="64094" y="104357"/>
                    </a:cubicBezTo>
                    <a:cubicBezTo>
                      <a:pt x="81236" y="98866"/>
                      <a:pt x="93825" y="81992"/>
                      <a:pt x="95030" y="64046"/>
                    </a:cubicBezTo>
                    <a:cubicBezTo>
                      <a:pt x="96503" y="46101"/>
                      <a:pt x="83111" y="14093"/>
                      <a:pt x="63291" y="10879"/>
                    </a:cubicBezTo>
                  </a:path>
                </a:pathLst>
              </a:custGeom>
              <a:solidFill>
                <a:srgbClr val="C3EAF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162" name="任意多边形: 形状 161"/>
            <p:cNvSpPr/>
            <p:nvPr/>
          </p:nvSpPr>
          <p:spPr>
            <a:xfrm rot="18634850">
              <a:off x="1703697" y="1485311"/>
              <a:ext cx="644608" cy="494161"/>
            </a:xfrm>
            <a:custGeom>
              <a:avLst/>
              <a:gdLst>
                <a:gd name="connsiteX0" fmla="*/ 404838 w 1006062"/>
                <a:gd name="connsiteY0" fmla="*/ 38925 h 772094"/>
                <a:gd name="connsiteX1" fmla="*/ 55290 w 1006062"/>
                <a:gd name="connsiteY1" fmla="*/ 286697 h 772094"/>
                <a:gd name="connsiteX2" fmla="*/ 125714 w 1006062"/>
                <a:gd name="connsiteY2" fmla="*/ 663620 h 772094"/>
                <a:gd name="connsiteX3" fmla="*/ 213218 w 1006062"/>
                <a:gd name="connsiteY3" fmla="*/ 717433 h 772094"/>
                <a:gd name="connsiteX4" fmla="*/ 904360 w 1006062"/>
                <a:gd name="connsiteY4" fmla="*/ 560674 h 772094"/>
                <a:gd name="connsiteX5" fmla="*/ 948346 w 1006062"/>
                <a:gd name="connsiteY5" fmla="*/ 501012 h 772094"/>
                <a:gd name="connsiteX6" fmla="*/ 989992 w 1006062"/>
                <a:gd name="connsiteY6" fmla="*/ 300970 h 772094"/>
                <a:gd name="connsiteX7" fmla="*/ 404838 w 1006062"/>
                <a:gd name="connsiteY7" fmla="*/ 38925 h 772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06062" h="772094">
                  <a:moveTo>
                    <a:pt x="404838" y="38925"/>
                  </a:moveTo>
                  <a:cubicBezTo>
                    <a:pt x="253461" y="78700"/>
                    <a:pt x="116122" y="166906"/>
                    <a:pt x="55290" y="286697"/>
                  </a:cubicBezTo>
                  <a:cubicBezTo>
                    <a:pt x="-11391" y="417720"/>
                    <a:pt x="9198" y="569799"/>
                    <a:pt x="125714" y="663620"/>
                  </a:cubicBezTo>
                  <a:cubicBezTo>
                    <a:pt x="151451" y="684210"/>
                    <a:pt x="180931" y="702225"/>
                    <a:pt x="213218" y="717433"/>
                  </a:cubicBezTo>
                  <a:cubicBezTo>
                    <a:pt x="450930" y="829738"/>
                    <a:pt x="732627" y="759547"/>
                    <a:pt x="904360" y="560674"/>
                  </a:cubicBezTo>
                  <a:cubicBezTo>
                    <a:pt x="920504" y="541957"/>
                    <a:pt x="935478" y="522069"/>
                    <a:pt x="948346" y="501012"/>
                  </a:cubicBezTo>
                  <a:cubicBezTo>
                    <a:pt x="984845" y="441584"/>
                    <a:pt x="1004966" y="369288"/>
                    <a:pt x="989992" y="300970"/>
                  </a:cubicBezTo>
                  <a:cubicBezTo>
                    <a:pt x="931968" y="36118"/>
                    <a:pt x="630149" y="-20268"/>
                    <a:pt x="404838" y="38925"/>
                  </a:cubicBezTo>
                  <a:close/>
                </a:path>
              </a:pathLst>
            </a:custGeom>
            <a:solidFill>
              <a:srgbClr val="C3EAF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92" name="组合 191"/>
          <p:cNvGrpSpPr/>
          <p:nvPr/>
        </p:nvGrpSpPr>
        <p:grpSpPr>
          <a:xfrm>
            <a:off x="5167288" y="4366120"/>
            <a:ext cx="1901283" cy="665246"/>
            <a:chOff x="5231863" y="4595206"/>
            <a:chExt cx="1901283" cy="665246"/>
          </a:xfrm>
        </p:grpSpPr>
        <p:grpSp>
          <p:nvGrpSpPr>
            <p:cNvPr id="242" name="组合 241"/>
            <p:cNvGrpSpPr/>
            <p:nvPr/>
          </p:nvGrpSpPr>
          <p:grpSpPr>
            <a:xfrm>
              <a:off x="5231863" y="4595206"/>
              <a:ext cx="1901283" cy="665246"/>
              <a:chOff x="1007320" y="3891219"/>
              <a:chExt cx="1676400" cy="586561"/>
            </a:xfrm>
          </p:grpSpPr>
          <p:sp>
            <p:nvSpPr>
              <p:cNvPr id="244" name="任意多边形: 形状 243"/>
              <p:cNvSpPr/>
              <p:nvPr/>
            </p:nvSpPr>
            <p:spPr>
              <a:xfrm>
                <a:off x="1016286" y="3891219"/>
                <a:ext cx="1657350" cy="552450"/>
              </a:xfrm>
              <a:custGeom>
                <a:avLst/>
                <a:gdLst>
                  <a:gd name="connsiteX0" fmla="*/ 1476947 w 1657350"/>
                  <a:gd name="connsiteY0" fmla="*/ 21562 h 552450"/>
                  <a:gd name="connsiteX1" fmla="*/ 810007 w 1657350"/>
                  <a:gd name="connsiteY1" fmla="*/ 11656 h 552450"/>
                  <a:gd name="connsiteX2" fmla="*/ 437293 w 1657350"/>
                  <a:gd name="connsiteY2" fmla="*/ 26515 h 552450"/>
                  <a:gd name="connsiteX3" fmla="*/ 77439 w 1657350"/>
                  <a:gd name="connsiteY3" fmla="*/ 156912 h 552450"/>
                  <a:gd name="connsiteX4" fmla="*/ 118492 w 1657350"/>
                  <a:gd name="connsiteY4" fmla="*/ 510671 h 552450"/>
                  <a:gd name="connsiteX5" fmla="*/ 310040 w 1657350"/>
                  <a:gd name="connsiteY5" fmla="*/ 543437 h 552450"/>
                  <a:gd name="connsiteX6" fmla="*/ 943547 w 1657350"/>
                  <a:gd name="connsiteY6" fmla="*/ 550390 h 552450"/>
                  <a:gd name="connsiteX7" fmla="*/ 1290162 w 1657350"/>
                  <a:gd name="connsiteY7" fmla="*/ 531340 h 552450"/>
                  <a:gd name="connsiteX8" fmla="*/ 1596105 w 1657350"/>
                  <a:gd name="connsiteY8" fmla="*/ 402562 h 552450"/>
                  <a:gd name="connsiteX9" fmla="*/ 1476947 w 1657350"/>
                  <a:gd name="connsiteY9" fmla="*/ 21562 h 55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57350" h="552450">
                    <a:moveTo>
                      <a:pt x="1476947" y="21562"/>
                    </a:moveTo>
                    <a:cubicBezTo>
                      <a:pt x="1244156" y="-917"/>
                      <a:pt x="1043941" y="8894"/>
                      <a:pt x="810007" y="11656"/>
                    </a:cubicBezTo>
                    <a:cubicBezTo>
                      <a:pt x="685706" y="13085"/>
                      <a:pt x="561119" y="14609"/>
                      <a:pt x="437293" y="26515"/>
                    </a:cubicBezTo>
                    <a:cubicBezTo>
                      <a:pt x="312421" y="38612"/>
                      <a:pt x="167165" y="62234"/>
                      <a:pt x="77439" y="156912"/>
                    </a:cubicBezTo>
                    <a:cubicBezTo>
                      <a:pt x="-19621" y="259306"/>
                      <a:pt x="-25336" y="443234"/>
                      <a:pt x="118492" y="510671"/>
                    </a:cubicBezTo>
                    <a:cubicBezTo>
                      <a:pt x="178023" y="538579"/>
                      <a:pt x="244984" y="541246"/>
                      <a:pt x="310040" y="543437"/>
                    </a:cubicBezTo>
                    <a:cubicBezTo>
                      <a:pt x="521114" y="550676"/>
                      <a:pt x="732473" y="554581"/>
                      <a:pt x="943547" y="550390"/>
                    </a:cubicBezTo>
                    <a:cubicBezTo>
                      <a:pt x="1059181" y="548104"/>
                      <a:pt x="1175195" y="544199"/>
                      <a:pt x="1290162" y="531340"/>
                    </a:cubicBezTo>
                    <a:cubicBezTo>
                      <a:pt x="1403700" y="518672"/>
                      <a:pt x="1523239" y="496765"/>
                      <a:pt x="1596105" y="402562"/>
                    </a:cubicBezTo>
                    <a:cubicBezTo>
                      <a:pt x="1693546" y="276832"/>
                      <a:pt x="1669924" y="39850"/>
                      <a:pt x="1476947" y="21562"/>
                    </a:cubicBezTo>
                  </a:path>
                </a:pathLst>
              </a:custGeom>
              <a:solidFill>
                <a:srgbClr val="FF988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45" name="任意多边形: 形状 244"/>
              <p:cNvSpPr/>
              <p:nvPr/>
            </p:nvSpPr>
            <p:spPr>
              <a:xfrm>
                <a:off x="1007320" y="3906280"/>
                <a:ext cx="1676400" cy="571500"/>
              </a:xfrm>
              <a:custGeom>
                <a:avLst/>
                <a:gdLst>
                  <a:gd name="connsiteX0" fmla="*/ 1485913 w 1676400"/>
                  <a:gd name="connsiteY0" fmla="*/ 21449 h 571500"/>
                  <a:gd name="connsiteX1" fmla="*/ 1030999 w 1676400"/>
                  <a:gd name="connsiteY1" fmla="*/ 8114 h 571500"/>
                  <a:gd name="connsiteX2" fmla="*/ 799446 w 1676400"/>
                  <a:gd name="connsiteY2" fmla="*/ 11829 h 571500"/>
                  <a:gd name="connsiteX3" fmla="*/ 560274 w 1676400"/>
                  <a:gd name="connsiteY3" fmla="*/ 18115 h 571500"/>
                  <a:gd name="connsiteX4" fmla="*/ 352152 w 1676400"/>
                  <a:gd name="connsiteY4" fmla="*/ 38213 h 571500"/>
                  <a:gd name="connsiteX5" fmla="*/ 176416 w 1676400"/>
                  <a:gd name="connsiteY5" fmla="*/ 90029 h 571500"/>
                  <a:gd name="connsiteX6" fmla="*/ 49924 w 1676400"/>
                  <a:gd name="connsiteY6" fmla="*/ 197852 h 571500"/>
                  <a:gd name="connsiteX7" fmla="*/ 7252 w 1676400"/>
                  <a:gd name="connsiteY7" fmla="*/ 333774 h 571500"/>
                  <a:gd name="connsiteX8" fmla="*/ 46781 w 1676400"/>
                  <a:gd name="connsiteY8" fmla="*/ 465886 h 571500"/>
                  <a:gd name="connsiteX9" fmla="*/ 194704 w 1676400"/>
                  <a:gd name="connsiteY9" fmla="*/ 550182 h 571500"/>
                  <a:gd name="connsiteX10" fmla="*/ 302718 w 1676400"/>
                  <a:gd name="connsiteY10" fmla="*/ 560659 h 571500"/>
                  <a:gd name="connsiteX11" fmla="*/ 420542 w 1676400"/>
                  <a:gd name="connsiteY11" fmla="*/ 564469 h 571500"/>
                  <a:gd name="connsiteX12" fmla="*/ 661524 w 1676400"/>
                  <a:gd name="connsiteY12" fmla="*/ 569327 h 571500"/>
                  <a:gd name="connsiteX13" fmla="*/ 1144061 w 1676400"/>
                  <a:gd name="connsiteY13" fmla="*/ 561802 h 571500"/>
                  <a:gd name="connsiteX14" fmla="*/ 1361517 w 1676400"/>
                  <a:gd name="connsiteY14" fmla="*/ 541038 h 571500"/>
                  <a:gd name="connsiteX15" fmla="*/ 1531443 w 1676400"/>
                  <a:gd name="connsiteY15" fmla="*/ 487031 h 571500"/>
                  <a:gd name="connsiteX16" fmla="*/ 1639551 w 1676400"/>
                  <a:gd name="connsiteY16" fmla="*/ 372731 h 571500"/>
                  <a:gd name="connsiteX17" fmla="*/ 1669841 w 1676400"/>
                  <a:gd name="connsiteY17" fmla="*/ 245763 h 571500"/>
                  <a:gd name="connsiteX18" fmla="*/ 1553731 w 1676400"/>
                  <a:gd name="connsiteY18" fmla="*/ 38689 h 571500"/>
                  <a:gd name="connsiteX19" fmla="*/ 1485913 w 1676400"/>
                  <a:gd name="connsiteY19" fmla="*/ 21449 h 571500"/>
                  <a:gd name="connsiteX20" fmla="*/ 1485913 w 1676400"/>
                  <a:gd name="connsiteY20" fmla="*/ 39261 h 571500"/>
                  <a:gd name="connsiteX21" fmla="*/ 1599261 w 1676400"/>
                  <a:gd name="connsiteY21" fmla="*/ 92220 h 571500"/>
                  <a:gd name="connsiteX22" fmla="*/ 1648600 w 1676400"/>
                  <a:gd name="connsiteY22" fmla="*/ 196900 h 571500"/>
                  <a:gd name="connsiteX23" fmla="*/ 1572495 w 1676400"/>
                  <a:gd name="connsiteY23" fmla="*/ 434358 h 571500"/>
                  <a:gd name="connsiteX24" fmla="*/ 1420667 w 1676400"/>
                  <a:gd name="connsiteY24" fmla="*/ 511129 h 571500"/>
                  <a:gd name="connsiteX25" fmla="*/ 1227690 w 1676400"/>
                  <a:gd name="connsiteY25" fmla="*/ 538276 h 571500"/>
                  <a:gd name="connsiteX26" fmla="*/ 763061 w 1676400"/>
                  <a:gd name="connsiteY26" fmla="*/ 552087 h 571500"/>
                  <a:gd name="connsiteX27" fmla="*/ 297193 w 1676400"/>
                  <a:gd name="connsiteY27" fmla="*/ 542657 h 571500"/>
                  <a:gd name="connsiteX28" fmla="*/ 104121 w 1676400"/>
                  <a:gd name="connsiteY28" fmla="*/ 496270 h 571500"/>
                  <a:gd name="connsiteX29" fmla="*/ 29922 w 1676400"/>
                  <a:gd name="connsiteY29" fmla="*/ 387019 h 571500"/>
                  <a:gd name="connsiteX30" fmla="*/ 133173 w 1676400"/>
                  <a:gd name="connsiteY30" fmla="*/ 136606 h 571500"/>
                  <a:gd name="connsiteX31" fmla="*/ 476073 w 1676400"/>
                  <a:gd name="connsiteY31" fmla="*/ 41737 h 571500"/>
                  <a:gd name="connsiteX32" fmla="*/ 938130 w 1676400"/>
                  <a:gd name="connsiteY32" fmla="*/ 27640 h 571500"/>
                  <a:gd name="connsiteX33" fmla="*/ 1374185 w 1676400"/>
                  <a:gd name="connsiteY33" fmla="*/ 30784 h 571500"/>
                  <a:gd name="connsiteX34" fmla="*/ 1485723 w 1676400"/>
                  <a:gd name="connsiteY34" fmla="*/ 39356 h 571500"/>
                  <a:gd name="connsiteX35" fmla="*/ 1485913 w 1676400"/>
                  <a:gd name="connsiteY35" fmla="*/ 21449 h 571500"/>
                  <a:gd name="connsiteX36" fmla="*/ 1485913 w 1676400"/>
                  <a:gd name="connsiteY36" fmla="*/ 21449 h 57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1676400" h="571500">
                    <a:moveTo>
                      <a:pt x="1485913" y="21449"/>
                    </a:moveTo>
                    <a:cubicBezTo>
                      <a:pt x="1334656" y="6876"/>
                      <a:pt x="1182828" y="5733"/>
                      <a:pt x="1030999" y="8114"/>
                    </a:cubicBezTo>
                    <a:cubicBezTo>
                      <a:pt x="953847" y="9257"/>
                      <a:pt x="876599" y="10876"/>
                      <a:pt x="799446" y="11829"/>
                    </a:cubicBezTo>
                    <a:cubicBezTo>
                      <a:pt x="719722" y="12781"/>
                      <a:pt x="639903" y="13924"/>
                      <a:pt x="560274" y="18115"/>
                    </a:cubicBezTo>
                    <a:cubicBezTo>
                      <a:pt x="490741" y="21735"/>
                      <a:pt x="420923" y="27069"/>
                      <a:pt x="352152" y="38213"/>
                    </a:cubicBezTo>
                    <a:cubicBezTo>
                      <a:pt x="291764" y="47929"/>
                      <a:pt x="231566" y="62978"/>
                      <a:pt x="176416" y="90029"/>
                    </a:cubicBezTo>
                    <a:cubicBezTo>
                      <a:pt x="126124" y="114699"/>
                      <a:pt x="80595" y="150513"/>
                      <a:pt x="49924" y="197852"/>
                    </a:cubicBezTo>
                    <a:cubicBezTo>
                      <a:pt x="23921" y="238143"/>
                      <a:pt x="8681" y="285768"/>
                      <a:pt x="7252" y="333774"/>
                    </a:cubicBezTo>
                    <a:cubicBezTo>
                      <a:pt x="5823" y="380542"/>
                      <a:pt x="18492" y="428167"/>
                      <a:pt x="46781" y="465886"/>
                    </a:cubicBezTo>
                    <a:cubicBezTo>
                      <a:pt x="82595" y="513415"/>
                      <a:pt x="137364" y="538942"/>
                      <a:pt x="194704" y="550182"/>
                    </a:cubicBezTo>
                    <a:cubicBezTo>
                      <a:pt x="230232" y="557135"/>
                      <a:pt x="266618" y="559326"/>
                      <a:pt x="302718" y="560659"/>
                    </a:cubicBezTo>
                    <a:cubicBezTo>
                      <a:pt x="341961" y="562183"/>
                      <a:pt x="381299" y="563326"/>
                      <a:pt x="420542" y="564469"/>
                    </a:cubicBezTo>
                    <a:cubicBezTo>
                      <a:pt x="500838" y="566755"/>
                      <a:pt x="581229" y="568470"/>
                      <a:pt x="661524" y="569327"/>
                    </a:cubicBezTo>
                    <a:cubicBezTo>
                      <a:pt x="822306" y="571042"/>
                      <a:pt x="983469" y="570565"/>
                      <a:pt x="1144061" y="561802"/>
                    </a:cubicBezTo>
                    <a:cubicBezTo>
                      <a:pt x="1216737" y="557802"/>
                      <a:pt x="1289603" y="552373"/>
                      <a:pt x="1361517" y="541038"/>
                    </a:cubicBezTo>
                    <a:cubicBezTo>
                      <a:pt x="1420286" y="531799"/>
                      <a:pt x="1479531" y="517130"/>
                      <a:pt x="1531443" y="487031"/>
                    </a:cubicBezTo>
                    <a:cubicBezTo>
                      <a:pt x="1577639" y="460171"/>
                      <a:pt x="1616120" y="420832"/>
                      <a:pt x="1639551" y="372731"/>
                    </a:cubicBezTo>
                    <a:cubicBezTo>
                      <a:pt x="1658792" y="333298"/>
                      <a:pt x="1669079" y="289578"/>
                      <a:pt x="1669841" y="245763"/>
                    </a:cubicBezTo>
                    <a:cubicBezTo>
                      <a:pt x="1671270" y="161752"/>
                      <a:pt x="1634218" y="74122"/>
                      <a:pt x="1553731" y="38689"/>
                    </a:cubicBezTo>
                    <a:cubicBezTo>
                      <a:pt x="1532205" y="29164"/>
                      <a:pt x="1509440" y="23830"/>
                      <a:pt x="1485913" y="21449"/>
                    </a:cubicBezTo>
                    <a:cubicBezTo>
                      <a:pt x="1474483" y="20306"/>
                      <a:pt x="1474578" y="38118"/>
                      <a:pt x="1485913" y="39261"/>
                    </a:cubicBezTo>
                    <a:cubicBezTo>
                      <a:pt x="1528776" y="43547"/>
                      <a:pt x="1569447" y="60692"/>
                      <a:pt x="1599261" y="92220"/>
                    </a:cubicBezTo>
                    <a:cubicBezTo>
                      <a:pt x="1626312" y="120890"/>
                      <a:pt x="1641933" y="158419"/>
                      <a:pt x="1648600" y="196900"/>
                    </a:cubicBezTo>
                    <a:cubicBezTo>
                      <a:pt x="1663173" y="281767"/>
                      <a:pt x="1635170" y="374731"/>
                      <a:pt x="1572495" y="434358"/>
                    </a:cubicBezTo>
                    <a:cubicBezTo>
                      <a:pt x="1530490" y="474268"/>
                      <a:pt x="1476198" y="497223"/>
                      <a:pt x="1420667" y="511129"/>
                    </a:cubicBezTo>
                    <a:cubicBezTo>
                      <a:pt x="1357707" y="526941"/>
                      <a:pt x="1292270" y="532942"/>
                      <a:pt x="1227690" y="538276"/>
                    </a:cubicBezTo>
                    <a:cubicBezTo>
                      <a:pt x="1073385" y="550944"/>
                      <a:pt x="917937" y="552277"/>
                      <a:pt x="763061" y="552087"/>
                    </a:cubicBezTo>
                    <a:cubicBezTo>
                      <a:pt x="607803" y="551896"/>
                      <a:pt x="452355" y="548848"/>
                      <a:pt x="297193" y="542657"/>
                    </a:cubicBezTo>
                    <a:cubicBezTo>
                      <a:pt x="231185" y="539990"/>
                      <a:pt x="160605" y="534085"/>
                      <a:pt x="104121" y="496270"/>
                    </a:cubicBezTo>
                    <a:cubicBezTo>
                      <a:pt x="66021" y="470743"/>
                      <a:pt x="40113" y="431500"/>
                      <a:pt x="29922" y="387019"/>
                    </a:cubicBezTo>
                    <a:cubicBezTo>
                      <a:pt x="8205" y="291483"/>
                      <a:pt x="55830" y="192423"/>
                      <a:pt x="133173" y="136606"/>
                    </a:cubicBezTo>
                    <a:cubicBezTo>
                      <a:pt x="231090" y="65931"/>
                      <a:pt x="359106" y="51453"/>
                      <a:pt x="476073" y="41737"/>
                    </a:cubicBezTo>
                    <a:cubicBezTo>
                      <a:pt x="629711" y="28974"/>
                      <a:pt x="784111" y="30403"/>
                      <a:pt x="938130" y="27640"/>
                    </a:cubicBezTo>
                    <a:cubicBezTo>
                      <a:pt x="1083482" y="25069"/>
                      <a:pt x="1229024" y="22402"/>
                      <a:pt x="1374185" y="30784"/>
                    </a:cubicBezTo>
                    <a:cubicBezTo>
                      <a:pt x="1411428" y="32974"/>
                      <a:pt x="1448670" y="35832"/>
                      <a:pt x="1485723" y="39356"/>
                    </a:cubicBezTo>
                    <a:cubicBezTo>
                      <a:pt x="1497343" y="40404"/>
                      <a:pt x="1497248" y="22592"/>
                      <a:pt x="1485913" y="21449"/>
                    </a:cubicBezTo>
                    <a:lnTo>
                      <a:pt x="1485913" y="21449"/>
                    </a:lnTo>
                    <a:close/>
                  </a:path>
                </a:pathLst>
              </a:custGeom>
              <a:solidFill>
                <a:srgbClr val="F7858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243" name="文本框 242"/>
            <p:cNvSpPr txBox="1"/>
            <p:nvPr/>
          </p:nvSpPr>
          <p:spPr>
            <a:xfrm>
              <a:off x="5379658" y="4690323"/>
              <a:ext cx="1605693" cy="5235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>
                  <a:solidFill>
                    <a:schemeClr val="bg1"/>
                  </a:solidFill>
                  <a:cs typeface="+mn-ea"/>
                  <a:sym typeface="+mn-lt"/>
                </a:rPr>
                <a:t>蜡笔老师</a:t>
              </a:r>
              <a:endParaRPr lang="zh-CN" altLang="en-US" sz="28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71" name="组合 370"/>
          <p:cNvGrpSpPr/>
          <p:nvPr/>
        </p:nvGrpSpPr>
        <p:grpSpPr>
          <a:xfrm>
            <a:off x="2474069" y="658326"/>
            <a:ext cx="7190756" cy="3420171"/>
            <a:chOff x="2474069" y="773374"/>
            <a:chExt cx="7190756" cy="3420171"/>
          </a:xfrm>
        </p:grpSpPr>
        <p:grpSp>
          <p:nvGrpSpPr>
            <p:cNvPr id="327" name="组合 326"/>
            <p:cNvGrpSpPr/>
            <p:nvPr/>
          </p:nvGrpSpPr>
          <p:grpSpPr>
            <a:xfrm>
              <a:off x="5401134" y="1735545"/>
              <a:ext cx="545372" cy="496634"/>
              <a:chOff x="5538092" y="2108833"/>
              <a:chExt cx="388565" cy="353841"/>
            </a:xfrm>
          </p:grpSpPr>
          <p:sp>
            <p:nvSpPr>
              <p:cNvPr id="328" name="任意多边形: 形状 327"/>
              <p:cNvSpPr/>
              <p:nvPr/>
            </p:nvSpPr>
            <p:spPr>
              <a:xfrm rot="20734590">
                <a:off x="5542954" y="2111724"/>
                <a:ext cx="370446" cy="350950"/>
              </a:xfrm>
              <a:custGeom>
                <a:avLst/>
                <a:gdLst>
                  <a:gd name="connsiteX0" fmla="*/ 54947 w 361950"/>
                  <a:gd name="connsiteY0" fmla="*/ 159447 h 342900"/>
                  <a:gd name="connsiteX1" fmla="*/ 51232 w 361950"/>
                  <a:gd name="connsiteY1" fmla="*/ 113632 h 342900"/>
                  <a:gd name="connsiteX2" fmla="*/ 42660 w 361950"/>
                  <a:gd name="connsiteY2" fmla="*/ 86962 h 342900"/>
                  <a:gd name="connsiteX3" fmla="*/ 33135 w 361950"/>
                  <a:gd name="connsiteY3" fmla="*/ 109441 h 342900"/>
                  <a:gd name="connsiteX4" fmla="*/ 21038 w 361950"/>
                  <a:gd name="connsiteY4" fmla="*/ 160018 h 342900"/>
                  <a:gd name="connsiteX5" fmla="*/ 10561 w 361950"/>
                  <a:gd name="connsiteY5" fmla="*/ 270223 h 342900"/>
                  <a:gd name="connsiteX6" fmla="*/ 156388 w 361950"/>
                  <a:gd name="connsiteY6" fmla="*/ 335278 h 342900"/>
                  <a:gd name="connsiteX7" fmla="*/ 211443 w 361950"/>
                  <a:gd name="connsiteY7" fmla="*/ 337660 h 342900"/>
                  <a:gd name="connsiteX8" fmla="*/ 244685 w 361950"/>
                  <a:gd name="connsiteY8" fmla="*/ 335278 h 342900"/>
                  <a:gd name="connsiteX9" fmla="*/ 321171 w 361950"/>
                  <a:gd name="connsiteY9" fmla="*/ 245934 h 342900"/>
                  <a:gd name="connsiteX10" fmla="*/ 356318 w 361950"/>
                  <a:gd name="connsiteY10" fmla="*/ 117346 h 342900"/>
                  <a:gd name="connsiteX11" fmla="*/ 349174 w 361950"/>
                  <a:gd name="connsiteY11" fmla="*/ 112108 h 342900"/>
                  <a:gd name="connsiteX12" fmla="*/ 272308 w 361950"/>
                  <a:gd name="connsiteY12" fmla="*/ 166781 h 342900"/>
                  <a:gd name="connsiteX13" fmla="*/ 264592 w 361950"/>
                  <a:gd name="connsiteY13" fmla="*/ 163066 h 342900"/>
                  <a:gd name="connsiteX14" fmla="*/ 257353 w 361950"/>
                  <a:gd name="connsiteY14" fmla="*/ 11524 h 342900"/>
                  <a:gd name="connsiteX15" fmla="*/ 248971 w 361950"/>
                  <a:gd name="connsiteY15" fmla="*/ 8761 h 342900"/>
                  <a:gd name="connsiteX16" fmla="*/ 142672 w 361950"/>
                  <a:gd name="connsiteY16" fmla="*/ 147350 h 342900"/>
                  <a:gd name="connsiteX17" fmla="*/ 133909 w 361950"/>
                  <a:gd name="connsiteY17" fmla="*/ 144874 h 342900"/>
                  <a:gd name="connsiteX18" fmla="*/ 127242 w 361950"/>
                  <a:gd name="connsiteY18" fmla="*/ 60387 h 342900"/>
                  <a:gd name="connsiteX19" fmla="*/ 118384 w 361950"/>
                  <a:gd name="connsiteY19" fmla="*/ 58482 h 342900"/>
                  <a:gd name="connsiteX20" fmla="*/ 63996 w 361950"/>
                  <a:gd name="connsiteY20" fmla="*/ 161161 h 342900"/>
                  <a:gd name="connsiteX21" fmla="*/ 54947 w 361950"/>
                  <a:gd name="connsiteY21" fmla="*/ 159447 h 342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61950" h="342900">
                    <a:moveTo>
                      <a:pt x="54947" y="159447"/>
                    </a:moveTo>
                    <a:cubicBezTo>
                      <a:pt x="53709" y="144207"/>
                      <a:pt x="52471" y="128872"/>
                      <a:pt x="51232" y="113632"/>
                    </a:cubicBezTo>
                    <a:cubicBezTo>
                      <a:pt x="50851" y="108869"/>
                      <a:pt x="52471" y="83437"/>
                      <a:pt x="42660" y="86962"/>
                    </a:cubicBezTo>
                    <a:cubicBezTo>
                      <a:pt x="35326" y="89533"/>
                      <a:pt x="34754" y="103154"/>
                      <a:pt x="33135" y="109441"/>
                    </a:cubicBezTo>
                    <a:cubicBezTo>
                      <a:pt x="28849" y="126205"/>
                      <a:pt x="24848" y="143064"/>
                      <a:pt x="21038" y="160018"/>
                    </a:cubicBezTo>
                    <a:cubicBezTo>
                      <a:pt x="13132" y="195166"/>
                      <a:pt x="1226" y="234218"/>
                      <a:pt x="10561" y="270223"/>
                    </a:cubicBezTo>
                    <a:cubicBezTo>
                      <a:pt x="21324" y="311656"/>
                      <a:pt x="139624" y="333373"/>
                      <a:pt x="156388" y="335278"/>
                    </a:cubicBezTo>
                    <a:cubicBezTo>
                      <a:pt x="174676" y="337374"/>
                      <a:pt x="193060" y="337660"/>
                      <a:pt x="211443" y="337660"/>
                    </a:cubicBezTo>
                    <a:cubicBezTo>
                      <a:pt x="222587" y="337660"/>
                      <a:pt x="233827" y="337564"/>
                      <a:pt x="244685" y="335278"/>
                    </a:cubicBezTo>
                    <a:cubicBezTo>
                      <a:pt x="289834" y="325944"/>
                      <a:pt x="309074" y="286225"/>
                      <a:pt x="321171" y="245934"/>
                    </a:cubicBezTo>
                    <a:cubicBezTo>
                      <a:pt x="333934" y="203357"/>
                      <a:pt x="345650" y="160495"/>
                      <a:pt x="356318" y="117346"/>
                    </a:cubicBezTo>
                    <a:cubicBezTo>
                      <a:pt x="357366" y="113251"/>
                      <a:pt x="352889" y="109917"/>
                      <a:pt x="349174" y="112108"/>
                    </a:cubicBezTo>
                    <a:cubicBezTo>
                      <a:pt x="322123" y="128110"/>
                      <a:pt x="297073" y="147350"/>
                      <a:pt x="272308" y="166781"/>
                    </a:cubicBezTo>
                    <a:cubicBezTo>
                      <a:pt x="269164" y="169258"/>
                      <a:pt x="264592" y="167067"/>
                      <a:pt x="264592" y="163066"/>
                    </a:cubicBezTo>
                    <a:cubicBezTo>
                      <a:pt x="264307" y="112489"/>
                      <a:pt x="261925" y="61911"/>
                      <a:pt x="257353" y="11524"/>
                    </a:cubicBezTo>
                    <a:cubicBezTo>
                      <a:pt x="256972" y="7333"/>
                      <a:pt x="251829" y="5618"/>
                      <a:pt x="248971" y="8761"/>
                    </a:cubicBezTo>
                    <a:cubicBezTo>
                      <a:pt x="210014" y="52100"/>
                      <a:pt x="174486" y="98487"/>
                      <a:pt x="142672" y="147350"/>
                    </a:cubicBezTo>
                    <a:cubicBezTo>
                      <a:pt x="140101" y="151255"/>
                      <a:pt x="134005" y="149541"/>
                      <a:pt x="133909" y="144874"/>
                    </a:cubicBezTo>
                    <a:cubicBezTo>
                      <a:pt x="133338" y="116584"/>
                      <a:pt x="131052" y="88390"/>
                      <a:pt x="127242" y="60387"/>
                    </a:cubicBezTo>
                    <a:cubicBezTo>
                      <a:pt x="126670" y="55910"/>
                      <a:pt x="120765" y="54672"/>
                      <a:pt x="118384" y="58482"/>
                    </a:cubicBezTo>
                    <a:cubicBezTo>
                      <a:pt x="98191" y="91534"/>
                      <a:pt x="79998" y="125824"/>
                      <a:pt x="63996" y="161161"/>
                    </a:cubicBezTo>
                    <a:cubicBezTo>
                      <a:pt x="61996" y="165543"/>
                      <a:pt x="55328" y="164305"/>
                      <a:pt x="54947" y="159447"/>
                    </a:cubicBezTo>
                    <a:close/>
                  </a:path>
                </a:pathLst>
              </a:custGeom>
              <a:solidFill>
                <a:srgbClr val="FFD46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29" name="任意多边形: 形状 328"/>
              <p:cNvSpPr/>
              <p:nvPr/>
            </p:nvSpPr>
            <p:spPr>
              <a:xfrm rot="20734590">
                <a:off x="5538092" y="2108833"/>
                <a:ext cx="370446" cy="350950"/>
              </a:xfrm>
              <a:custGeom>
                <a:avLst/>
                <a:gdLst>
                  <a:gd name="connsiteX0" fmla="*/ 62369 w 361950"/>
                  <a:gd name="connsiteY0" fmla="*/ 163366 h 342900"/>
                  <a:gd name="connsiteX1" fmla="*/ 58654 w 361950"/>
                  <a:gd name="connsiteY1" fmla="*/ 117074 h 342900"/>
                  <a:gd name="connsiteX2" fmla="*/ 57321 w 361950"/>
                  <a:gd name="connsiteY2" fmla="*/ 97453 h 342900"/>
                  <a:gd name="connsiteX3" fmla="*/ 46367 w 361950"/>
                  <a:gd name="connsiteY3" fmla="*/ 87166 h 342900"/>
                  <a:gd name="connsiteX4" fmla="*/ 34460 w 361950"/>
                  <a:gd name="connsiteY4" fmla="*/ 107835 h 342900"/>
                  <a:gd name="connsiteX5" fmla="*/ 24650 w 361950"/>
                  <a:gd name="connsiteY5" fmla="*/ 149078 h 342900"/>
                  <a:gd name="connsiteX6" fmla="*/ 14744 w 361950"/>
                  <a:gd name="connsiteY6" fmla="*/ 192036 h 342900"/>
                  <a:gd name="connsiteX7" fmla="*/ 11219 w 361950"/>
                  <a:gd name="connsiteY7" fmla="*/ 275761 h 342900"/>
                  <a:gd name="connsiteX8" fmla="*/ 37127 w 361950"/>
                  <a:gd name="connsiteY8" fmla="*/ 304145 h 342900"/>
                  <a:gd name="connsiteX9" fmla="*/ 83514 w 361950"/>
                  <a:gd name="connsiteY9" fmla="*/ 324529 h 342900"/>
                  <a:gd name="connsiteX10" fmla="*/ 162477 w 361950"/>
                  <a:gd name="connsiteY10" fmla="*/ 342817 h 342900"/>
                  <a:gd name="connsiteX11" fmla="*/ 208292 w 361950"/>
                  <a:gd name="connsiteY11" fmla="*/ 344912 h 342900"/>
                  <a:gd name="connsiteX12" fmla="*/ 252011 w 361950"/>
                  <a:gd name="connsiteY12" fmla="*/ 341864 h 342900"/>
                  <a:gd name="connsiteX13" fmla="*/ 302589 w 361950"/>
                  <a:gd name="connsiteY13" fmla="*/ 307098 h 342900"/>
                  <a:gd name="connsiteX14" fmla="*/ 329640 w 361950"/>
                  <a:gd name="connsiteY14" fmla="*/ 246138 h 342900"/>
                  <a:gd name="connsiteX15" fmla="*/ 355072 w 361950"/>
                  <a:gd name="connsiteY15" fmla="*/ 154888 h 342900"/>
                  <a:gd name="connsiteX16" fmla="*/ 360597 w 361950"/>
                  <a:gd name="connsiteY16" fmla="*/ 133362 h 342900"/>
                  <a:gd name="connsiteX17" fmla="*/ 362216 w 361950"/>
                  <a:gd name="connsiteY17" fmla="*/ 115169 h 342900"/>
                  <a:gd name="connsiteX18" fmla="*/ 351929 w 361950"/>
                  <a:gd name="connsiteY18" fmla="*/ 112312 h 342900"/>
                  <a:gd name="connsiteX19" fmla="*/ 333927 w 361950"/>
                  <a:gd name="connsiteY19" fmla="*/ 123361 h 342900"/>
                  <a:gd name="connsiteX20" fmla="*/ 296398 w 361950"/>
                  <a:gd name="connsiteY20" fmla="*/ 150126 h 342900"/>
                  <a:gd name="connsiteX21" fmla="*/ 280491 w 361950"/>
                  <a:gd name="connsiteY21" fmla="*/ 162318 h 342900"/>
                  <a:gd name="connsiteX22" fmla="*/ 275157 w 361950"/>
                  <a:gd name="connsiteY22" fmla="*/ 166509 h 342900"/>
                  <a:gd name="connsiteX23" fmla="*/ 271728 w 361950"/>
                  <a:gd name="connsiteY23" fmla="*/ 161937 h 342900"/>
                  <a:gd name="connsiteX24" fmla="*/ 271538 w 361950"/>
                  <a:gd name="connsiteY24" fmla="*/ 147745 h 342900"/>
                  <a:gd name="connsiteX25" fmla="*/ 267442 w 361950"/>
                  <a:gd name="connsiteY25" fmla="*/ 51828 h 342900"/>
                  <a:gd name="connsiteX26" fmla="*/ 265727 w 361950"/>
                  <a:gd name="connsiteY26" fmla="*/ 29349 h 342900"/>
                  <a:gd name="connsiteX27" fmla="*/ 262584 w 361950"/>
                  <a:gd name="connsiteY27" fmla="*/ 10299 h 342900"/>
                  <a:gd name="connsiteX28" fmla="*/ 239819 w 361950"/>
                  <a:gd name="connsiteY28" fmla="*/ 21538 h 342900"/>
                  <a:gd name="connsiteX29" fmla="*/ 183717 w 361950"/>
                  <a:gd name="connsiteY29" fmla="*/ 91166 h 342900"/>
                  <a:gd name="connsiteX30" fmla="*/ 158000 w 361950"/>
                  <a:gd name="connsiteY30" fmla="*/ 127171 h 342900"/>
                  <a:gd name="connsiteX31" fmla="*/ 145713 w 361950"/>
                  <a:gd name="connsiteY31" fmla="*/ 145554 h 342900"/>
                  <a:gd name="connsiteX32" fmla="*/ 144474 w 361950"/>
                  <a:gd name="connsiteY32" fmla="*/ 147364 h 342900"/>
                  <a:gd name="connsiteX33" fmla="*/ 141522 w 361950"/>
                  <a:gd name="connsiteY33" fmla="*/ 147840 h 342900"/>
                  <a:gd name="connsiteX34" fmla="*/ 140950 w 361950"/>
                  <a:gd name="connsiteY34" fmla="*/ 141458 h 342900"/>
                  <a:gd name="connsiteX35" fmla="*/ 140378 w 361950"/>
                  <a:gd name="connsiteY35" fmla="*/ 127361 h 342900"/>
                  <a:gd name="connsiteX36" fmla="*/ 136569 w 361950"/>
                  <a:gd name="connsiteY36" fmla="*/ 80403 h 342900"/>
                  <a:gd name="connsiteX37" fmla="*/ 124948 w 361950"/>
                  <a:gd name="connsiteY37" fmla="*/ 56400 h 342900"/>
                  <a:gd name="connsiteX38" fmla="*/ 115518 w 361950"/>
                  <a:gd name="connsiteY38" fmla="*/ 66020 h 342900"/>
                  <a:gd name="connsiteX39" fmla="*/ 103136 w 361950"/>
                  <a:gd name="connsiteY39" fmla="*/ 87261 h 342900"/>
                  <a:gd name="connsiteX40" fmla="*/ 81990 w 361950"/>
                  <a:gd name="connsiteY40" fmla="*/ 126694 h 342900"/>
                  <a:gd name="connsiteX41" fmla="*/ 72180 w 361950"/>
                  <a:gd name="connsiteY41" fmla="*/ 146792 h 342900"/>
                  <a:gd name="connsiteX42" fmla="*/ 67417 w 361950"/>
                  <a:gd name="connsiteY42" fmla="*/ 156889 h 342900"/>
                  <a:gd name="connsiteX43" fmla="*/ 62083 w 361950"/>
                  <a:gd name="connsiteY43" fmla="*/ 162223 h 342900"/>
                  <a:gd name="connsiteX44" fmla="*/ 55225 w 361950"/>
                  <a:gd name="connsiteY44" fmla="*/ 164128 h 342900"/>
                  <a:gd name="connsiteX45" fmla="*/ 70560 w 361950"/>
                  <a:gd name="connsiteY45" fmla="*/ 167080 h 342900"/>
                  <a:gd name="connsiteX46" fmla="*/ 78942 w 361950"/>
                  <a:gd name="connsiteY46" fmla="*/ 149269 h 342900"/>
                  <a:gd name="connsiteX47" fmla="*/ 88848 w 361950"/>
                  <a:gd name="connsiteY47" fmla="*/ 129171 h 342900"/>
                  <a:gd name="connsiteX48" fmla="*/ 109422 w 361950"/>
                  <a:gd name="connsiteY48" fmla="*/ 90785 h 342900"/>
                  <a:gd name="connsiteX49" fmla="*/ 119519 w 361950"/>
                  <a:gd name="connsiteY49" fmla="*/ 73354 h 342900"/>
                  <a:gd name="connsiteX50" fmla="*/ 125139 w 361950"/>
                  <a:gd name="connsiteY50" fmla="*/ 64496 h 342900"/>
                  <a:gd name="connsiteX51" fmla="*/ 126186 w 361950"/>
                  <a:gd name="connsiteY51" fmla="*/ 63258 h 342900"/>
                  <a:gd name="connsiteX52" fmla="*/ 128091 w 361950"/>
                  <a:gd name="connsiteY52" fmla="*/ 68592 h 342900"/>
                  <a:gd name="connsiteX53" fmla="*/ 128948 w 361950"/>
                  <a:gd name="connsiteY53" fmla="*/ 75640 h 342900"/>
                  <a:gd name="connsiteX54" fmla="*/ 132949 w 361950"/>
                  <a:gd name="connsiteY54" fmla="*/ 120217 h 342900"/>
                  <a:gd name="connsiteX55" fmla="*/ 133902 w 361950"/>
                  <a:gd name="connsiteY55" fmla="*/ 141363 h 342900"/>
                  <a:gd name="connsiteX56" fmla="*/ 137331 w 361950"/>
                  <a:gd name="connsiteY56" fmla="*/ 154888 h 342900"/>
                  <a:gd name="connsiteX57" fmla="*/ 156857 w 361950"/>
                  <a:gd name="connsiteY57" fmla="*/ 141649 h 342900"/>
                  <a:gd name="connsiteX58" fmla="*/ 180860 w 361950"/>
                  <a:gd name="connsiteY58" fmla="*/ 107168 h 342900"/>
                  <a:gd name="connsiteX59" fmla="*/ 234200 w 361950"/>
                  <a:gd name="connsiteY59" fmla="*/ 39064 h 342900"/>
                  <a:gd name="connsiteX60" fmla="*/ 247916 w 361950"/>
                  <a:gd name="connsiteY60" fmla="*/ 23158 h 342900"/>
                  <a:gd name="connsiteX61" fmla="*/ 253821 w 361950"/>
                  <a:gd name="connsiteY61" fmla="*/ 16490 h 342900"/>
                  <a:gd name="connsiteX62" fmla="*/ 255345 w 361950"/>
                  <a:gd name="connsiteY62" fmla="*/ 14871 h 342900"/>
                  <a:gd name="connsiteX63" fmla="*/ 257917 w 361950"/>
                  <a:gd name="connsiteY63" fmla="*/ 18681 h 342900"/>
                  <a:gd name="connsiteX64" fmla="*/ 258489 w 361950"/>
                  <a:gd name="connsiteY64" fmla="*/ 25729 h 342900"/>
                  <a:gd name="connsiteX65" fmla="*/ 261822 w 361950"/>
                  <a:gd name="connsiteY65" fmla="*/ 71830 h 342900"/>
                  <a:gd name="connsiteX66" fmla="*/ 264775 w 361950"/>
                  <a:gd name="connsiteY66" fmla="*/ 161842 h 342900"/>
                  <a:gd name="connsiteX67" fmla="*/ 268204 w 361950"/>
                  <a:gd name="connsiteY67" fmla="*/ 173272 h 342900"/>
                  <a:gd name="connsiteX68" fmla="*/ 278586 w 361950"/>
                  <a:gd name="connsiteY68" fmla="*/ 172891 h 342900"/>
                  <a:gd name="connsiteX69" fmla="*/ 313638 w 361950"/>
                  <a:gd name="connsiteY69" fmla="*/ 146125 h 342900"/>
                  <a:gd name="connsiteX70" fmla="*/ 348976 w 361950"/>
                  <a:gd name="connsiteY70" fmla="*/ 122218 h 342900"/>
                  <a:gd name="connsiteX71" fmla="*/ 356024 w 361950"/>
                  <a:gd name="connsiteY71" fmla="*/ 122218 h 342900"/>
                  <a:gd name="connsiteX72" fmla="*/ 354881 w 361950"/>
                  <a:gd name="connsiteY72" fmla="*/ 126790 h 342900"/>
                  <a:gd name="connsiteX73" fmla="*/ 352310 w 361950"/>
                  <a:gd name="connsiteY73" fmla="*/ 136981 h 342900"/>
                  <a:gd name="connsiteX74" fmla="*/ 346499 w 361950"/>
                  <a:gd name="connsiteY74" fmla="*/ 159651 h 342900"/>
                  <a:gd name="connsiteX75" fmla="*/ 322211 w 361950"/>
                  <a:gd name="connsiteY75" fmla="*/ 246328 h 342900"/>
                  <a:gd name="connsiteX76" fmla="*/ 296589 w 361950"/>
                  <a:gd name="connsiteY76" fmla="*/ 303383 h 342900"/>
                  <a:gd name="connsiteX77" fmla="*/ 243248 w 361950"/>
                  <a:gd name="connsiteY77" fmla="*/ 336244 h 342900"/>
                  <a:gd name="connsiteX78" fmla="*/ 199243 w 361950"/>
                  <a:gd name="connsiteY78" fmla="*/ 337578 h 342900"/>
                  <a:gd name="connsiteX79" fmla="*/ 159428 w 361950"/>
                  <a:gd name="connsiteY79" fmla="*/ 335197 h 342900"/>
                  <a:gd name="connsiteX80" fmla="*/ 130282 w 361950"/>
                  <a:gd name="connsiteY80" fmla="*/ 329672 h 342900"/>
                  <a:gd name="connsiteX81" fmla="*/ 40747 w 361950"/>
                  <a:gd name="connsiteY81" fmla="*/ 297763 h 342900"/>
                  <a:gd name="connsiteX82" fmla="*/ 16649 w 361950"/>
                  <a:gd name="connsiteY82" fmla="*/ 267665 h 342900"/>
                  <a:gd name="connsiteX83" fmla="*/ 23983 w 361950"/>
                  <a:gd name="connsiteY83" fmla="*/ 183178 h 342900"/>
                  <a:gd name="connsiteX84" fmla="*/ 41985 w 361950"/>
                  <a:gd name="connsiteY84" fmla="*/ 105549 h 342900"/>
                  <a:gd name="connsiteX85" fmla="*/ 47224 w 361950"/>
                  <a:gd name="connsiteY85" fmla="*/ 94214 h 342900"/>
                  <a:gd name="connsiteX86" fmla="*/ 50558 w 361950"/>
                  <a:gd name="connsiteY86" fmla="*/ 100215 h 342900"/>
                  <a:gd name="connsiteX87" fmla="*/ 51606 w 361950"/>
                  <a:gd name="connsiteY87" fmla="*/ 119646 h 342900"/>
                  <a:gd name="connsiteX88" fmla="*/ 55130 w 361950"/>
                  <a:gd name="connsiteY88" fmla="*/ 163175 h 342900"/>
                  <a:gd name="connsiteX89" fmla="*/ 62369 w 361950"/>
                  <a:gd name="connsiteY89" fmla="*/ 163366 h 342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</a:cxnLst>
                <a:rect l="l" t="t" r="r" b="b"/>
                <a:pathLst>
                  <a:path w="361950" h="342900">
                    <a:moveTo>
                      <a:pt x="62369" y="163366"/>
                    </a:moveTo>
                    <a:cubicBezTo>
                      <a:pt x="61131" y="147935"/>
                      <a:pt x="59321" y="132505"/>
                      <a:pt x="58654" y="117074"/>
                    </a:cubicBezTo>
                    <a:cubicBezTo>
                      <a:pt x="58368" y="110502"/>
                      <a:pt x="58749" y="103930"/>
                      <a:pt x="57321" y="97453"/>
                    </a:cubicBezTo>
                    <a:cubicBezTo>
                      <a:pt x="56177" y="92023"/>
                      <a:pt x="52939" y="85737"/>
                      <a:pt x="46367" y="87166"/>
                    </a:cubicBezTo>
                    <a:cubicBezTo>
                      <a:pt x="37509" y="89071"/>
                      <a:pt x="35794" y="100596"/>
                      <a:pt x="34460" y="107835"/>
                    </a:cubicBezTo>
                    <a:cubicBezTo>
                      <a:pt x="31889" y="121646"/>
                      <a:pt x="27793" y="135362"/>
                      <a:pt x="24650" y="149078"/>
                    </a:cubicBezTo>
                    <a:cubicBezTo>
                      <a:pt x="21316" y="163366"/>
                      <a:pt x="17982" y="177653"/>
                      <a:pt x="14744" y="192036"/>
                    </a:cubicBezTo>
                    <a:cubicBezTo>
                      <a:pt x="8743" y="218706"/>
                      <a:pt x="3028" y="248900"/>
                      <a:pt x="11219" y="275761"/>
                    </a:cubicBezTo>
                    <a:cubicBezTo>
                      <a:pt x="15125" y="288429"/>
                      <a:pt x="26269" y="297478"/>
                      <a:pt x="37127" y="304145"/>
                    </a:cubicBezTo>
                    <a:cubicBezTo>
                      <a:pt x="51510" y="313099"/>
                      <a:pt x="67512" y="319290"/>
                      <a:pt x="83514" y="324529"/>
                    </a:cubicBezTo>
                    <a:cubicBezTo>
                      <a:pt x="108946" y="332911"/>
                      <a:pt x="135806" y="339959"/>
                      <a:pt x="162477" y="342817"/>
                    </a:cubicBezTo>
                    <a:cubicBezTo>
                      <a:pt x="177717" y="344436"/>
                      <a:pt x="193052" y="344912"/>
                      <a:pt x="208292" y="344912"/>
                    </a:cubicBezTo>
                    <a:cubicBezTo>
                      <a:pt x="222865" y="345008"/>
                      <a:pt x="237724" y="345198"/>
                      <a:pt x="252011" y="341864"/>
                    </a:cubicBezTo>
                    <a:cubicBezTo>
                      <a:pt x="272871" y="336911"/>
                      <a:pt x="290111" y="324243"/>
                      <a:pt x="302589" y="307098"/>
                    </a:cubicBezTo>
                    <a:cubicBezTo>
                      <a:pt x="315829" y="289000"/>
                      <a:pt x="323259" y="267474"/>
                      <a:pt x="329640" y="246138"/>
                    </a:cubicBezTo>
                    <a:cubicBezTo>
                      <a:pt x="338594" y="215848"/>
                      <a:pt x="347071" y="185464"/>
                      <a:pt x="355072" y="154888"/>
                    </a:cubicBezTo>
                    <a:cubicBezTo>
                      <a:pt x="356977" y="147745"/>
                      <a:pt x="358787" y="140506"/>
                      <a:pt x="360597" y="133362"/>
                    </a:cubicBezTo>
                    <a:cubicBezTo>
                      <a:pt x="361930" y="128123"/>
                      <a:pt x="365645" y="120313"/>
                      <a:pt x="362216" y="115169"/>
                    </a:cubicBezTo>
                    <a:cubicBezTo>
                      <a:pt x="359835" y="111740"/>
                      <a:pt x="355644" y="110788"/>
                      <a:pt x="351929" y="112312"/>
                    </a:cubicBezTo>
                    <a:cubicBezTo>
                      <a:pt x="345642" y="114788"/>
                      <a:pt x="339546" y="119646"/>
                      <a:pt x="333927" y="123361"/>
                    </a:cubicBezTo>
                    <a:cubicBezTo>
                      <a:pt x="321068" y="131838"/>
                      <a:pt x="308685" y="140791"/>
                      <a:pt x="296398" y="150126"/>
                    </a:cubicBezTo>
                    <a:cubicBezTo>
                      <a:pt x="291064" y="154126"/>
                      <a:pt x="285825" y="158222"/>
                      <a:pt x="280491" y="162318"/>
                    </a:cubicBezTo>
                    <a:cubicBezTo>
                      <a:pt x="279539" y="162985"/>
                      <a:pt x="276300" y="166414"/>
                      <a:pt x="275157" y="166509"/>
                    </a:cubicBezTo>
                    <a:cubicBezTo>
                      <a:pt x="272395" y="166604"/>
                      <a:pt x="272109" y="163556"/>
                      <a:pt x="271728" y="161937"/>
                    </a:cubicBezTo>
                    <a:cubicBezTo>
                      <a:pt x="270776" y="157746"/>
                      <a:pt x="271633" y="152031"/>
                      <a:pt x="271538" y="147745"/>
                    </a:cubicBezTo>
                    <a:cubicBezTo>
                      <a:pt x="271061" y="115741"/>
                      <a:pt x="269633" y="83737"/>
                      <a:pt x="267442" y="51828"/>
                    </a:cubicBezTo>
                    <a:cubicBezTo>
                      <a:pt x="266966" y="44303"/>
                      <a:pt x="266394" y="36874"/>
                      <a:pt x="265727" y="29349"/>
                    </a:cubicBezTo>
                    <a:cubicBezTo>
                      <a:pt x="265251" y="23824"/>
                      <a:pt x="266299" y="14776"/>
                      <a:pt x="262584" y="10299"/>
                    </a:cubicBezTo>
                    <a:cubicBezTo>
                      <a:pt x="254393" y="488"/>
                      <a:pt x="244392" y="16204"/>
                      <a:pt x="239819" y="21538"/>
                    </a:cubicBezTo>
                    <a:cubicBezTo>
                      <a:pt x="220198" y="44017"/>
                      <a:pt x="201434" y="67258"/>
                      <a:pt x="183717" y="91166"/>
                    </a:cubicBezTo>
                    <a:cubicBezTo>
                      <a:pt x="174954" y="102977"/>
                      <a:pt x="166286" y="114979"/>
                      <a:pt x="158000" y="127171"/>
                    </a:cubicBezTo>
                    <a:cubicBezTo>
                      <a:pt x="153809" y="133267"/>
                      <a:pt x="150094" y="139744"/>
                      <a:pt x="145713" y="145554"/>
                    </a:cubicBezTo>
                    <a:cubicBezTo>
                      <a:pt x="145331" y="146125"/>
                      <a:pt x="144951" y="146792"/>
                      <a:pt x="144474" y="147364"/>
                    </a:cubicBezTo>
                    <a:cubicBezTo>
                      <a:pt x="142664" y="150316"/>
                      <a:pt x="141712" y="150412"/>
                      <a:pt x="141522" y="147840"/>
                    </a:cubicBezTo>
                    <a:cubicBezTo>
                      <a:pt x="140474" y="146221"/>
                      <a:pt x="141045" y="143268"/>
                      <a:pt x="140950" y="141458"/>
                    </a:cubicBezTo>
                    <a:cubicBezTo>
                      <a:pt x="140760" y="136791"/>
                      <a:pt x="140569" y="132028"/>
                      <a:pt x="140378" y="127361"/>
                    </a:cubicBezTo>
                    <a:cubicBezTo>
                      <a:pt x="139617" y="111645"/>
                      <a:pt x="138283" y="96024"/>
                      <a:pt x="136569" y="80403"/>
                    </a:cubicBezTo>
                    <a:cubicBezTo>
                      <a:pt x="135711" y="73164"/>
                      <a:pt x="136949" y="54685"/>
                      <a:pt x="124948" y="56400"/>
                    </a:cubicBezTo>
                    <a:cubicBezTo>
                      <a:pt x="119900" y="57162"/>
                      <a:pt x="117899" y="62115"/>
                      <a:pt x="115518" y="66020"/>
                    </a:cubicBezTo>
                    <a:cubicBezTo>
                      <a:pt x="111327" y="73069"/>
                      <a:pt x="107136" y="80117"/>
                      <a:pt x="103136" y="87261"/>
                    </a:cubicBezTo>
                    <a:cubicBezTo>
                      <a:pt x="95802" y="100215"/>
                      <a:pt x="88753" y="113359"/>
                      <a:pt x="81990" y="126694"/>
                    </a:cubicBezTo>
                    <a:cubicBezTo>
                      <a:pt x="78656" y="133362"/>
                      <a:pt x="75323" y="140029"/>
                      <a:pt x="72180" y="146792"/>
                    </a:cubicBezTo>
                    <a:cubicBezTo>
                      <a:pt x="70560" y="150126"/>
                      <a:pt x="69036" y="153555"/>
                      <a:pt x="67417" y="156889"/>
                    </a:cubicBezTo>
                    <a:cubicBezTo>
                      <a:pt x="66750" y="158317"/>
                      <a:pt x="63131" y="167366"/>
                      <a:pt x="62083" y="162223"/>
                    </a:cubicBezTo>
                    <a:cubicBezTo>
                      <a:pt x="61131" y="157746"/>
                      <a:pt x="54273" y="159651"/>
                      <a:pt x="55225" y="164128"/>
                    </a:cubicBezTo>
                    <a:cubicBezTo>
                      <a:pt x="56749" y="171557"/>
                      <a:pt x="66274" y="173558"/>
                      <a:pt x="70560" y="167080"/>
                    </a:cubicBezTo>
                    <a:cubicBezTo>
                      <a:pt x="73989" y="161746"/>
                      <a:pt x="76180" y="155079"/>
                      <a:pt x="78942" y="149269"/>
                    </a:cubicBezTo>
                    <a:cubicBezTo>
                      <a:pt x="82181" y="142506"/>
                      <a:pt x="85419" y="135838"/>
                      <a:pt x="88848" y="129171"/>
                    </a:cubicBezTo>
                    <a:cubicBezTo>
                      <a:pt x="95421" y="116217"/>
                      <a:pt x="102278" y="103358"/>
                      <a:pt x="109422" y="90785"/>
                    </a:cubicBezTo>
                    <a:cubicBezTo>
                      <a:pt x="112756" y="84975"/>
                      <a:pt x="116090" y="79165"/>
                      <a:pt x="119519" y="73354"/>
                    </a:cubicBezTo>
                    <a:cubicBezTo>
                      <a:pt x="120948" y="70973"/>
                      <a:pt x="122757" y="65830"/>
                      <a:pt x="125139" y="64496"/>
                    </a:cubicBezTo>
                    <a:cubicBezTo>
                      <a:pt x="125519" y="64115"/>
                      <a:pt x="125805" y="63734"/>
                      <a:pt x="126186" y="63258"/>
                    </a:cubicBezTo>
                    <a:cubicBezTo>
                      <a:pt x="127901" y="64496"/>
                      <a:pt x="128568" y="66306"/>
                      <a:pt x="128091" y="68592"/>
                    </a:cubicBezTo>
                    <a:cubicBezTo>
                      <a:pt x="128377" y="70973"/>
                      <a:pt x="128663" y="73259"/>
                      <a:pt x="128948" y="75640"/>
                    </a:cubicBezTo>
                    <a:cubicBezTo>
                      <a:pt x="130758" y="90404"/>
                      <a:pt x="132092" y="105263"/>
                      <a:pt x="132949" y="120217"/>
                    </a:cubicBezTo>
                    <a:cubicBezTo>
                      <a:pt x="133330" y="127266"/>
                      <a:pt x="133711" y="134314"/>
                      <a:pt x="133902" y="141363"/>
                    </a:cubicBezTo>
                    <a:cubicBezTo>
                      <a:pt x="134092" y="146030"/>
                      <a:pt x="133139" y="151650"/>
                      <a:pt x="137331" y="154888"/>
                    </a:cubicBezTo>
                    <a:cubicBezTo>
                      <a:pt x="146570" y="162032"/>
                      <a:pt x="152952" y="147554"/>
                      <a:pt x="156857" y="141649"/>
                    </a:cubicBezTo>
                    <a:cubicBezTo>
                      <a:pt x="164667" y="130028"/>
                      <a:pt x="172668" y="118503"/>
                      <a:pt x="180860" y="107168"/>
                    </a:cubicBezTo>
                    <a:cubicBezTo>
                      <a:pt x="197719" y="83832"/>
                      <a:pt x="215531" y="61067"/>
                      <a:pt x="234200" y="39064"/>
                    </a:cubicBezTo>
                    <a:cubicBezTo>
                      <a:pt x="238772" y="33730"/>
                      <a:pt x="243344" y="28396"/>
                      <a:pt x="247916" y="23158"/>
                    </a:cubicBezTo>
                    <a:cubicBezTo>
                      <a:pt x="249630" y="21253"/>
                      <a:pt x="251535" y="17728"/>
                      <a:pt x="253821" y="16490"/>
                    </a:cubicBezTo>
                    <a:cubicBezTo>
                      <a:pt x="254298" y="15919"/>
                      <a:pt x="254774" y="15347"/>
                      <a:pt x="255345" y="14871"/>
                    </a:cubicBezTo>
                    <a:cubicBezTo>
                      <a:pt x="257155" y="15728"/>
                      <a:pt x="258012" y="16966"/>
                      <a:pt x="257917" y="18681"/>
                    </a:cubicBezTo>
                    <a:cubicBezTo>
                      <a:pt x="258584" y="20776"/>
                      <a:pt x="258298" y="23539"/>
                      <a:pt x="258489" y="25729"/>
                    </a:cubicBezTo>
                    <a:cubicBezTo>
                      <a:pt x="259822" y="41065"/>
                      <a:pt x="260870" y="56495"/>
                      <a:pt x="261822" y="71830"/>
                    </a:cubicBezTo>
                    <a:cubicBezTo>
                      <a:pt x="263537" y="101834"/>
                      <a:pt x="264585" y="131838"/>
                      <a:pt x="264775" y="161842"/>
                    </a:cubicBezTo>
                    <a:cubicBezTo>
                      <a:pt x="264775" y="166033"/>
                      <a:pt x="264394" y="170509"/>
                      <a:pt x="268204" y="173272"/>
                    </a:cubicBezTo>
                    <a:cubicBezTo>
                      <a:pt x="271633" y="175748"/>
                      <a:pt x="275348" y="175081"/>
                      <a:pt x="278586" y="172891"/>
                    </a:cubicBezTo>
                    <a:cubicBezTo>
                      <a:pt x="290778" y="164890"/>
                      <a:pt x="301827" y="154793"/>
                      <a:pt x="313638" y="146125"/>
                    </a:cubicBezTo>
                    <a:cubicBezTo>
                      <a:pt x="325164" y="137743"/>
                      <a:pt x="336879" y="129647"/>
                      <a:pt x="348976" y="122218"/>
                    </a:cubicBezTo>
                    <a:cubicBezTo>
                      <a:pt x="351167" y="120884"/>
                      <a:pt x="354215" y="117550"/>
                      <a:pt x="356024" y="122218"/>
                    </a:cubicBezTo>
                    <a:cubicBezTo>
                      <a:pt x="356215" y="122789"/>
                      <a:pt x="354977" y="126599"/>
                      <a:pt x="354881" y="126790"/>
                    </a:cubicBezTo>
                    <a:cubicBezTo>
                      <a:pt x="354024" y="130219"/>
                      <a:pt x="353167" y="133552"/>
                      <a:pt x="352310" y="136981"/>
                    </a:cubicBezTo>
                    <a:cubicBezTo>
                      <a:pt x="350405" y="144506"/>
                      <a:pt x="348405" y="152126"/>
                      <a:pt x="346499" y="159651"/>
                    </a:cubicBezTo>
                    <a:cubicBezTo>
                      <a:pt x="338880" y="188702"/>
                      <a:pt x="330783" y="217563"/>
                      <a:pt x="322211" y="246328"/>
                    </a:cubicBezTo>
                    <a:cubicBezTo>
                      <a:pt x="316210" y="266331"/>
                      <a:pt x="308971" y="286429"/>
                      <a:pt x="296589" y="303383"/>
                    </a:cubicBezTo>
                    <a:cubicBezTo>
                      <a:pt x="283539" y="321100"/>
                      <a:pt x="265061" y="332815"/>
                      <a:pt x="243248" y="336244"/>
                    </a:cubicBezTo>
                    <a:cubicBezTo>
                      <a:pt x="228771" y="338531"/>
                      <a:pt x="213816" y="337864"/>
                      <a:pt x="199243" y="337578"/>
                    </a:cubicBezTo>
                    <a:cubicBezTo>
                      <a:pt x="186003" y="337388"/>
                      <a:pt x="172573" y="336911"/>
                      <a:pt x="159428" y="335197"/>
                    </a:cubicBezTo>
                    <a:cubicBezTo>
                      <a:pt x="150189" y="333959"/>
                      <a:pt x="139807" y="331863"/>
                      <a:pt x="130282" y="329672"/>
                    </a:cubicBezTo>
                    <a:cubicBezTo>
                      <a:pt x="99802" y="322910"/>
                      <a:pt x="67512" y="314432"/>
                      <a:pt x="40747" y="297763"/>
                    </a:cubicBezTo>
                    <a:cubicBezTo>
                      <a:pt x="28841" y="290334"/>
                      <a:pt x="19506" y="281666"/>
                      <a:pt x="16649" y="267665"/>
                    </a:cubicBezTo>
                    <a:cubicBezTo>
                      <a:pt x="10934" y="239566"/>
                      <a:pt x="17601" y="210514"/>
                      <a:pt x="23983" y="183178"/>
                    </a:cubicBezTo>
                    <a:cubicBezTo>
                      <a:pt x="30079" y="157365"/>
                      <a:pt x="36651" y="131552"/>
                      <a:pt x="41985" y="105549"/>
                    </a:cubicBezTo>
                    <a:cubicBezTo>
                      <a:pt x="42557" y="102787"/>
                      <a:pt x="43700" y="94881"/>
                      <a:pt x="47224" y="94214"/>
                    </a:cubicBezTo>
                    <a:cubicBezTo>
                      <a:pt x="49796" y="93643"/>
                      <a:pt x="50177" y="98215"/>
                      <a:pt x="50558" y="100215"/>
                    </a:cubicBezTo>
                    <a:cubicBezTo>
                      <a:pt x="51701" y="106597"/>
                      <a:pt x="51129" y="113169"/>
                      <a:pt x="51606" y="119646"/>
                    </a:cubicBezTo>
                    <a:cubicBezTo>
                      <a:pt x="52748" y="134124"/>
                      <a:pt x="53987" y="148697"/>
                      <a:pt x="55130" y="163175"/>
                    </a:cubicBezTo>
                    <a:cubicBezTo>
                      <a:pt x="55606" y="167938"/>
                      <a:pt x="62750" y="167938"/>
                      <a:pt x="62369" y="163366"/>
                    </a:cubicBezTo>
                    <a:close/>
                  </a:path>
                </a:pathLst>
              </a:custGeom>
              <a:solidFill>
                <a:srgbClr val="D39F2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30" name="任意多边形: 形状 329"/>
              <p:cNvSpPr/>
              <p:nvPr/>
            </p:nvSpPr>
            <p:spPr>
              <a:xfrm rot="20734590">
                <a:off x="5556211" y="2216852"/>
                <a:ext cx="370446" cy="243715"/>
              </a:xfrm>
              <a:custGeom>
                <a:avLst/>
                <a:gdLst>
                  <a:gd name="connsiteX0" fmla="*/ 356311 w 361950"/>
                  <a:gd name="connsiteY0" fmla="*/ 12989 h 238125"/>
                  <a:gd name="connsiteX1" fmla="*/ 321163 w 361950"/>
                  <a:gd name="connsiteY1" fmla="*/ 141577 h 238125"/>
                  <a:gd name="connsiteX2" fmla="*/ 244678 w 361950"/>
                  <a:gd name="connsiteY2" fmla="*/ 230921 h 238125"/>
                  <a:gd name="connsiteX3" fmla="*/ 211435 w 361950"/>
                  <a:gd name="connsiteY3" fmla="*/ 233302 h 238125"/>
                  <a:gd name="connsiteX4" fmla="*/ 156381 w 361950"/>
                  <a:gd name="connsiteY4" fmla="*/ 230921 h 238125"/>
                  <a:gd name="connsiteX5" fmla="*/ 10553 w 361950"/>
                  <a:gd name="connsiteY5" fmla="*/ 165865 h 238125"/>
                  <a:gd name="connsiteX6" fmla="*/ 9315 w 361950"/>
                  <a:gd name="connsiteY6" fmla="*/ 110620 h 238125"/>
                  <a:gd name="connsiteX7" fmla="*/ 138188 w 361950"/>
                  <a:gd name="connsiteY7" fmla="*/ 174057 h 238125"/>
                  <a:gd name="connsiteX8" fmla="*/ 192576 w 361950"/>
                  <a:gd name="connsiteY8" fmla="*/ 182725 h 238125"/>
                  <a:gd name="connsiteX9" fmla="*/ 225913 w 361950"/>
                  <a:gd name="connsiteY9" fmla="*/ 184153 h 238125"/>
                  <a:gd name="connsiteX10" fmla="*/ 311924 w 361950"/>
                  <a:gd name="connsiteY10" fmla="*/ 104048 h 238125"/>
                  <a:gd name="connsiteX11" fmla="*/ 351167 w 361950"/>
                  <a:gd name="connsiteY11" fmla="*/ 7179 h 238125"/>
                  <a:gd name="connsiteX12" fmla="*/ 356311 w 361950"/>
                  <a:gd name="connsiteY12" fmla="*/ 12989 h 238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61950" h="238125">
                    <a:moveTo>
                      <a:pt x="356311" y="12989"/>
                    </a:moveTo>
                    <a:cubicBezTo>
                      <a:pt x="345643" y="56042"/>
                      <a:pt x="333927" y="99000"/>
                      <a:pt x="321163" y="141577"/>
                    </a:cubicBezTo>
                    <a:cubicBezTo>
                      <a:pt x="309162" y="181867"/>
                      <a:pt x="289826" y="221587"/>
                      <a:pt x="244678" y="230921"/>
                    </a:cubicBezTo>
                    <a:cubicBezTo>
                      <a:pt x="233819" y="233207"/>
                      <a:pt x="222580" y="233302"/>
                      <a:pt x="211435" y="233302"/>
                    </a:cubicBezTo>
                    <a:cubicBezTo>
                      <a:pt x="193052" y="233302"/>
                      <a:pt x="174669" y="232921"/>
                      <a:pt x="156381" y="230921"/>
                    </a:cubicBezTo>
                    <a:cubicBezTo>
                      <a:pt x="139617" y="229016"/>
                      <a:pt x="21316" y="207299"/>
                      <a:pt x="10553" y="165865"/>
                    </a:cubicBezTo>
                    <a:cubicBezTo>
                      <a:pt x="5886" y="147958"/>
                      <a:pt x="6553" y="129194"/>
                      <a:pt x="9315" y="110620"/>
                    </a:cubicBezTo>
                    <a:cubicBezTo>
                      <a:pt x="37604" y="144720"/>
                      <a:pt x="124091" y="170818"/>
                      <a:pt x="138188" y="174057"/>
                    </a:cubicBezTo>
                    <a:cubicBezTo>
                      <a:pt x="156095" y="178153"/>
                      <a:pt x="174288" y="180629"/>
                      <a:pt x="192576" y="182725"/>
                    </a:cubicBezTo>
                    <a:cubicBezTo>
                      <a:pt x="203625" y="183963"/>
                      <a:pt x="214864" y="185106"/>
                      <a:pt x="225913" y="184153"/>
                    </a:cubicBezTo>
                    <a:cubicBezTo>
                      <a:pt x="271824" y="180058"/>
                      <a:pt x="295446" y="142720"/>
                      <a:pt x="311924" y="104048"/>
                    </a:cubicBezTo>
                    <a:cubicBezTo>
                      <a:pt x="325545" y="72044"/>
                      <a:pt x="338689" y="39754"/>
                      <a:pt x="351167" y="7179"/>
                    </a:cubicBezTo>
                    <a:cubicBezTo>
                      <a:pt x="354310" y="6798"/>
                      <a:pt x="357168" y="9560"/>
                      <a:pt x="356311" y="12989"/>
                    </a:cubicBezTo>
                    <a:close/>
                  </a:path>
                </a:pathLst>
              </a:custGeom>
              <a:solidFill>
                <a:srgbClr val="FFD46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31" name="任意多边形: 形状 330"/>
              <p:cNvSpPr/>
              <p:nvPr/>
            </p:nvSpPr>
            <p:spPr>
              <a:xfrm rot="20734590">
                <a:off x="5691811" y="2187348"/>
                <a:ext cx="77989" cy="97486"/>
              </a:xfrm>
              <a:custGeom>
                <a:avLst/>
                <a:gdLst>
                  <a:gd name="connsiteX0" fmla="*/ 60026 w 76200"/>
                  <a:gd name="connsiteY0" fmla="*/ 9716 h 95250"/>
                  <a:gd name="connsiteX1" fmla="*/ 8401 w 76200"/>
                  <a:gd name="connsiteY1" fmla="*/ 75724 h 95250"/>
                  <a:gd name="connsiteX2" fmla="*/ 11639 w 76200"/>
                  <a:gd name="connsiteY2" fmla="*/ 87916 h 95250"/>
                  <a:gd name="connsiteX3" fmla="*/ 23831 w 76200"/>
                  <a:gd name="connsiteY3" fmla="*/ 84678 h 95250"/>
                  <a:gd name="connsiteX4" fmla="*/ 72599 w 76200"/>
                  <a:gd name="connsiteY4" fmla="*/ 22289 h 95250"/>
                  <a:gd name="connsiteX5" fmla="*/ 72599 w 76200"/>
                  <a:gd name="connsiteY5" fmla="*/ 9716 h 95250"/>
                  <a:gd name="connsiteX6" fmla="*/ 60026 w 76200"/>
                  <a:gd name="connsiteY6" fmla="*/ 9716 h 95250"/>
                  <a:gd name="connsiteX7" fmla="*/ 60026 w 76200"/>
                  <a:gd name="connsiteY7" fmla="*/ 9716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6200" h="95250">
                    <a:moveTo>
                      <a:pt x="60026" y="9716"/>
                    </a:moveTo>
                    <a:cubicBezTo>
                      <a:pt x="40976" y="30195"/>
                      <a:pt x="23641" y="52293"/>
                      <a:pt x="8401" y="75724"/>
                    </a:cubicBezTo>
                    <a:cubicBezTo>
                      <a:pt x="5734" y="79725"/>
                      <a:pt x="7544" y="85535"/>
                      <a:pt x="11639" y="87916"/>
                    </a:cubicBezTo>
                    <a:cubicBezTo>
                      <a:pt x="15925" y="90488"/>
                      <a:pt x="21164" y="88774"/>
                      <a:pt x="23831" y="84678"/>
                    </a:cubicBezTo>
                    <a:cubicBezTo>
                      <a:pt x="38214" y="62484"/>
                      <a:pt x="54597" y="41625"/>
                      <a:pt x="72599" y="22289"/>
                    </a:cubicBezTo>
                    <a:cubicBezTo>
                      <a:pt x="75933" y="18765"/>
                      <a:pt x="76123" y="13145"/>
                      <a:pt x="72599" y="9716"/>
                    </a:cubicBezTo>
                    <a:cubicBezTo>
                      <a:pt x="69361" y="6382"/>
                      <a:pt x="63360" y="6192"/>
                      <a:pt x="60026" y="9716"/>
                    </a:cubicBezTo>
                    <a:lnTo>
                      <a:pt x="60026" y="9716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32" name="任意多边形: 形状 331"/>
              <p:cNvSpPr/>
              <p:nvPr/>
            </p:nvSpPr>
            <p:spPr>
              <a:xfrm rot="20734590">
                <a:off x="5625460" y="2230956"/>
                <a:ext cx="38994" cy="38994"/>
              </a:xfrm>
              <a:custGeom>
                <a:avLst/>
                <a:gdLst>
                  <a:gd name="connsiteX0" fmla="*/ 15406 w 38100"/>
                  <a:gd name="connsiteY0" fmla="*/ 11589 h 38100"/>
                  <a:gd name="connsiteX1" fmla="*/ 8358 w 38100"/>
                  <a:gd name="connsiteY1" fmla="*/ 23496 h 38100"/>
                  <a:gd name="connsiteX2" fmla="*/ 7310 w 38100"/>
                  <a:gd name="connsiteY2" fmla="*/ 26829 h 38100"/>
                  <a:gd name="connsiteX3" fmla="*/ 7500 w 38100"/>
                  <a:gd name="connsiteY3" fmla="*/ 30354 h 38100"/>
                  <a:gd name="connsiteX4" fmla="*/ 9120 w 38100"/>
                  <a:gd name="connsiteY4" fmla="*/ 33402 h 38100"/>
                  <a:gd name="connsiteX5" fmla="*/ 11596 w 38100"/>
                  <a:gd name="connsiteY5" fmla="*/ 35688 h 38100"/>
                  <a:gd name="connsiteX6" fmla="*/ 18454 w 38100"/>
                  <a:gd name="connsiteY6" fmla="*/ 36545 h 38100"/>
                  <a:gd name="connsiteX7" fmla="*/ 23788 w 38100"/>
                  <a:gd name="connsiteY7" fmla="*/ 32449 h 38100"/>
                  <a:gd name="connsiteX8" fmla="*/ 30837 w 38100"/>
                  <a:gd name="connsiteY8" fmla="*/ 20543 h 38100"/>
                  <a:gd name="connsiteX9" fmla="*/ 31884 w 38100"/>
                  <a:gd name="connsiteY9" fmla="*/ 17209 h 38100"/>
                  <a:gd name="connsiteX10" fmla="*/ 31694 w 38100"/>
                  <a:gd name="connsiteY10" fmla="*/ 13685 h 38100"/>
                  <a:gd name="connsiteX11" fmla="*/ 30075 w 38100"/>
                  <a:gd name="connsiteY11" fmla="*/ 10637 h 38100"/>
                  <a:gd name="connsiteX12" fmla="*/ 27598 w 38100"/>
                  <a:gd name="connsiteY12" fmla="*/ 8351 h 38100"/>
                  <a:gd name="connsiteX13" fmla="*/ 20740 w 38100"/>
                  <a:gd name="connsiteY13" fmla="*/ 7494 h 38100"/>
                  <a:gd name="connsiteX14" fmla="*/ 15406 w 38100"/>
                  <a:gd name="connsiteY14" fmla="*/ 11589 h 38100"/>
                  <a:gd name="connsiteX15" fmla="*/ 15406 w 38100"/>
                  <a:gd name="connsiteY15" fmla="*/ 1158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8100" h="38100">
                    <a:moveTo>
                      <a:pt x="15406" y="11589"/>
                    </a:moveTo>
                    <a:cubicBezTo>
                      <a:pt x="13025" y="15590"/>
                      <a:pt x="10644" y="19495"/>
                      <a:pt x="8358" y="23496"/>
                    </a:cubicBezTo>
                    <a:cubicBezTo>
                      <a:pt x="7691" y="24543"/>
                      <a:pt x="7310" y="25591"/>
                      <a:pt x="7310" y="26829"/>
                    </a:cubicBezTo>
                    <a:cubicBezTo>
                      <a:pt x="7024" y="27972"/>
                      <a:pt x="7119" y="29211"/>
                      <a:pt x="7500" y="30354"/>
                    </a:cubicBezTo>
                    <a:cubicBezTo>
                      <a:pt x="7786" y="31497"/>
                      <a:pt x="8262" y="32544"/>
                      <a:pt x="9120" y="33402"/>
                    </a:cubicBezTo>
                    <a:cubicBezTo>
                      <a:pt x="9786" y="34354"/>
                      <a:pt x="10548" y="35116"/>
                      <a:pt x="11596" y="35688"/>
                    </a:cubicBezTo>
                    <a:cubicBezTo>
                      <a:pt x="13692" y="36735"/>
                      <a:pt x="16168" y="37307"/>
                      <a:pt x="18454" y="36545"/>
                    </a:cubicBezTo>
                    <a:cubicBezTo>
                      <a:pt x="20645" y="35783"/>
                      <a:pt x="22550" y="34449"/>
                      <a:pt x="23788" y="32449"/>
                    </a:cubicBezTo>
                    <a:cubicBezTo>
                      <a:pt x="26169" y="28449"/>
                      <a:pt x="28551" y="24543"/>
                      <a:pt x="30837" y="20543"/>
                    </a:cubicBezTo>
                    <a:cubicBezTo>
                      <a:pt x="31503" y="19495"/>
                      <a:pt x="31884" y="18447"/>
                      <a:pt x="31884" y="17209"/>
                    </a:cubicBezTo>
                    <a:cubicBezTo>
                      <a:pt x="32170" y="16066"/>
                      <a:pt x="32075" y="14828"/>
                      <a:pt x="31694" y="13685"/>
                    </a:cubicBezTo>
                    <a:cubicBezTo>
                      <a:pt x="31408" y="12542"/>
                      <a:pt x="30932" y="11494"/>
                      <a:pt x="30075" y="10637"/>
                    </a:cubicBezTo>
                    <a:cubicBezTo>
                      <a:pt x="29408" y="9684"/>
                      <a:pt x="28646" y="8922"/>
                      <a:pt x="27598" y="8351"/>
                    </a:cubicBezTo>
                    <a:cubicBezTo>
                      <a:pt x="25503" y="7303"/>
                      <a:pt x="23026" y="6732"/>
                      <a:pt x="20740" y="7494"/>
                    </a:cubicBezTo>
                    <a:cubicBezTo>
                      <a:pt x="18454" y="8256"/>
                      <a:pt x="16549" y="9589"/>
                      <a:pt x="15406" y="11589"/>
                    </a:cubicBezTo>
                    <a:lnTo>
                      <a:pt x="15406" y="11589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33" name="任意多边形: 形状 332"/>
              <p:cNvSpPr/>
              <p:nvPr/>
            </p:nvSpPr>
            <p:spPr>
              <a:xfrm rot="20734590">
                <a:off x="5834628" y="2210002"/>
                <a:ext cx="48743" cy="48743"/>
              </a:xfrm>
              <a:custGeom>
                <a:avLst/>
                <a:gdLst>
                  <a:gd name="connsiteX0" fmla="*/ 31836 w 47625"/>
                  <a:gd name="connsiteY0" fmla="*/ 8336 h 47625"/>
                  <a:gd name="connsiteX1" fmla="*/ 8309 w 47625"/>
                  <a:gd name="connsiteY1" fmla="*/ 30720 h 47625"/>
                  <a:gd name="connsiteX2" fmla="*/ 7452 w 47625"/>
                  <a:gd name="connsiteY2" fmla="*/ 37578 h 47625"/>
                  <a:gd name="connsiteX3" fmla="*/ 11547 w 47625"/>
                  <a:gd name="connsiteY3" fmla="*/ 42912 h 47625"/>
                  <a:gd name="connsiteX4" fmla="*/ 18405 w 47625"/>
                  <a:gd name="connsiteY4" fmla="*/ 43769 h 47625"/>
                  <a:gd name="connsiteX5" fmla="*/ 23739 w 47625"/>
                  <a:gd name="connsiteY5" fmla="*/ 39673 h 47625"/>
                  <a:gd name="connsiteX6" fmla="*/ 25930 w 47625"/>
                  <a:gd name="connsiteY6" fmla="*/ 36625 h 47625"/>
                  <a:gd name="connsiteX7" fmla="*/ 24501 w 47625"/>
                  <a:gd name="connsiteY7" fmla="*/ 38435 h 47625"/>
                  <a:gd name="connsiteX8" fmla="*/ 36503 w 47625"/>
                  <a:gd name="connsiteY8" fmla="*/ 26434 h 47625"/>
                  <a:gd name="connsiteX9" fmla="*/ 34693 w 47625"/>
                  <a:gd name="connsiteY9" fmla="*/ 27862 h 47625"/>
                  <a:gd name="connsiteX10" fmla="*/ 40884 w 47625"/>
                  <a:gd name="connsiteY10" fmla="*/ 23671 h 47625"/>
                  <a:gd name="connsiteX11" fmla="*/ 44980 w 47625"/>
                  <a:gd name="connsiteY11" fmla="*/ 18337 h 47625"/>
                  <a:gd name="connsiteX12" fmla="*/ 44123 w 47625"/>
                  <a:gd name="connsiteY12" fmla="*/ 11479 h 47625"/>
                  <a:gd name="connsiteX13" fmla="*/ 38789 w 47625"/>
                  <a:gd name="connsiteY13" fmla="*/ 7384 h 47625"/>
                  <a:gd name="connsiteX14" fmla="*/ 31836 w 47625"/>
                  <a:gd name="connsiteY14" fmla="*/ 8336 h 47625"/>
                  <a:gd name="connsiteX15" fmla="*/ 31836 w 47625"/>
                  <a:gd name="connsiteY15" fmla="*/ 8336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7625" h="47625">
                    <a:moveTo>
                      <a:pt x="31836" y="8336"/>
                    </a:moveTo>
                    <a:cubicBezTo>
                      <a:pt x="22406" y="14051"/>
                      <a:pt x="14500" y="21671"/>
                      <a:pt x="8309" y="30720"/>
                    </a:cubicBezTo>
                    <a:cubicBezTo>
                      <a:pt x="7071" y="32530"/>
                      <a:pt x="6880" y="35482"/>
                      <a:pt x="7452" y="37578"/>
                    </a:cubicBezTo>
                    <a:cubicBezTo>
                      <a:pt x="8023" y="39673"/>
                      <a:pt x="9642" y="41864"/>
                      <a:pt x="11547" y="42912"/>
                    </a:cubicBezTo>
                    <a:cubicBezTo>
                      <a:pt x="13643" y="43960"/>
                      <a:pt x="16119" y="44531"/>
                      <a:pt x="18405" y="43769"/>
                    </a:cubicBezTo>
                    <a:cubicBezTo>
                      <a:pt x="20691" y="43007"/>
                      <a:pt x="22406" y="41674"/>
                      <a:pt x="23739" y="39673"/>
                    </a:cubicBezTo>
                    <a:cubicBezTo>
                      <a:pt x="24406" y="38626"/>
                      <a:pt x="25168" y="37673"/>
                      <a:pt x="25930" y="36625"/>
                    </a:cubicBezTo>
                    <a:cubicBezTo>
                      <a:pt x="25454" y="37197"/>
                      <a:pt x="24977" y="37864"/>
                      <a:pt x="24501" y="38435"/>
                    </a:cubicBezTo>
                    <a:cubicBezTo>
                      <a:pt x="27930" y="33958"/>
                      <a:pt x="32026" y="29958"/>
                      <a:pt x="36503" y="26434"/>
                    </a:cubicBezTo>
                    <a:cubicBezTo>
                      <a:pt x="35931" y="26910"/>
                      <a:pt x="35265" y="27386"/>
                      <a:pt x="34693" y="27862"/>
                    </a:cubicBezTo>
                    <a:cubicBezTo>
                      <a:pt x="36693" y="26338"/>
                      <a:pt x="38694" y="24910"/>
                      <a:pt x="40884" y="23671"/>
                    </a:cubicBezTo>
                    <a:cubicBezTo>
                      <a:pt x="42789" y="22528"/>
                      <a:pt x="44409" y="20528"/>
                      <a:pt x="44980" y="18337"/>
                    </a:cubicBezTo>
                    <a:cubicBezTo>
                      <a:pt x="45552" y="16242"/>
                      <a:pt x="45266" y="13384"/>
                      <a:pt x="44123" y="11479"/>
                    </a:cubicBezTo>
                    <a:cubicBezTo>
                      <a:pt x="42885" y="9574"/>
                      <a:pt x="41075" y="7860"/>
                      <a:pt x="38789" y="7384"/>
                    </a:cubicBezTo>
                    <a:cubicBezTo>
                      <a:pt x="36408" y="6907"/>
                      <a:pt x="33931" y="7098"/>
                      <a:pt x="31836" y="8336"/>
                    </a:cubicBezTo>
                    <a:lnTo>
                      <a:pt x="31836" y="8336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34" name="任意多边形: 形状 333"/>
              <p:cNvSpPr/>
              <p:nvPr/>
            </p:nvSpPr>
            <p:spPr>
              <a:xfrm rot="20734590">
                <a:off x="5560835" y="2275494"/>
                <a:ext cx="29246" cy="38994"/>
              </a:xfrm>
              <a:custGeom>
                <a:avLst/>
                <a:gdLst>
                  <a:gd name="connsiteX0" fmla="*/ 9239 w 28575"/>
                  <a:gd name="connsiteY0" fmla="*/ 13601 h 38100"/>
                  <a:gd name="connsiteX1" fmla="*/ 7525 w 28575"/>
                  <a:gd name="connsiteY1" fmla="*/ 20840 h 38100"/>
                  <a:gd name="connsiteX2" fmla="*/ 7239 w 28575"/>
                  <a:gd name="connsiteY2" fmla="*/ 28269 h 38100"/>
                  <a:gd name="connsiteX3" fmla="*/ 8001 w 28575"/>
                  <a:gd name="connsiteY3" fmla="*/ 31698 h 38100"/>
                  <a:gd name="connsiteX4" fmla="*/ 9811 w 28575"/>
                  <a:gd name="connsiteY4" fmla="*/ 34556 h 38100"/>
                  <a:gd name="connsiteX5" fmla="*/ 12668 w 28575"/>
                  <a:gd name="connsiteY5" fmla="*/ 36365 h 38100"/>
                  <a:gd name="connsiteX6" fmla="*/ 16097 w 28575"/>
                  <a:gd name="connsiteY6" fmla="*/ 37127 h 38100"/>
                  <a:gd name="connsiteX7" fmla="*/ 22384 w 28575"/>
                  <a:gd name="connsiteY7" fmla="*/ 34556 h 38100"/>
                  <a:gd name="connsiteX8" fmla="*/ 24956 w 28575"/>
                  <a:gd name="connsiteY8" fmla="*/ 28269 h 38100"/>
                  <a:gd name="connsiteX9" fmla="*/ 25051 w 28575"/>
                  <a:gd name="connsiteY9" fmla="*/ 21983 h 38100"/>
                  <a:gd name="connsiteX10" fmla="*/ 24765 w 28575"/>
                  <a:gd name="connsiteY10" fmla="*/ 24364 h 38100"/>
                  <a:gd name="connsiteX11" fmla="*/ 26384 w 28575"/>
                  <a:gd name="connsiteY11" fmla="*/ 18363 h 38100"/>
                  <a:gd name="connsiteX12" fmla="*/ 26575 w 28575"/>
                  <a:gd name="connsiteY12" fmla="*/ 14839 h 38100"/>
                  <a:gd name="connsiteX13" fmla="*/ 25527 w 28575"/>
                  <a:gd name="connsiteY13" fmla="*/ 11505 h 38100"/>
                  <a:gd name="connsiteX14" fmla="*/ 23241 w 28575"/>
                  <a:gd name="connsiteY14" fmla="*/ 9029 h 38100"/>
                  <a:gd name="connsiteX15" fmla="*/ 20193 w 28575"/>
                  <a:gd name="connsiteY15" fmla="*/ 7409 h 38100"/>
                  <a:gd name="connsiteX16" fmla="*/ 13335 w 28575"/>
                  <a:gd name="connsiteY16" fmla="*/ 8267 h 38100"/>
                  <a:gd name="connsiteX17" fmla="*/ 11525 w 28575"/>
                  <a:gd name="connsiteY17" fmla="*/ 9695 h 38100"/>
                  <a:gd name="connsiteX18" fmla="*/ 9239 w 28575"/>
                  <a:gd name="connsiteY18" fmla="*/ 13601 h 38100"/>
                  <a:gd name="connsiteX19" fmla="*/ 9239 w 28575"/>
                  <a:gd name="connsiteY19" fmla="*/ 13601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8575" h="38100">
                    <a:moveTo>
                      <a:pt x="9239" y="13601"/>
                    </a:moveTo>
                    <a:cubicBezTo>
                      <a:pt x="8287" y="15982"/>
                      <a:pt x="7811" y="18363"/>
                      <a:pt x="7525" y="20840"/>
                    </a:cubicBezTo>
                    <a:cubicBezTo>
                      <a:pt x="7144" y="23316"/>
                      <a:pt x="7048" y="25793"/>
                      <a:pt x="7239" y="28269"/>
                    </a:cubicBezTo>
                    <a:cubicBezTo>
                      <a:pt x="7239" y="29507"/>
                      <a:pt x="7429" y="30650"/>
                      <a:pt x="8001" y="31698"/>
                    </a:cubicBezTo>
                    <a:cubicBezTo>
                      <a:pt x="8382" y="32841"/>
                      <a:pt x="8953" y="33794"/>
                      <a:pt x="9811" y="34556"/>
                    </a:cubicBezTo>
                    <a:cubicBezTo>
                      <a:pt x="10573" y="35413"/>
                      <a:pt x="11620" y="36080"/>
                      <a:pt x="12668" y="36365"/>
                    </a:cubicBezTo>
                    <a:cubicBezTo>
                      <a:pt x="13716" y="36937"/>
                      <a:pt x="14859" y="37223"/>
                      <a:pt x="16097" y="37127"/>
                    </a:cubicBezTo>
                    <a:cubicBezTo>
                      <a:pt x="18383" y="37032"/>
                      <a:pt x="20765" y="36270"/>
                      <a:pt x="22384" y="34556"/>
                    </a:cubicBezTo>
                    <a:cubicBezTo>
                      <a:pt x="23908" y="32936"/>
                      <a:pt x="25241" y="30555"/>
                      <a:pt x="24956" y="28269"/>
                    </a:cubicBezTo>
                    <a:cubicBezTo>
                      <a:pt x="24765" y="26174"/>
                      <a:pt x="24765" y="24078"/>
                      <a:pt x="25051" y="21983"/>
                    </a:cubicBezTo>
                    <a:cubicBezTo>
                      <a:pt x="24956" y="22745"/>
                      <a:pt x="24860" y="23602"/>
                      <a:pt x="24765" y="24364"/>
                    </a:cubicBezTo>
                    <a:cubicBezTo>
                      <a:pt x="25051" y="22268"/>
                      <a:pt x="25622" y="20268"/>
                      <a:pt x="26384" y="18363"/>
                    </a:cubicBezTo>
                    <a:cubicBezTo>
                      <a:pt x="26765" y="17220"/>
                      <a:pt x="26765" y="15982"/>
                      <a:pt x="26575" y="14839"/>
                    </a:cubicBezTo>
                    <a:cubicBezTo>
                      <a:pt x="26479" y="13696"/>
                      <a:pt x="26194" y="12553"/>
                      <a:pt x="25527" y="11505"/>
                    </a:cubicBezTo>
                    <a:cubicBezTo>
                      <a:pt x="24956" y="10457"/>
                      <a:pt x="24194" y="9600"/>
                      <a:pt x="23241" y="9029"/>
                    </a:cubicBezTo>
                    <a:cubicBezTo>
                      <a:pt x="22384" y="8267"/>
                      <a:pt x="21336" y="7695"/>
                      <a:pt x="20193" y="7409"/>
                    </a:cubicBezTo>
                    <a:cubicBezTo>
                      <a:pt x="17907" y="6933"/>
                      <a:pt x="15335" y="7028"/>
                      <a:pt x="13335" y="8267"/>
                    </a:cubicBezTo>
                    <a:cubicBezTo>
                      <a:pt x="12763" y="8743"/>
                      <a:pt x="12097" y="9219"/>
                      <a:pt x="11525" y="9695"/>
                    </a:cubicBezTo>
                    <a:cubicBezTo>
                      <a:pt x="10382" y="10838"/>
                      <a:pt x="9620" y="12077"/>
                      <a:pt x="9239" y="13601"/>
                    </a:cubicBezTo>
                    <a:lnTo>
                      <a:pt x="9239" y="1360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169" name="文本框 168"/>
            <p:cNvSpPr txBox="1"/>
            <p:nvPr/>
          </p:nvSpPr>
          <p:spPr>
            <a:xfrm>
              <a:off x="5043162" y="773374"/>
              <a:ext cx="1847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altLang="zh-CN" sz="1600" dirty="0">
                <a:solidFill>
                  <a:srgbClr val="7AB2DC">
                    <a:alpha val="90000"/>
                  </a:srgbClr>
                </a:solidFill>
                <a:cs typeface="+mn-ea"/>
                <a:sym typeface="+mn-lt"/>
              </a:endParaRPr>
            </a:p>
          </p:txBody>
        </p:sp>
        <p:cxnSp>
          <p:nvCxnSpPr>
            <p:cNvPr id="322" name="直接连接符 321"/>
            <p:cNvCxnSpPr/>
            <p:nvPr/>
          </p:nvCxnSpPr>
          <p:spPr>
            <a:xfrm flipH="1">
              <a:off x="8290402" y="1163953"/>
              <a:ext cx="129970" cy="7143"/>
            </a:xfrm>
            <a:prstGeom prst="line">
              <a:avLst/>
            </a:prstGeom>
            <a:ln w="19050" cap="rnd">
              <a:solidFill>
                <a:schemeClr val="bg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0" name="文本框 189"/>
            <p:cNvSpPr txBox="1"/>
            <p:nvPr/>
          </p:nvSpPr>
          <p:spPr>
            <a:xfrm>
              <a:off x="3481738" y="3068572"/>
              <a:ext cx="5445393" cy="7330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000" dirty="0">
                  <a:solidFill>
                    <a:srgbClr val="64454B"/>
                  </a:solidFill>
                  <a:cs typeface="+mn-ea"/>
                  <a:sym typeface="+mn-lt"/>
                </a:rPr>
                <a:t>教育教学通用演示模板</a:t>
              </a:r>
              <a:endParaRPr lang="zh-CN" altLang="en-US" sz="4000" dirty="0">
                <a:solidFill>
                  <a:srgbClr val="64454B"/>
                </a:solidFill>
                <a:cs typeface="+mn-ea"/>
                <a:sym typeface="+mn-lt"/>
              </a:endParaRPr>
            </a:p>
          </p:txBody>
        </p:sp>
        <p:sp>
          <p:nvSpPr>
            <p:cNvPr id="191" name="文本框 190"/>
            <p:cNvSpPr txBox="1"/>
            <p:nvPr/>
          </p:nvSpPr>
          <p:spPr>
            <a:xfrm>
              <a:off x="4180288" y="3824213"/>
              <a:ext cx="37737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rgbClr val="7AB2DC"/>
                  </a:solidFill>
                  <a:cs typeface="+mn-ea"/>
                  <a:sym typeface="+mn-lt"/>
                </a:rPr>
                <a:t>BUBBLE ’ s DEMONSTRATION</a:t>
              </a:r>
              <a:endParaRPr lang="en-US" altLang="zh-CN" b="1" dirty="0">
                <a:solidFill>
                  <a:srgbClr val="7AB2DC"/>
                </a:solidFill>
                <a:cs typeface="+mn-ea"/>
                <a:sym typeface="+mn-lt"/>
              </a:endParaRPr>
            </a:p>
          </p:txBody>
        </p:sp>
        <p:grpSp>
          <p:nvGrpSpPr>
            <p:cNvPr id="193" name="组合 192"/>
            <p:cNvGrpSpPr/>
            <p:nvPr/>
          </p:nvGrpSpPr>
          <p:grpSpPr>
            <a:xfrm>
              <a:off x="9152854" y="2198886"/>
              <a:ext cx="511971" cy="1850772"/>
              <a:chOff x="2709165" y="3485769"/>
              <a:chExt cx="255175" cy="922457"/>
            </a:xfrm>
          </p:grpSpPr>
          <p:sp>
            <p:nvSpPr>
              <p:cNvPr id="231" name="任意多边形: 形状 230"/>
              <p:cNvSpPr/>
              <p:nvPr/>
            </p:nvSpPr>
            <p:spPr>
              <a:xfrm>
                <a:off x="2736499" y="3589076"/>
                <a:ext cx="123825" cy="819150"/>
              </a:xfrm>
              <a:custGeom>
                <a:avLst/>
                <a:gdLst>
                  <a:gd name="connsiteX0" fmla="*/ 42294 w 123825"/>
                  <a:gd name="connsiteY0" fmla="*/ 13755 h 819150"/>
                  <a:gd name="connsiteX1" fmla="*/ 109731 w 123825"/>
                  <a:gd name="connsiteY1" fmla="*/ 331985 h 819150"/>
                  <a:gd name="connsiteX2" fmla="*/ 108969 w 123825"/>
                  <a:gd name="connsiteY2" fmla="*/ 493243 h 819150"/>
                  <a:gd name="connsiteX3" fmla="*/ 74489 w 123825"/>
                  <a:gd name="connsiteY3" fmla="*/ 642976 h 819150"/>
                  <a:gd name="connsiteX4" fmla="*/ 7718 w 123825"/>
                  <a:gd name="connsiteY4" fmla="*/ 803854 h 819150"/>
                  <a:gd name="connsiteX5" fmla="*/ 16958 w 123825"/>
                  <a:gd name="connsiteY5" fmla="*/ 809283 h 819150"/>
                  <a:gd name="connsiteX6" fmla="*/ 116875 w 123825"/>
                  <a:gd name="connsiteY6" fmla="*/ 514198 h 819150"/>
                  <a:gd name="connsiteX7" fmla="*/ 98206 w 123825"/>
                  <a:gd name="connsiteY7" fmla="*/ 191777 h 819150"/>
                  <a:gd name="connsiteX8" fmla="*/ 52676 w 123825"/>
                  <a:gd name="connsiteY8" fmla="*/ 10897 h 819150"/>
                  <a:gd name="connsiteX9" fmla="*/ 42294 w 123825"/>
                  <a:gd name="connsiteY9" fmla="*/ 13755 h 819150"/>
                  <a:gd name="connsiteX10" fmla="*/ 42294 w 123825"/>
                  <a:gd name="connsiteY10" fmla="*/ 13755 h 819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3825" h="819150">
                    <a:moveTo>
                      <a:pt x="42294" y="13755"/>
                    </a:moveTo>
                    <a:cubicBezTo>
                      <a:pt x="70774" y="118339"/>
                      <a:pt x="99349" y="223781"/>
                      <a:pt x="109731" y="331985"/>
                    </a:cubicBezTo>
                    <a:cubicBezTo>
                      <a:pt x="114875" y="385611"/>
                      <a:pt x="115351" y="439713"/>
                      <a:pt x="108969" y="493243"/>
                    </a:cubicBezTo>
                    <a:cubicBezTo>
                      <a:pt x="102968" y="544202"/>
                      <a:pt x="90586" y="594304"/>
                      <a:pt x="74489" y="642976"/>
                    </a:cubicBezTo>
                    <a:cubicBezTo>
                      <a:pt x="56201" y="698126"/>
                      <a:pt x="33055" y="751562"/>
                      <a:pt x="7718" y="803854"/>
                    </a:cubicBezTo>
                    <a:cubicBezTo>
                      <a:pt x="4766" y="810045"/>
                      <a:pt x="14005" y="815474"/>
                      <a:pt x="16958" y="809283"/>
                    </a:cubicBezTo>
                    <a:cubicBezTo>
                      <a:pt x="62106" y="715652"/>
                      <a:pt x="101444" y="617640"/>
                      <a:pt x="116875" y="514198"/>
                    </a:cubicBezTo>
                    <a:cubicBezTo>
                      <a:pt x="132972" y="406566"/>
                      <a:pt x="120685" y="297600"/>
                      <a:pt x="98206" y="191777"/>
                    </a:cubicBezTo>
                    <a:cubicBezTo>
                      <a:pt x="85252" y="130912"/>
                      <a:pt x="69060" y="70905"/>
                      <a:pt x="52676" y="10897"/>
                    </a:cubicBezTo>
                    <a:cubicBezTo>
                      <a:pt x="50771" y="4325"/>
                      <a:pt x="40485" y="7087"/>
                      <a:pt x="42294" y="13755"/>
                    </a:cubicBezTo>
                    <a:lnTo>
                      <a:pt x="42294" y="13755"/>
                    </a:lnTo>
                    <a:close/>
                  </a:path>
                </a:pathLst>
              </a:custGeom>
              <a:solidFill>
                <a:srgbClr val="FFD46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32" name="任意多边形: 形状 231"/>
              <p:cNvSpPr/>
              <p:nvPr/>
            </p:nvSpPr>
            <p:spPr>
              <a:xfrm>
                <a:off x="2753428" y="3485769"/>
                <a:ext cx="66675" cy="200025"/>
              </a:xfrm>
              <a:custGeom>
                <a:avLst/>
                <a:gdLst>
                  <a:gd name="connsiteX0" fmla="*/ 50892 w 66675"/>
                  <a:gd name="connsiteY0" fmla="*/ 199073 h 200025"/>
                  <a:gd name="connsiteX1" fmla="*/ 7172 w 66675"/>
                  <a:gd name="connsiteY1" fmla="*/ 91250 h 200025"/>
                  <a:gd name="connsiteX2" fmla="*/ 14697 w 66675"/>
                  <a:gd name="connsiteY2" fmla="*/ 7144 h 200025"/>
                  <a:gd name="connsiteX3" fmla="*/ 58702 w 66675"/>
                  <a:gd name="connsiteY3" fmla="*/ 99441 h 200025"/>
                  <a:gd name="connsiteX4" fmla="*/ 50892 w 66675"/>
                  <a:gd name="connsiteY4" fmla="*/ 199073 h 200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200025">
                    <a:moveTo>
                      <a:pt x="50892" y="199073"/>
                    </a:moveTo>
                    <a:cubicBezTo>
                      <a:pt x="20983" y="164782"/>
                      <a:pt x="6410" y="136684"/>
                      <a:pt x="7172" y="91250"/>
                    </a:cubicBezTo>
                    <a:cubicBezTo>
                      <a:pt x="7648" y="63056"/>
                      <a:pt x="14602" y="35243"/>
                      <a:pt x="14697" y="7144"/>
                    </a:cubicBezTo>
                    <a:cubicBezTo>
                      <a:pt x="32032" y="36576"/>
                      <a:pt x="49558" y="66485"/>
                      <a:pt x="58702" y="99441"/>
                    </a:cubicBezTo>
                    <a:cubicBezTo>
                      <a:pt x="67846" y="132302"/>
                      <a:pt x="67751" y="169259"/>
                      <a:pt x="50892" y="199073"/>
                    </a:cubicBezTo>
                  </a:path>
                </a:pathLst>
              </a:custGeom>
              <a:solidFill>
                <a:srgbClr val="FFD46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33" name="任意多边形: 形状 232"/>
              <p:cNvSpPr/>
              <p:nvPr/>
            </p:nvSpPr>
            <p:spPr>
              <a:xfrm>
                <a:off x="2843468" y="3746945"/>
                <a:ext cx="104775" cy="180975"/>
              </a:xfrm>
              <a:custGeom>
                <a:avLst/>
                <a:gdLst>
                  <a:gd name="connsiteX0" fmla="*/ 7144 w 104775"/>
                  <a:gd name="connsiteY0" fmla="*/ 175641 h 180975"/>
                  <a:gd name="connsiteX1" fmla="*/ 45148 w 104775"/>
                  <a:gd name="connsiteY1" fmla="*/ 65627 h 180975"/>
                  <a:gd name="connsiteX2" fmla="*/ 106108 w 104775"/>
                  <a:gd name="connsiteY2" fmla="*/ 7144 h 180975"/>
                  <a:gd name="connsiteX3" fmla="*/ 78486 w 104775"/>
                  <a:gd name="connsiteY3" fmla="*/ 105632 h 180975"/>
                  <a:gd name="connsiteX4" fmla="*/ 7144 w 104775"/>
                  <a:gd name="connsiteY4" fmla="*/ 175641 h 180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80975">
                    <a:moveTo>
                      <a:pt x="7144" y="175641"/>
                    </a:moveTo>
                    <a:cubicBezTo>
                      <a:pt x="7144" y="130207"/>
                      <a:pt x="14668" y="99346"/>
                      <a:pt x="45148" y="65627"/>
                    </a:cubicBezTo>
                    <a:cubicBezTo>
                      <a:pt x="64103" y="44767"/>
                      <a:pt x="87535" y="28384"/>
                      <a:pt x="106108" y="7144"/>
                    </a:cubicBezTo>
                    <a:cubicBezTo>
                      <a:pt x="99822" y="40767"/>
                      <a:pt x="93345" y="74771"/>
                      <a:pt x="78486" y="105632"/>
                    </a:cubicBezTo>
                    <a:cubicBezTo>
                      <a:pt x="63817" y="136588"/>
                      <a:pt x="39433" y="164306"/>
                      <a:pt x="7144" y="175641"/>
                    </a:cubicBezTo>
                  </a:path>
                </a:pathLst>
              </a:custGeom>
              <a:solidFill>
                <a:srgbClr val="FFD46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34" name="任意多边形: 形状 233"/>
              <p:cNvSpPr/>
              <p:nvPr/>
            </p:nvSpPr>
            <p:spPr>
              <a:xfrm>
                <a:off x="2839182" y="3973163"/>
                <a:ext cx="104775" cy="152400"/>
              </a:xfrm>
              <a:custGeom>
                <a:avLst/>
                <a:gdLst>
                  <a:gd name="connsiteX0" fmla="*/ 7144 w 104775"/>
                  <a:gd name="connsiteY0" fmla="*/ 146971 h 152400"/>
                  <a:gd name="connsiteX1" fmla="*/ 44958 w 104775"/>
                  <a:gd name="connsiteY1" fmla="*/ 54388 h 152400"/>
                  <a:gd name="connsiteX2" fmla="*/ 100108 w 104775"/>
                  <a:gd name="connsiteY2" fmla="*/ 7144 h 152400"/>
                  <a:gd name="connsiteX3" fmla="*/ 71818 w 104775"/>
                  <a:gd name="connsiteY3" fmla="*/ 90392 h 152400"/>
                  <a:gd name="connsiteX4" fmla="*/ 7144 w 104775"/>
                  <a:gd name="connsiteY4" fmla="*/ 14697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52400">
                    <a:moveTo>
                      <a:pt x="7144" y="146971"/>
                    </a:moveTo>
                    <a:cubicBezTo>
                      <a:pt x="9334" y="107918"/>
                      <a:pt x="17145" y="81820"/>
                      <a:pt x="44958" y="54388"/>
                    </a:cubicBezTo>
                    <a:cubicBezTo>
                      <a:pt x="62198" y="37338"/>
                      <a:pt x="83153" y="24384"/>
                      <a:pt x="100108" y="7144"/>
                    </a:cubicBezTo>
                    <a:cubicBezTo>
                      <a:pt x="93059" y="35719"/>
                      <a:pt x="85915" y="64579"/>
                      <a:pt x="71818" y="90392"/>
                    </a:cubicBezTo>
                    <a:cubicBezTo>
                      <a:pt x="57531" y="116014"/>
                      <a:pt x="35338" y="138684"/>
                      <a:pt x="7144" y="146971"/>
                    </a:cubicBezTo>
                  </a:path>
                </a:pathLst>
              </a:custGeom>
              <a:solidFill>
                <a:srgbClr val="FFD46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35" name="任意多边形: 形状 234"/>
              <p:cNvSpPr/>
              <p:nvPr/>
            </p:nvSpPr>
            <p:spPr>
              <a:xfrm>
                <a:off x="2757933" y="4288875"/>
                <a:ext cx="152400" cy="76200"/>
              </a:xfrm>
              <a:custGeom>
                <a:avLst/>
                <a:gdLst>
                  <a:gd name="connsiteX0" fmla="*/ 7144 w 152400"/>
                  <a:gd name="connsiteY0" fmla="*/ 69955 h 76200"/>
                  <a:gd name="connsiteX1" fmla="*/ 89630 w 152400"/>
                  <a:gd name="connsiteY1" fmla="*/ 13282 h 76200"/>
                  <a:gd name="connsiteX2" fmla="*/ 141637 w 152400"/>
                  <a:gd name="connsiteY2" fmla="*/ 7186 h 76200"/>
                  <a:gd name="connsiteX3" fmla="*/ 146494 w 152400"/>
                  <a:gd name="connsiteY3" fmla="*/ 17949 h 76200"/>
                  <a:gd name="connsiteX4" fmla="*/ 92297 w 152400"/>
                  <a:gd name="connsiteY4" fmla="*/ 57954 h 76200"/>
                  <a:gd name="connsiteX5" fmla="*/ 7144 w 152400"/>
                  <a:gd name="connsiteY5" fmla="*/ 69955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2400" h="76200">
                    <a:moveTo>
                      <a:pt x="7144" y="69955"/>
                    </a:moveTo>
                    <a:cubicBezTo>
                      <a:pt x="30385" y="38523"/>
                      <a:pt x="51340" y="21092"/>
                      <a:pt x="89630" y="13282"/>
                    </a:cubicBezTo>
                    <a:cubicBezTo>
                      <a:pt x="106775" y="9853"/>
                      <a:pt x="124301" y="9186"/>
                      <a:pt x="141637" y="7186"/>
                    </a:cubicBezTo>
                    <a:cubicBezTo>
                      <a:pt x="147638" y="6519"/>
                      <a:pt x="150971" y="13949"/>
                      <a:pt x="146494" y="17949"/>
                    </a:cubicBezTo>
                    <a:cubicBezTo>
                      <a:pt x="129730" y="33094"/>
                      <a:pt x="112204" y="47476"/>
                      <a:pt x="92297" y="57954"/>
                    </a:cubicBezTo>
                    <a:cubicBezTo>
                      <a:pt x="66294" y="71861"/>
                      <a:pt x="35242" y="78623"/>
                      <a:pt x="7144" y="69955"/>
                    </a:cubicBezTo>
                  </a:path>
                </a:pathLst>
              </a:custGeom>
              <a:solidFill>
                <a:srgbClr val="FFD46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36" name="任意多边形: 形状 235"/>
              <p:cNvSpPr/>
              <p:nvPr/>
            </p:nvSpPr>
            <p:spPr>
              <a:xfrm>
                <a:off x="2811940" y="4169802"/>
                <a:ext cx="152400" cy="57150"/>
              </a:xfrm>
              <a:custGeom>
                <a:avLst/>
                <a:gdLst>
                  <a:gd name="connsiteX0" fmla="*/ 7144 w 152400"/>
                  <a:gd name="connsiteY0" fmla="*/ 47106 h 57150"/>
                  <a:gd name="connsiteX1" fmla="*/ 98869 w 152400"/>
                  <a:gd name="connsiteY1" fmla="*/ 7196 h 57150"/>
                  <a:gd name="connsiteX2" fmla="*/ 128206 w 152400"/>
                  <a:gd name="connsiteY2" fmla="*/ 9006 h 57150"/>
                  <a:gd name="connsiteX3" fmla="*/ 148400 w 152400"/>
                  <a:gd name="connsiteY3" fmla="*/ 15673 h 57150"/>
                  <a:gd name="connsiteX4" fmla="*/ 131064 w 152400"/>
                  <a:gd name="connsiteY4" fmla="*/ 35485 h 57150"/>
                  <a:gd name="connsiteX5" fmla="*/ 92869 w 152400"/>
                  <a:gd name="connsiteY5" fmla="*/ 51582 h 57150"/>
                  <a:gd name="connsiteX6" fmla="*/ 7144 w 152400"/>
                  <a:gd name="connsiteY6" fmla="*/ 47106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2400" h="57150">
                    <a:moveTo>
                      <a:pt x="7144" y="47106"/>
                    </a:moveTo>
                    <a:cubicBezTo>
                      <a:pt x="35909" y="20626"/>
                      <a:pt x="59817" y="7482"/>
                      <a:pt x="98869" y="7196"/>
                    </a:cubicBezTo>
                    <a:cubicBezTo>
                      <a:pt x="108299" y="7101"/>
                      <a:pt x="119063" y="6910"/>
                      <a:pt x="128206" y="9006"/>
                    </a:cubicBezTo>
                    <a:cubicBezTo>
                      <a:pt x="132683" y="10053"/>
                      <a:pt x="146399" y="11958"/>
                      <a:pt x="148400" y="15673"/>
                    </a:cubicBezTo>
                    <a:cubicBezTo>
                      <a:pt x="152019" y="22531"/>
                      <a:pt x="135636" y="33104"/>
                      <a:pt x="131064" y="35485"/>
                    </a:cubicBezTo>
                    <a:cubicBezTo>
                      <a:pt x="118872" y="41962"/>
                      <a:pt x="106108" y="47582"/>
                      <a:pt x="92869" y="51582"/>
                    </a:cubicBezTo>
                    <a:cubicBezTo>
                      <a:pt x="64865" y="60250"/>
                      <a:pt x="33147" y="60917"/>
                      <a:pt x="7144" y="47106"/>
                    </a:cubicBezTo>
                  </a:path>
                </a:pathLst>
              </a:custGeom>
              <a:solidFill>
                <a:srgbClr val="FFD46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37" name="任意多边形: 形状 236"/>
              <p:cNvSpPr/>
              <p:nvPr/>
            </p:nvSpPr>
            <p:spPr>
              <a:xfrm>
                <a:off x="2817259" y="3610356"/>
                <a:ext cx="47625" cy="180975"/>
              </a:xfrm>
              <a:custGeom>
                <a:avLst/>
                <a:gdLst>
                  <a:gd name="connsiteX0" fmla="*/ 14017 w 47625"/>
                  <a:gd name="connsiteY0" fmla="*/ 176022 h 180975"/>
                  <a:gd name="connsiteX1" fmla="*/ 14779 w 47625"/>
                  <a:gd name="connsiteY1" fmla="*/ 80296 h 180975"/>
                  <a:gd name="connsiteX2" fmla="*/ 47069 w 47625"/>
                  <a:gd name="connsiteY2" fmla="*/ 7144 h 180975"/>
                  <a:gd name="connsiteX3" fmla="*/ 46212 w 47625"/>
                  <a:gd name="connsiteY3" fmla="*/ 84392 h 180975"/>
                  <a:gd name="connsiteX4" fmla="*/ 14017 w 47625"/>
                  <a:gd name="connsiteY4" fmla="*/ 176022 h 180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180975">
                    <a:moveTo>
                      <a:pt x="14017" y="176022"/>
                    </a:moveTo>
                    <a:cubicBezTo>
                      <a:pt x="5540" y="145256"/>
                      <a:pt x="3921" y="110395"/>
                      <a:pt x="14779" y="80296"/>
                    </a:cubicBezTo>
                    <a:cubicBezTo>
                      <a:pt x="23828" y="55245"/>
                      <a:pt x="39258" y="32671"/>
                      <a:pt x="47069" y="7144"/>
                    </a:cubicBezTo>
                    <a:cubicBezTo>
                      <a:pt x="48307" y="32861"/>
                      <a:pt x="48021" y="58674"/>
                      <a:pt x="46212" y="84392"/>
                    </a:cubicBezTo>
                    <a:cubicBezTo>
                      <a:pt x="43926" y="117539"/>
                      <a:pt x="37925" y="153067"/>
                      <a:pt x="14017" y="176022"/>
                    </a:cubicBezTo>
                  </a:path>
                </a:pathLst>
              </a:custGeom>
              <a:solidFill>
                <a:srgbClr val="FFD46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38" name="任意多边形: 形状 237"/>
              <p:cNvSpPr/>
              <p:nvPr/>
            </p:nvSpPr>
            <p:spPr>
              <a:xfrm>
                <a:off x="2709165" y="3763468"/>
                <a:ext cx="133350" cy="95250"/>
              </a:xfrm>
              <a:custGeom>
                <a:avLst/>
                <a:gdLst>
                  <a:gd name="connsiteX0" fmla="*/ 135065 w 133350"/>
                  <a:gd name="connsiteY0" fmla="*/ 87490 h 95250"/>
                  <a:gd name="connsiteX1" fmla="*/ 60103 w 133350"/>
                  <a:gd name="connsiteY1" fmla="*/ 9480 h 95250"/>
                  <a:gd name="connsiteX2" fmla="*/ 7144 w 133350"/>
                  <a:gd name="connsiteY2" fmla="*/ 8528 h 95250"/>
                  <a:gd name="connsiteX3" fmla="*/ 25146 w 133350"/>
                  <a:gd name="connsiteY3" fmla="*/ 35293 h 95250"/>
                  <a:gd name="connsiteX4" fmla="*/ 135065 w 133350"/>
                  <a:gd name="connsiteY4" fmla="*/ 87490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0" h="95250">
                    <a:moveTo>
                      <a:pt x="135065" y="87490"/>
                    </a:moveTo>
                    <a:cubicBezTo>
                      <a:pt x="128778" y="49676"/>
                      <a:pt x="97631" y="17291"/>
                      <a:pt x="60103" y="9480"/>
                    </a:cubicBezTo>
                    <a:cubicBezTo>
                      <a:pt x="42767" y="5861"/>
                      <a:pt x="24765" y="7194"/>
                      <a:pt x="7144" y="8528"/>
                    </a:cubicBezTo>
                    <a:cubicBezTo>
                      <a:pt x="11811" y="18243"/>
                      <a:pt x="17812" y="27387"/>
                      <a:pt x="25146" y="35293"/>
                    </a:cubicBezTo>
                    <a:cubicBezTo>
                      <a:pt x="84201" y="98063"/>
                      <a:pt x="126397" y="88633"/>
                      <a:pt x="135065" y="87490"/>
                    </a:cubicBezTo>
                  </a:path>
                </a:pathLst>
              </a:custGeom>
              <a:solidFill>
                <a:srgbClr val="FFD46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39" name="任意多边形: 形状 238"/>
              <p:cNvSpPr/>
              <p:nvPr/>
            </p:nvSpPr>
            <p:spPr>
              <a:xfrm>
                <a:off x="2761838" y="3929443"/>
                <a:ext cx="95250" cy="104775"/>
              </a:xfrm>
              <a:custGeom>
                <a:avLst/>
                <a:gdLst>
                  <a:gd name="connsiteX0" fmla="*/ 95155 w 95250"/>
                  <a:gd name="connsiteY0" fmla="*/ 99346 h 104775"/>
                  <a:gd name="connsiteX1" fmla="*/ 50387 w 95250"/>
                  <a:gd name="connsiteY1" fmla="*/ 19336 h 104775"/>
                  <a:gd name="connsiteX2" fmla="*/ 7144 w 95250"/>
                  <a:gd name="connsiteY2" fmla="*/ 7144 h 104775"/>
                  <a:gd name="connsiteX3" fmla="*/ 16193 w 95250"/>
                  <a:gd name="connsiteY3" fmla="*/ 32957 h 104775"/>
                  <a:gd name="connsiteX4" fmla="*/ 95155 w 95250"/>
                  <a:gd name="connsiteY4" fmla="*/ 99346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104775">
                    <a:moveTo>
                      <a:pt x="95155" y="99346"/>
                    </a:moveTo>
                    <a:cubicBezTo>
                      <a:pt x="98108" y="66961"/>
                      <a:pt x="79534" y="33719"/>
                      <a:pt x="50387" y="19336"/>
                    </a:cubicBezTo>
                    <a:cubicBezTo>
                      <a:pt x="36957" y="12668"/>
                      <a:pt x="21908" y="9906"/>
                      <a:pt x="7144" y="7144"/>
                    </a:cubicBezTo>
                    <a:cubicBezTo>
                      <a:pt x="8858" y="16097"/>
                      <a:pt x="11811" y="24860"/>
                      <a:pt x="16193" y="32957"/>
                    </a:cubicBezTo>
                    <a:cubicBezTo>
                      <a:pt x="51149" y="97060"/>
                      <a:pt x="87725" y="98393"/>
                      <a:pt x="95155" y="99346"/>
                    </a:cubicBezTo>
                  </a:path>
                </a:pathLst>
              </a:custGeom>
              <a:solidFill>
                <a:srgbClr val="FFD46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40" name="任意多边形: 形状 239"/>
              <p:cNvSpPr/>
              <p:nvPr/>
            </p:nvSpPr>
            <p:spPr>
              <a:xfrm>
                <a:off x="2729728" y="4193191"/>
                <a:ext cx="66675" cy="133350"/>
              </a:xfrm>
              <a:custGeom>
                <a:avLst/>
                <a:gdLst>
                  <a:gd name="connsiteX0" fmla="*/ 49922 w 66675"/>
                  <a:gd name="connsiteY0" fmla="*/ 128207 h 133350"/>
                  <a:gd name="connsiteX1" fmla="*/ 44017 w 66675"/>
                  <a:gd name="connsiteY1" fmla="*/ 36767 h 133350"/>
                  <a:gd name="connsiteX2" fmla="*/ 10203 w 66675"/>
                  <a:gd name="connsiteY2" fmla="*/ 7144 h 133350"/>
                  <a:gd name="connsiteX3" fmla="*/ 7250 w 66675"/>
                  <a:gd name="connsiteY3" fmla="*/ 34290 h 133350"/>
                  <a:gd name="connsiteX4" fmla="*/ 49922 w 66675"/>
                  <a:gd name="connsiteY4" fmla="*/ 128207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133350">
                    <a:moveTo>
                      <a:pt x="49922" y="128207"/>
                    </a:moveTo>
                    <a:cubicBezTo>
                      <a:pt x="66496" y="100298"/>
                      <a:pt x="64019" y="62294"/>
                      <a:pt x="44017" y="36767"/>
                    </a:cubicBezTo>
                    <a:cubicBezTo>
                      <a:pt x="34778" y="24956"/>
                      <a:pt x="22395" y="16002"/>
                      <a:pt x="10203" y="7144"/>
                    </a:cubicBezTo>
                    <a:cubicBezTo>
                      <a:pt x="7917" y="16002"/>
                      <a:pt x="6774" y="25146"/>
                      <a:pt x="7250" y="34290"/>
                    </a:cubicBezTo>
                    <a:cubicBezTo>
                      <a:pt x="11251" y="107252"/>
                      <a:pt x="43636" y="124206"/>
                      <a:pt x="49922" y="128207"/>
                    </a:cubicBezTo>
                  </a:path>
                </a:pathLst>
              </a:custGeom>
              <a:solidFill>
                <a:srgbClr val="FFD46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41" name="任意多边形: 形状 240"/>
              <p:cNvSpPr/>
              <p:nvPr/>
            </p:nvSpPr>
            <p:spPr>
              <a:xfrm>
                <a:off x="2771483" y="4072318"/>
                <a:ext cx="66675" cy="123825"/>
              </a:xfrm>
              <a:custGeom>
                <a:avLst/>
                <a:gdLst>
                  <a:gd name="connsiteX0" fmla="*/ 55031 w 66675"/>
                  <a:gd name="connsiteY0" fmla="*/ 126016 h 123825"/>
                  <a:gd name="connsiteX1" fmla="*/ 44363 w 66675"/>
                  <a:gd name="connsiteY1" fmla="*/ 34957 h 123825"/>
                  <a:gd name="connsiteX2" fmla="*/ 9120 w 66675"/>
                  <a:gd name="connsiteY2" fmla="*/ 7144 h 123825"/>
                  <a:gd name="connsiteX3" fmla="*/ 7596 w 66675"/>
                  <a:gd name="connsiteY3" fmla="*/ 34385 h 123825"/>
                  <a:gd name="connsiteX4" fmla="*/ 55031 w 66675"/>
                  <a:gd name="connsiteY4" fmla="*/ 126016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123825">
                    <a:moveTo>
                      <a:pt x="55031" y="126016"/>
                    </a:moveTo>
                    <a:cubicBezTo>
                      <a:pt x="70175" y="97250"/>
                      <a:pt x="65699" y="59436"/>
                      <a:pt x="44363" y="34957"/>
                    </a:cubicBezTo>
                    <a:cubicBezTo>
                      <a:pt x="34457" y="23622"/>
                      <a:pt x="21693" y="15335"/>
                      <a:pt x="9120" y="7144"/>
                    </a:cubicBezTo>
                    <a:cubicBezTo>
                      <a:pt x="7215" y="16097"/>
                      <a:pt x="6644" y="25337"/>
                      <a:pt x="7596" y="34385"/>
                    </a:cubicBezTo>
                    <a:cubicBezTo>
                      <a:pt x="15312" y="107061"/>
                      <a:pt x="48554" y="122301"/>
                      <a:pt x="55031" y="126016"/>
                    </a:cubicBezTo>
                  </a:path>
                </a:pathLst>
              </a:custGeom>
              <a:solidFill>
                <a:srgbClr val="FFD46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94" name="组合 193"/>
            <p:cNvGrpSpPr/>
            <p:nvPr/>
          </p:nvGrpSpPr>
          <p:grpSpPr>
            <a:xfrm>
              <a:off x="2474069" y="2199814"/>
              <a:ext cx="559514" cy="1848917"/>
              <a:chOff x="776659" y="3485864"/>
              <a:chExt cx="278871" cy="921532"/>
            </a:xfrm>
          </p:grpSpPr>
          <p:sp>
            <p:nvSpPr>
              <p:cNvPr id="220" name="任意多边形: 形状 219"/>
              <p:cNvSpPr/>
              <p:nvPr/>
            </p:nvSpPr>
            <p:spPr>
              <a:xfrm>
                <a:off x="886295" y="3588246"/>
                <a:ext cx="114300" cy="819150"/>
              </a:xfrm>
              <a:custGeom>
                <a:avLst/>
                <a:gdLst>
                  <a:gd name="connsiteX0" fmla="*/ 103132 w 114300"/>
                  <a:gd name="connsiteY0" fmla="*/ 10870 h 819150"/>
                  <a:gd name="connsiteX1" fmla="*/ 17502 w 114300"/>
                  <a:gd name="connsiteY1" fmla="*/ 323481 h 819150"/>
                  <a:gd name="connsiteX2" fmla="*/ 8072 w 114300"/>
                  <a:gd name="connsiteY2" fmla="*/ 484072 h 819150"/>
                  <a:gd name="connsiteX3" fmla="*/ 33504 w 114300"/>
                  <a:gd name="connsiteY3" fmla="*/ 639520 h 819150"/>
                  <a:gd name="connsiteX4" fmla="*/ 92083 w 114300"/>
                  <a:gd name="connsiteY4" fmla="*/ 808684 h 819150"/>
                  <a:gd name="connsiteX5" fmla="*/ 102370 w 114300"/>
                  <a:gd name="connsiteY5" fmla="*/ 805827 h 819150"/>
                  <a:gd name="connsiteX6" fmla="*/ 19883 w 114300"/>
                  <a:gd name="connsiteY6" fmla="*/ 501789 h 819150"/>
                  <a:gd name="connsiteX7" fmla="*/ 58745 w 114300"/>
                  <a:gd name="connsiteY7" fmla="*/ 187178 h 819150"/>
                  <a:gd name="connsiteX8" fmla="*/ 113419 w 114300"/>
                  <a:gd name="connsiteY8" fmla="*/ 13728 h 819150"/>
                  <a:gd name="connsiteX9" fmla="*/ 103132 w 114300"/>
                  <a:gd name="connsiteY9" fmla="*/ 10870 h 819150"/>
                  <a:gd name="connsiteX10" fmla="*/ 103132 w 114300"/>
                  <a:gd name="connsiteY10" fmla="*/ 10870 h 819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4300" h="819150">
                    <a:moveTo>
                      <a:pt x="103132" y="10870"/>
                    </a:moveTo>
                    <a:cubicBezTo>
                      <a:pt x="68746" y="113264"/>
                      <a:pt x="34266" y="216420"/>
                      <a:pt x="17502" y="323481"/>
                    </a:cubicBezTo>
                    <a:cubicBezTo>
                      <a:pt x="9120" y="376535"/>
                      <a:pt x="5215" y="430351"/>
                      <a:pt x="8072" y="484072"/>
                    </a:cubicBezTo>
                    <a:cubicBezTo>
                      <a:pt x="10834" y="536650"/>
                      <a:pt x="20074" y="588657"/>
                      <a:pt x="33504" y="639520"/>
                    </a:cubicBezTo>
                    <a:cubicBezTo>
                      <a:pt x="48744" y="697337"/>
                      <a:pt x="69318" y="753535"/>
                      <a:pt x="92083" y="808684"/>
                    </a:cubicBezTo>
                    <a:cubicBezTo>
                      <a:pt x="94654" y="814971"/>
                      <a:pt x="105037" y="812209"/>
                      <a:pt x="102370" y="805827"/>
                    </a:cubicBezTo>
                    <a:cubicBezTo>
                      <a:pt x="62269" y="708672"/>
                      <a:pt x="28360" y="607231"/>
                      <a:pt x="19883" y="501789"/>
                    </a:cubicBezTo>
                    <a:cubicBezTo>
                      <a:pt x="11311" y="395394"/>
                      <a:pt x="30361" y="289381"/>
                      <a:pt x="58745" y="187178"/>
                    </a:cubicBezTo>
                    <a:cubicBezTo>
                      <a:pt x="74938" y="128694"/>
                      <a:pt x="94178" y="71164"/>
                      <a:pt x="113419" y="13728"/>
                    </a:cubicBezTo>
                    <a:cubicBezTo>
                      <a:pt x="115609" y="7156"/>
                      <a:pt x="105322" y="4298"/>
                      <a:pt x="103132" y="10870"/>
                    </a:cubicBezTo>
                    <a:lnTo>
                      <a:pt x="103132" y="10870"/>
                    </a:lnTo>
                    <a:close/>
                  </a:path>
                </a:pathLst>
              </a:custGeom>
              <a:solidFill>
                <a:srgbClr val="FFD46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1" name="任意多边形: 形状 220"/>
              <p:cNvSpPr/>
              <p:nvPr/>
            </p:nvSpPr>
            <p:spPr>
              <a:xfrm>
                <a:off x="951434" y="3485864"/>
                <a:ext cx="66675" cy="200025"/>
              </a:xfrm>
              <a:custGeom>
                <a:avLst/>
                <a:gdLst>
                  <a:gd name="connsiteX0" fmla="*/ 17895 w 66675"/>
                  <a:gd name="connsiteY0" fmla="*/ 196691 h 200025"/>
                  <a:gd name="connsiteX1" fmla="*/ 67806 w 66675"/>
                  <a:gd name="connsiteY1" fmla="*/ 91535 h 200025"/>
                  <a:gd name="connsiteX2" fmla="*/ 65234 w 66675"/>
                  <a:gd name="connsiteY2" fmla="*/ 7144 h 200025"/>
                  <a:gd name="connsiteX3" fmla="*/ 15895 w 66675"/>
                  <a:gd name="connsiteY3" fmla="*/ 96774 h 200025"/>
                  <a:gd name="connsiteX4" fmla="*/ 17895 w 66675"/>
                  <a:gd name="connsiteY4" fmla="*/ 196691 h 200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200025">
                    <a:moveTo>
                      <a:pt x="17895" y="196691"/>
                    </a:moveTo>
                    <a:cubicBezTo>
                      <a:pt x="49709" y="164211"/>
                      <a:pt x="65996" y="136970"/>
                      <a:pt x="67806" y="91535"/>
                    </a:cubicBezTo>
                    <a:cubicBezTo>
                      <a:pt x="68949" y="63341"/>
                      <a:pt x="63615" y="35242"/>
                      <a:pt x="65234" y="7144"/>
                    </a:cubicBezTo>
                    <a:cubicBezTo>
                      <a:pt x="46184" y="35528"/>
                      <a:pt x="26944" y="64389"/>
                      <a:pt x="15895" y="96774"/>
                    </a:cubicBezTo>
                    <a:cubicBezTo>
                      <a:pt x="4941" y="129159"/>
                      <a:pt x="2846" y="166021"/>
                      <a:pt x="17895" y="196691"/>
                    </a:cubicBezTo>
                  </a:path>
                </a:pathLst>
              </a:custGeom>
              <a:solidFill>
                <a:srgbClr val="FFD46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2" name="任意多边形: 形状 221"/>
              <p:cNvSpPr/>
              <p:nvPr/>
            </p:nvSpPr>
            <p:spPr>
              <a:xfrm>
                <a:off x="813024" y="3736181"/>
                <a:ext cx="95250" cy="180975"/>
              </a:xfrm>
              <a:custGeom>
                <a:avLst/>
                <a:gdLst>
                  <a:gd name="connsiteX0" fmla="*/ 96298 w 95250"/>
                  <a:gd name="connsiteY0" fmla="*/ 181070 h 180975"/>
                  <a:gd name="connsiteX1" fmla="*/ 64675 w 95250"/>
                  <a:gd name="connsiteY1" fmla="*/ 69056 h 180975"/>
                  <a:gd name="connsiteX2" fmla="*/ 7144 w 95250"/>
                  <a:gd name="connsiteY2" fmla="*/ 7144 h 180975"/>
                  <a:gd name="connsiteX3" fmla="*/ 28956 w 95250"/>
                  <a:gd name="connsiteY3" fmla="*/ 107061 h 180975"/>
                  <a:gd name="connsiteX4" fmla="*/ 96298 w 95250"/>
                  <a:gd name="connsiteY4" fmla="*/ 181070 h 180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180975">
                    <a:moveTo>
                      <a:pt x="96298" y="181070"/>
                    </a:moveTo>
                    <a:cubicBezTo>
                      <a:pt x="98965" y="135636"/>
                      <a:pt x="93250" y="104489"/>
                      <a:pt x="64675" y="69056"/>
                    </a:cubicBezTo>
                    <a:cubicBezTo>
                      <a:pt x="47053" y="47149"/>
                      <a:pt x="24479" y="29337"/>
                      <a:pt x="7144" y="7144"/>
                    </a:cubicBezTo>
                    <a:cubicBezTo>
                      <a:pt x="11525" y="41053"/>
                      <a:pt x="16002" y="75438"/>
                      <a:pt x="28956" y="107061"/>
                    </a:cubicBezTo>
                    <a:cubicBezTo>
                      <a:pt x="42005" y="138779"/>
                      <a:pt x="64770" y="167926"/>
                      <a:pt x="96298" y="181070"/>
                    </a:cubicBezTo>
                  </a:path>
                </a:pathLst>
              </a:custGeom>
              <a:solidFill>
                <a:srgbClr val="FFD46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3" name="任意多边形: 形状 222"/>
              <p:cNvSpPr/>
              <p:nvPr/>
            </p:nvSpPr>
            <p:spPr>
              <a:xfrm>
                <a:off x="810356" y="3962495"/>
                <a:ext cx="95250" cy="152400"/>
              </a:xfrm>
              <a:custGeom>
                <a:avLst/>
                <a:gdLst>
                  <a:gd name="connsiteX0" fmla="*/ 91821 w 95250"/>
                  <a:gd name="connsiteY0" fmla="*/ 152210 h 152400"/>
                  <a:gd name="connsiteX1" fmla="*/ 59436 w 95250"/>
                  <a:gd name="connsiteY1" fmla="*/ 57531 h 152400"/>
                  <a:gd name="connsiteX2" fmla="*/ 7144 w 95250"/>
                  <a:gd name="connsiteY2" fmla="*/ 7144 h 152400"/>
                  <a:gd name="connsiteX3" fmla="*/ 30575 w 95250"/>
                  <a:gd name="connsiteY3" fmla="*/ 91916 h 152400"/>
                  <a:gd name="connsiteX4" fmla="*/ 91821 w 95250"/>
                  <a:gd name="connsiteY4" fmla="*/ 152210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152400">
                    <a:moveTo>
                      <a:pt x="91821" y="152210"/>
                    </a:moveTo>
                    <a:cubicBezTo>
                      <a:pt x="91916" y="113157"/>
                      <a:pt x="85534" y="86582"/>
                      <a:pt x="59436" y="57531"/>
                    </a:cubicBezTo>
                    <a:cubicBezTo>
                      <a:pt x="43244" y="39529"/>
                      <a:pt x="23051" y="25337"/>
                      <a:pt x="7144" y="7144"/>
                    </a:cubicBezTo>
                    <a:cubicBezTo>
                      <a:pt x="12478" y="36004"/>
                      <a:pt x="17907" y="65342"/>
                      <a:pt x="30575" y="91916"/>
                    </a:cubicBezTo>
                    <a:cubicBezTo>
                      <a:pt x="43244" y="118491"/>
                      <a:pt x="64103" y="142399"/>
                      <a:pt x="91821" y="152210"/>
                    </a:cubicBezTo>
                  </a:path>
                </a:pathLst>
              </a:custGeom>
              <a:solidFill>
                <a:srgbClr val="FFD46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4" name="任意多边形: 形状 223"/>
              <p:cNvSpPr/>
              <p:nvPr/>
            </p:nvSpPr>
            <p:spPr>
              <a:xfrm>
                <a:off x="824334" y="4280147"/>
                <a:ext cx="142875" cy="85725"/>
              </a:xfrm>
              <a:custGeom>
                <a:avLst/>
                <a:gdLst>
                  <a:gd name="connsiteX0" fmla="*/ 144995 w 142875"/>
                  <a:gd name="connsiteY0" fmla="*/ 77636 h 85725"/>
                  <a:gd name="connsiteX1" fmla="*/ 65937 w 142875"/>
                  <a:gd name="connsiteY1" fmla="*/ 16295 h 85725"/>
                  <a:gd name="connsiteX2" fmla="*/ 14407 w 142875"/>
                  <a:gd name="connsiteY2" fmla="*/ 7246 h 85725"/>
                  <a:gd name="connsiteX3" fmla="*/ 8978 w 142875"/>
                  <a:gd name="connsiteY3" fmla="*/ 17724 h 85725"/>
                  <a:gd name="connsiteX4" fmla="*/ 60794 w 142875"/>
                  <a:gd name="connsiteY4" fmla="*/ 60872 h 85725"/>
                  <a:gd name="connsiteX5" fmla="*/ 144995 w 142875"/>
                  <a:gd name="connsiteY5" fmla="*/ 77636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2875" h="85725">
                    <a:moveTo>
                      <a:pt x="144995" y="77636"/>
                    </a:moveTo>
                    <a:cubicBezTo>
                      <a:pt x="123659" y="44870"/>
                      <a:pt x="103751" y="26201"/>
                      <a:pt x="65937" y="16295"/>
                    </a:cubicBezTo>
                    <a:cubicBezTo>
                      <a:pt x="49078" y="11818"/>
                      <a:pt x="31552" y="10199"/>
                      <a:pt x="14407" y="7246"/>
                    </a:cubicBezTo>
                    <a:cubicBezTo>
                      <a:pt x="8501" y="6198"/>
                      <a:pt x="4691" y="13437"/>
                      <a:pt x="8978" y="17724"/>
                    </a:cubicBezTo>
                    <a:cubicBezTo>
                      <a:pt x="24884" y="33821"/>
                      <a:pt x="41458" y="49156"/>
                      <a:pt x="60794" y="60872"/>
                    </a:cubicBezTo>
                    <a:cubicBezTo>
                      <a:pt x="85844" y="76017"/>
                      <a:pt x="116420" y="84589"/>
                      <a:pt x="144995" y="77636"/>
                    </a:cubicBezTo>
                  </a:path>
                </a:pathLst>
              </a:custGeom>
              <a:solidFill>
                <a:srgbClr val="FFD46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5" name="任意多边形: 形状 224"/>
              <p:cNvSpPr/>
              <p:nvPr/>
            </p:nvSpPr>
            <p:spPr>
              <a:xfrm>
                <a:off x="776659" y="4159853"/>
                <a:ext cx="152400" cy="66675"/>
              </a:xfrm>
              <a:custGeom>
                <a:avLst/>
                <a:gdLst>
                  <a:gd name="connsiteX0" fmla="*/ 147045 w 152400"/>
                  <a:gd name="connsiteY0" fmla="*/ 53055 h 66675"/>
                  <a:gd name="connsiteX1" fmla="*/ 57796 w 152400"/>
                  <a:gd name="connsiteY1" fmla="*/ 7906 h 66675"/>
                  <a:gd name="connsiteX2" fmla="*/ 28363 w 152400"/>
                  <a:gd name="connsiteY2" fmla="*/ 8001 h 66675"/>
                  <a:gd name="connsiteX3" fmla="*/ 7789 w 152400"/>
                  <a:gd name="connsiteY3" fmla="*/ 13526 h 66675"/>
                  <a:gd name="connsiteX4" fmla="*/ 23982 w 152400"/>
                  <a:gd name="connsiteY4" fmla="*/ 34290 h 66675"/>
                  <a:gd name="connsiteX5" fmla="*/ 61129 w 152400"/>
                  <a:gd name="connsiteY5" fmla="*/ 52578 h 66675"/>
                  <a:gd name="connsiteX6" fmla="*/ 147045 w 152400"/>
                  <a:gd name="connsiteY6" fmla="*/ 53055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2400" h="66675">
                    <a:moveTo>
                      <a:pt x="147045" y="53055"/>
                    </a:moveTo>
                    <a:cubicBezTo>
                      <a:pt x="119803" y="24956"/>
                      <a:pt x="96753" y="10478"/>
                      <a:pt x="57796" y="7906"/>
                    </a:cubicBezTo>
                    <a:cubicBezTo>
                      <a:pt x="48366" y="7335"/>
                      <a:pt x="37698" y="6477"/>
                      <a:pt x="28363" y="8001"/>
                    </a:cubicBezTo>
                    <a:cubicBezTo>
                      <a:pt x="23887" y="8763"/>
                      <a:pt x="10075" y="9906"/>
                      <a:pt x="7789" y="13526"/>
                    </a:cubicBezTo>
                    <a:cubicBezTo>
                      <a:pt x="3789" y="20193"/>
                      <a:pt x="19505" y="31719"/>
                      <a:pt x="23982" y="34290"/>
                    </a:cubicBezTo>
                    <a:cubicBezTo>
                      <a:pt x="35793" y="41434"/>
                      <a:pt x="48175" y="47816"/>
                      <a:pt x="61129" y="52578"/>
                    </a:cubicBezTo>
                    <a:cubicBezTo>
                      <a:pt x="88657" y="62770"/>
                      <a:pt x="120280" y="65342"/>
                      <a:pt x="147045" y="53055"/>
                    </a:cubicBezTo>
                  </a:path>
                </a:pathLst>
              </a:custGeom>
              <a:solidFill>
                <a:srgbClr val="FFD46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6" name="任意多边形: 形状 225"/>
              <p:cNvSpPr/>
              <p:nvPr/>
            </p:nvSpPr>
            <p:spPr>
              <a:xfrm>
                <a:off x="902613" y="3604927"/>
                <a:ext cx="47625" cy="180975"/>
              </a:xfrm>
              <a:custGeom>
                <a:avLst/>
                <a:gdLst>
                  <a:gd name="connsiteX0" fmla="*/ 33949 w 47625"/>
                  <a:gd name="connsiteY0" fmla="*/ 177546 h 180975"/>
                  <a:gd name="connsiteX1" fmla="*/ 38807 w 47625"/>
                  <a:gd name="connsiteY1" fmla="*/ 82010 h 180975"/>
                  <a:gd name="connsiteX2" fmla="*/ 10804 w 47625"/>
                  <a:gd name="connsiteY2" fmla="*/ 7144 h 180975"/>
                  <a:gd name="connsiteX3" fmla="*/ 7184 w 47625"/>
                  <a:gd name="connsiteY3" fmla="*/ 84296 h 180975"/>
                  <a:gd name="connsiteX4" fmla="*/ 33949 w 47625"/>
                  <a:gd name="connsiteY4" fmla="*/ 177546 h 180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180975">
                    <a:moveTo>
                      <a:pt x="33949" y="177546"/>
                    </a:moveTo>
                    <a:cubicBezTo>
                      <a:pt x="44141" y="147256"/>
                      <a:pt x="47856" y="112585"/>
                      <a:pt x="38807" y="82010"/>
                    </a:cubicBezTo>
                    <a:cubicBezTo>
                      <a:pt x="31187" y="56388"/>
                      <a:pt x="17185" y="33052"/>
                      <a:pt x="10804" y="7144"/>
                    </a:cubicBezTo>
                    <a:cubicBezTo>
                      <a:pt x="8137" y="32766"/>
                      <a:pt x="6898" y="58579"/>
                      <a:pt x="7184" y="84296"/>
                    </a:cubicBezTo>
                    <a:cubicBezTo>
                      <a:pt x="7470" y="117348"/>
                      <a:pt x="11470" y="153162"/>
                      <a:pt x="33949" y="177546"/>
                    </a:cubicBezTo>
                  </a:path>
                </a:pathLst>
              </a:custGeom>
              <a:solidFill>
                <a:srgbClr val="FFD46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7" name="任意多边形: 形状 226"/>
              <p:cNvSpPr/>
              <p:nvPr/>
            </p:nvSpPr>
            <p:spPr>
              <a:xfrm>
                <a:off x="912655" y="3764385"/>
                <a:ext cx="142875" cy="85725"/>
              </a:xfrm>
              <a:custGeom>
                <a:avLst/>
                <a:gdLst>
                  <a:gd name="connsiteX0" fmla="*/ 7144 w 142875"/>
                  <a:gd name="connsiteY0" fmla="*/ 81810 h 85725"/>
                  <a:gd name="connsiteX1" fmla="*/ 86487 w 142875"/>
                  <a:gd name="connsiteY1" fmla="*/ 8277 h 85725"/>
                  <a:gd name="connsiteX2" fmla="*/ 139446 w 142875"/>
                  <a:gd name="connsiteY2" fmla="*/ 10372 h 85725"/>
                  <a:gd name="connsiteX3" fmla="*/ 119920 w 142875"/>
                  <a:gd name="connsiteY3" fmla="*/ 35995 h 85725"/>
                  <a:gd name="connsiteX4" fmla="*/ 7144 w 142875"/>
                  <a:gd name="connsiteY4" fmla="*/ 81810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875" h="85725">
                    <a:moveTo>
                      <a:pt x="7144" y="81810"/>
                    </a:moveTo>
                    <a:cubicBezTo>
                      <a:pt x="15621" y="44472"/>
                      <a:pt x="48578" y="13897"/>
                      <a:pt x="86487" y="8277"/>
                    </a:cubicBezTo>
                    <a:cubicBezTo>
                      <a:pt x="104013" y="5705"/>
                      <a:pt x="121920" y="7991"/>
                      <a:pt x="139446" y="10372"/>
                    </a:cubicBezTo>
                    <a:cubicBezTo>
                      <a:pt x="134303" y="19802"/>
                      <a:pt x="127730" y="28565"/>
                      <a:pt x="119920" y="35995"/>
                    </a:cubicBezTo>
                    <a:cubicBezTo>
                      <a:pt x="57341" y="95240"/>
                      <a:pt x="15811" y="83429"/>
                      <a:pt x="7144" y="81810"/>
                    </a:cubicBezTo>
                  </a:path>
                </a:pathLst>
              </a:custGeom>
              <a:solidFill>
                <a:srgbClr val="FFD46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8" name="任意多边形: 形状 227"/>
              <p:cNvSpPr/>
              <p:nvPr/>
            </p:nvSpPr>
            <p:spPr>
              <a:xfrm>
                <a:off x="889661" y="3928872"/>
                <a:ext cx="104775" cy="95250"/>
              </a:xfrm>
              <a:custGeom>
                <a:avLst/>
                <a:gdLst>
                  <a:gd name="connsiteX0" fmla="*/ 7182 w 104775"/>
                  <a:gd name="connsiteY0" fmla="*/ 94012 h 95250"/>
                  <a:gd name="connsiteX1" fmla="*/ 56522 w 104775"/>
                  <a:gd name="connsiteY1" fmla="*/ 16764 h 95250"/>
                  <a:gd name="connsiteX2" fmla="*/ 100432 w 104775"/>
                  <a:gd name="connsiteY2" fmla="*/ 7144 h 95250"/>
                  <a:gd name="connsiteX3" fmla="*/ 89859 w 104775"/>
                  <a:gd name="connsiteY3" fmla="*/ 32385 h 95250"/>
                  <a:gd name="connsiteX4" fmla="*/ 7182 w 104775"/>
                  <a:gd name="connsiteY4" fmla="*/ 94012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95250">
                    <a:moveTo>
                      <a:pt x="7182" y="94012"/>
                    </a:moveTo>
                    <a:cubicBezTo>
                      <a:pt x="6134" y="61532"/>
                      <a:pt x="26613" y="29432"/>
                      <a:pt x="56522" y="16764"/>
                    </a:cubicBezTo>
                    <a:cubicBezTo>
                      <a:pt x="70333" y="10858"/>
                      <a:pt x="85478" y="8954"/>
                      <a:pt x="100432" y="7144"/>
                    </a:cubicBezTo>
                    <a:cubicBezTo>
                      <a:pt x="98241" y="16002"/>
                      <a:pt x="94717" y="24575"/>
                      <a:pt x="89859" y="32385"/>
                    </a:cubicBezTo>
                    <a:cubicBezTo>
                      <a:pt x="51188" y="94298"/>
                      <a:pt x="14612" y="93536"/>
                      <a:pt x="7182" y="94012"/>
                    </a:cubicBezTo>
                  </a:path>
                </a:pathLst>
              </a:custGeom>
              <a:solidFill>
                <a:srgbClr val="FFD46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9" name="任意多边形: 形状 228"/>
              <p:cNvSpPr/>
              <p:nvPr/>
            </p:nvSpPr>
            <p:spPr>
              <a:xfrm>
                <a:off x="941095" y="4193762"/>
                <a:ext cx="66675" cy="123825"/>
              </a:xfrm>
              <a:custGeom>
                <a:avLst/>
                <a:gdLst>
                  <a:gd name="connsiteX0" fmla="*/ 15851 w 66675"/>
                  <a:gd name="connsiteY0" fmla="*/ 125730 h 123825"/>
                  <a:gd name="connsiteX1" fmla="*/ 27090 w 66675"/>
                  <a:gd name="connsiteY1" fmla="*/ 34766 h 123825"/>
                  <a:gd name="connsiteX2" fmla="*/ 62523 w 66675"/>
                  <a:gd name="connsiteY2" fmla="*/ 7144 h 123825"/>
                  <a:gd name="connsiteX3" fmla="*/ 63857 w 66675"/>
                  <a:gd name="connsiteY3" fmla="*/ 34385 h 123825"/>
                  <a:gd name="connsiteX4" fmla="*/ 15851 w 66675"/>
                  <a:gd name="connsiteY4" fmla="*/ 125730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123825">
                    <a:moveTo>
                      <a:pt x="15851" y="125730"/>
                    </a:moveTo>
                    <a:cubicBezTo>
                      <a:pt x="897" y="96869"/>
                      <a:pt x="5564" y="59055"/>
                      <a:pt x="27090" y="34766"/>
                    </a:cubicBezTo>
                    <a:cubicBezTo>
                      <a:pt x="36996" y="23527"/>
                      <a:pt x="49855" y="15240"/>
                      <a:pt x="62523" y="7144"/>
                    </a:cubicBezTo>
                    <a:cubicBezTo>
                      <a:pt x="64333" y="16097"/>
                      <a:pt x="64905" y="25337"/>
                      <a:pt x="63857" y="34385"/>
                    </a:cubicBezTo>
                    <a:cubicBezTo>
                      <a:pt x="55761" y="107061"/>
                      <a:pt x="22328" y="122111"/>
                      <a:pt x="15851" y="125730"/>
                    </a:cubicBezTo>
                  </a:path>
                </a:pathLst>
              </a:custGeom>
              <a:solidFill>
                <a:srgbClr val="FFD46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30" name="任意多边形: 形状 229"/>
              <p:cNvSpPr/>
              <p:nvPr/>
            </p:nvSpPr>
            <p:spPr>
              <a:xfrm>
                <a:off x="903286" y="4070795"/>
                <a:ext cx="66675" cy="123825"/>
              </a:xfrm>
              <a:custGeom>
                <a:avLst/>
                <a:gdLst>
                  <a:gd name="connsiteX0" fmla="*/ 14036 w 66675"/>
                  <a:gd name="connsiteY0" fmla="*/ 123158 h 123825"/>
                  <a:gd name="connsiteX1" fmla="*/ 29943 w 66675"/>
                  <a:gd name="connsiteY1" fmla="*/ 32861 h 123825"/>
                  <a:gd name="connsiteX2" fmla="*/ 66804 w 66675"/>
                  <a:gd name="connsiteY2" fmla="*/ 7144 h 123825"/>
                  <a:gd name="connsiteX3" fmla="*/ 66709 w 66675"/>
                  <a:gd name="connsiteY3" fmla="*/ 34480 h 123825"/>
                  <a:gd name="connsiteX4" fmla="*/ 14036 w 66675"/>
                  <a:gd name="connsiteY4" fmla="*/ 123158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123825">
                    <a:moveTo>
                      <a:pt x="14036" y="123158"/>
                    </a:moveTo>
                    <a:cubicBezTo>
                      <a:pt x="606" y="93631"/>
                      <a:pt x="7273" y="56102"/>
                      <a:pt x="29943" y="32861"/>
                    </a:cubicBezTo>
                    <a:cubicBezTo>
                      <a:pt x="40420" y="22098"/>
                      <a:pt x="53755" y="14573"/>
                      <a:pt x="66804" y="7144"/>
                    </a:cubicBezTo>
                    <a:cubicBezTo>
                      <a:pt x="68138" y="16192"/>
                      <a:pt x="68233" y="25432"/>
                      <a:pt x="66709" y="34480"/>
                    </a:cubicBezTo>
                    <a:cubicBezTo>
                      <a:pt x="54803" y="106489"/>
                      <a:pt x="20799" y="119825"/>
                      <a:pt x="14036" y="123158"/>
                    </a:cubicBezTo>
                  </a:path>
                </a:pathLst>
              </a:custGeom>
              <a:solidFill>
                <a:srgbClr val="FFD46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345" name="组合 344"/>
            <p:cNvGrpSpPr/>
            <p:nvPr/>
          </p:nvGrpSpPr>
          <p:grpSpPr>
            <a:xfrm>
              <a:off x="8136785" y="2119326"/>
              <a:ext cx="553198" cy="881284"/>
              <a:chOff x="8363753" y="2120741"/>
              <a:chExt cx="553198" cy="881284"/>
            </a:xfrm>
          </p:grpSpPr>
          <p:sp>
            <p:nvSpPr>
              <p:cNvPr id="196" name="任意多边形: 形状 195"/>
              <p:cNvSpPr/>
              <p:nvPr/>
            </p:nvSpPr>
            <p:spPr>
              <a:xfrm>
                <a:off x="8363753" y="2120741"/>
                <a:ext cx="356491" cy="291674"/>
              </a:xfrm>
              <a:custGeom>
                <a:avLst/>
                <a:gdLst>
                  <a:gd name="connsiteX0" fmla="*/ 28470 w 314325"/>
                  <a:gd name="connsiteY0" fmla="*/ 252359 h 257175"/>
                  <a:gd name="connsiteX1" fmla="*/ 240687 w 314325"/>
                  <a:gd name="connsiteY1" fmla="*/ 77480 h 257175"/>
                  <a:gd name="connsiteX2" fmla="*/ 301742 w 314325"/>
                  <a:gd name="connsiteY2" fmla="*/ 30521 h 257175"/>
                  <a:gd name="connsiteX3" fmla="*/ 306219 w 314325"/>
                  <a:gd name="connsiteY3" fmla="*/ 13472 h 257175"/>
                  <a:gd name="connsiteX4" fmla="*/ 289169 w 314325"/>
                  <a:gd name="connsiteY4" fmla="*/ 8995 h 257175"/>
                  <a:gd name="connsiteX5" fmla="*/ 70856 w 314325"/>
                  <a:gd name="connsiteY5" fmla="*/ 183302 h 257175"/>
                  <a:gd name="connsiteX6" fmla="*/ 10754 w 314325"/>
                  <a:gd name="connsiteY6" fmla="*/ 234737 h 257175"/>
                  <a:gd name="connsiteX7" fmla="*/ 10754 w 314325"/>
                  <a:gd name="connsiteY7" fmla="*/ 252359 h 257175"/>
                  <a:gd name="connsiteX8" fmla="*/ 28470 w 314325"/>
                  <a:gd name="connsiteY8" fmla="*/ 252359 h 257175"/>
                  <a:gd name="connsiteX9" fmla="*/ 28470 w 314325"/>
                  <a:gd name="connsiteY9" fmla="*/ 252359 h 257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4325" h="257175">
                    <a:moveTo>
                      <a:pt x="28470" y="252359"/>
                    </a:moveTo>
                    <a:cubicBezTo>
                      <a:pt x="97717" y="192256"/>
                      <a:pt x="168488" y="133868"/>
                      <a:pt x="240687" y="77480"/>
                    </a:cubicBezTo>
                    <a:cubicBezTo>
                      <a:pt x="260880" y="61668"/>
                      <a:pt x="281263" y="46047"/>
                      <a:pt x="301742" y="30521"/>
                    </a:cubicBezTo>
                    <a:cubicBezTo>
                      <a:pt x="307076" y="26426"/>
                      <a:pt x="309934" y="19758"/>
                      <a:pt x="306219" y="13472"/>
                    </a:cubicBezTo>
                    <a:cubicBezTo>
                      <a:pt x="303171" y="8138"/>
                      <a:pt x="294503" y="4899"/>
                      <a:pt x="289169" y="8995"/>
                    </a:cubicBezTo>
                    <a:cubicBezTo>
                      <a:pt x="214874" y="65192"/>
                      <a:pt x="142103" y="123295"/>
                      <a:pt x="70856" y="183302"/>
                    </a:cubicBezTo>
                    <a:cubicBezTo>
                      <a:pt x="50663" y="200257"/>
                      <a:pt x="30661" y="217402"/>
                      <a:pt x="10754" y="234737"/>
                    </a:cubicBezTo>
                    <a:cubicBezTo>
                      <a:pt x="5705" y="239119"/>
                      <a:pt x="6182" y="247882"/>
                      <a:pt x="10754" y="252359"/>
                    </a:cubicBezTo>
                    <a:cubicBezTo>
                      <a:pt x="15897" y="257407"/>
                      <a:pt x="23422" y="256740"/>
                      <a:pt x="28470" y="252359"/>
                    </a:cubicBezTo>
                    <a:lnTo>
                      <a:pt x="28470" y="252359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97" name="任意多边形: 形状 196"/>
              <p:cNvSpPr/>
              <p:nvPr/>
            </p:nvSpPr>
            <p:spPr>
              <a:xfrm>
                <a:off x="8442217" y="2469929"/>
                <a:ext cx="237660" cy="97225"/>
              </a:xfrm>
              <a:custGeom>
                <a:avLst/>
                <a:gdLst>
                  <a:gd name="connsiteX0" fmla="*/ 22534 w 209550"/>
                  <a:gd name="connsiteY0" fmla="*/ 82965 h 85725"/>
                  <a:gd name="connsiteX1" fmla="*/ 193793 w 209550"/>
                  <a:gd name="connsiteY1" fmla="*/ 31816 h 85725"/>
                  <a:gd name="connsiteX2" fmla="*/ 187126 w 209550"/>
                  <a:gd name="connsiteY2" fmla="*/ 7718 h 85725"/>
                  <a:gd name="connsiteX3" fmla="*/ 15866 w 209550"/>
                  <a:gd name="connsiteY3" fmla="*/ 58867 h 85725"/>
                  <a:gd name="connsiteX4" fmla="*/ 22534 w 209550"/>
                  <a:gd name="connsiteY4" fmla="*/ 82965 h 85725"/>
                  <a:gd name="connsiteX5" fmla="*/ 22534 w 209550"/>
                  <a:gd name="connsiteY5" fmla="*/ 82965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9550" h="85725">
                    <a:moveTo>
                      <a:pt x="22534" y="82965"/>
                    </a:moveTo>
                    <a:cubicBezTo>
                      <a:pt x="79588" y="65916"/>
                      <a:pt x="136643" y="48866"/>
                      <a:pt x="193793" y="31816"/>
                    </a:cubicBezTo>
                    <a:cubicBezTo>
                      <a:pt x="209128" y="27244"/>
                      <a:pt x="202651" y="3146"/>
                      <a:pt x="187126" y="7718"/>
                    </a:cubicBezTo>
                    <a:cubicBezTo>
                      <a:pt x="130071" y="24768"/>
                      <a:pt x="73016" y="41817"/>
                      <a:pt x="15866" y="58867"/>
                    </a:cubicBezTo>
                    <a:cubicBezTo>
                      <a:pt x="531" y="63439"/>
                      <a:pt x="7103" y="87633"/>
                      <a:pt x="22534" y="82965"/>
                    </a:cubicBezTo>
                    <a:lnTo>
                      <a:pt x="22534" y="82965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98" name="任意多边形: 形状 197"/>
              <p:cNvSpPr/>
              <p:nvPr/>
            </p:nvSpPr>
            <p:spPr>
              <a:xfrm>
                <a:off x="8441630" y="2679373"/>
                <a:ext cx="475321" cy="64816"/>
              </a:xfrm>
              <a:custGeom>
                <a:avLst/>
                <a:gdLst>
                  <a:gd name="connsiteX0" fmla="*/ 19145 w 419100"/>
                  <a:gd name="connsiteY0" fmla="*/ 52409 h 57150"/>
                  <a:gd name="connsiteX1" fmla="*/ 150971 w 419100"/>
                  <a:gd name="connsiteY1" fmla="*/ 45551 h 57150"/>
                  <a:gd name="connsiteX2" fmla="*/ 359664 w 419100"/>
                  <a:gd name="connsiteY2" fmla="*/ 34597 h 57150"/>
                  <a:gd name="connsiteX3" fmla="*/ 407765 w 419100"/>
                  <a:gd name="connsiteY3" fmla="*/ 32121 h 57150"/>
                  <a:gd name="connsiteX4" fmla="*/ 407765 w 419100"/>
                  <a:gd name="connsiteY4" fmla="*/ 7165 h 57150"/>
                  <a:gd name="connsiteX5" fmla="*/ 275939 w 419100"/>
                  <a:gd name="connsiteY5" fmla="*/ 14023 h 57150"/>
                  <a:gd name="connsiteX6" fmla="*/ 67247 w 419100"/>
                  <a:gd name="connsiteY6" fmla="*/ 24977 h 57150"/>
                  <a:gd name="connsiteX7" fmla="*/ 19145 w 419100"/>
                  <a:gd name="connsiteY7" fmla="*/ 27454 h 57150"/>
                  <a:gd name="connsiteX8" fmla="*/ 19145 w 419100"/>
                  <a:gd name="connsiteY8" fmla="*/ 52409 h 57150"/>
                  <a:gd name="connsiteX9" fmla="*/ 19145 w 419100"/>
                  <a:gd name="connsiteY9" fmla="*/ 52409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9100" h="57150">
                    <a:moveTo>
                      <a:pt x="19145" y="52409"/>
                    </a:moveTo>
                    <a:cubicBezTo>
                      <a:pt x="63056" y="50123"/>
                      <a:pt x="107061" y="47837"/>
                      <a:pt x="150971" y="45551"/>
                    </a:cubicBezTo>
                    <a:cubicBezTo>
                      <a:pt x="220504" y="41932"/>
                      <a:pt x="290132" y="38312"/>
                      <a:pt x="359664" y="34597"/>
                    </a:cubicBezTo>
                    <a:cubicBezTo>
                      <a:pt x="375666" y="33740"/>
                      <a:pt x="391763" y="32883"/>
                      <a:pt x="407765" y="32121"/>
                    </a:cubicBezTo>
                    <a:cubicBezTo>
                      <a:pt x="423767" y="31264"/>
                      <a:pt x="423863" y="6308"/>
                      <a:pt x="407765" y="7165"/>
                    </a:cubicBezTo>
                    <a:cubicBezTo>
                      <a:pt x="363855" y="9451"/>
                      <a:pt x="319850" y="11737"/>
                      <a:pt x="275939" y="14023"/>
                    </a:cubicBezTo>
                    <a:cubicBezTo>
                      <a:pt x="206407" y="17643"/>
                      <a:pt x="136779" y="21262"/>
                      <a:pt x="67247" y="24977"/>
                    </a:cubicBezTo>
                    <a:cubicBezTo>
                      <a:pt x="51245" y="25834"/>
                      <a:pt x="35147" y="26692"/>
                      <a:pt x="19145" y="27454"/>
                    </a:cubicBezTo>
                    <a:cubicBezTo>
                      <a:pt x="3239" y="28311"/>
                      <a:pt x="3048" y="53266"/>
                      <a:pt x="19145" y="52409"/>
                    </a:cubicBezTo>
                    <a:lnTo>
                      <a:pt x="19145" y="52409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99" name="任意多边形: 形状 198"/>
              <p:cNvSpPr/>
              <p:nvPr/>
            </p:nvSpPr>
            <p:spPr>
              <a:xfrm>
                <a:off x="8684731" y="2441089"/>
                <a:ext cx="64816" cy="54014"/>
              </a:xfrm>
              <a:custGeom>
                <a:avLst/>
                <a:gdLst>
                  <a:gd name="connsiteX0" fmla="*/ 22921 w 57150"/>
                  <a:gd name="connsiteY0" fmla="*/ 40100 h 47625"/>
                  <a:gd name="connsiteX1" fmla="*/ 49115 w 57150"/>
                  <a:gd name="connsiteY1" fmla="*/ 30385 h 47625"/>
                  <a:gd name="connsiteX2" fmla="*/ 54830 w 57150"/>
                  <a:gd name="connsiteY2" fmla="*/ 22955 h 47625"/>
                  <a:gd name="connsiteX3" fmla="*/ 53591 w 57150"/>
                  <a:gd name="connsiteY3" fmla="*/ 13335 h 47625"/>
                  <a:gd name="connsiteX4" fmla="*/ 46162 w 57150"/>
                  <a:gd name="connsiteY4" fmla="*/ 7620 h 47625"/>
                  <a:gd name="connsiteX5" fmla="*/ 42828 w 57150"/>
                  <a:gd name="connsiteY5" fmla="*/ 7144 h 47625"/>
                  <a:gd name="connsiteX6" fmla="*/ 36542 w 57150"/>
                  <a:gd name="connsiteY6" fmla="*/ 8858 h 47625"/>
                  <a:gd name="connsiteX7" fmla="*/ 31017 w 57150"/>
                  <a:gd name="connsiteY7" fmla="*/ 11335 h 47625"/>
                  <a:gd name="connsiteX8" fmla="*/ 33970 w 57150"/>
                  <a:gd name="connsiteY8" fmla="*/ 10097 h 47625"/>
                  <a:gd name="connsiteX9" fmla="*/ 16253 w 57150"/>
                  <a:gd name="connsiteY9" fmla="*/ 16002 h 47625"/>
                  <a:gd name="connsiteX10" fmla="*/ 8824 w 57150"/>
                  <a:gd name="connsiteY10" fmla="*/ 21717 h 47625"/>
                  <a:gd name="connsiteX11" fmla="*/ 7586 w 57150"/>
                  <a:gd name="connsiteY11" fmla="*/ 31337 h 47625"/>
                  <a:gd name="connsiteX12" fmla="*/ 13301 w 57150"/>
                  <a:gd name="connsiteY12" fmla="*/ 38767 h 47625"/>
                  <a:gd name="connsiteX13" fmla="*/ 22921 w 57150"/>
                  <a:gd name="connsiteY13" fmla="*/ 40100 h 47625"/>
                  <a:gd name="connsiteX14" fmla="*/ 22921 w 57150"/>
                  <a:gd name="connsiteY14" fmla="*/ 40100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7150" h="47625">
                    <a:moveTo>
                      <a:pt x="22921" y="40100"/>
                    </a:moveTo>
                    <a:cubicBezTo>
                      <a:pt x="31970" y="37814"/>
                      <a:pt x="40733" y="34480"/>
                      <a:pt x="49115" y="30385"/>
                    </a:cubicBezTo>
                    <a:cubicBezTo>
                      <a:pt x="51782" y="29051"/>
                      <a:pt x="54068" y="25718"/>
                      <a:pt x="54830" y="22955"/>
                    </a:cubicBezTo>
                    <a:cubicBezTo>
                      <a:pt x="55687" y="20002"/>
                      <a:pt x="55306" y="16002"/>
                      <a:pt x="53591" y="13335"/>
                    </a:cubicBezTo>
                    <a:cubicBezTo>
                      <a:pt x="51877" y="10668"/>
                      <a:pt x="49305" y="8287"/>
                      <a:pt x="46162" y="7620"/>
                    </a:cubicBezTo>
                    <a:cubicBezTo>
                      <a:pt x="45019" y="7429"/>
                      <a:pt x="43971" y="7334"/>
                      <a:pt x="42828" y="7144"/>
                    </a:cubicBezTo>
                    <a:cubicBezTo>
                      <a:pt x="40542" y="7144"/>
                      <a:pt x="38447" y="7715"/>
                      <a:pt x="36542" y="8858"/>
                    </a:cubicBezTo>
                    <a:cubicBezTo>
                      <a:pt x="34732" y="9716"/>
                      <a:pt x="32827" y="10573"/>
                      <a:pt x="31017" y="11335"/>
                    </a:cubicBezTo>
                    <a:cubicBezTo>
                      <a:pt x="31970" y="10954"/>
                      <a:pt x="33017" y="10477"/>
                      <a:pt x="33970" y="10097"/>
                    </a:cubicBezTo>
                    <a:cubicBezTo>
                      <a:pt x="28255" y="12478"/>
                      <a:pt x="22349" y="14478"/>
                      <a:pt x="16253" y="16002"/>
                    </a:cubicBezTo>
                    <a:cubicBezTo>
                      <a:pt x="13205" y="16764"/>
                      <a:pt x="10348" y="19050"/>
                      <a:pt x="8824" y="21717"/>
                    </a:cubicBezTo>
                    <a:cubicBezTo>
                      <a:pt x="7300" y="24384"/>
                      <a:pt x="6633" y="28384"/>
                      <a:pt x="7586" y="31337"/>
                    </a:cubicBezTo>
                    <a:cubicBezTo>
                      <a:pt x="8538" y="34385"/>
                      <a:pt x="10443" y="37243"/>
                      <a:pt x="13301" y="38767"/>
                    </a:cubicBezTo>
                    <a:cubicBezTo>
                      <a:pt x="16349" y="40386"/>
                      <a:pt x="19587" y="40957"/>
                      <a:pt x="22921" y="40100"/>
                    </a:cubicBezTo>
                    <a:lnTo>
                      <a:pt x="22921" y="40100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00" name="任意多边形: 形状 199"/>
              <p:cNvSpPr/>
              <p:nvPr/>
            </p:nvSpPr>
            <p:spPr>
              <a:xfrm>
                <a:off x="8436266" y="2863921"/>
                <a:ext cx="226858" cy="118830"/>
              </a:xfrm>
              <a:custGeom>
                <a:avLst/>
                <a:gdLst>
                  <a:gd name="connsiteX0" fmla="*/ 16350 w 200025"/>
                  <a:gd name="connsiteY0" fmla="*/ 31897 h 104775"/>
                  <a:gd name="connsiteX1" fmla="*/ 181037 w 200025"/>
                  <a:gd name="connsiteY1" fmla="*/ 101239 h 104775"/>
                  <a:gd name="connsiteX2" fmla="*/ 196373 w 200025"/>
                  <a:gd name="connsiteY2" fmla="*/ 92476 h 104775"/>
                  <a:gd name="connsiteX3" fmla="*/ 187610 w 200025"/>
                  <a:gd name="connsiteY3" fmla="*/ 77141 h 104775"/>
                  <a:gd name="connsiteX4" fmla="*/ 22922 w 200025"/>
                  <a:gd name="connsiteY4" fmla="*/ 7799 h 104775"/>
                  <a:gd name="connsiteX5" fmla="*/ 7587 w 200025"/>
                  <a:gd name="connsiteY5" fmla="*/ 16562 h 104775"/>
                  <a:gd name="connsiteX6" fmla="*/ 16350 w 200025"/>
                  <a:gd name="connsiteY6" fmla="*/ 31897 h 104775"/>
                  <a:gd name="connsiteX7" fmla="*/ 16350 w 200025"/>
                  <a:gd name="connsiteY7" fmla="*/ 31897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0025" h="104775">
                    <a:moveTo>
                      <a:pt x="16350" y="31897"/>
                    </a:moveTo>
                    <a:cubicBezTo>
                      <a:pt x="71214" y="55043"/>
                      <a:pt x="126173" y="78094"/>
                      <a:pt x="181037" y="101239"/>
                    </a:cubicBezTo>
                    <a:cubicBezTo>
                      <a:pt x="187229" y="103811"/>
                      <a:pt x="194753" y="98382"/>
                      <a:pt x="196373" y="92476"/>
                    </a:cubicBezTo>
                    <a:cubicBezTo>
                      <a:pt x="198373" y="85237"/>
                      <a:pt x="193896" y="79713"/>
                      <a:pt x="187610" y="77141"/>
                    </a:cubicBezTo>
                    <a:cubicBezTo>
                      <a:pt x="132746" y="53995"/>
                      <a:pt x="77786" y="30945"/>
                      <a:pt x="22922" y="7799"/>
                    </a:cubicBezTo>
                    <a:cubicBezTo>
                      <a:pt x="16731" y="5227"/>
                      <a:pt x="9206" y="10657"/>
                      <a:pt x="7587" y="16562"/>
                    </a:cubicBezTo>
                    <a:cubicBezTo>
                      <a:pt x="5682" y="23801"/>
                      <a:pt x="10159" y="29326"/>
                      <a:pt x="16350" y="31897"/>
                    </a:cubicBezTo>
                    <a:lnTo>
                      <a:pt x="16350" y="31897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01" name="任意多边形: 形状 200"/>
              <p:cNvSpPr/>
              <p:nvPr/>
            </p:nvSpPr>
            <p:spPr>
              <a:xfrm>
                <a:off x="8673232" y="2958814"/>
                <a:ext cx="64816" cy="43211"/>
              </a:xfrm>
              <a:custGeom>
                <a:avLst/>
                <a:gdLst>
                  <a:gd name="connsiteX0" fmla="*/ 13343 w 57150"/>
                  <a:gd name="connsiteY0" fmla="*/ 30334 h 38100"/>
                  <a:gd name="connsiteX1" fmla="*/ 39632 w 57150"/>
                  <a:gd name="connsiteY1" fmla="*/ 39859 h 38100"/>
                  <a:gd name="connsiteX2" fmla="*/ 49252 w 57150"/>
                  <a:gd name="connsiteY2" fmla="*/ 38621 h 38100"/>
                  <a:gd name="connsiteX3" fmla="*/ 54967 w 57150"/>
                  <a:gd name="connsiteY3" fmla="*/ 31191 h 38100"/>
                  <a:gd name="connsiteX4" fmla="*/ 53729 w 57150"/>
                  <a:gd name="connsiteY4" fmla="*/ 21571 h 38100"/>
                  <a:gd name="connsiteX5" fmla="*/ 46300 w 57150"/>
                  <a:gd name="connsiteY5" fmla="*/ 15856 h 38100"/>
                  <a:gd name="connsiteX6" fmla="*/ 27726 w 57150"/>
                  <a:gd name="connsiteY6" fmla="*/ 9760 h 38100"/>
                  <a:gd name="connsiteX7" fmla="*/ 30679 w 57150"/>
                  <a:gd name="connsiteY7" fmla="*/ 10998 h 38100"/>
                  <a:gd name="connsiteX8" fmla="*/ 25916 w 57150"/>
                  <a:gd name="connsiteY8" fmla="*/ 8903 h 38100"/>
                  <a:gd name="connsiteX9" fmla="*/ 21249 w 57150"/>
                  <a:gd name="connsiteY9" fmla="*/ 7379 h 38100"/>
                  <a:gd name="connsiteX10" fmla="*/ 16296 w 57150"/>
                  <a:gd name="connsiteY10" fmla="*/ 7569 h 38100"/>
                  <a:gd name="connsiteX11" fmla="*/ 8866 w 57150"/>
                  <a:gd name="connsiteY11" fmla="*/ 13284 h 38100"/>
                  <a:gd name="connsiteX12" fmla="*/ 7628 w 57150"/>
                  <a:gd name="connsiteY12" fmla="*/ 22905 h 38100"/>
                  <a:gd name="connsiteX13" fmla="*/ 13343 w 57150"/>
                  <a:gd name="connsiteY13" fmla="*/ 30334 h 38100"/>
                  <a:gd name="connsiteX14" fmla="*/ 13343 w 57150"/>
                  <a:gd name="connsiteY14" fmla="*/ 3033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7150" h="38100">
                    <a:moveTo>
                      <a:pt x="13343" y="30334"/>
                    </a:moveTo>
                    <a:cubicBezTo>
                      <a:pt x="21820" y="34335"/>
                      <a:pt x="30583" y="37668"/>
                      <a:pt x="39632" y="39859"/>
                    </a:cubicBezTo>
                    <a:cubicBezTo>
                      <a:pt x="42871" y="40621"/>
                      <a:pt x="46395" y="40240"/>
                      <a:pt x="49252" y="38621"/>
                    </a:cubicBezTo>
                    <a:cubicBezTo>
                      <a:pt x="51824" y="37097"/>
                      <a:pt x="54301" y="34144"/>
                      <a:pt x="54967" y="31191"/>
                    </a:cubicBezTo>
                    <a:cubicBezTo>
                      <a:pt x="55729" y="27953"/>
                      <a:pt x="55539" y="24429"/>
                      <a:pt x="53729" y="21571"/>
                    </a:cubicBezTo>
                    <a:cubicBezTo>
                      <a:pt x="52015" y="18904"/>
                      <a:pt x="49443" y="16618"/>
                      <a:pt x="46300" y="15856"/>
                    </a:cubicBezTo>
                    <a:cubicBezTo>
                      <a:pt x="39918" y="14332"/>
                      <a:pt x="33727" y="12237"/>
                      <a:pt x="27726" y="9760"/>
                    </a:cubicBezTo>
                    <a:cubicBezTo>
                      <a:pt x="28678" y="10141"/>
                      <a:pt x="29726" y="10617"/>
                      <a:pt x="30679" y="10998"/>
                    </a:cubicBezTo>
                    <a:cubicBezTo>
                      <a:pt x="29059" y="10332"/>
                      <a:pt x="27535" y="9570"/>
                      <a:pt x="25916" y="8903"/>
                    </a:cubicBezTo>
                    <a:cubicBezTo>
                      <a:pt x="24487" y="7950"/>
                      <a:pt x="22963" y="7474"/>
                      <a:pt x="21249" y="7379"/>
                    </a:cubicBezTo>
                    <a:cubicBezTo>
                      <a:pt x="19630" y="6998"/>
                      <a:pt x="17915" y="7093"/>
                      <a:pt x="16296" y="7569"/>
                    </a:cubicBezTo>
                    <a:cubicBezTo>
                      <a:pt x="13438" y="8331"/>
                      <a:pt x="10295" y="10617"/>
                      <a:pt x="8866" y="13284"/>
                    </a:cubicBezTo>
                    <a:cubicBezTo>
                      <a:pt x="7342" y="16142"/>
                      <a:pt x="6580" y="19666"/>
                      <a:pt x="7628" y="22905"/>
                    </a:cubicBezTo>
                    <a:cubicBezTo>
                      <a:pt x="8485" y="25857"/>
                      <a:pt x="10390" y="29001"/>
                      <a:pt x="13343" y="30334"/>
                    </a:cubicBezTo>
                    <a:lnTo>
                      <a:pt x="13343" y="30334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346" name="组合 345"/>
            <p:cNvGrpSpPr/>
            <p:nvPr/>
          </p:nvGrpSpPr>
          <p:grpSpPr>
            <a:xfrm>
              <a:off x="3553322" y="2129219"/>
              <a:ext cx="580927" cy="861498"/>
              <a:chOff x="3553322" y="2130634"/>
              <a:chExt cx="580927" cy="861498"/>
            </a:xfrm>
          </p:grpSpPr>
          <p:sp>
            <p:nvSpPr>
              <p:cNvPr id="202" name="任意多边形: 形状 201"/>
              <p:cNvSpPr/>
              <p:nvPr/>
            </p:nvSpPr>
            <p:spPr>
              <a:xfrm>
                <a:off x="3810167" y="2130634"/>
                <a:ext cx="324082" cy="324082"/>
              </a:xfrm>
              <a:custGeom>
                <a:avLst/>
                <a:gdLst>
                  <a:gd name="connsiteX0" fmla="*/ 282173 w 285750"/>
                  <a:gd name="connsiteY0" fmla="*/ 259439 h 285750"/>
                  <a:gd name="connsiteX1" fmla="*/ 85767 w 285750"/>
                  <a:gd name="connsiteY1" fmla="*/ 63700 h 285750"/>
                  <a:gd name="connsiteX2" fmla="*/ 28712 w 285750"/>
                  <a:gd name="connsiteY2" fmla="*/ 10550 h 285750"/>
                  <a:gd name="connsiteX3" fmla="*/ 11091 w 285750"/>
                  <a:gd name="connsiteY3" fmla="*/ 28172 h 285750"/>
                  <a:gd name="connsiteX4" fmla="*/ 210354 w 285750"/>
                  <a:gd name="connsiteY4" fmla="*/ 221053 h 285750"/>
                  <a:gd name="connsiteX5" fmla="*/ 264456 w 285750"/>
                  <a:gd name="connsiteY5" fmla="*/ 277155 h 285750"/>
                  <a:gd name="connsiteX6" fmla="*/ 282173 w 285750"/>
                  <a:gd name="connsiteY6" fmla="*/ 259439 h 285750"/>
                  <a:gd name="connsiteX7" fmla="*/ 282173 w 285750"/>
                  <a:gd name="connsiteY7" fmla="*/ 259439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85750" h="285750">
                    <a:moveTo>
                      <a:pt x="282173" y="259439"/>
                    </a:moveTo>
                    <a:cubicBezTo>
                      <a:pt x="218450" y="192478"/>
                      <a:pt x="152918" y="127232"/>
                      <a:pt x="85767" y="63700"/>
                    </a:cubicBezTo>
                    <a:cubicBezTo>
                      <a:pt x="66908" y="45888"/>
                      <a:pt x="47858" y="28172"/>
                      <a:pt x="28712" y="10550"/>
                    </a:cubicBezTo>
                    <a:cubicBezTo>
                      <a:pt x="16901" y="-308"/>
                      <a:pt x="-815" y="17313"/>
                      <a:pt x="11091" y="28172"/>
                    </a:cubicBezTo>
                    <a:cubicBezTo>
                      <a:pt x="79195" y="90656"/>
                      <a:pt x="145679" y="154949"/>
                      <a:pt x="210354" y="221053"/>
                    </a:cubicBezTo>
                    <a:cubicBezTo>
                      <a:pt x="228547" y="239627"/>
                      <a:pt x="246549" y="258296"/>
                      <a:pt x="264456" y="277155"/>
                    </a:cubicBezTo>
                    <a:cubicBezTo>
                      <a:pt x="275600" y="288776"/>
                      <a:pt x="293222" y="271154"/>
                      <a:pt x="282173" y="259439"/>
                    </a:cubicBezTo>
                    <a:lnTo>
                      <a:pt x="282173" y="259439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03" name="任意多边形: 形状 202"/>
              <p:cNvSpPr/>
              <p:nvPr/>
            </p:nvSpPr>
            <p:spPr>
              <a:xfrm>
                <a:off x="3817878" y="2481702"/>
                <a:ext cx="226858" cy="118830"/>
              </a:xfrm>
              <a:custGeom>
                <a:avLst/>
                <a:gdLst>
                  <a:gd name="connsiteX0" fmla="*/ 188601 w 200025"/>
                  <a:gd name="connsiteY0" fmla="*/ 74862 h 104775"/>
                  <a:gd name="connsiteX1" fmla="*/ 22961 w 200025"/>
                  <a:gd name="connsiteY1" fmla="*/ 7806 h 104775"/>
                  <a:gd name="connsiteX2" fmla="*/ 7626 w 200025"/>
                  <a:gd name="connsiteY2" fmla="*/ 16569 h 104775"/>
                  <a:gd name="connsiteX3" fmla="*/ 16389 w 200025"/>
                  <a:gd name="connsiteY3" fmla="*/ 31905 h 104775"/>
                  <a:gd name="connsiteX4" fmla="*/ 182029 w 200025"/>
                  <a:gd name="connsiteY4" fmla="*/ 98961 h 104775"/>
                  <a:gd name="connsiteX5" fmla="*/ 197364 w 200025"/>
                  <a:gd name="connsiteY5" fmla="*/ 90198 h 104775"/>
                  <a:gd name="connsiteX6" fmla="*/ 188601 w 200025"/>
                  <a:gd name="connsiteY6" fmla="*/ 74862 h 104775"/>
                  <a:gd name="connsiteX7" fmla="*/ 188601 w 200025"/>
                  <a:gd name="connsiteY7" fmla="*/ 74862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0025" h="104775">
                    <a:moveTo>
                      <a:pt x="188601" y="74862"/>
                    </a:moveTo>
                    <a:cubicBezTo>
                      <a:pt x="133356" y="52479"/>
                      <a:pt x="78206" y="30095"/>
                      <a:pt x="22961" y="7806"/>
                    </a:cubicBezTo>
                    <a:cubicBezTo>
                      <a:pt x="16675" y="5235"/>
                      <a:pt x="9245" y="10569"/>
                      <a:pt x="7626" y="16569"/>
                    </a:cubicBezTo>
                    <a:cubicBezTo>
                      <a:pt x="5626" y="23713"/>
                      <a:pt x="10102" y="29428"/>
                      <a:pt x="16389" y="31905"/>
                    </a:cubicBezTo>
                    <a:cubicBezTo>
                      <a:pt x="71634" y="54288"/>
                      <a:pt x="126784" y="76672"/>
                      <a:pt x="182029" y="98961"/>
                    </a:cubicBezTo>
                    <a:cubicBezTo>
                      <a:pt x="188315" y="101532"/>
                      <a:pt x="195745" y="96198"/>
                      <a:pt x="197364" y="90198"/>
                    </a:cubicBezTo>
                    <a:cubicBezTo>
                      <a:pt x="199269" y="83149"/>
                      <a:pt x="194887" y="77434"/>
                      <a:pt x="188601" y="74862"/>
                    </a:cubicBezTo>
                    <a:lnTo>
                      <a:pt x="188601" y="74862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04" name="任意多边形: 形状 203"/>
              <p:cNvSpPr/>
              <p:nvPr/>
            </p:nvSpPr>
            <p:spPr>
              <a:xfrm>
                <a:off x="3553322" y="2667181"/>
                <a:ext cx="475321" cy="108027"/>
              </a:xfrm>
              <a:custGeom>
                <a:avLst/>
                <a:gdLst>
                  <a:gd name="connsiteX0" fmla="*/ 407863 w 419100"/>
                  <a:gd name="connsiteY0" fmla="*/ 64389 h 95250"/>
                  <a:gd name="connsiteX1" fmla="*/ 277275 w 419100"/>
                  <a:gd name="connsiteY1" fmla="*/ 45053 h 95250"/>
                  <a:gd name="connsiteX2" fmla="*/ 70487 w 419100"/>
                  <a:gd name="connsiteY2" fmla="*/ 14383 h 95250"/>
                  <a:gd name="connsiteX3" fmla="*/ 22862 w 419100"/>
                  <a:gd name="connsiteY3" fmla="*/ 7334 h 95250"/>
                  <a:gd name="connsiteX4" fmla="*/ 7527 w 419100"/>
                  <a:gd name="connsiteY4" fmla="*/ 16097 h 95250"/>
                  <a:gd name="connsiteX5" fmla="*/ 16290 w 419100"/>
                  <a:gd name="connsiteY5" fmla="*/ 31433 h 95250"/>
                  <a:gd name="connsiteX6" fmla="*/ 146878 w 419100"/>
                  <a:gd name="connsiteY6" fmla="*/ 50768 h 95250"/>
                  <a:gd name="connsiteX7" fmla="*/ 353666 w 419100"/>
                  <a:gd name="connsiteY7" fmla="*/ 81439 h 95250"/>
                  <a:gd name="connsiteX8" fmla="*/ 401386 w 419100"/>
                  <a:gd name="connsiteY8" fmla="*/ 88487 h 95250"/>
                  <a:gd name="connsiteX9" fmla="*/ 416721 w 419100"/>
                  <a:gd name="connsiteY9" fmla="*/ 79724 h 95250"/>
                  <a:gd name="connsiteX10" fmla="*/ 407863 w 419100"/>
                  <a:gd name="connsiteY10" fmla="*/ 64389 h 95250"/>
                  <a:gd name="connsiteX11" fmla="*/ 407863 w 419100"/>
                  <a:gd name="connsiteY11" fmla="*/ 64389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19100" h="95250">
                    <a:moveTo>
                      <a:pt x="407863" y="64389"/>
                    </a:moveTo>
                    <a:cubicBezTo>
                      <a:pt x="364334" y="57912"/>
                      <a:pt x="320804" y="51530"/>
                      <a:pt x="277275" y="45053"/>
                    </a:cubicBezTo>
                    <a:cubicBezTo>
                      <a:pt x="208314" y="34862"/>
                      <a:pt x="139448" y="24670"/>
                      <a:pt x="70487" y="14383"/>
                    </a:cubicBezTo>
                    <a:cubicBezTo>
                      <a:pt x="54676" y="12097"/>
                      <a:pt x="38769" y="9716"/>
                      <a:pt x="22862" y="7334"/>
                    </a:cubicBezTo>
                    <a:cubicBezTo>
                      <a:pt x="16195" y="6382"/>
                      <a:pt x="9432" y="8954"/>
                      <a:pt x="7527" y="16097"/>
                    </a:cubicBezTo>
                    <a:cubicBezTo>
                      <a:pt x="5908" y="22003"/>
                      <a:pt x="9527" y="30480"/>
                      <a:pt x="16290" y="31433"/>
                    </a:cubicBezTo>
                    <a:cubicBezTo>
                      <a:pt x="59819" y="37910"/>
                      <a:pt x="103349" y="44291"/>
                      <a:pt x="146878" y="50768"/>
                    </a:cubicBezTo>
                    <a:cubicBezTo>
                      <a:pt x="215839" y="60960"/>
                      <a:pt x="284705" y="71152"/>
                      <a:pt x="353666" y="81439"/>
                    </a:cubicBezTo>
                    <a:cubicBezTo>
                      <a:pt x="369573" y="83820"/>
                      <a:pt x="385479" y="86106"/>
                      <a:pt x="401386" y="88487"/>
                    </a:cubicBezTo>
                    <a:cubicBezTo>
                      <a:pt x="408053" y="89440"/>
                      <a:pt x="414816" y="86868"/>
                      <a:pt x="416721" y="79724"/>
                    </a:cubicBezTo>
                    <a:cubicBezTo>
                      <a:pt x="418245" y="73914"/>
                      <a:pt x="414530" y="65437"/>
                      <a:pt x="407863" y="64389"/>
                    </a:cubicBezTo>
                    <a:lnTo>
                      <a:pt x="407863" y="64389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05" name="任意多边形: 形状 204"/>
              <p:cNvSpPr/>
              <p:nvPr/>
            </p:nvSpPr>
            <p:spPr>
              <a:xfrm>
                <a:off x="3745821" y="2445788"/>
                <a:ext cx="64816" cy="54014"/>
              </a:xfrm>
              <a:custGeom>
                <a:avLst/>
                <a:gdLst>
                  <a:gd name="connsiteX0" fmla="*/ 45347 w 57150"/>
                  <a:gd name="connsiteY0" fmla="*/ 18232 h 47625"/>
                  <a:gd name="connsiteX1" fmla="*/ 38775 w 57150"/>
                  <a:gd name="connsiteY1" fmla="*/ 15660 h 47625"/>
                  <a:gd name="connsiteX2" fmla="*/ 41727 w 57150"/>
                  <a:gd name="connsiteY2" fmla="*/ 16898 h 47625"/>
                  <a:gd name="connsiteX3" fmla="*/ 25916 w 57150"/>
                  <a:gd name="connsiteY3" fmla="*/ 8802 h 47625"/>
                  <a:gd name="connsiteX4" fmla="*/ 16296 w 57150"/>
                  <a:gd name="connsiteY4" fmla="*/ 7564 h 47625"/>
                  <a:gd name="connsiteX5" fmla="*/ 8866 w 57150"/>
                  <a:gd name="connsiteY5" fmla="*/ 13279 h 47625"/>
                  <a:gd name="connsiteX6" fmla="*/ 7628 w 57150"/>
                  <a:gd name="connsiteY6" fmla="*/ 22899 h 47625"/>
                  <a:gd name="connsiteX7" fmla="*/ 13343 w 57150"/>
                  <a:gd name="connsiteY7" fmla="*/ 30328 h 47625"/>
                  <a:gd name="connsiteX8" fmla="*/ 38679 w 57150"/>
                  <a:gd name="connsiteY8" fmla="*/ 42139 h 47625"/>
                  <a:gd name="connsiteX9" fmla="*/ 48300 w 57150"/>
                  <a:gd name="connsiteY9" fmla="*/ 40901 h 47625"/>
                  <a:gd name="connsiteX10" fmla="*/ 54015 w 57150"/>
                  <a:gd name="connsiteY10" fmla="*/ 33472 h 47625"/>
                  <a:gd name="connsiteX11" fmla="*/ 52776 w 57150"/>
                  <a:gd name="connsiteY11" fmla="*/ 23851 h 47625"/>
                  <a:gd name="connsiteX12" fmla="*/ 50871 w 57150"/>
                  <a:gd name="connsiteY12" fmla="*/ 21280 h 47625"/>
                  <a:gd name="connsiteX13" fmla="*/ 45347 w 57150"/>
                  <a:gd name="connsiteY13" fmla="*/ 18232 h 47625"/>
                  <a:gd name="connsiteX14" fmla="*/ 45347 w 57150"/>
                  <a:gd name="connsiteY14" fmla="*/ 18232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7150" h="47625">
                    <a:moveTo>
                      <a:pt x="45347" y="18232"/>
                    </a:moveTo>
                    <a:cubicBezTo>
                      <a:pt x="43156" y="17470"/>
                      <a:pt x="40965" y="16612"/>
                      <a:pt x="38775" y="15660"/>
                    </a:cubicBezTo>
                    <a:cubicBezTo>
                      <a:pt x="39727" y="16041"/>
                      <a:pt x="40775" y="16517"/>
                      <a:pt x="41727" y="16898"/>
                    </a:cubicBezTo>
                    <a:cubicBezTo>
                      <a:pt x="36298" y="14612"/>
                      <a:pt x="30964" y="11945"/>
                      <a:pt x="25916" y="8802"/>
                    </a:cubicBezTo>
                    <a:cubicBezTo>
                      <a:pt x="23154" y="7183"/>
                      <a:pt x="19344" y="6706"/>
                      <a:pt x="16296" y="7564"/>
                    </a:cubicBezTo>
                    <a:cubicBezTo>
                      <a:pt x="13438" y="8326"/>
                      <a:pt x="10295" y="10612"/>
                      <a:pt x="8866" y="13279"/>
                    </a:cubicBezTo>
                    <a:cubicBezTo>
                      <a:pt x="7342" y="16136"/>
                      <a:pt x="6580" y="19660"/>
                      <a:pt x="7628" y="22899"/>
                    </a:cubicBezTo>
                    <a:cubicBezTo>
                      <a:pt x="8676" y="26042"/>
                      <a:pt x="10485" y="28614"/>
                      <a:pt x="13343" y="30328"/>
                    </a:cubicBezTo>
                    <a:cubicBezTo>
                      <a:pt x="21344" y="35186"/>
                      <a:pt x="29916" y="39091"/>
                      <a:pt x="38679" y="42139"/>
                    </a:cubicBezTo>
                    <a:cubicBezTo>
                      <a:pt x="41632" y="43187"/>
                      <a:pt x="45728" y="42425"/>
                      <a:pt x="48300" y="40901"/>
                    </a:cubicBezTo>
                    <a:cubicBezTo>
                      <a:pt x="50871" y="39377"/>
                      <a:pt x="53348" y="36424"/>
                      <a:pt x="54015" y="33472"/>
                    </a:cubicBezTo>
                    <a:cubicBezTo>
                      <a:pt x="54777" y="30233"/>
                      <a:pt x="54586" y="26709"/>
                      <a:pt x="52776" y="23851"/>
                    </a:cubicBezTo>
                    <a:cubicBezTo>
                      <a:pt x="52110" y="22994"/>
                      <a:pt x="51443" y="22137"/>
                      <a:pt x="50871" y="21280"/>
                    </a:cubicBezTo>
                    <a:cubicBezTo>
                      <a:pt x="49252" y="19946"/>
                      <a:pt x="47442" y="18803"/>
                      <a:pt x="45347" y="18232"/>
                    </a:cubicBezTo>
                    <a:lnTo>
                      <a:pt x="45347" y="18232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06" name="任意多边形: 形状 205"/>
              <p:cNvSpPr/>
              <p:nvPr/>
            </p:nvSpPr>
            <p:spPr>
              <a:xfrm>
                <a:off x="3824694" y="2909318"/>
                <a:ext cx="237660" cy="75619"/>
              </a:xfrm>
              <a:custGeom>
                <a:avLst/>
                <a:gdLst>
                  <a:gd name="connsiteX0" fmla="*/ 192211 w 209550"/>
                  <a:gd name="connsiteY0" fmla="*/ 7388 h 66675"/>
                  <a:gd name="connsiteX1" fmla="*/ 16284 w 209550"/>
                  <a:gd name="connsiteY1" fmla="*/ 38535 h 66675"/>
                  <a:gd name="connsiteX2" fmla="*/ 7521 w 209550"/>
                  <a:gd name="connsiteY2" fmla="*/ 53870 h 66675"/>
                  <a:gd name="connsiteX3" fmla="*/ 22856 w 209550"/>
                  <a:gd name="connsiteY3" fmla="*/ 62633 h 66675"/>
                  <a:gd name="connsiteX4" fmla="*/ 198783 w 209550"/>
                  <a:gd name="connsiteY4" fmla="*/ 31486 h 66675"/>
                  <a:gd name="connsiteX5" fmla="*/ 207546 w 209550"/>
                  <a:gd name="connsiteY5" fmla="*/ 16151 h 66675"/>
                  <a:gd name="connsiteX6" fmla="*/ 192211 w 209550"/>
                  <a:gd name="connsiteY6" fmla="*/ 7388 h 66675"/>
                  <a:gd name="connsiteX7" fmla="*/ 192211 w 209550"/>
                  <a:gd name="connsiteY7" fmla="*/ 7388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9550" h="66675">
                    <a:moveTo>
                      <a:pt x="192211" y="7388"/>
                    </a:moveTo>
                    <a:cubicBezTo>
                      <a:pt x="133537" y="17770"/>
                      <a:pt x="74958" y="28153"/>
                      <a:pt x="16284" y="38535"/>
                    </a:cubicBezTo>
                    <a:cubicBezTo>
                      <a:pt x="9617" y="39678"/>
                      <a:pt x="5902" y="47869"/>
                      <a:pt x="7521" y="53870"/>
                    </a:cubicBezTo>
                    <a:cubicBezTo>
                      <a:pt x="9426" y="60919"/>
                      <a:pt x="16189" y="63776"/>
                      <a:pt x="22856" y="62633"/>
                    </a:cubicBezTo>
                    <a:cubicBezTo>
                      <a:pt x="81530" y="52251"/>
                      <a:pt x="140109" y="41869"/>
                      <a:pt x="198783" y="31486"/>
                    </a:cubicBezTo>
                    <a:cubicBezTo>
                      <a:pt x="205451" y="30343"/>
                      <a:pt x="209165" y="22152"/>
                      <a:pt x="207546" y="16151"/>
                    </a:cubicBezTo>
                    <a:cubicBezTo>
                      <a:pt x="205641" y="9103"/>
                      <a:pt x="198878" y="6245"/>
                      <a:pt x="192211" y="7388"/>
                    </a:cubicBezTo>
                    <a:lnTo>
                      <a:pt x="192211" y="7388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07" name="任意多边形: 形状 206"/>
              <p:cNvSpPr/>
              <p:nvPr/>
            </p:nvSpPr>
            <p:spPr>
              <a:xfrm>
                <a:off x="3744516" y="2948921"/>
                <a:ext cx="64816" cy="43211"/>
              </a:xfrm>
              <a:custGeom>
                <a:avLst/>
                <a:gdLst>
                  <a:gd name="connsiteX0" fmla="*/ 40782 w 57150"/>
                  <a:gd name="connsiteY0" fmla="*/ 7521 h 38100"/>
                  <a:gd name="connsiteX1" fmla="*/ 30495 w 57150"/>
                  <a:gd name="connsiteY1" fmla="*/ 9331 h 38100"/>
                  <a:gd name="connsiteX2" fmla="*/ 33829 w 57150"/>
                  <a:gd name="connsiteY2" fmla="*/ 8855 h 38100"/>
                  <a:gd name="connsiteX3" fmla="*/ 19637 w 57150"/>
                  <a:gd name="connsiteY3" fmla="*/ 9903 h 38100"/>
                  <a:gd name="connsiteX4" fmla="*/ 10778 w 57150"/>
                  <a:gd name="connsiteY4" fmla="*/ 13522 h 38100"/>
                  <a:gd name="connsiteX5" fmla="*/ 7159 w 57150"/>
                  <a:gd name="connsiteY5" fmla="*/ 22380 h 38100"/>
                  <a:gd name="connsiteX6" fmla="*/ 10778 w 57150"/>
                  <a:gd name="connsiteY6" fmla="*/ 31239 h 38100"/>
                  <a:gd name="connsiteX7" fmla="*/ 19637 w 57150"/>
                  <a:gd name="connsiteY7" fmla="*/ 34858 h 38100"/>
                  <a:gd name="connsiteX8" fmla="*/ 47545 w 57150"/>
                  <a:gd name="connsiteY8" fmla="*/ 31524 h 38100"/>
                  <a:gd name="connsiteX9" fmla="*/ 54974 w 57150"/>
                  <a:gd name="connsiteY9" fmla="*/ 25809 h 38100"/>
                  <a:gd name="connsiteX10" fmla="*/ 56213 w 57150"/>
                  <a:gd name="connsiteY10" fmla="*/ 16189 h 38100"/>
                  <a:gd name="connsiteX11" fmla="*/ 50498 w 57150"/>
                  <a:gd name="connsiteY11" fmla="*/ 8760 h 38100"/>
                  <a:gd name="connsiteX12" fmla="*/ 40782 w 57150"/>
                  <a:gd name="connsiteY12" fmla="*/ 7521 h 38100"/>
                  <a:gd name="connsiteX13" fmla="*/ 40782 w 57150"/>
                  <a:gd name="connsiteY13" fmla="*/ 7521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7150" h="38100">
                    <a:moveTo>
                      <a:pt x="40782" y="7521"/>
                    </a:moveTo>
                    <a:cubicBezTo>
                      <a:pt x="37353" y="8283"/>
                      <a:pt x="33924" y="8855"/>
                      <a:pt x="30495" y="9331"/>
                    </a:cubicBezTo>
                    <a:cubicBezTo>
                      <a:pt x="31638" y="9141"/>
                      <a:pt x="32686" y="9045"/>
                      <a:pt x="33829" y="8855"/>
                    </a:cubicBezTo>
                    <a:cubicBezTo>
                      <a:pt x="29066" y="9522"/>
                      <a:pt x="24399" y="9807"/>
                      <a:pt x="19637" y="9903"/>
                    </a:cubicBezTo>
                    <a:cubicBezTo>
                      <a:pt x="16398" y="9998"/>
                      <a:pt x="13064" y="11236"/>
                      <a:pt x="10778" y="13522"/>
                    </a:cubicBezTo>
                    <a:cubicBezTo>
                      <a:pt x="8588" y="15713"/>
                      <a:pt x="6968" y="19237"/>
                      <a:pt x="7159" y="22380"/>
                    </a:cubicBezTo>
                    <a:cubicBezTo>
                      <a:pt x="7349" y="25619"/>
                      <a:pt x="8397" y="28953"/>
                      <a:pt x="10778" y="31239"/>
                    </a:cubicBezTo>
                    <a:cubicBezTo>
                      <a:pt x="13160" y="33429"/>
                      <a:pt x="16208" y="34953"/>
                      <a:pt x="19637" y="34858"/>
                    </a:cubicBezTo>
                    <a:cubicBezTo>
                      <a:pt x="28971" y="34668"/>
                      <a:pt x="38401" y="33525"/>
                      <a:pt x="47545" y="31524"/>
                    </a:cubicBezTo>
                    <a:cubicBezTo>
                      <a:pt x="50498" y="30858"/>
                      <a:pt x="53546" y="28381"/>
                      <a:pt x="54974" y="25809"/>
                    </a:cubicBezTo>
                    <a:cubicBezTo>
                      <a:pt x="56498" y="23142"/>
                      <a:pt x="57165" y="19142"/>
                      <a:pt x="56213" y="16189"/>
                    </a:cubicBezTo>
                    <a:cubicBezTo>
                      <a:pt x="55260" y="13141"/>
                      <a:pt x="53355" y="10284"/>
                      <a:pt x="50498" y="8760"/>
                    </a:cubicBezTo>
                    <a:cubicBezTo>
                      <a:pt x="47354" y="7140"/>
                      <a:pt x="44116" y="6759"/>
                      <a:pt x="40782" y="7521"/>
                    </a:cubicBezTo>
                    <a:lnTo>
                      <a:pt x="40782" y="7521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339" name="文本框 338"/>
            <p:cNvSpPr txBox="1"/>
            <p:nvPr/>
          </p:nvSpPr>
          <p:spPr>
            <a:xfrm>
              <a:off x="4190570" y="1969348"/>
              <a:ext cx="3877985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7200" dirty="0">
                  <a:solidFill>
                    <a:srgbClr val="64454B"/>
                  </a:solidFill>
                  <a:cs typeface="+mn-ea"/>
                  <a:sym typeface="+mn-lt"/>
                </a:rPr>
                <a:t>可爱泡泡</a:t>
              </a:r>
              <a:endParaRPr lang="zh-CN" altLang="en-US" sz="7200" dirty="0">
                <a:solidFill>
                  <a:srgbClr val="64454B"/>
                </a:solidFill>
                <a:cs typeface="+mn-ea"/>
                <a:sym typeface="+mn-lt"/>
              </a:endParaRPr>
            </a:p>
          </p:txBody>
        </p:sp>
        <p:cxnSp>
          <p:nvCxnSpPr>
            <p:cNvPr id="209" name="直接连接符 208"/>
            <p:cNvCxnSpPr/>
            <p:nvPr/>
          </p:nvCxnSpPr>
          <p:spPr>
            <a:xfrm>
              <a:off x="4981966" y="2512244"/>
              <a:ext cx="0" cy="142231"/>
            </a:xfrm>
            <a:prstGeom prst="line">
              <a:avLst/>
            </a:prstGeom>
            <a:ln w="19050" cap="rnd">
              <a:solidFill>
                <a:schemeClr val="bg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接连接符 210"/>
            <p:cNvCxnSpPr/>
            <p:nvPr/>
          </p:nvCxnSpPr>
          <p:spPr>
            <a:xfrm flipH="1">
              <a:off x="6271124" y="2705554"/>
              <a:ext cx="47626" cy="136551"/>
            </a:xfrm>
            <a:prstGeom prst="line">
              <a:avLst/>
            </a:prstGeom>
            <a:ln w="19050" cap="rnd">
              <a:solidFill>
                <a:schemeClr val="bg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直接连接符 211"/>
            <p:cNvCxnSpPr/>
            <p:nvPr/>
          </p:nvCxnSpPr>
          <p:spPr>
            <a:xfrm flipH="1">
              <a:off x="7191761" y="2692690"/>
              <a:ext cx="47626" cy="136551"/>
            </a:xfrm>
            <a:prstGeom prst="line">
              <a:avLst/>
            </a:prstGeom>
            <a:ln w="19050" cap="rnd">
              <a:solidFill>
                <a:schemeClr val="bg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直接连接符 341"/>
            <p:cNvCxnSpPr/>
            <p:nvPr/>
          </p:nvCxnSpPr>
          <p:spPr>
            <a:xfrm flipH="1" flipV="1">
              <a:off x="5678415" y="2505764"/>
              <a:ext cx="151530" cy="7758"/>
            </a:xfrm>
            <a:prstGeom prst="line">
              <a:avLst/>
            </a:prstGeom>
            <a:ln w="19050" cap="rnd">
              <a:solidFill>
                <a:schemeClr val="bg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0" name="组合 349"/>
          <p:cNvGrpSpPr/>
          <p:nvPr/>
        </p:nvGrpSpPr>
        <p:grpSpPr>
          <a:xfrm>
            <a:off x="5154876" y="5398209"/>
            <a:ext cx="1907895" cy="578958"/>
            <a:chOff x="5130009" y="5599458"/>
            <a:chExt cx="1907895" cy="578958"/>
          </a:xfrm>
        </p:grpSpPr>
        <p:sp>
          <p:nvSpPr>
            <p:cNvPr id="351" name="文本框 350"/>
            <p:cNvSpPr txBox="1"/>
            <p:nvPr/>
          </p:nvSpPr>
          <p:spPr>
            <a:xfrm>
              <a:off x="5130009" y="5599458"/>
              <a:ext cx="190789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solidFill>
                    <a:srgbClr val="7AB2DC">
                      <a:alpha val="90000"/>
                    </a:srgbClr>
                  </a:solidFill>
                  <a:cs typeface="+mn-ea"/>
                  <a:sym typeface="+mn-lt"/>
                </a:rPr>
                <a:t>森立小学 三年二班</a:t>
              </a:r>
              <a:endParaRPr lang="en-US" altLang="zh-CN" sz="1600" dirty="0">
                <a:solidFill>
                  <a:srgbClr val="7AB2DC">
                    <a:alpha val="90000"/>
                  </a:srgbClr>
                </a:solidFill>
                <a:cs typeface="+mn-ea"/>
                <a:sym typeface="+mn-lt"/>
              </a:endParaRPr>
            </a:p>
          </p:txBody>
        </p:sp>
        <p:sp>
          <p:nvSpPr>
            <p:cNvPr id="352" name="文本框 351"/>
            <p:cNvSpPr txBox="1"/>
            <p:nvPr/>
          </p:nvSpPr>
          <p:spPr>
            <a:xfrm>
              <a:off x="5506227" y="5901417"/>
              <a:ext cx="118333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dist"/>
              <a:r>
                <a:rPr lang="en-US" altLang="zh-CN" sz="1200" dirty="0">
                  <a:solidFill>
                    <a:srgbClr val="7AB2DC">
                      <a:alpha val="90000"/>
                    </a:srgbClr>
                  </a:solidFill>
                  <a:cs typeface="+mn-ea"/>
                  <a:sym typeface="+mn-lt"/>
                </a:rPr>
                <a:t>Lovely school</a:t>
              </a:r>
              <a:endParaRPr lang="en-US" altLang="zh-CN" sz="1200" dirty="0">
                <a:solidFill>
                  <a:srgbClr val="7AB2DC">
                    <a:alpha val="90000"/>
                  </a:srgbClr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818799" y="1273463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64454B"/>
                </a:solidFill>
                <a:cs typeface="+mn-ea"/>
                <a:sym typeface="+mn-lt"/>
              </a:rPr>
              <a:t>知识点讲解</a:t>
            </a:r>
            <a:endParaRPr lang="zh-CN" altLang="en-US" sz="2800" dirty="0">
              <a:solidFill>
                <a:srgbClr val="64454B"/>
              </a:solidFill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18799" y="1736298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7AB2DC"/>
                </a:solidFill>
                <a:cs typeface="+mn-ea"/>
                <a:sym typeface="+mn-lt"/>
              </a:rPr>
              <a:t>本节课程内容的详细讲解及说明</a:t>
            </a:r>
            <a:endParaRPr lang="zh-CN" altLang="en-US" dirty="0">
              <a:solidFill>
                <a:srgbClr val="7AB2DC"/>
              </a:solidFill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818799" y="2460506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64454B"/>
                </a:solidFill>
                <a:cs typeface="+mn-ea"/>
                <a:sym typeface="+mn-lt"/>
              </a:rPr>
              <a:t>总结与归纳</a:t>
            </a:r>
            <a:endParaRPr lang="zh-CN" altLang="en-US" sz="2800" dirty="0">
              <a:solidFill>
                <a:srgbClr val="64454B"/>
              </a:solidFill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818799" y="2922857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7AB2DC"/>
                </a:solidFill>
                <a:cs typeface="+mn-ea"/>
                <a:sym typeface="+mn-lt"/>
              </a:rPr>
              <a:t>总结本节课程的重点知识与内容</a:t>
            </a:r>
            <a:endParaRPr lang="zh-CN" altLang="en-US" dirty="0">
              <a:solidFill>
                <a:srgbClr val="7AB2DC"/>
              </a:solidFill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818799" y="3647549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64454B"/>
                </a:solidFill>
                <a:cs typeface="+mn-ea"/>
                <a:sym typeface="+mn-lt"/>
              </a:rPr>
              <a:t>课堂检测</a:t>
            </a:r>
            <a:endParaRPr lang="zh-CN" altLang="en-US" sz="2800" dirty="0">
              <a:solidFill>
                <a:srgbClr val="64454B"/>
              </a:solidFill>
              <a:cs typeface="+mn-ea"/>
              <a:sym typeface="+mn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818799" y="4109900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7AB2DC"/>
                </a:solidFill>
                <a:cs typeface="+mn-ea"/>
                <a:sym typeface="+mn-lt"/>
              </a:rPr>
              <a:t>在课堂上进行多种问答巩固知识</a:t>
            </a:r>
            <a:endParaRPr lang="zh-CN" altLang="en-US" dirty="0">
              <a:solidFill>
                <a:srgbClr val="7AB2DC"/>
              </a:solidFill>
              <a:cs typeface="+mn-ea"/>
              <a:sym typeface="+mn-lt"/>
            </a:endParaRPr>
          </a:p>
        </p:txBody>
      </p:sp>
      <p:grpSp>
        <p:nvGrpSpPr>
          <p:cNvPr id="156" name="组合 155"/>
          <p:cNvGrpSpPr/>
          <p:nvPr/>
        </p:nvGrpSpPr>
        <p:grpSpPr>
          <a:xfrm>
            <a:off x="5602515" y="1193315"/>
            <a:ext cx="961200" cy="4522329"/>
            <a:chOff x="5907315" y="1193315"/>
            <a:chExt cx="961200" cy="4522329"/>
          </a:xfrm>
        </p:grpSpPr>
        <p:sp>
          <p:nvSpPr>
            <p:cNvPr id="2" name="椭圆 1"/>
            <p:cNvSpPr/>
            <p:nvPr/>
          </p:nvSpPr>
          <p:spPr>
            <a:xfrm>
              <a:off x="5907315" y="1193315"/>
              <a:ext cx="961200" cy="961200"/>
            </a:xfrm>
            <a:prstGeom prst="ellipse">
              <a:avLst/>
            </a:prstGeom>
            <a:solidFill>
              <a:srgbClr val="FFD4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zh-CN" altLang="en-US" sz="4400" dirty="0">
                  <a:solidFill>
                    <a:srgbClr val="C88F00"/>
                  </a:solidFill>
                  <a:cs typeface="+mn-ea"/>
                  <a:sym typeface="+mn-lt"/>
                </a:rPr>
                <a:t>一</a:t>
              </a:r>
              <a:endParaRPr lang="zh-CN" altLang="en-US" sz="4400" dirty="0">
                <a:solidFill>
                  <a:srgbClr val="C88F00"/>
                </a:solidFill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5907315" y="2380358"/>
              <a:ext cx="961200" cy="961200"/>
            </a:xfrm>
            <a:prstGeom prst="ellipse">
              <a:avLst/>
            </a:prstGeom>
            <a:solidFill>
              <a:srgbClr val="C3EA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zh-CN" altLang="en-US" sz="4400" dirty="0">
                  <a:solidFill>
                    <a:srgbClr val="90B3D7"/>
                  </a:solidFill>
                  <a:cs typeface="+mn-ea"/>
                  <a:sym typeface="+mn-lt"/>
                </a:rPr>
                <a:t>二</a:t>
              </a:r>
              <a:endParaRPr lang="zh-CN" altLang="en-US" sz="4400" dirty="0">
                <a:solidFill>
                  <a:srgbClr val="90B3D7"/>
                </a:solidFill>
                <a:cs typeface="+mn-ea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5907315" y="3567401"/>
              <a:ext cx="961200" cy="961200"/>
            </a:xfrm>
            <a:prstGeom prst="ellipse">
              <a:avLst/>
            </a:prstGeom>
            <a:solidFill>
              <a:srgbClr val="FFBD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zh-CN" altLang="en-US" sz="4400" dirty="0">
                  <a:solidFill>
                    <a:srgbClr val="FF6F5B"/>
                  </a:solidFill>
                  <a:cs typeface="+mn-ea"/>
                  <a:sym typeface="+mn-lt"/>
                </a:rPr>
                <a:t>三</a:t>
              </a:r>
              <a:endParaRPr lang="zh-CN" altLang="en-US" sz="4400" dirty="0">
                <a:solidFill>
                  <a:srgbClr val="FF6F5B"/>
                </a:solidFill>
                <a:cs typeface="+mn-ea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5907315" y="4754444"/>
              <a:ext cx="961200" cy="961200"/>
            </a:xfrm>
            <a:prstGeom prst="ellipse">
              <a:avLst/>
            </a:prstGeom>
            <a:solidFill>
              <a:srgbClr val="C3EA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zh-CN" altLang="en-US" sz="4400" dirty="0">
                  <a:solidFill>
                    <a:srgbClr val="90B3D7"/>
                  </a:solidFill>
                  <a:cs typeface="+mn-ea"/>
                  <a:sym typeface="+mn-lt"/>
                </a:rPr>
                <a:t>四</a:t>
              </a:r>
              <a:endParaRPr lang="zh-CN" altLang="en-US" sz="4400" dirty="0">
                <a:solidFill>
                  <a:srgbClr val="90B3D7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6818799" y="4834592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64454B"/>
                </a:solidFill>
                <a:cs typeface="+mn-ea"/>
                <a:sym typeface="+mn-lt"/>
              </a:rPr>
              <a:t>课后作业</a:t>
            </a:r>
            <a:endParaRPr lang="zh-CN" altLang="en-US" sz="2800" dirty="0">
              <a:solidFill>
                <a:srgbClr val="64454B"/>
              </a:solidFill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818799" y="5296943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7AB2DC"/>
                </a:solidFill>
                <a:cs typeface="+mn-ea"/>
                <a:sym typeface="+mn-lt"/>
              </a:rPr>
              <a:t>通过课后作业复习本节课的知识</a:t>
            </a:r>
            <a:endParaRPr lang="zh-CN" altLang="en-US" dirty="0">
              <a:solidFill>
                <a:srgbClr val="7AB2DC"/>
              </a:solidFill>
              <a:cs typeface="+mn-ea"/>
              <a:sym typeface="+mn-lt"/>
            </a:endParaRPr>
          </a:p>
        </p:txBody>
      </p:sp>
      <p:grpSp>
        <p:nvGrpSpPr>
          <p:cNvPr id="113" name="组合 112"/>
          <p:cNvGrpSpPr/>
          <p:nvPr/>
        </p:nvGrpSpPr>
        <p:grpSpPr>
          <a:xfrm>
            <a:off x="1927982" y="2145405"/>
            <a:ext cx="2843323" cy="2462316"/>
            <a:chOff x="2031396" y="2149578"/>
            <a:chExt cx="2843323" cy="2462316"/>
          </a:xfrm>
        </p:grpSpPr>
        <p:sp>
          <p:nvSpPr>
            <p:cNvPr id="112" name="任意多边形: 形状 111"/>
            <p:cNvSpPr/>
            <p:nvPr/>
          </p:nvSpPr>
          <p:spPr>
            <a:xfrm rot="18900000">
              <a:off x="2485185" y="2149578"/>
              <a:ext cx="1957226" cy="2462316"/>
            </a:xfrm>
            <a:custGeom>
              <a:avLst/>
              <a:gdLst>
                <a:gd name="connsiteX0" fmla="*/ 385630 w 725300"/>
                <a:gd name="connsiteY0" fmla="*/ 26824 h 912475"/>
                <a:gd name="connsiteX1" fmla="*/ 56906 w 725300"/>
                <a:gd name="connsiteY1" fmla="*/ 169311 h 912475"/>
                <a:gd name="connsiteX2" fmla="*/ 205475 w 725300"/>
                <a:gd name="connsiteY2" fmla="*/ 801259 h 912475"/>
                <a:gd name="connsiteX3" fmla="*/ 317312 w 725300"/>
                <a:gd name="connsiteY3" fmla="*/ 865132 h 912475"/>
                <a:gd name="connsiteX4" fmla="*/ 590352 w 725300"/>
                <a:gd name="connsiteY4" fmla="*/ 888762 h 912475"/>
                <a:gd name="connsiteX5" fmla="*/ 722778 w 725300"/>
                <a:gd name="connsiteY5" fmla="*/ 632100 h 912475"/>
                <a:gd name="connsiteX6" fmla="*/ 484599 w 725300"/>
                <a:gd name="connsiteY6" fmla="*/ 76192 h 912475"/>
                <a:gd name="connsiteX7" fmla="*/ 385630 w 725300"/>
                <a:gd name="connsiteY7" fmla="*/ 26824 h 912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25300" h="912475">
                  <a:moveTo>
                    <a:pt x="385630" y="26824"/>
                  </a:moveTo>
                  <a:cubicBezTo>
                    <a:pt x="260457" y="-5697"/>
                    <a:pt x="112823" y="48584"/>
                    <a:pt x="56906" y="169311"/>
                  </a:cubicBezTo>
                  <a:cubicBezTo>
                    <a:pt x="-33407" y="364206"/>
                    <a:pt x="38188" y="666493"/>
                    <a:pt x="205475" y="801259"/>
                  </a:cubicBezTo>
                  <a:cubicBezTo>
                    <a:pt x="238933" y="828165"/>
                    <a:pt x="277771" y="847818"/>
                    <a:pt x="317312" y="865132"/>
                  </a:cubicBezTo>
                  <a:cubicBezTo>
                    <a:pt x="403646" y="902801"/>
                    <a:pt x="504954" y="928771"/>
                    <a:pt x="590352" y="888762"/>
                  </a:cubicBezTo>
                  <a:cubicBezTo>
                    <a:pt x="682770" y="845244"/>
                    <a:pt x="727224" y="734110"/>
                    <a:pt x="722778" y="632100"/>
                  </a:cubicBezTo>
                  <a:cubicBezTo>
                    <a:pt x="715993" y="480956"/>
                    <a:pt x="608134" y="176564"/>
                    <a:pt x="484599" y="76192"/>
                  </a:cubicBezTo>
                  <a:cubicBezTo>
                    <a:pt x="455119" y="52561"/>
                    <a:pt x="421194" y="36183"/>
                    <a:pt x="385630" y="26824"/>
                  </a:cubicBezTo>
                  <a:close/>
                </a:path>
              </a:pathLst>
            </a:custGeom>
            <a:solidFill>
              <a:srgbClr val="FFF5E1">
                <a:alpha val="8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97" name="组合 96"/>
            <p:cNvGrpSpPr/>
            <p:nvPr/>
          </p:nvGrpSpPr>
          <p:grpSpPr>
            <a:xfrm>
              <a:off x="2448136" y="2811469"/>
              <a:ext cx="2031325" cy="1321736"/>
              <a:chOff x="2256408" y="2738191"/>
              <a:chExt cx="2031325" cy="1321736"/>
            </a:xfrm>
          </p:grpSpPr>
          <p:sp>
            <p:nvSpPr>
              <p:cNvPr id="42" name="文本框 41"/>
              <p:cNvSpPr txBox="1"/>
              <p:nvPr/>
            </p:nvSpPr>
            <p:spPr>
              <a:xfrm>
                <a:off x="2256408" y="3690595"/>
                <a:ext cx="20313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b="1" dirty="0">
                    <a:solidFill>
                      <a:srgbClr val="7AB2DC"/>
                    </a:solidFill>
                    <a:cs typeface="+mn-ea"/>
                    <a:sym typeface="+mn-lt"/>
                  </a:rPr>
                  <a:t>CONTENTS</a:t>
                </a:r>
                <a:endParaRPr lang="en-US" altLang="zh-CN" b="1" dirty="0">
                  <a:solidFill>
                    <a:srgbClr val="7AB2DC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2" name="文本框 61"/>
              <p:cNvSpPr txBox="1"/>
              <p:nvPr/>
            </p:nvSpPr>
            <p:spPr>
              <a:xfrm>
                <a:off x="2333352" y="2738191"/>
                <a:ext cx="1877437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6600" dirty="0">
                    <a:solidFill>
                      <a:srgbClr val="64454B"/>
                    </a:solidFill>
                    <a:cs typeface="+mn-ea"/>
                    <a:sym typeface="+mn-lt"/>
                  </a:rPr>
                  <a:t>目录</a:t>
                </a:r>
                <a:endParaRPr lang="zh-CN" altLang="en-US" sz="6600" dirty="0">
                  <a:solidFill>
                    <a:srgbClr val="64454B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98" name="组合 97"/>
            <p:cNvGrpSpPr/>
            <p:nvPr/>
          </p:nvGrpSpPr>
          <p:grpSpPr>
            <a:xfrm>
              <a:off x="4446155" y="2922856"/>
              <a:ext cx="428564" cy="682733"/>
              <a:chOff x="8363753" y="2120741"/>
              <a:chExt cx="553198" cy="881284"/>
            </a:xfrm>
          </p:grpSpPr>
          <p:sp>
            <p:nvSpPr>
              <p:cNvPr id="99" name="任意多边形: 形状 98"/>
              <p:cNvSpPr/>
              <p:nvPr/>
            </p:nvSpPr>
            <p:spPr>
              <a:xfrm>
                <a:off x="8363753" y="2120741"/>
                <a:ext cx="356491" cy="291674"/>
              </a:xfrm>
              <a:custGeom>
                <a:avLst/>
                <a:gdLst>
                  <a:gd name="connsiteX0" fmla="*/ 28470 w 314325"/>
                  <a:gd name="connsiteY0" fmla="*/ 252359 h 257175"/>
                  <a:gd name="connsiteX1" fmla="*/ 240687 w 314325"/>
                  <a:gd name="connsiteY1" fmla="*/ 77480 h 257175"/>
                  <a:gd name="connsiteX2" fmla="*/ 301742 w 314325"/>
                  <a:gd name="connsiteY2" fmla="*/ 30521 h 257175"/>
                  <a:gd name="connsiteX3" fmla="*/ 306219 w 314325"/>
                  <a:gd name="connsiteY3" fmla="*/ 13472 h 257175"/>
                  <a:gd name="connsiteX4" fmla="*/ 289169 w 314325"/>
                  <a:gd name="connsiteY4" fmla="*/ 8995 h 257175"/>
                  <a:gd name="connsiteX5" fmla="*/ 70856 w 314325"/>
                  <a:gd name="connsiteY5" fmla="*/ 183302 h 257175"/>
                  <a:gd name="connsiteX6" fmla="*/ 10754 w 314325"/>
                  <a:gd name="connsiteY6" fmla="*/ 234737 h 257175"/>
                  <a:gd name="connsiteX7" fmla="*/ 10754 w 314325"/>
                  <a:gd name="connsiteY7" fmla="*/ 252359 h 257175"/>
                  <a:gd name="connsiteX8" fmla="*/ 28470 w 314325"/>
                  <a:gd name="connsiteY8" fmla="*/ 252359 h 257175"/>
                  <a:gd name="connsiteX9" fmla="*/ 28470 w 314325"/>
                  <a:gd name="connsiteY9" fmla="*/ 252359 h 257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4325" h="257175">
                    <a:moveTo>
                      <a:pt x="28470" y="252359"/>
                    </a:moveTo>
                    <a:cubicBezTo>
                      <a:pt x="97717" y="192256"/>
                      <a:pt x="168488" y="133868"/>
                      <a:pt x="240687" y="77480"/>
                    </a:cubicBezTo>
                    <a:cubicBezTo>
                      <a:pt x="260880" y="61668"/>
                      <a:pt x="281263" y="46047"/>
                      <a:pt x="301742" y="30521"/>
                    </a:cubicBezTo>
                    <a:cubicBezTo>
                      <a:pt x="307076" y="26426"/>
                      <a:pt x="309934" y="19758"/>
                      <a:pt x="306219" y="13472"/>
                    </a:cubicBezTo>
                    <a:cubicBezTo>
                      <a:pt x="303171" y="8138"/>
                      <a:pt x="294503" y="4899"/>
                      <a:pt x="289169" y="8995"/>
                    </a:cubicBezTo>
                    <a:cubicBezTo>
                      <a:pt x="214874" y="65192"/>
                      <a:pt x="142103" y="123295"/>
                      <a:pt x="70856" y="183302"/>
                    </a:cubicBezTo>
                    <a:cubicBezTo>
                      <a:pt x="50663" y="200257"/>
                      <a:pt x="30661" y="217402"/>
                      <a:pt x="10754" y="234737"/>
                    </a:cubicBezTo>
                    <a:cubicBezTo>
                      <a:pt x="5705" y="239119"/>
                      <a:pt x="6182" y="247882"/>
                      <a:pt x="10754" y="252359"/>
                    </a:cubicBezTo>
                    <a:cubicBezTo>
                      <a:pt x="15897" y="257407"/>
                      <a:pt x="23422" y="256740"/>
                      <a:pt x="28470" y="252359"/>
                    </a:cubicBezTo>
                    <a:lnTo>
                      <a:pt x="28470" y="252359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0" name="任意多边形: 形状 99"/>
              <p:cNvSpPr/>
              <p:nvPr/>
            </p:nvSpPr>
            <p:spPr>
              <a:xfrm>
                <a:off x="8442217" y="2469929"/>
                <a:ext cx="237660" cy="97225"/>
              </a:xfrm>
              <a:custGeom>
                <a:avLst/>
                <a:gdLst>
                  <a:gd name="connsiteX0" fmla="*/ 22534 w 209550"/>
                  <a:gd name="connsiteY0" fmla="*/ 82965 h 85725"/>
                  <a:gd name="connsiteX1" fmla="*/ 193793 w 209550"/>
                  <a:gd name="connsiteY1" fmla="*/ 31816 h 85725"/>
                  <a:gd name="connsiteX2" fmla="*/ 187126 w 209550"/>
                  <a:gd name="connsiteY2" fmla="*/ 7718 h 85725"/>
                  <a:gd name="connsiteX3" fmla="*/ 15866 w 209550"/>
                  <a:gd name="connsiteY3" fmla="*/ 58867 h 85725"/>
                  <a:gd name="connsiteX4" fmla="*/ 22534 w 209550"/>
                  <a:gd name="connsiteY4" fmla="*/ 82965 h 85725"/>
                  <a:gd name="connsiteX5" fmla="*/ 22534 w 209550"/>
                  <a:gd name="connsiteY5" fmla="*/ 82965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9550" h="85725">
                    <a:moveTo>
                      <a:pt x="22534" y="82965"/>
                    </a:moveTo>
                    <a:cubicBezTo>
                      <a:pt x="79588" y="65916"/>
                      <a:pt x="136643" y="48866"/>
                      <a:pt x="193793" y="31816"/>
                    </a:cubicBezTo>
                    <a:cubicBezTo>
                      <a:pt x="209128" y="27244"/>
                      <a:pt x="202651" y="3146"/>
                      <a:pt x="187126" y="7718"/>
                    </a:cubicBezTo>
                    <a:cubicBezTo>
                      <a:pt x="130071" y="24768"/>
                      <a:pt x="73016" y="41817"/>
                      <a:pt x="15866" y="58867"/>
                    </a:cubicBezTo>
                    <a:cubicBezTo>
                      <a:pt x="531" y="63439"/>
                      <a:pt x="7103" y="87633"/>
                      <a:pt x="22534" y="82965"/>
                    </a:cubicBezTo>
                    <a:lnTo>
                      <a:pt x="22534" y="82965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1" name="任意多边形: 形状 100"/>
              <p:cNvSpPr/>
              <p:nvPr/>
            </p:nvSpPr>
            <p:spPr>
              <a:xfrm>
                <a:off x="8441630" y="2679373"/>
                <a:ext cx="475321" cy="64816"/>
              </a:xfrm>
              <a:custGeom>
                <a:avLst/>
                <a:gdLst>
                  <a:gd name="connsiteX0" fmla="*/ 19145 w 419100"/>
                  <a:gd name="connsiteY0" fmla="*/ 52409 h 57150"/>
                  <a:gd name="connsiteX1" fmla="*/ 150971 w 419100"/>
                  <a:gd name="connsiteY1" fmla="*/ 45551 h 57150"/>
                  <a:gd name="connsiteX2" fmla="*/ 359664 w 419100"/>
                  <a:gd name="connsiteY2" fmla="*/ 34597 h 57150"/>
                  <a:gd name="connsiteX3" fmla="*/ 407765 w 419100"/>
                  <a:gd name="connsiteY3" fmla="*/ 32121 h 57150"/>
                  <a:gd name="connsiteX4" fmla="*/ 407765 w 419100"/>
                  <a:gd name="connsiteY4" fmla="*/ 7165 h 57150"/>
                  <a:gd name="connsiteX5" fmla="*/ 275939 w 419100"/>
                  <a:gd name="connsiteY5" fmla="*/ 14023 h 57150"/>
                  <a:gd name="connsiteX6" fmla="*/ 67247 w 419100"/>
                  <a:gd name="connsiteY6" fmla="*/ 24977 h 57150"/>
                  <a:gd name="connsiteX7" fmla="*/ 19145 w 419100"/>
                  <a:gd name="connsiteY7" fmla="*/ 27454 h 57150"/>
                  <a:gd name="connsiteX8" fmla="*/ 19145 w 419100"/>
                  <a:gd name="connsiteY8" fmla="*/ 52409 h 57150"/>
                  <a:gd name="connsiteX9" fmla="*/ 19145 w 419100"/>
                  <a:gd name="connsiteY9" fmla="*/ 52409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9100" h="57150">
                    <a:moveTo>
                      <a:pt x="19145" y="52409"/>
                    </a:moveTo>
                    <a:cubicBezTo>
                      <a:pt x="63056" y="50123"/>
                      <a:pt x="107061" y="47837"/>
                      <a:pt x="150971" y="45551"/>
                    </a:cubicBezTo>
                    <a:cubicBezTo>
                      <a:pt x="220504" y="41932"/>
                      <a:pt x="290132" y="38312"/>
                      <a:pt x="359664" y="34597"/>
                    </a:cubicBezTo>
                    <a:cubicBezTo>
                      <a:pt x="375666" y="33740"/>
                      <a:pt x="391763" y="32883"/>
                      <a:pt x="407765" y="32121"/>
                    </a:cubicBezTo>
                    <a:cubicBezTo>
                      <a:pt x="423767" y="31264"/>
                      <a:pt x="423863" y="6308"/>
                      <a:pt x="407765" y="7165"/>
                    </a:cubicBezTo>
                    <a:cubicBezTo>
                      <a:pt x="363855" y="9451"/>
                      <a:pt x="319850" y="11737"/>
                      <a:pt x="275939" y="14023"/>
                    </a:cubicBezTo>
                    <a:cubicBezTo>
                      <a:pt x="206407" y="17643"/>
                      <a:pt x="136779" y="21262"/>
                      <a:pt x="67247" y="24977"/>
                    </a:cubicBezTo>
                    <a:cubicBezTo>
                      <a:pt x="51245" y="25834"/>
                      <a:pt x="35147" y="26692"/>
                      <a:pt x="19145" y="27454"/>
                    </a:cubicBezTo>
                    <a:cubicBezTo>
                      <a:pt x="3239" y="28311"/>
                      <a:pt x="3048" y="53266"/>
                      <a:pt x="19145" y="52409"/>
                    </a:cubicBezTo>
                    <a:lnTo>
                      <a:pt x="19145" y="52409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2" name="任意多边形: 形状 101"/>
              <p:cNvSpPr/>
              <p:nvPr/>
            </p:nvSpPr>
            <p:spPr>
              <a:xfrm>
                <a:off x="8684731" y="2441089"/>
                <a:ext cx="64816" cy="54014"/>
              </a:xfrm>
              <a:custGeom>
                <a:avLst/>
                <a:gdLst>
                  <a:gd name="connsiteX0" fmla="*/ 22921 w 57150"/>
                  <a:gd name="connsiteY0" fmla="*/ 40100 h 47625"/>
                  <a:gd name="connsiteX1" fmla="*/ 49115 w 57150"/>
                  <a:gd name="connsiteY1" fmla="*/ 30385 h 47625"/>
                  <a:gd name="connsiteX2" fmla="*/ 54830 w 57150"/>
                  <a:gd name="connsiteY2" fmla="*/ 22955 h 47625"/>
                  <a:gd name="connsiteX3" fmla="*/ 53591 w 57150"/>
                  <a:gd name="connsiteY3" fmla="*/ 13335 h 47625"/>
                  <a:gd name="connsiteX4" fmla="*/ 46162 w 57150"/>
                  <a:gd name="connsiteY4" fmla="*/ 7620 h 47625"/>
                  <a:gd name="connsiteX5" fmla="*/ 42828 w 57150"/>
                  <a:gd name="connsiteY5" fmla="*/ 7144 h 47625"/>
                  <a:gd name="connsiteX6" fmla="*/ 36542 w 57150"/>
                  <a:gd name="connsiteY6" fmla="*/ 8858 h 47625"/>
                  <a:gd name="connsiteX7" fmla="*/ 31017 w 57150"/>
                  <a:gd name="connsiteY7" fmla="*/ 11335 h 47625"/>
                  <a:gd name="connsiteX8" fmla="*/ 33970 w 57150"/>
                  <a:gd name="connsiteY8" fmla="*/ 10097 h 47625"/>
                  <a:gd name="connsiteX9" fmla="*/ 16253 w 57150"/>
                  <a:gd name="connsiteY9" fmla="*/ 16002 h 47625"/>
                  <a:gd name="connsiteX10" fmla="*/ 8824 w 57150"/>
                  <a:gd name="connsiteY10" fmla="*/ 21717 h 47625"/>
                  <a:gd name="connsiteX11" fmla="*/ 7586 w 57150"/>
                  <a:gd name="connsiteY11" fmla="*/ 31337 h 47625"/>
                  <a:gd name="connsiteX12" fmla="*/ 13301 w 57150"/>
                  <a:gd name="connsiteY12" fmla="*/ 38767 h 47625"/>
                  <a:gd name="connsiteX13" fmla="*/ 22921 w 57150"/>
                  <a:gd name="connsiteY13" fmla="*/ 40100 h 47625"/>
                  <a:gd name="connsiteX14" fmla="*/ 22921 w 57150"/>
                  <a:gd name="connsiteY14" fmla="*/ 40100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7150" h="47625">
                    <a:moveTo>
                      <a:pt x="22921" y="40100"/>
                    </a:moveTo>
                    <a:cubicBezTo>
                      <a:pt x="31970" y="37814"/>
                      <a:pt x="40733" y="34480"/>
                      <a:pt x="49115" y="30385"/>
                    </a:cubicBezTo>
                    <a:cubicBezTo>
                      <a:pt x="51782" y="29051"/>
                      <a:pt x="54068" y="25718"/>
                      <a:pt x="54830" y="22955"/>
                    </a:cubicBezTo>
                    <a:cubicBezTo>
                      <a:pt x="55687" y="20002"/>
                      <a:pt x="55306" y="16002"/>
                      <a:pt x="53591" y="13335"/>
                    </a:cubicBezTo>
                    <a:cubicBezTo>
                      <a:pt x="51877" y="10668"/>
                      <a:pt x="49305" y="8287"/>
                      <a:pt x="46162" y="7620"/>
                    </a:cubicBezTo>
                    <a:cubicBezTo>
                      <a:pt x="45019" y="7429"/>
                      <a:pt x="43971" y="7334"/>
                      <a:pt x="42828" y="7144"/>
                    </a:cubicBezTo>
                    <a:cubicBezTo>
                      <a:pt x="40542" y="7144"/>
                      <a:pt x="38447" y="7715"/>
                      <a:pt x="36542" y="8858"/>
                    </a:cubicBezTo>
                    <a:cubicBezTo>
                      <a:pt x="34732" y="9716"/>
                      <a:pt x="32827" y="10573"/>
                      <a:pt x="31017" y="11335"/>
                    </a:cubicBezTo>
                    <a:cubicBezTo>
                      <a:pt x="31970" y="10954"/>
                      <a:pt x="33017" y="10477"/>
                      <a:pt x="33970" y="10097"/>
                    </a:cubicBezTo>
                    <a:cubicBezTo>
                      <a:pt x="28255" y="12478"/>
                      <a:pt x="22349" y="14478"/>
                      <a:pt x="16253" y="16002"/>
                    </a:cubicBezTo>
                    <a:cubicBezTo>
                      <a:pt x="13205" y="16764"/>
                      <a:pt x="10348" y="19050"/>
                      <a:pt x="8824" y="21717"/>
                    </a:cubicBezTo>
                    <a:cubicBezTo>
                      <a:pt x="7300" y="24384"/>
                      <a:pt x="6633" y="28384"/>
                      <a:pt x="7586" y="31337"/>
                    </a:cubicBezTo>
                    <a:cubicBezTo>
                      <a:pt x="8538" y="34385"/>
                      <a:pt x="10443" y="37243"/>
                      <a:pt x="13301" y="38767"/>
                    </a:cubicBezTo>
                    <a:cubicBezTo>
                      <a:pt x="16349" y="40386"/>
                      <a:pt x="19587" y="40957"/>
                      <a:pt x="22921" y="40100"/>
                    </a:cubicBezTo>
                    <a:lnTo>
                      <a:pt x="22921" y="40100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3" name="任意多边形: 形状 102"/>
              <p:cNvSpPr/>
              <p:nvPr/>
            </p:nvSpPr>
            <p:spPr>
              <a:xfrm>
                <a:off x="8436266" y="2863921"/>
                <a:ext cx="226858" cy="118830"/>
              </a:xfrm>
              <a:custGeom>
                <a:avLst/>
                <a:gdLst>
                  <a:gd name="connsiteX0" fmla="*/ 16350 w 200025"/>
                  <a:gd name="connsiteY0" fmla="*/ 31897 h 104775"/>
                  <a:gd name="connsiteX1" fmla="*/ 181037 w 200025"/>
                  <a:gd name="connsiteY1" fmla="*/ 101239 h 104775"/>
                  <a:gd name="connsiteX2" fmla="*/ 196373 w 200025"/>
                  <a:gd name="connsiteY2" fmla="*/ 92476 h 104775"/>
                  <a:gd name="connsiteX3" fmla="*/ 187610 w 200025"/>
                  <a:gd name="connsiteY3" fmla="*/ 77141 h 104775"/>
                  <a:gd name="connsiteX4" fmla="*/ 22922 w 200025"/>
                  <a:gd name="connsiteY4" fmla="*/ 7799 h 104775"/>
                  <a:gd name="connsiteX5" fmla="*/ 7587 w 200025"/>
                  <a:gd name="connsiteY5" fmla="*/ 16562 h 104775"/>
                  <a:gd name="connsiteX6" fmla="*/ 16350 w 200025"/>
                  <a:gd name="connsiteY6" fmla="*/ 31897 h 104775"/>
                  <a:gd name="connsiteX7" fmla="*/ 16350 w 200025"/>
                  <a:gd name="connsiteY7" fmla="*/ 31897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0025" h="104775">
                    <a:moveTo>
                      <a:pt x="16350" y="31897"/>
                    </a:moveTo>
                    <a:cubicBezTo>
                      <a:pt x="71214" y="55043"/>
                      <a:pt x="126173" y="78094"/>
                      <a:pt x="181037" y="101239"/>
                    </a:cubicBezTo>
                    <a:cubicBezTo>
                      <a:pt x="187229" y="103811"/>
                      <a:pt x="194753" y="98382"/>
                      <a:pt x="196373" y="92476"/>
                    </a:cubicBezTo>
                    <a:cubicBezTo>
                      <a:pt x="198373" y="85237"/>
                      <a:pt x="193896" y="79713"/>
                      <a:pt x="187610" y="77141"/>
                    </a:cubicBezTo>
                    <a:cubicBezTo>
                      <a:pt x="132746" y="53995"/>
                      <a:pt x="77786" y="30945"/>
                      <a:pt x="22922" y="7799"/>
                    </a:cubicBezTo>
                    <a:cubicBezTo>
                      <a:pt x="16731" y="5227"/>
                      <a:pt x="9206" y="10657"/>
                      <a:pt x="7587" y="16562"/>
                    </a:cubicBezTo>
                    <a:cubicBezTo>
                      <a:pt x="5682" y="23801"/>
                      <a:pt x="10159" y="29326"/>
                      <a:pt x="16350" y="31897"/>
                    </a:cubicBezTo>
                    <a:lnTo>
                      <a:pt x="16350" y="31897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4" name="任意多边形: 形状 103"/>
              <p:cNvSpPr/>
              <p:nvPr/>
            </p:nvSpPr>
            <p:spPr>
              <a:xfrm>
                <a:off x="8673232" y="2958814"/>
                <a:ext cx="64816" cy="43211"/>
              </a:xfrm>
              <a:custGeom>
                <a:avLst/>
                <a:gdLst>
                  <a:gd name="connsiteX0" fmla="*/ 13343 w 57150"/>
                  <a:gd name="connsiteY0" fmla="*/ 30334 h 38100"/>
                  <a:gd name="connsiteX1" fmla="*/ 39632 w 57150"/>
                  <a:gd name="connsiteY1" fmla="*/ 39859 h 38100"/>
                  <a:gd name="connsiteX2" fmla="*/ 49252 w 57150"/>
                  <a:gd name="connsiteY2" fmla="*/ 38621 h 38100"/>
                  <a:gd name="connsiteX3" fmla="*/ 54967 w 57150"/>
                  <a:gd name="connsiteY3" fmla="*/ 31191 h 38100"/>
                  <a:gd name="connsiteX4" fmla="*/ 53729 w 57150"/>
                  <a:gd name="connsiteY4" fmla="*/ 21571 h 38100"/>
                  <a:gd name="connsiteX5" fmla="*/ 46300 w 57150"/>
                  <a:gd name="connsiteY5" fmla="*/ 15856 h 38100"/>
                  <a:gd name="connsiteX6" fmla="*/ 27726 w 57150"/>
                  <a:gd name="connsiteY6" fmla="*/ 9760 h 38100"/>
                  <a:gd name="connsiteX7" fmla="*/ 30679 w 57150"/>
                  <a:gd name="connsiteY7" fmla="*/ 10998 h 38100"/>
                  <a:gd name="connsiteX8" fmla="*/ 25916 w 57150"/>
                  <a:gd name="connsiteY8" fmla="*/ 8903 h 38100"/>
                  <a:gd name="connsiteX9" fmla="*/ 21249 w 57150"/>
                  <a:gd name="connsiteY9" fmla="*/ 7379 h 38100"/>
                  <a:gd name="connsiteX10" fmla="*/ 16296 w 57150"/>
                  <a:gd name="connsiteY10" fmla="*/ 7569 h 38100"/>
                  <a:gd name="connsiteX11" fmla="*/ 8866 w 57150"/>
                  <a:gd name="connsiteY11" fmla="*/ 13284 h 38100"/>
                  <a:gd name="connsiteX12" fmla="*/ 7628 w 57150"/>
                  <a:gd name="connsiteY12" fmla="*/ 22905 h 38100"/>
                  <a:gd name="connsiteX13" fmla="*/ 13343 w 57150"/>
                  <a:gd name="connsiteY13" fmla="*/ 30334 h 38100"/>
                  <a:gd name="connsiteX14" fmla="*/ 13343 w 57150"/>
                  <a:gd name="connsiteY14" fmla="*/ 3033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7150" h="38100">
                    <a:moveTo>
                      <a:pt x="13343" y="30334"/>
                    </a:moveTo>
                    <a:cubicBezTo>
                      <a:pt x="21820" y="34335"/>
                      <a:pt x="30583" y="37668"/>
                      <a:pt x="39632" y="39859"/>
                    </a:cubicBezTo>
                    <a:cubicBezTo>
                      <a:pt x="42871" y="40621"/>
                      <a:pt x="46395" y="40240"/>
                      <a:pt x="49252" y="38621"/>
                    </a:cubicBezTo>
                    <a:cubicBezTo>
                      <a:pt x="51824" y="37097"/>
                      <a:pt x="54301" y="34144"/>
                      <a:pt x="54967" y="31191"/>
                    </a:cubicBezTo>
                    <a:cubicBezTo>
                      <a:pt x="55729" y="27953"/>
                      <a:pt x="55539" y="24429"/>
                      <a:pt x="53729" y="21571"/>
                    </a:cubicBezTo>
                    <a:cubicBezTo>
                      <a:pt x="52015" y="18904"/>
                      <a:pt x="49443" y="16618"/>
                      <a:pt x="46300" y="15856"/>
                    </a:cubicBezTo>
                    <a:cubicBezTo>
                      <a:pt x="39918" y="14332"/>
                      <a:pt x="33727" y="12237"/>
                      <a:pt x="27726" y="9760"/>
                    </a:cubicBezTo>
                    <a:cubicBezTo>
                      <a:pt x="28678" y="10141"/>
                      <a:pt x="29726" y="10617"/>
                      <a:pt x="30679" y="10998"/>
                    </a:cubicBezTo>
                    <a:cubicBezTo>
                      <a:pt x="29059" y="10332"/>
                      <a:pt x="27535" y="9570"/>
                      <a:pt x="25916" y="8903"/>
                    </a:cubicBezTo>
                    <a:cubicBezTo>
                      <a:pt x="24487" y="7950"/>
                      <a:pt x="22963" y="7474"/>
                      <a:pt x="21249" y="7379"/>
                    </a:cubicBezTo>
                    <a:cubicBezTo>
                      <a:pt x="19630" y="6998"/>
                      <a:pt x="17915" y="7093"/>
                      <a:pt x="16296" y="7569"/>
                    </a:cubicBezTo>
                    <a:cubicBezTo>
                      <a:pt x="13438" y="8331"/>
                      <a:pt x="10295" y="10617"/>
                      <a:pt x="8866" y="13284"/>
                    </a:cubicBezTo>
                    <a:cubicBezTo>
                      <a:pt x="7342" y="16142"/>
                      <a:pt x="6580" y="19666"/>
                      <a:pt x="7628" y="22905"/>
                    </a:cubicBezTo>
                    <a:cubicBezTo>
                      <a:pt x="8485" y="25857"/>
                      <a:pt x="10390" y="29001"/>
                      <a:pt x="13343" y="30334"/>
                    </a:cubicBezTo>
                    <a:lnTo>
                      <a:pt x="13343" y="30334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05" name="组合 104"/>
            <p:cNvGrpSpPr/>
            <p:nvPr/>
          </p:nvGrpSpPr>
          <p:grpSpPr>
            <a:xfrm>
              <a:off x="2031396" y="2928291"/>
              <a:ext cx="450046" cy="667405"/>
              <a:chOff x="3553322" y="2130634"/>
              <a:chExt cx="580927" cy="861498"/>
            </a:xfrm>
          </p:grpSpPr>
          <p:sp>
            <p:nvSpPr>
              <p:cNvPr id="106" name="任意多边形: 形状 105"/>
              <p:cNvSpPr/>
              <p:nvPr/>
            </p:nvSpPr>
            <p:spPr>
              <a:xfrm>
                <a:off x="3810167" y="2130634"/>
                <a:ext cx="324082" cy="324082"/>
              </a:xfrm>
              <a:custGeom>
                <a:avLst/>
                <a:gdLst>
                  <a:gd name="connsiteX0" fmla="*/ 282173 w 285750"/>
                  <a:gd name="connsiteY0" fmla="*/ 259439 h 285750"/>
                  <a:gd name="connsiteX1" fmla="*/ 85767 w 285750"/>
                  <a:gd name="connsiteY1" fmla="*/ 63700 h 285750"/>
                  <a:gd name="connsiteX2" fmla="*/ 28712 w 285750"/>
                  <a:gd name="connsiteY2" fmla="*/ 10550 h 285750"/>
                  <a:gd name="connsiteX3" fmla="*/ 11091 w 285750"/>
                  <a:gd name="connsiteY3" fmla="*/ 28172 h 285750"/>
                  <a:gd name="connsiteX4" fmla="*/ 210354 w 285750"/>
                  <a:gd name="connsiteY4" fmla="*/ 221053 h 285750"/>
                  <a:gd name="connsiteX5" fmla="*/ 264456 w 285750"/>
                  <a:gd name="connsiteY5" fmla="*/ 277155 h 285750"/>
                  <a:gd name="connsiteX6" fmla="*/ 282173 w 285750"/>
                  <a:gd name="connsiteY6" fmla="*/ 259439 h 285750"/>
                  <a:gd name="connsiteX7" fmla="*/ 282173 w 285750"/>
                  <a:gd name="connsiteY7" fmla="*/ 259439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85750" h="285750">
                    <a:moveTo>
                      <a:pt x="282173" y="259439"/>
                    </a:moveTo>
                    <a:cubicBezTo>
                      <a:pt x="218450" y="192478"/>
                      <a:pt x="152918" y="127232"/>
                      <a:pt x="85767" y="63700"/>
                    </a:cubicBezTo>
                    <a:cubicBezTo>
                      <a:pt x="66908" y="45888"/>
                      <a:pt x="47858" y="28172"/>
                      <a:pt x="28712" y="10550"/>
                    </a:cubicBezTo>
                    <a:cubicBezTo>
                      <a:pt x="16901" y="-308"/>
                      <a:pt x="-815" y="17313"/>
                      <a:pt x="11091" y="28172"/>
                    </a:cubicBezTo>
                    <a:cubicBezTo>
                      <a:pt x="79195" y="90656"/>
                      <a:pt x="145679" y="154949"/>
                      <a:pt x="210354" y="221053"/>
                    </a:cubicBezTo>
                    <a:cubicBezTo>
                      <a:pt x="228547" y="239627"/>
                      <a:pt x="246549" y="258296"/>
                      <a:pt x="264456" y="277155"/>
                    </a:cubicBezTo>
                    <a:cubicBezTo>
                      <a:pt x="275600" y="288776"/>
                      <a:pt x="293222" y="271154"/>
                      <a:pt x="282173" y="259439"/>
                    </a:cubicBezTo>
                    <a:lnTo>
                      <a:pt x="282173" y="259439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7" name="任意多边形: 形状 106"/>
              <p:cNvSpPr/>
              <p:nvPr/>
            </p:nvSpPr>
            <p:spPr>
              <a:xfrm>
                <a:off x="3817878" y="2481702"/>
                <a:ext cx="226858" cy="118830"/>
              </a:xfrm>
              <a:custGeom>
                <a:avLst/>
                <a:gdLst>
                  <a:gd name="connsiteX0" fmla="*/ 188601 w 200025"/>
                  <a:gd name="connsiteY0" fmla="*/ 74862 h 104775"/>
                  <a:gd name="connsiteX1" fmla="*/ 22961 w 200025"/>
                  <a:gd name="connsiteY1" fmla="*/ 7806 h 104775"/>
                  <a:gd name="connsiteX2" fmla="*/ 7626 w 200025"/>
                  <a:gd name="connsiteY2" fmla="*/ 16569 h 104775"/>
                  <a:gd name="connsiteX3" fmla="*/ 16389 w 200025"/>
                  <a:gd name="connsiteY3" fmla="*/ 31905 h 104775"/>
                  <a:gd name="connsiteX4" fmla="*/ 182029 w 200025"/>
                  <a:gd name="connsiteY4" fmla="*/ 98961 h 104775"/>
                  <a:gd name="connsiteX5" fmla="*/ 197364 w 200025"/>
                  <a:gd name="connsiteY5" fmla="*/ 90198 h 104775"/>
                  <a:gd name="connsiteX6" fmla="*/ 188601 w 200025"/>
                  <a:gd name="connsiteY6" fmla="*/ 74862 h 104775"/>
                  <a:gd name="connsiteX7" fmla="*/ 188601 w 200025"/>
                  <a:gd name="connsiteY7" fmla="*/ 74862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0025" h="104775">
                    <a:moveTo>
                      <a:pt x="188601" y="74862"/>
                    </a:moveTo>
                    <a:cubicBezTo>
                      <a:pt x="133356" y="52479"/>
                      <a:pt x="78206" y="30095"/>
                      <a:pt x="22961" y="7806"/>
                    </a:cubicBezTo>
                    <a:cubicBezTo>
                      <a:pt x="16675" y="5235"/>
                      <a:pt x="9245" y="10569"/>
                      <a:pt x="7626" y="16569"/>
                    </a:cubicBezTo>
                    <a:cubicBezTo>
                      <a:pt x="5626" y="23713"/>
                      <a:pt x="10102" y="29428"/>
                      <a:pt x="16389" y="31905"/>
                    </a:cubicBezTo>
                    <a:cubicBezTo>
                      <a:pt x="71634" y="54288"/>
                      <a:pt x="126784" y="76672"/>
                      <a:pt x="182029" y="98961"/>
                    </a:cubicBezTo>
                    <a:cubicBezTo>
                      <a:pt x="188315" y="101532"/>
                      <a:pt x="195745" y="96198"/>
                      <a:pt x="197364" y="90198"/>
                    </a:cubicBezTo>
                    <a:cubicBezTo>
                      <a:pt x="199269" y="83149"/>
                      <a:pt x="194887" y="77434"/>
                      <a:pt x="188601" y="74862"/>
                    </a:cubicBezTo>
                    <a:lnTo>
                      <a:pt x="188601" y="74862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8" name="任意多边形: 形状 107"/>
              <p:cNvSpPr/>
              <p:nvPr/>
            </p:nvSpPr>
            <p:spPr>
              <a:xfrm>
                <a:off x="3553322" y="2667181"/>
                <a:ext cx="475321" cy="108027"/>
              </a:xfrm>
              <a:custGeom>
                <a:avLst/>
                <a:gdLst>
                  <a:gd name="connsiteX0" fmla="*/ 407863 w 419100"/>
                  <a:gd name="connsiteY0" fmla="*/ 64389 h 95250"/>
                  <a:gd name="connsiteX1" fmla="*/ 277275 w 419100"/>
                  <a:gd name="connsiteY1" fmla="*/ 45053 h 95250"/>
                  <a:gd name="connsiteX2" fmla="*/ 70487 w 419100"/>
                  <a:gd name="connsiteY2" fmla="*/ 14383 h 95250"/>
                  <a:gd name="connsiteX3" fmla="*/ 22862 w 419100"/>
                  <a:gd name="connsiteY3" fmla="*/ 7334 h 95250"/>
                  <a:gd name="connsiteX4" fmla="*/ 7527 w 419100"/>
                  <a:gd name="connsiteY4" fmla="*/ 16097 h 95250"/>
                  <a:gd name="connsiteX5" fmla="*/ 16290 w 419100"/>
                  <a:gd name="connsiteY5" fmla="*/ 31433 h 95250"/>
                  <a:gd name="connsiteX6" fmla="*/ 146878 w 419100"/>
                  <a:gd name="connsiteY6" fmla="*/ 50768 h 95250"/>
                  <a:gd name="connsiteX7" fmla="*/ 353666 w 419100"/>
                  <a:gd name="connsiteY7" fmla="*/ 81439 h 95250"/>
                  <a:gd name="connsiteX8" fmla="*/ 401386 w 419100"/>
                  <a:gd name="connsiteY8" fmla="*/ 88487 h 95250"/>
                  <a:gd name="connsiteX9" fmla="*/ 416721 w 419100"/>
                  <a:gd name="connsiteY9" fmla="*/ 79724 h 95250"/>
                  <a:gd name="connsiteX10" fmla="*/ 407863 w 419100"/>
                  <a:gd name="connsiteY10" fmla="*/ 64389 h 95250"/>
                  <a:gd name="connsiteX11" fmla="*/ 407863 w 419100"/>
                  <a:gd name="connsiteY11" fmla="*/ 64389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19100" h="95250">
                    <a:moveTo>
                      <a:pt x="407863" y="64389"/>
                    </a:moveTo>
                    <a:cubicBezTo>
                      <a:pt x="364334" y="57912"/>
                      <a:pt x="320804" y="51530"/>
                      <a:pt x="277275" y="45053"/>
                    </a:cubicBezTo>
                    <a:cubicBezTo>
                      <a:pt x="208314" y="34862"/>
                      <a:pt x="139448" y="24670"/>
                      <a:pt x="70487" y="14383"/>
                    </a:cubicBezTo>
                    <a:cubicBezTo>
                      <a:pt x="54676" y="12097"/>
                      <a:pt x="38769" y="9716"/>
                      <a:pt x="22862" y="7334"/>
                    </a:cubicBezTo>
                    <a:cubicBezTo>
                      <a:pt x="16195" y="6382"/>
                      <a:pt x="9432" y="8954"/>
                      <a:pt x="7527" y="16097"/>
                    </a:cubicBezTo>
                    <a:cubicBezTo>
                      <a:pt x="5908" y="22003"/>
                      <a:pt x="9527" y="30480"/>
                      <a:pt x="16290" y="31433"/>
                    </a:cubicBezTo>
                    <a:cubicBezTo>
                      <a:pt x="59819" y="37910"/>
                      <a:pt x="103349" y="44291"/>
                      <a:pt x="146878" y="50768"/>
                    </a:cubicBezTo>
                    <a:cubicBezTo>
                      <a:pt x="215839" y="60960"/>
                      <a:pt x="284705" y="71152"/>
                      <a:pt x="353666" y="81439"/>
                    </a:cubicBezTo>
                    <a:cubicBezTo>
                      <a:pt x="369573" y="83820"/>
                      <a:pt x="385479" y="86106"/>
                      <a:pt x="401386" y="88487"/>
                    </a:cubicBezTo>
                    <a:cubicBezTo>
                      <a:pt x="408053" y="89440"/>
                      <a:pt x="414816" y="86868"/>
                      <a:pt x="416721" y="79724"/>
                    </a:cubicBezTo>
                    <a:cubicBezTo>
                      <a:pt x="418245" y="73914"/>
                      <a:pt x="414530" y="65437"/>
                      <a:pt x="407863" y="64389"/>
                    </a:cubicBezTo>
                    <a:lnTo>
                      <a:pt x="407863" y="64389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9" name="任意多边形: 形状 108"/>
              <p:cNvSpPr/>
              <p:nvPr/>
            </p:nvSpPr>
            <p:spPr>
              <a:xfrm>
                <a:off x="3745821" y="2445788"/>
                <a:ext cx="64816" cy="54014"/>
              </a:xfrm>
              <a:custGeom>
                <a:avLst/>
                <a:gdLst>
                  <a:gd name="connsiteX0" fmla="*/ 45347 w 57150"/>
                  <a:gd name="connsiteY0" fmla="*/ 18232 h 47625"/>
                  <a:gd name="connsiteX1" fmla="*/ 38775 w 57150"/>
                  <a:gd name="connsiteY1" fmla="*/ 15660 h 47625"/>
                  <a:gd name="connsiteX2" fmla="*/ 41727 w 57150"/>
                  <a:gd name="connsiteY2" fmla="*/ 16898 h 47625"/>
                  <a:gd name="connsiteX3" fmla="*/ 25916 w 57150"/>
                  <a:gd name="connsiteY3" fmla="*/ 8802 h 47625"/>
                  <a:gd name="connsiteX4" fmla="*/ 16296 w 57150"/>
                  <a:gd name="connsiteY4" fmla="*/ 7564 h 47625"/>
                  <a:gd name="connsiteX5" fmla="*/ 8866 w 57150"/>
                  <a:gd name="connsiteY5" fmla="*/ 13279 h 47625"/>
                  <a:gd name="connsiteX6" fmla="*/ 7628 w 57150"/>
                  <a:gd name="connsiteY6" fmla="*/ 22899 h 47625"/>
                  <a:gd name="connsiteX7" fmla="*/ 13343 w 57150"/>
                  <a:gd name="connsiteY7" fmla="*/ 30328 h 47625"/>
                  <a:gd name="connsiteX8" fmla="*/ 38679 w 57150"/>
                  <a:gd name="connsiteY8" fmla="*/ 42139 h 47625"/>
                  <a:gd name="connsiteX9" fmla="*/ 48300 w 57150"/>
                  <a:gd name="connsiteY9" fmla="*/ 40901 h 47625"/>
                  <a:gd name="connsiteX10" fmla="*/ 54015 w 57150"/>
                  <a:gd name="connsiteY10" fmla="*/ 33472 h 47625"/>
                  <a:gd name="connsiteX11" fmla="*/ 52776 w 57150"/>
                  <a:gd name="connsiteY11" fmla="*/ 23851 h 47625"/>
                  <a:gd name="connsiteX12" fmla="*/ 50871 w 57150"/>
                  <a:gd name="connsiteY12" fmla="*/ 21280 h 47625"/>
                  <a:gd name="connsiteX13" fmla="*/ 45347 w 57150"/>
                  <a:gd name="connsiteY13" fmla="*/ 18232 h 47625"/>
                  <a:gd name="connsiteX14" fmla="*/ 45347 w 57150"/>
                  <a:gd name="connsiteY14" fmla="*/ 18232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7150" h="47625">
                    <a:moveTo>
                      <a:pt x="45347" y="18232"/>
                    </a:moveTo>
                    <a:cubicBezTo>
                      <a:pt x="43156" y="17470"/>
                      <a:pt x="40965" y="16612"/>
                      <a:pt x="38775" y="15660"/>
                    </a:cubicBezTo>
                    <a:cubicBezTo>
                      <a:pt x="39727" y="16041"/>
                      <a:pt x="40775" y="16517"/>
                      <a:pt x="41727" y="16898"/>
                    </a:cubicBezTo>
                    <a:cubicBezTo>
                      <a:pt x="36298" y="14612"/>
                      <a:pt x="30964" y="11945"/>
                      <a:pt x="25916" y="8802"/>
                    </a:cubicBezTo>
                    <a:cubicBezTo>
                      <a:pt x="23154" y="7183"/>
                      <a:pt x="19344" y="6706"/>
                      <a:pt x="16296" y="7564"/>
                    </a:cubicBezTo>
                    <a:cubicBezTo>
                      <a:pt x="13438" y="8326"/>
                      <a:pt x="10295" y="10612"/>
                      <a:pt x="8866" y="13279"/>
                    </a:cubicBezTo>
                    <a:cubicBezTo>
                      <a:pt x="7342" y="16136"/>
                      <a:pt x="6580" y="19660"/>
                      <a:pt x="7628" y="22899"/>
                    </a:cubicBezTo>
                    <a:cubicBezTo>
                      <a:pt x="8676" y="26042"/>
                      <a:pt x="10485" y="28614"/>
                      <a:pt x="13343" y="30328"/>
                    </a:cubicBezTo>
                    <a:cubicBezTo>
                      <a:pt x="21344" y="35186"/>
                      <a:pt x="29916" y="39091"/>
                      <a:pt x="38679" y="42139"/>
                    </a:cubicBezTo>
                    <a:cubicBezTo>
                      <a:pt x="41632" y="43187"/>
                      <a:pt x="45728" y="42425"/>
                      <a:pt x="48300" y="40901"/>
                    </a:cubicBezTo>
                    <a:cubicBezTo>
                      <a:pt x="50871" y="39377"/>
                      <a:pt x="53348" y="36424"/>
                      <a:pt x="54015" y="33472"/>
                    </a:cubicBezTo>
                    <a:cubicBezTo>
                      <a:pt x="54777" y="30233"/>
                      <a:pt x="54586" y="26709"/>
                      <a:pt x="52776" y="23851"/>
                    </a:cubicBezTo>
                    <a:cubicBezTo>
                      <a:pt x="52110" y="22994"/>
                      <a:pt x="51443" y="22137"/>
                      <a:pt x="50871" y="21280"/>
                    </a:cubicBezTo>
                    <a:cubicBezTo>
                      <a:pt x="49252" y="19946"/>
                      <a:pt x="47442" y="18803"/>
                      <a:pt x="45347" y="18232"/>
                    </a:cubicBezTo>
                    <a:lnTo>
                      <a:pt x="45347" y="18232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0" name="任意多边形: 形状 109"/>
              <p:cNvSpPr/>
              <p:nvPr/>
            </p:nvSpPr>
            <p:spPr>
              <a:xfrm>
                <a:off x="3824694" y="2909318"/>
                <a:ext cx="237660" cy="75619"/>
              </a:xfrm>
              <a:custGeom>
                <a:avLst/>
                <a:gdLst>
                  <a:gd name="connsiteX0" fmla="*/ 192211 w 209550"/>
                  <a:gd name="connsiteY0" fmla="*/ 7388 h 66675"/>
                  <a:gd name="connsiteX1" fmla="*/ 16284 w 209550"/>
                  <a:gd name="connsiteY1" fmla="*/ 38535 h 66675"/>
                  <a:gd name="connsiteX2" fmla="*/ 7521 w 209550"/>
                  <a:gd name="connsiteY2" fmla="*/ 53870 h 66675"/>
                  <a:gd name="connsiteX3" fmla="*/ 22856 w 209550"/>
                  <a:gd name="connsiteY3" fmla="*/ 62633 h 66675"/>
                  <a:gd name="connsiteX4" fmla="*/ 198783 w 209550"/>
                  <a:gd name="connsiteY4" fmla="*/ 31486 h 66675"/>
                  <a:gd name="connsiteX5" fmla="*/ 207546 w 209550"/>
                  <a:gd name="connsiteY5" fmla="*/ 16151 h 66675"/>
                  <a:gd name="connsiteX6" fmla="*/ 192211 w 209550"/>
                  <a:gd name="connsiteY6" fmla="*/ 7388 h 66675"/>
                  <a:gd name="connsiteX7" fmla="*/ 192211 w 209550"/>
                  <a:gd name="connsiteY7" fmla="*/ 7388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9550" h="66675">
                    <a:moveTo>
                      <a:pt x="192211" y="7388"/>
                    </a:moveTo>
                    <a:cubicBezTo>
                      <a:pt x="133537" y="17770"/>
                      <a:pt x="74958" y="28153"/>
                      <a:pt x="16284" y="38535"/>
                    </a:cubicBezTo>
                    <a:cubicBezTo>
                      <a:pt x="9617" y="39678"/>
                      <a:pt x="5902" y="47869"/>
                      <a:pt x="7521" y="53870"/>
                    </a:cubicBezTo>
                    <a:cubicBezTo>
                      <a:pt x="9426" y="60919"/>
                      <a:pt x="16189" y="63776"/>
                      <a:pt x="22856" y="62633"/>
                    </a:cubicBezTo>
                    <a:cubicBezTo>
                      <a:pt x="81530" y="52251"/>
                      <a:pt x="140109" y="41869"/>
                      <a:pt x="198783" y="31486"/>
                    </a:cubicBezTo>
                    <a:cubicBezTo>
                      <a:pt x="205451" y="30343"/>
                      <a:pt x="209165" y="22152"/>
                      <a:pt x="207546" y="16151"/>
                    </a:cubicBezTo>
                    <a:cubicBezTo>
                      <a:pt x="205641" y="9103"/>
                      <a:pt x="198878" y="6245"/>
                      <a:pt x="192211" y="7388"/>
                    </a:cubicBezTo>
                    <a:lnTo>
                      <a:pt x="192211" y="7388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1" name="任意多边形: 形状 110"/>
              <p:cNvSpPr/>
              <p:nvPr/>
            </p:nvSpPr>
            <p:spPr>
              <a:xfrm>
                <a:off x="3744516" y="2948921"/>
                <a:ext cx="64816" cy="43211"/>
              </a:xfrm>
              <a:custGeom>
                <a:avLst/>
                <a:gdLst>
                  <a:gd name="connsiteX0" fmla="*/ 40782 w 57150"/>
                  <a:gd name="connsiteY0" fmla="*/ 7521 h 38100"/>
                  <a:gd name="connsiteX1" fmla="*/ 30495 w 57150"/>
                  <a:gd name="connsiteY1" fmla="*/ 9331 h 38100"/>
                  <a:gd name="connsiteX2" fmla="*/ 33829 w 57150"/>
                  <a:gd name="connsiteY2" fmla="*/ 8855 h 38100"/>
                  <a:gd name="connsiteX3" fmla="*/ 19637 w 57150"/>
                  <a:gd name="connsiteY3" fmla="*/ 9903 h 38100"/>
                  <a:gd name="connsiteX4" fmla="*/ 10778 w 57150"/>
                  <a:gd name="connsiteY4" fmla="*/ 13522 h 38100"/>
                  <a:gd name="connsiteX5" fmla="*/ 7159 w 57150"/>
                  <a:gd name="connsiteY5" fmla="*/ 22380 h 38100"/>
                  <a:gd name="connsiteX6" fmla="*/ 10778 w 57150"/>
                  <a:gd name="connsiteY6" fmla="*/ 31239 h 38100"/>
                  <a:gd name="connsiteX7" fmla="*/ 19637 w 57150"/>
                  <a:gd name="connsiteY7" fmla="*/ 34858 h 38100"/>
                  <a:gd name="connsiteX8" fmla="*/ 47545 w 57150"/>
                  <a:gd name="connsiteY8" fmla="*/ 31524 h 38100"/>
                  <a:gd name="connsiteX9" fmla="*/ 54974 w 57150"/>
                  <a:gd name="connsiteY9" fmla="*/ 25809 h 38100"/>
                  <a:gd name="connsiteX10" fmla="*/ 56213 w 57150"/>
                  <a:gd name="connsiteY10" fmla="*/ 16189 h 38100"/>
                  <a:gd name="connsiteX11" fmla="*/ 50498 w 57150"/>
                  <a:gd name="connsiteY11" fmla="*/ 8760 h 38100"/>
                  <a:gd name="connsiteX12" fmla="*/ 40782 w 57150"/>
                  <a:gd name="connsiteY12" fmla="*/ 7521 h 38100"/>
                  <a:gd name="connsiteX13" fmla="*/ 40782 w 57150"/>
                  <a:gd name="connsiteY13" fmla="*/ 7521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7150" h="38100">
                    <a:moveTo>
                      <a:pt x="40782" y="7521"/>
                    </a:moveTo>
                    <a:cubicBezTo>
                      <a:pt x="37353" y="8283"/>
                      <a:pt x="33924" y="8855"/>
                      <a:pt x="30495" y="9331"/>
                    </a:cubicBezTo>
                    <a:cubicBezTo>
                      <a:pt x="31638" y="9141"/>
                      <a:pt x="32686" y="9045"/>
                      <a:pt x="33829" y="8855"/>
                    </a:cubicBezTo>
                    <a:cubicBezTo>
                      <a:pt x="29066" y="9522"/>
                      <a:pt x="24399" y="9807"/>
                      <a:pt x="19637" y="9903"/>
                    </a:cubicBezTo>
                    <a:cubicBezTo>
                      <a:pt x="16398" y="9998"/>
                      <a:pt x="13064" y="11236"/>
                      <a:pt x="10778" y="13522"/>
                    </a:cubicBezTo>
                    <a:cubicBezTo>
                      <a:pt x="8588" y="15713"/>
                      <a:pt x="6968" y="19237"/>
                      <a:pt x="7159" y="22380"/>
                    </a:cubicBezTo>
                    <a:cubicBezTo>
                      <a:pt x="7349" y="25619"/>
                      <a:pt x="8397" y="28953"/>
                      <a:pt x="10778" y="31239"/>
                    </a:cubicBezTo>
                    <a:cubicBezTo>
                      <a:pt x="13160" y="33429"/>
                      <a:pt x="16208" y="34953"/>
                      <a:pt x="19637" y="34858"/>
                    </a:cubicBezTo>
                    <a:cubicBezTo>
                      <a:pt x="28971" y="34668"/>
                      <a:pt x="38401" y="33525"/>
                      <a:pt x="47545" y="31524"/>
                    </a:cubicBezTo>
                    <a:cubicBezTo>
                      <a:pt x="50498" y="30858"/>
                      <a:pt x="53546" y="28381"/>
                      <a:pt x="54974" y="25809"/>
                    </a:cubicBezTo>
                    <a:cubicBezTo>
                      <a:pt x="56498" y="23142"/>
                      <a:pt x="57165" y="19142"/>
                      <a:pt x="56213" y="16189"/>
                    </a:cubicBezTo>
                    <a:cubicBezTo>
                      <a:pt x="55260" y="13141"/>
                      <a:pt x="53355" y="10284"/>
                      <a:pt x="50498" y="8760"/>
                    </a:cubicBezTo>
                    <a:cubicBezTo>
                      <a:pt x="47354" y="7140"/>
                      <a:pt x="44116" y="6759"/>
                      <a:pt x="40782" y="7521"/>
                    </a:cubicBezTo>
                    <a:lnTo>
                      <a:pt x="40782" y="7521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20" name="组合 119"/>
          <p:cNvGrpSpPr/>
          <p:nvPr/>
        </p:nvGrpSpPr>
        <p:grpSpPr>
          <a:xfrm rot="910366">
            <a:off x="3227454" y="4203637"/>
            <a:ext cx="935865" cy="477549"/>
            <a:chOff x="2312455" y="2234073"/>
            <a:chExt cx="935865" cy="477549"/>
          </a:xfrm>
        </p:grpSpPr>
        <p:grpSp>
          <p:nvGrpSpPr>
            <p:cNvPr id="115" name="组合 114"/>
            <p:cNvGrpSpPr/>
            <p:nvPr/>
          </p:nvGrpSpPr>
          <p:grpSpPr>
            <a:xfrm rot="20700000">
              <a:off x="2312455" y="2234073"/>
              <a:ext cx="935865" cy="477549"/>
              <a:chOff x="1007320" y="3891219"/>
              <a:chExt cx="1676400" cy="586561"/>
            </a:xfrm>
          </p:grpSpPr>
          <p:sp>
            <p:nvSpPr>
              <p:cNvPr id="117" name="任意多边形: 形状 116"/>
              <p:cNvSpPr/>
              <p:nvPr/>
            </p:nvSpPr>
            <p:spPr>
              <a:xfrm>
                <a:off x="1016286" y="3891219"/>
                <a:ext cx="1657350" cy="552450"/>
              </a:xfrm>
              <a:custGeom>
                <a:avLst/>
                <a:gdLst>
                  <a:gd name="connsiteX0" fmla="*/ 1476947 w 1657350"/>
                  <a:gd name="connsiteY0" fmla="*/ 21562 h 552450"/>
                  <a:gd name="connsiteX1" fmla="*/ 810007 w 1657350"/>
                  <a:gd name="connsiteY1" fmla="*/ 11656 h 552450"/>
                  <a:gd name="connsiteX2" fmla="*/ 437293 w 1657350"/>
                  <a:gd name="connsiteY2" fmla="*/ 26515 h 552450"/>
                  <a:gd name="connsiteX3" fmla="*/ 77439 w 1657350"/>
                  <a:gd name="connsiteY3" fmla="*/ 156912 h 552450"/>
                  <a:gd name="connsiteX4" fmla="*/ 118492 w 1657350"/>
                  <a:gd name="connsiteY4" fmla="*/ 510671 h 552450"/>
                  <a:gd name="connsiteX5" fmla="*/ 310040 w 1657350"/>
                  <a:gd name="connsiteY5" fmla="*/ 543437 h 552450"/>
                  <a:gd name="connsiteX6" fmla="*/ 943547 w 1657350"/>
                  <a:gd name="connsiteY6" fmla="*/ 550390 h 552450"/>
                  <a:gd name="connsiteX7" fmla="*/ 1290162 w 1657350"/>
                  <a:gd name="connsiteY7" fmla="*/ 531340 h 552450"/>
                  <a:gd name="connsiteX8" fmla="*/ 1596105 w 1657350"/>
                  <a:gd name="connsiteY8" fmla="*/ 402562 h 552450"/>
                  <a:gd name="connsiteX9" fmla="*/ 1476947 w 1657350"/>
                  <a:gd name="connsiteY9" fmla="*/ 21562 h 55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57350" h="552450">
                    <a:moveTo>
                      <a:pt x="1476947" y="21562"/>
                    </a:moveTo>
                    <a:cubicBezTo>
                      <a:pt x="1244156" y="-917"/>
                      <a:pt x="1043941" y="8894"/>
                      <a:pt x="810007" y="11656"/>
                    </a:cubicBezTo>
                    <a:cubicBezTo>
                      <a:pt x="685706" y="13085"/>
                      <a:pt x="561119" y="14609"/>
                      <a:pt x="437293" y="26515"/>
                    </a:cubicBezTo>
                    <a:cubicBezTo>
                      <a:pt x="312421" y="38612"/>
                      <a:pt x="167165" y="62234"/>
                      <a:pt x="77439" y="156912"/>
                    </a:cubicBezTo>
                    <a:cubicBezTo>
                      <a:pt x="-19621" y="259306"/>
                      <a:pt x="-25336" y="443234"/>
                      <a:pt x="118492" y="510671"/>
                    </a:cubicBezTo>
                    <a:cubicBezTo>
                      <a:pt x="178023" y="538579"/>
                      <a:pt x="244984" y="541246"/>
                      <a:pt x="310040" y="543437"/>
                    </a:cubicBezTo>
                    <a:cubicBezTo>
                      <a:pt x="521114" y="550676"/>
                      <a:pt x="732473" y="554581"/>
                      <a:pt x="943547" y="550390"/>
                    </a:cubicBezTo>
                    <a:cubicBezTo>
                      <a:pt x="1059181" y="548104"/>
                      <a:pt x="1175195" y="544199"/>
                      <a:pt x="1290162" y="531340"/>
                    </a:cubicBezTo>
                    <a:cubicBezTo>
                      <a:pt x="1403700" y="518672"/>
                      <a:pt x="1523239" y="496765"/>
                      <a:pt x="1596105" y="402562"/>
                    </a:cubicBezTo>
                    <a:cubicBezTo>
                      <a:pt x="1693546" y="276832"/>
                      <a:pt x="1669924" y="39850"/>
                      <a:pt x="1476947" y="21562"/>
                    </a:cubicBezTo>
                  </a:path>
                </a:pathLst>
              </a:custGeom>
              <a:solidFill>
                <a:srgbClr val="FF988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8" name="任意多边形: 形状 117"/>
              <p:cNvSpPr/>
              <p:nvPr/>
            </p:nvSpPr>
            <p:spPr>
              <a:xfrm>
                <a:off x="1007320" y="3906280"/>
                <a:ext cx="1676400" cy="571500"/>
              </a:xfrm>
              <a:custGeom>
                <a:avLst/>
                <a:gdLst>
                  <a:gd name="connsiteX0" fmla="*/ 1485913 w 1676400"/>
                  <a:gd name="connsiteY0" fmla="*/ 21449 h 571500"/>
                  <a:gd name="connsiteX1" fmla="*/ 1030999 w 1676400"/>
                  <a:gd name="connsiteY1" fmla="*/ 8114 h 571500"/>
                  <a:gd name="connsiteX2" fmla="*/ 799446 w 1676400"/>
                  <a:gd name="connsiteY2" fmla="*/ 11829 h 571500"/>
                  <a:gd name="connsiteX3" fmla="*/ 560274 w 1676400"/>
                  <a:gd name="connsiteY3" fmla="*/ 18115 h 571500"/>
                  <a:gd name="connsiteX4" fmla="*/ 352152 w 1676400"/>
                  <a:gd name="connsiteY4" fmla="*/ 38213 h 571500"/>
                  <a:gd name="connsiteX5" fmla="*/ 176416 w 1676400"/>
                  <a:gd name="connsiteY5" fmla="*/ 90029 h 571500"/>
                  <a:gd name="connsiteX6" fmla="*/ 49924 w 1676400"/>
                  <a:gd name="connsiteY6" fmla="*/ 197852 h 571500"/>
                  <a:gd name="connsiteX7" fmla="*/ 7252 w 1676400"/>
                  <a:gd name="connsiteY7" fmla="*/ 333774 h 571500"/>
                  <a:gd name="connsiteX8" fmla="*/ 46781 w 1676400"/>
                  <a:gd name="connsiteY8" fmla="*/ 465886 h 571500"/>
                  <a:gd name="connsiteX9" fmla="*/ 194704 w 1676400"/>
                  <a:gd name="connsiteY9" fmla="*/ 550182 h 571500"/>
                  <a:gd name="connsiteX10" fmla="*/ 302718 w 1676400"/>
                  <a:gd name="connsiteY10" fmla="*/ 560659 h 571500"/>
                  <a:gd name="connsiteX11" fmla="*/ 420542 w 1676400"/>
                  <a:gd name="connsiteY11" fmla="*/ 564469 h 571500"/>
                  <a:gd name="connsiteX12" fmla="*/ 661524 w 1676400"/>
                  <a:gd name="connsiteY12" fmla="*/ 569327 h 571500"/>
                  <a:gd name="connsiteX13" fmla="*/ 1144061 w 1676400"/>
                  <a:gd name="connsiteY13" fmla="*/ 561802 h 571500"/>
                  <a:gd name="connsiteX14" fmla="*/ 1361517 w 1676400"/>
                  <a:gd name="connsiteY14" fmla="*/ 541038 h 571500"/>
                  <a:gd name="connsiteX15" fmla="*/ 1531443 w 1676400"/>
                  <a:gd name="connsiteY15" fmla="*/ 487031 h 571500"/>
                  <a:gd name="connsiteX16" fmla="*/ 1639551 w 1676400"/>
                  <a:gd name="connsiteY16" fmla="*/ 372731 h 571500"/>
                  <a:gd name="connsiteX17" fmla="*/ 1669841 w 1676400"/>
                  <a:gd name="connsiteY17" fmla="*/ 245763 h 571500"/>
                  <a:gd name="connsiteX18" fmla="*/ 1553731 w 1676400"/>
                  <a:gd name="connsiteY18" fmla="*/ 38689 h 571500"/>
                  <a:gd name="connsiteX19" fmla="*/ 1485913 w 1676400"/>
                  <a:gd name="connsiteY19" fmla="*/ 21449 h 571500"/>
                  <a:gd name="connsiteX20" fmla="*/ 1485913 w 1676400"/>
                  <a:gd name="connsiteY20" fmla="*/ 39261 h 571500"/>
                  <a:gd name="connsiteX21" fmla="*/ 1599261 w 1676400"/>
                  <a:gd name="connsiteY21" fmla="*/ 92220 h 571500"/>
                  <a:gd name="connsiteX22" fmla="*/ 1648600 w 1676400"/>
                  <a:gd name="connsiteY22" fmla="*/ 196900 h 571500"/>
                  <a:gd name="connsiteX23" fmla="*/ 1572495 w 1676400"/>
                  <a:gd name="connsiteY23" fmla="*/ 434358 h 571500"/>
                  <a:gd name="connsiteX24" fmla="*/ 1420667 w 1676400"/>
                  <a:gd name="connsiteY24" fmla="*/ 511129 h 571500"/>
                  <a:gd name="connsiteX25" fmla="*/ 1227690 w 1676400"/>
                  <a:gd name="connsiteY25" fmla="*/ 538276 h 571500"/>
                  <a:gd name="connsiteX26" fmla="*/ 763061 w 1676400"/>
                  <a:gd name="connsiteY26" fmla="*/ 552087 h 571500"/>
                  <a:gd name="connsiteX27" fmla="*/ 297193 w 1676400"/>
                  <a:gd name="connsiteY27" fmla="*/ 542657 h 571500"/>
                  <a:gd name="connsiteX28" fmla="*/ 104121 w 1676400"/>
                  <a:gd name="connsiteY28" fmla="*/ 496270 h 571500"/>
                  <a:gd name="connsiteX29" fmla="*/ 29922 w 1676400"/>
                  <a:gd name="connsiteY29" fmla="*/ 387019 h 571500"/>
                  <a:gd name="connsiteX30" fmla="*/ 133173 w 1676400"/>
                  <a:gd name="connsiteY30" fmla="*/ 136606 h 571500"/>
                  <a:gd name="connsiteX31" fmla="*/ 476073 w 1676400"/>
                  <a:gd name="connsiteY31" fmla="*/ 41737 h 571500"/>
                  <a:gd name="connsiteX32" fmla="*/ 938130 w 1676400"/>
                  <a:gd name="connsiteY32" fmla="*/ 27640 h 571500"/>
                  <a:gd name="connsiteX33" fmla="*/ 1374185 w 1676400"/>
                  <a:gd name="connsiteY33" fmla="*/ 30784 h 571500"/>
                  <a:gd name="connsiteX34" fmla="*/ 1485723 w 1676400"/>
                  <a:gd name="connsiteY34" fmla="*/ 39356 h 571500"/>
                  <a:gd name="connsiteX35" fmla="*/ 1485913 w 1676400"/>
                  <a:gd name="connsiteY35" fmla="*/ 21449 h 571500"/>
                  <a:gd name="connsiteX36" fmla="*/ 1485913 w 1676400"/>
                  <a:gd name="connsiteY36" fmla="*/ 21449 h 57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1676400" h="571500">
                    <a:moveTo>
                      <a:pt x="1485913" y="21449"/>
                    </a:moveTo>
                    <a:cubicBezTo>
                      <a:pt x="1334656" y="6876"/>
                      <a:pt x="1182828" y="5733"/>
                      <a:pt x="1030999" y="8114"/>
                    </a:cubicBezTo>
                    <a:cubicBezTo>
                      <a:pt x="953847" y="9257"/>
                      <a:pt x="876599" y="10876"/>
                      <a:pt x="799446" y="11829"/>
                    </a:cubicBezTo>
                    <a:cubicBezTo>
                      <a:pt x="719722" y="12781"/>
                      <a:pt x="639903" y="13924"/>
                      <a:pt x="560274" y="18115"/>
                    </a:cubicBezTo>
                    <a:cubicBezTo>
                      <a:pt x="490741" y="21735"/>
                      <a:pt x="420923" y="27069"/>
                      <a:pt x="352152" y="38213"/>
                    </a:cubicBezTo>
                    <a:cubicBezTo>
                      <a:pt x="291764" y="47929"/>
                      <a:pt x="231566" y="62978"/>
                      <a:pt x="176416" y="90029"/>
                    </a:cubicBezTo>
                    <a:cubicBezTo>
                      <a:pt x="126124" y="114699"/>
                      <a:pt x="80595" y="150513"/>
                      <a:pt x="49924" y="197852"/>
                    </a:cubicBezTo>
                    <a:cubicBezTo>
                      <a:pt x="23921" y="238143"/>
                      <a:pt x="8681" y="285768"/>
                      <a:pt x="7252" y="333774"/>
                    </a:cubicBezTo>
                    <a:cubicBezTo>
                      <a:pt x="5823" y="380542"/>
                      <a:pt x="18492" y="428167"/>
                      <a:pt x="46781" y="465886"/>
                    </a:cubicBezTo>
                    <a:cubicBezTo>
                      <a:pt x="82595" y="513415"/>
                      <a:pt x="137364" y="538942"/>
                      <a:pt x="194704" y="550182"/>
                    </a:cubicBezTo>
                    <a:cubicBezTo>
                      <a:pt x="230232" y="557135"/>
                      <a:pt x="266618" y="559326"/>
                      <a:pt x="302718" y="560659"/>
                    </a:cubicBezTo>
                    <a:cubicBezTo>
                      <a:pt x="341961" y="562183"/>
                      <a:pt x="381299" y="563326"/>
                      <a:pt x="420542" y="564469"/>
                    </a:cubicBezTo>
                    <a:cubicBezTo>
                      <a:pt x="500838" y="566755"/>
                      <a:pt x="581229" y="568470"/>
                      <a:pt x="661524" y="569327"/>
                    </a:cubicBezTo>
                    <a:cubicBezTo>
                      <a:pt x="822306" y="571042"/>
                      <a:pt x="983469" y="570565"/>
                      <a:pt x="1144061" y="561802"/>
                    </a:cubicBezTo>
                    <a:cubicBezTo>
                      <a:pt x="1216737" y="557802"/>
                      <a:pt x="1289603" y="552373"/>
                      <a:pt x="1361517" y="541038"/>
                    </a:cubicBezTo>
                    <a:cubicBezTo>
                      <a:pt x="1420286" y="531799"/>
                      <a:pt x="1479531" y="517130"/>
                      <a:pt x="1531443" y="487031"/>
                    </a:cubicBezTo>
                    <a:cubicBezTo>
                      <a:pt x="1577639" y="460171"/>
                      <a:pt x="1616120" y="420832"/>
                      <a:pt x="1639551" y="372731"/>
                    </a:cubicBezTo>
                    <a:cubicBezTo>
                      <a:pt x="1658792" y="333298"/>
                      <a:pt x="1669079" y="289578"/>
                      <a:pt x="1669841" y="245763"/>
                    </a:cubicBezTo>
                    <a:cubicBezTo>
                      <a:pt x="1671270" y="161752"/>
                      <a:pt x="1634218" y="74122"/>
                      <a:pt x="1553731" y="38689"/>
                    </a:cubicBezTo>
                    <a:cubicBezTo>
                      <a:pt x="1532205" y="29164"/>
                      <a:pt x="1509440" y="23830"/>
                      <a:pt x="1485913" y="21449"/>
                    </a:cubicBezTo>
                    <a:cubicBezTo>
                      <a:pt x="1474483" y="20306"/>
                      <a:pt x="1474578" y="38118"/>
                      <a:pt x="1485913" y="39261"/>
                    </a:cubicBezTo>
                    <a:cubicBezTo>
                      <a:pt x="1528776" y="43547"/>
                      <a:pt x="1569447" y="60692"/>
                      <a:pt x="1599261" y="92220"/>
                    </a:cubicBezTo>
                    <a:cubicBezTo>
                      <a:pt x="1626312" y="120890"/>
                      <a:pt x="1641933" y="158419"/>
                      <a:pt x="1648600" y="196900"/>
                    </a:cubicBezTo>
                    <a:cubicBezTo>
                      <a:pt x="1663173" y="281767"/>
                      <a:pt x="1635170" y="374731"/>
                      <a:pt x="1572495" y="434358"/>
                    </a:cubicBezTo>
                    <a:cubicBezTo>
                      <a:pt x="1530490" y="474268"/>
                      <a:pt x="1476198" y="497223"/>
                      <a:pt x="1420667" y="511129"/>
                    </a:cubicBezTo>
                    <a:cubicBezTo>
                      <a:pt x="1357707" y="526941"/>
                      <a:pt x="1292270" y="532942"/>
                      <a:pt x="1227690" y="538276"/>
                    </a:cubicBezTo>
                    <a:cubicBezTo>
                      <a:pt x="1073385" y="550944"/>
                      <a:pt x="917937" y="552277"/>
                      <a:pt x="763061" y="552087"/>
                    </a:cubicBezTo>
                    <a:cubicBezTo>
                      <a:pt x="607803" y="551896"/>
                      <a:pt x="452355" y="548848"/>
                      <a:pt x="297193" y="542657"/>
                    </a:cubicBezTo>
                    <a:cubicBezTo>
                      <a:pt x="231185" y="539990"/>
                      <a:pt x="160605" y="534085"/>
                      <a:pt x="104121" y="496270"/>
                    </a:cubicBezTo>
                    <a:cubicBezTo>
                      <a:pt x="66021" y="470743"/>
                      <a:pt x="40113" y="431500"/>
                      <a:pt x="29922" y="387019"/>
                    </a:cubicBezTo>
                    <a:cubicBezTo>
                      <a:pt x="8205" y="291483"/>
                      <a:pt x="55830" y="192423"/>
                      <a:pt x="133173" y="136606"/>
                    </a:cubicBezTo>
                    <a:cubicBezTo>
                      <a:pt x="231090" y="65931"/>
                      <a:pt x="359106" y="51453"/>
                      <a:pt x="476073" y="41737"/>
                    </a:cubicBezTo>
                    <a:cubicBezTo>
                      <a:pt x="629711" y="28974"/>
                      <a:pt x="784111" y="30403"/>
                      <a:pt x="938130" y="27640"/>
                    </a:cubicBezTo>
                    <a:cubicBezTo>
                      <a:pt x="1083482" y="25069"/>
                      <a:pt x="1229024" y="22402"/>
                      <a:pt x="1374185" y="30784"/>
                    </a:cubicBezTo>
                    <a:cubicBezTo>
                      <a:pt x="1411428" y="32974"/>
                      <a:pt x="1448670" y="35832"/>
                      <a:pt x="1485723" y="39356"/>
                    </a:cubicBezTo>
                    <a:cubicBezTo>
                      <a:pt x="1497343" y="40404"/>
                      <a:pt x="1497248" y="22592"/>
                      <a:pt x="1485913" y="21449"/>
                    </a:cubicBezTo>
                    <a:lnTo>
                      <a:pt x="1485913" y="21449"/>
                    </a:lnTo>
                    <a:close/>
                  </a:path>
                </a:pathLst>
              </a:custGeom>
              <a:solidFill>
                <a:srgbClr val="F7858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119" name="文本框 118"/>
            <p:cNvSpPr txBox="1"/>
            <p:nvPr/>
          </p:nvSpPr>
          <p:spPr>
            <a:xfrm rot="20700000">
              <a:off x="2451203" y="2269794"/>
              <a:ext cx="6976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  <a:cs typeface="+mn-ea"/>
                  <a:sym typeface="+mn-lt"/>
                </a:rPr>
                <a:t>指导</a:t>
              </a:r>
              <a:endParaRPr lang="zh-CN" altLang="en-US" sz="20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48" name="组合 147"/>
          <p:cNvGrpSpPr/>
          <p:nvPr/>
        </p:nvGrpSpPr>
        <p:grpSpPr>
          <a:xfrm>
            <a:off x="523884" y="3723196"/>
            <a:ext cx="596113" cy="891611"/>
            <a:chOff x="-6712140" y="4855187"/>
            <a:chExt cx="596113" cy="891611"/>
          </a:xfrm>
        </p:grpSpPr>
        <p:sp>
          <p:nvSpPr>
            <p:cNvPr id="149" name="任意多边形: 形状 148"/>
            <p:cNvSpPr/>
            <p:nvPr/>
          </p:nvSpPr>
          <p:spPr>
            <a:xfrm>
              <a:off x="-6283987" y="4855187"/>
              <a:ext cx="115493" cy="131992"/>
            </a:xfrm>
            <a:custGeom>
              <a:avLst/>
              <a:gdLst>
                <a:gd name="connsiteX0" fmla="*/ 63291 w 93745"/>
                <a:gd name="connsiteY0" fmla="*/ 10879 h 107137"/>
                <a:gd name="connsiteX1" fmla="*/ 29274 w 93745"/>
                <a:gd name="connsiteY1" fmla="*/ 15834 h 107137"/>
                <a:gd name="connsiteX2" fmla="*/ 18561 w 93745"/>
                <a:gd name="connsiteY2" fmla="*/ 30164 h 107137"/>
                <a:gd name="connsiteX3" fmla="*/ 16686 w 93745"/>
                <a:gd name="connsiteY3" fmla="*/ 87884 h 107137"/>
                <a:gd name="connsiteX4" fmla="*/ 64094 w 93745"/>
                <a:gd name="connsiteY4" fmla="*/ 104357 h 107137"/>
                <a:gd name="connsiteX5" fmla="*/ 95030 w 93745"/>
                <a:gd name="connsiteY5" fmla="*/ 64046 h 107137"/>
                <a:gd name="connsiteX6" fmla="*/ 63291 w 93745"/>
                <a:gd name="connsiteY6" fmla="*/ 10879 h 10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745" h="107137">
                  <a:moveTo>
                    <a:pt x="63291" y="10879"/>
                  </a:moveTo>
                  <a:cubicBezTo>
                    <a:pt x="51639" y="9674"/>
                    <a:pt x="38649" y="8737"/>
                    <a:pt x="29274" y="15834"/>
                  </a:cubicBezTo>
                  <a:cubicBezTo>
                    <a:pt x="24453" y="19450"/>
                    <a:pt x="21239" y="24807"/>
                    <a:pt x="18561" y="30164"/>
                  </a:cubicBezTo>
                  <a:cubicBezTo>
                    <a:pt x="9588" y="48243"/>
                    <a:pt x="5838" y="70876"/>
                    <a:pt x="16686" y="87884"/>
                  </a:cubicBezTo>
                  <a:cubicBezTo>
                    <a:pt x="26462" y="103018"/>
                    <a:pt x="46952" y="109848"/>
                    <a:pt x="64094" y="104357"/>
                  </a:cubicBezTo>
                  <a:cubicBezTo>
                    <a:pt x="81236" y="98866"/>
                    <a:pt x="93825" y="81992"/>
                    <a:pt x="95030" y="64046"/>
                  </a:cubicBezTo>
                  <a:cubicBezTo>
                    <a:pt x="96369" y="46101"/>
                    <a:pt x="83111" y="14093"/>
                    <a:pt x="63291" y="10879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0" name="任意多边形: 形状 149"/>
            <p:cNvSpPr/>
            <p:nvPr/>
          </p:nvSpPr>
          <p:spPr>
            <a:xfrm>
              <a:off x="-6231520" y="5614806"/>
              <a:ext cx="115493" cy="131992"/>
            </a:xfrm>
            <a:custGeom>
              <a:avLst/>
              <a:gdLst>
                <a:gd name="connsiteX0" fmla="*/ 63291 w 93745"/>
                <a:gd name="connsiteY0" fmla="*/ 10879 h 107137"/>
                <a:gd name="connsiteX1" fmla="*/ 29274 w 93745"/>
                <a:gd name="connsiteY1" fmla="*/ 15834 h 107137"/>
                <a:gd name="connsiteX2" fmla="*/ 18561 w 93745"/>
                <a:gd name="connsiteY2" fmla="*/ 30164 h 107137"/>
                <a:gd name="connsiteX3" fmla="*/ 16686 w 93745"/>
                <a:gd name="connsiteY3" fmla="*/ 87884 h 107137"/>
                <a:gd name="connsiteX4" fmla="*/ 64094 w 93745"/>
                <a:gd name="connsiteY4" fmla="*/ 104357 h 107137"/>
                <a:gd name="connsiteX5" fmla="*/ 95030 w 93745"/>
                <a:gd name="connsiteY5" fmla="*/ 64046 h 107137"/>
                <a:gd name="connsiteX6" fmla="*/ 63291 w 93745"/>
                <a:gd name="connsiteY6" fmla="*/ 10879 h 10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745" h="107137">
                  <a:moveTo>
                    <a:pt x="63291" y="10879"/>
                  </a:moveTo>
                  <a:cubicBezTo>
                    <a:pt x="51639" y="9674"/>
                    <a:pt x="38649" y="8737"/>
                    <a:pt x="29274" y="15834"/>
                  </a:cubicBezTo>
                  <a:cubicBezTo>
                    <a:pt x="24453" y="19450"/>
                    <a:pt x="21239" y="24807"/>
                    <a:pt x="18561" y="30164"/>
                  </a:cubicBezTo>
                  <a:cubicBezTo>
                    <a:pt x="9588" y="48243"/>
                    <a:pt x="5838" y="70876"/>
                    <a:pt x="16686" y="87884"/>
                  </a:cubicBezTo>
                  <a:cubicBezTo>
                    <a:pt x="26462" y="103017"/>
                    <a:pt x="46952" y="109847"/>
                    <a:pt x="64094" y="104357"/>
                  </a:cubicBezTo>
                  <a:cubicBezTo>
                    <a:pt x="81236" y="98866"/>
                    <a:pt x="93825" y="81992"/>
                    <a:pt x="95030" y="64046"/>
                  </a:cubicBezTo>
                  <a:cubicBezTo>
                    <a:pt x="96369" y="46100"/>
                    <a:pt x="83111" y="14093"/>
                    <a:pt x="63291" y="10879"/>
                  </a:cubicBezTo>
                </a:path>
              </a:pathLst>
            </a:custGeom>
            <a:solidFill>
              <a:srgbClr val="C3EAF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1" name="任意多边形: 形状 150"/>
            <p:cNvSpPr/>
            <p:nvPr/>
          </p:nvSpPr>
          <p:spPr>
            <a:xfrm>
              <a:off x="-6712140" y="5140291"/>
              <a:ext cx="115493" cy="131992"/>
            </a:xfrm>
            <a:custGeom>
              <a:avLst/>
              <a:gdLst>
                <a:gd name="connsiteX0" fmla="*/ 63291 w 93745"/>
                <a:gd name="connsiteY0" fmla="*/ 10879 h 107137"/>
                <a:gd name="connsiteX1" fmla="*/ 29274 w 93745"/>
                <a:gd name="connsiteY1" fmla="*/ 15834 h 107137"/>
                <a:gd name="connsiteX2" fmla="*/ 18561 w 93745"/>
                <a:gd name="connsiteY2" fmla="*/ 30164 h 107137"/>
                <a:gd name="connsiteX3" fmla="*/ 16686 w 93745"/>
                <a:gd name="connsiteY3" fmla="*/ 87884 h 107137"/>
                <a:gd name="connsiteX4" fmla="*/ 64094 w 93745"/>
                <a:gd name="connsiteY4" fmla="*/ 104357 h 107137"/>
                <a:gd name="connsiteX5" fmla="*/ 95030 w 93745"/>
                <a:gd name="connsiteY5" fmla="*/ 64046 h 107137"/>
                <a:gd name="connsiteX6" fmla="*/ 63291 w 93745"/>
                <a:gd name="connsiteY6" fmla="*/ 10879 h 10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745" h="107137">
                  <a:moveTo>
                    <a:pt x="63291" y="10879"/>
                  </a:moveTo>
                  <a:cubicBezTo>
                    <a:pt x="51639" y="9674"/>
                    <a:pt x="38649" y="8737"/>
                    <a:pt x="29274" y="15834"/>
                  </a:cubicBezTo>
                  <a:cubicBezTo>
                    <a:pt x="24453" y="19450"/>
                    <a:pt x="21239" y="24807"/>
                    <a:pt x="18561" y="30164"/>
                  </a:cubicBezTo>
                  <a:cubicBezTo>
                    <a:pt x="9588" y="48244"/>
                    <a:pt x="5838" y="70876"/>
                    <a:pt x="16686" y="87884"/>
                  </a:cubicBezTo>
                  <a:cubicBezTo>
                    <a:pt x="26462" y="103018"/>
                    <a:pt x="46952" y="109847"/>
                    <a:pt x="64094" y="104357"/>
                  </a:cubicBezTo>
                  <a:cubicBezTo>
                    <a:pt x="81236" y="98866"/>
                    <a:pt x="93825" y="81992"/>
                    <a:pt x="95030" y="64046"/>
                  </a:cubicBezTo>
                  <a:cubicBezTo>
                    <a:pt x="96369" y="46101"/>
                    <a:pt x="83111" y="14093"/>
                    <a:pt x="63291" y="10879"/>
                  </a:cubicBezTo>
                </a:path>
              </a:pathLst>
            </a:custGeom>
            <a:solidFill>
              <a:srgbClr val="F4BDB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52" name="组合 151"/>
          <p:cNvGrpSpPr/>
          <p:nvPr/>
        </p:nvGrpSpPr>
        <p:grpSpPr>
          <a:xfrm>
            <a:off x="10828474" y="4914452"/>
            <a:ext cx="631390" cy="387288"/>
            <a:chOff x="10828474" y="4914452"/>
            <a:chExt cx="631390" cy="387288"/>
          </a:xfrm>
        </p:grpSpPr>
        <p:sp>
          <p:nvSpPr>
            <p:cNvPr id="153" name="任意多边形: 形状 152"/>
            <p:cNvSpPr/>
            <p:nvPr/>
          </p:nvSpPr>
          <p:spPr>
            <a:xfrm>
              <a:off x="10997416" y="4914452"/>
              <a:ext cx="115493" cy="131992"/>
            </a:xfrm>
            <a:custGeom>
              <a:avLst/>
              <a:gdLst>
                <a:gd name="connsiteX0" fmla="*/ 63291 w 93745"/>
                <a:gd name="connsiteY0" fmla="*/ 10880 h 107137"/>
                <a:gd name="connsiteX1" fmla="*/ 29274 w 93745"/>
                <a:gd name="connsiteY1" fmla="*/ 15835 h 107137"/>
                <a:gd name="connsiteX2" fmla="*/ 18561 w 93745"/>
                <a:gd name="connsiteY2" fmla="*/ 30164 h 107137"/>
                <a:gd name="connsiteX3" fmla="*/ 16686 w 93745"/>
                <a:gd name="connsiteY3" fmla="*/ 87885 h 107137"/>
                <a:gd name="connsiteX4" fmla="*/ 64094 w 93745"/>
                <a:gd name="connsiteY4" fmla="*/ 104357 h 107137"/>
                <a:gd name="connsiteX5" fmla="*/ 95030 w 93745"/>
                <a:gd name="connsiteY5" fmla="*/ 64046 h 107137"/>
                <a:gd name="connsiteX6" fmla="*/ 63291 w 93745"/>
                <a:gd name="connsiteY6" fmla="*/ 10880 h 10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745" h="107137">
                  <a:moveTo>
                    <a:pt x="63291" y="10880"/>
                  </a:moveTo>
                  <a:cubicBezTo>
                    <a:pt x="51639" y="9674"/>
                    <a:pt x="38649" y="8737"/>
                    <a:pt x="29274" y="15835"/>
                  </a:cubicBezTo>
                  <a:cubicBezTo>
                    <a:pt x="24453" y="19450"/>
                    <a:pt x="21239" y="24807"/>
                    <a:pt x="18561" y="30164"/>
                  </a:cubicBezTo>
                  <a:cubicBezTo>
                    <a:pt x="9588" y="48243"/>
                    <a:pt x="5838" y="70876"/>
                    <a:pt x="16686" y="87885"/>
                  </a:cubicBezTo>
                  <a:cubicBezTo>
                    <a:pt x="26462" y="103017"/>
                    <a:pt x="46952" y="109848"/>
                    <a:pt x="64094" y="104357"/>
                  </a:cubicBezTo>
                  <a:cubicBezTo>
                    <a:pt x="81236" y="98866"/>
                    <a:pt x="93825" y="81992"/>
                    <a:pt x="95030" y="64046"/>
                  </a:cubicBezTo>
                  <a:cubicBezTo>
                    <a:pt x="96369" y="46101"/>
                    <a:pt x="83111" y="14093"/>
                    <a:pt x="63291" y="10880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4" name="任意多边形: 形状 153"/>
            <p:cNvSpPr/>
            <p:nvPr/>
          </p:nvSpPr>
          <p:spPr>
            <a:xfrm>
              <a:off x="10828474" y="5169748"/>
              <a:ext cx="115493" cy="131992"/>
            </a:xfrm>
            <a:custGeom>
              <a:avLst/>
              <a:gdLst>
                <a:gd name="connsiteX0" fmla="*/ 63291 w 93745"/>
                <a:gd name="connsiteY0" fmla="*/ 10879 h 107137"/>
                <a:gd name="connsiteX1" fmla="*/ 29274 w 93745"/>
                <a:gd name="connsiteY1" fmla="*/ 15835 h 107137"/>
                <a:gd name="connsiteX2" fmla="*/ 18560 w 93745"/>
                <a:gd name="connsiteY2" fmla="*/ 30164 h 107137"/>
                <a:gd name="connsiteX3" fmla="*/ 16686 w 93745"/>
                <a:gd name="connsiteY3" fmla="*/ 87884 h 107137"/>
                <a:gd name="connsiteX4" fmla="*/ 64094 w 93745"/>
                <a:gd name="connsiteY4" fmla="*/ 104357 h 107137"/>
                <a:gd name="connsiteX5" fmla="*/ 95030 w 93745"/>
                <a:gd name="connsiteY5" fmla="*/ 64046 h 107137"/>
                <a:gd name="connsiteX6" fmla="*/ 63291 w 93745"/>
                <a:gd name="connsiteY6" fmla="*/ 10879 h 10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745" h="107137">
                  <a:moveTo>
                    <a:pt x="63291" y="10879"/>
                  </a:moveTo>
                  <a:cubicBezTo>
                    <a:pt x="51639" y="9674"/>
                    <a:pt x="38649" y="8737"/>
                    <a:pt x="29274" y="15835"/>
                  </a:cubicBezTo>
                  <a:cubicBezTo>
                    <a:pt x="24453" y="19450"/>
                    <a:pt x="21239" y="24807"/>
                    <a:pt x="18560" y="30164"/>
                  </a:cubicBezTo>
                  <a:cubicBezTo>
                    <a:pt x="9588" y="48244"/>
                    <a:pt x="5838" y="70876"/>
                    <a:pt x="16686" y="87884"/>
                  </a:cubicBezTo>
                  <a:cubicBezTo>
                    <a:pt x="26462" y="103018"/>
                    <a:pt x="46952" y="109848"/>
                    <a:pt x="64094" y="104357"/>
                  </a:cubicBezTo>
                  <a:cubicBezTo>
                    <a:pt x="81236" y="98866"/>
                    <a:pt x="93825" y="81992"/>
                    <a:pt x="95030" y="64046"/>
                  </a:cubicBezTo>
                  <a:cubicBezTo>
                    <a:pt x="96369" y="46101"/>
                    <a:pt x="83111" y="14094"/>
                    <a:pt x="63291" y="10879"/>
                  </a:cubicBezTo>
                </a:path>
              </a:pathLst>
            </a:custGeom>
            <a:solidFill>
              <a:srgbClr val="C3EAF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5" name="任意多边形: 形状 154"/>
            <p:cNvSpPr/>
            <p:nvPr/>
          </p:nvSpPr>
          <p:spPr>
            <a:xfrm>
              <a:off x="11344371" y="5134023"/>
              <a:ext cx="115493" cy="131992"/>
            </a:xfrm>
            <a:custGeom>
              <a:avLst/>
              <a:gdLst>
                <a:gd name="connsiteX0" fmla="*/ 63291 w 93745"/>
                <a:gd name="connsiteY0" fmla="*/ 10879 h 107137"/>
                <a:gd name="connsiteX1" fmla="*/ 29274 w 93745"/>
                <a:gd name="connsiteY1" fmla="*/ 15834 h 107137"/>
                <a:gd name="connsiteX2" fmla="*/ 18561 w 93745"/>
                <a:gd name="connsiteY2" fmla="*/ 30164 h 107137"/>
                <a:gd name="connsiteX3" fmla="*/ 16686 w 93745"/>
                <a:gd name="connsiteY3" fmla="*/ 87884 h 107137"/>
                <a:gd name="connsiteX4" fmla="*/ 64094 w 93745"/>
                <a:gd name="connsiteY4" fmla="*/ 104357 h 107137"/>
                <a:gd name="connsiteX5" fmla="*/ 95030 w 93745"/>
                <a:gd name="connsiteY5" fmla="*/ 64046 h 107137"/>
                <a:gd name="connsiteX6" fmla="*/ 63291 w 93745"/>
                <a:gd name="connsiteY6" fmla="*/ 10879 h 10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745" h="107137">
                  <a:moveTo>
                    <a:pt x="63291" y="10879"/>
                  </a:moveTo>
                  <a:cubicBezTo>
                    <a:pt x="51639" y="9674"/>
                    <a:pt x="38649" y="8737"/>
                    <a:pt x="29274" y="15834"/>
                  </a:cubicBezTo>
                  <a:cubicBezTo>
                    <a:pt x="24453" y="19450"/>
                    <a:pt x="21239" y="24807"/>
                    <a:pt x="18561" y="30164"/>
                  </a:cubicBezTo>
                  <a:cubicBezTo>
                    <a:pt x="9588" y="48244"/>
                    <a:pt x="5838" y="70876"/>
                    <a:pt x="16686" y="87884"/>
                  </a:cubicBezTo>
                  <a:cubicBezTo>
                    <a:pt x="26462" y="103018"/>
                    <a:pt x="46952" y="109847"/>
                    <a:pt x="64094" y="104357"/>
                  </a:cubicBezTo>
                  <a:cubicBezTo>
                    <a:pt x="81236" y="98866"/>
                    <a:pt x="93825" y="81992"/>
                    <a:pt x="95030" y="64046"/>
                  </a:cubicBezTo>
                  <a:cubicBezTo>
                    <a:pt x="96369" y="46101"/>
                    <a:pt x="83111" y="14093"/>
                    <a:pt x="63291" y="10879"/>
                  </a:cubicBezTo>
                </a:path>
              </a:pathLst>
            </a:custGeom>
            <a:solidFill>
              <a:srgbClr val="F4BDB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5516487" y="2011769"/>
            <a:ext cx="1159026" cy="1159026"/>
          </a:xfrm>
          <a:prstGeom prst="ellipse">
            <a:avLst/>
          </a:prstGeom>
          <a:solidFill>
            <a:srgbClr val="FFD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6000" dirty="0">
                <a:solidFill>
                  <a:srgbClr val="C88F00"/>
                </a:solidFill>
                <a:cs typeface="+mn-ea"/>
                <a:sym typeface="+mn-lt"/>
              </a:rPr>
              <a:t>一</a:t>
            </a:r>
            <a:endParaRPr lang="zh-CN" altLang="en-US" sz="6000" dirty="0">
              <a:solidFill>
                <a:srgbClr val="C88F00"/>
              </a:solidFill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721265" y="3488015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rgbClr val="64454B"/>
                </a:solidFill>
                <a:cs typeface="+mn-ea"/>
                <a:sym typeface="+mn-lt"/>
              </a:rPr>
              <a:t>知识点讲解</a:t>
            </a:r>
            <a:endParaRPr lang="zh-CN" altLang="en-US" sz="4000" dirty="0">
              <a:solidFill>
                <a:srgbClr val="64454B"/>
              </a:solidFill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387840" y="4160555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7AB2DC"/>
                </a:solidFill>
                <a:cs typeface="+mn-ea"/>
                <a:sym typeface="+mn-lt"/>
              </a:rPr>
              <a:t>本节课程内容的详细讲解及说明</a:t>
            </a:r>
            <a:endParaRPr lang="zh-CN" altLang="en-US" dirty="0">
              <a:solidFill>
                <a:srgbClr val="7AB2DC"/>
              </a:solidFill>
              <a:cs typeface="+mn-ea"/>
              <a:sym typeface="+mn-lt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7524857" y="3491545"/>
            <a:ext cx="344536" cy="548871"/>
            <a:chOff x="8363753" y="2120741"/>
            <a:chExt cx="553198" cy="881284"/>
          </a:xfrm>
        </p:grpSpPr>
        <p:sp>
          <p:nvSpPr>
            <p:cNvPr id="59" name="任意多边形: 形状 58"/>
            <p:cNvSpPr/>
            <p:nvPr/>
          </p:nvSpPr>
          <p:spPr>
            <a:xfrm>
              <a:off x="8363753" y="2120741"/>
              <a:ext cx="356491" cy="291674"/>
            </a:xfrm>
            <a:custGeom>
              <a:avLst/>
              <a:gdLst>
                <a:gd name="connsiteX0" fmla="*/ 28470 w 314325"/>
                <a:gd name="connsiteY0" fmla="*/ 252359 h 257175"/>
                <a:gd name="connsiteX1" fmla="*/ 240687 w 314325"/>
                <a:gd name="connsiteY1" fmla="*/ 77480 h 257175"/>
                <a:gd name="connsiteX2" fmla="*/ 301742 w 314325"/>
                <a:gd name="connsiteY2" fmla="*/ 30521 h 257175"/>
                <a:gd name="connsiteX3" fmla="*/ 306219 w 314325"/>
                <a:gd name="connsiteY3" fmla="*/ 13472 h 257175"/>
                <a:gd name="connsiteX4" fmla="*/ 289169 w 314325"/>
                <a:gd name="connsiteY4" fmla="*/ 8995 h 257175"/>
                <a:gd name="connsiteX5" fmla="*/ 70856 w 314325"/>
                <a:gd name="connsiteY5" fmla="*/ 183302 h 257175"/>
                <a:gd name="connsiteX6" fmla="*/ 10754 w 314325"/>
                <a:gd name="connsiteY6" fmla="*/ 234737 h 257175"/>
                <a:gd name="connsiteX7" fmla="*/ 10754 w 314325"/>
                <a:gd name="connsiteY7" fmla="*/ 252359 h 257175"/>
                <a:gd name="connsiteX8" fmla="*/ 28470 w 314325"/>
                <a:gd name="connsiteY8" fmla="*/ 252359 h 257175"/>
                <a:gd name="connsiteX9" fmla="*/ 28470 w 314325"/>
                <a:gd name="connsiteY9" fmla="*/ 252359 h 257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4325" h="257175">
                  <a:moveTo>
                    <a:pt x="28470" y="252359"/>
                  </a:moveTo>
                  <a:cubicBezTo>
                    <a:pt x="97717" y="192256"/>
                    <a:pt x="168488" y="133868"/>
                    <a:pt x="240687" y="77480"/>
                  </a:cubicBezTo>
                  <a:cubicBezTo>
                    <a:pt x="260880" y="61668"/>
                    <a:pt x="281263" y="46047"/>
                    <a:pt x="301742" y="30521"/>
                  </a:cubicBezTo>
                  <a:cubicBezTo>
                    <a:pt x="307076" y="26426"/>
                    <a:pt x="309934" y="19758"/>
                    <a:pt x="306219" y="13472"/>
                  </a:cubicBezTo>
                  <a:cubicBezTo>
                    <a:pt x="303171" y="8138"/>
                    <a:pt x="294503" y="4899"/>
                    <a:pt x="289169" y="8995"/>
                  </a:cubicBezTo>
                  <a:cubicBezTo>
                    <a:pt x="214874" y="65192"/>
                    <a:pt x="142103" y="123295"/>
                    <a:pt x="70856" y="183302"/>
                  </a:cubicBezTo>
                  <a:cubicBezTo>
                    <a:pt x="50663" y="200257"/>
                    <a:pt x="30661" y="217402"/>
                    <a:pt x="10754" y="234737"/>
                  </a:cubicBezTo>
                  <a:cubicBezTo>
                    <a:pt x="5705" y="239119"/>
                    <a:pt x="6182" y="247882"/>
                    <a:pt x="10754" y="252359"/>
                  </a:cubicBezTo>
                  <a:cubicBezTo>
                    <a:pt x="15897" y="257407"/>
                    <a:pt x="23422" y="256740"/>
                    <a:pt x="28470" y="252359"/>
                  </a:cubicBezTo>
                  <a:lnTo>
                    <a:pt x="28470" y="252359"/>
                  </a:lnTo>
                  <a:close/>
                </a:path>
              </a:pathLst>
            </a:custGeom>
            <a:solidFill>
              <a:srgbClr val="5D47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0" name="任意多边形: 形状 59"/>
            <p:cNvSpPr/>
            <p:nvPr/>
          </p:nvSpPr>
          <p:spPr>
            <a:xfrm>
              <a:off x="8442217" y="2469929"/>
              <a:ext cx="237660" cy="97225"/>
            </a:xfrm>
            <a:custGeom>
              <a:avLst/>
              <a:gdLst>
                <a:gd name="connsiteX0" fmla="*/ 22534 w 209550"/>
                <a:gd name="connsiteY0" fmla="*/ 82965 h 85725"/>
                <a:gd name="connsiteX1" fmla="*/ 193793 w 209550"/>
                <a:gd name="connsiteY1" fmla="*/ 31816 h 85725"/>
                <a:gd name="connsiteX2" fmla="*/ 187126 w 209550"/>
                <a:gd name="connsiteY2" fmla="*/ 7718 h 85725"/>
                <a:gd name="connsiteX3" fmla="*/ 15866 w 209550"/>
                <a:gd name="connsiteY3" fmla="*/ 58867 h 85725"/>
                <a:gd name="connsiteX4" fmla="*/ 22534 w 209550"/>
                <a:gd name="connsiteY4" fmla="*/ 82965 h 85725"/>
                <a:gd name="connsiteX5" fmla="*/ 22534 w 209550"/>
                <a:gd name="connsiteY5" fmla="*/ 82965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9550" h="85725">
                  <a:moveTo>
                    <a:pt x="22534" y="82965"/>
                  </a:moveTo>
                  <a:cubicBezTo>
                    <a:pt x="79588" y="65916"/>
                    <a:pt x="136643" y="48866"/>
                    <a:pt x="193793" y="31816"/>
                  </a:cubicBezTo>
                  <a:cubicBezTo>
                    <a:pt x="209128" y="27244"/>
                    <a:pt x="202651" y="3146"/>
                    <a:pt x="187126" y="7718"/>
                  </a:cubicBezTo>
                  <a:cubicBezTo>
                    <a:pt x="130071" y="24768"/>
                    <a:pt x="73016" y="41817"/>
                    <a:pt x="15866" y="58867"/>
                  </a:cubicBezTo>
                  <a:cubicBezTo>
                    <a:pt x="531" y="63439"/>
                    <a:pt x="7103" y="87633"/>
                    <a:pt x="22534" y="82965"/>
                  </a:cubicBezTo>
                  <a:lnTo>
                    <a:pt x="22534" y="82965"/>
                  </a:lnTo>
                  <a:close/>
                </a:path>
              </a:pathLst>
            </a:custGeom>
            <a:solidFill>
              <a:srgbClr val="5D47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1" name="任意多边形: 形状 60"/>
            <p:cNvSpPr/>
            <p:nvPr/>
          </p:nvSpPr>
          <p:spPr>
            <a:xfrm>
              <a:off x="8441630" y="2679373"/>
              <a:ext cx="475321" cy="64816"/>
            </a:xfrm>
            <a:custGeom>
              <a:avLst/>
              <a:gdLst>
                <a:gd name="connsiteX0" fmla="*/ 19145 w 419100"/>
                <a:gd name="connsiteY0" fmla="*/ 52409 h 57150"/>
                <a:gd name="connsiteX1" fmla="*/ 150971 w 419100"/>
                <a:gd name="connsiteY1" fmla="*/ 45551 h 57150"/>
                <a:gd name="connsiteX2" fmla="*/ 359664 w 419100"/>
                <a:gd name="connsiteY2" fmla="*/ 34597 h 57150"/>
                <a:gd name="connsiteX3" fmla="*/ 407765 w 419100"/>
                <a:gd name="connsiteY3" fmla="*/ 32121 h 57150"/>
                <a:gd name="connsiteX4" fmla="*/ 407765 w 419100"/>
                <a:gd name="connsiteY4" fmla="*/ 7165 h 57150"/>
                <a:gd name="connsiteX5" fmla="*/ 275939 w 419100"/>
                <a:gd name="connsiteY5" fmla="*/ 14023 h 57150"/>
                <a:gd name="connsiteX6" fmla="*/ 67247 w 419100"/>
                <a:gd name="connsiteY6" fmla="*/ 24977 h 57150"/>
                <a:gd name="connsiteX7" fmla="*/ 19145 w 419100"/>
                <a:gd name="connsiteY7" fmla="*/ 27454 h 57150"/>
                <a:gd name="connsiteX8" fmla="*/ 19145 w 419100"/>
                <a:gd name="connsiteY8" fmla="*/ 52409 h 57150"/>
                <a:gd name="connsiteX9" fmla="*/ 19145 w 419100"/>
                <a:gd name="connsiteY9" fmla="*/ 5240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9100" h="57150">
                  <a:moveTo>
                    <a:pt x="19145" y="52409"/>
                  </a:moveTo>
                  <a:cubicBezTo>
                    <a:pt x="63056" y="50123"/>
                    <a:pt x="107061" y="47837"/>
                    <a:pt x="150971" y="45551"/>
                  </a:cubicBezTo>
                  <a:cubicBezTo>
                    <a:pt x="220504" y="41932"/>
                    <a:pt x="290132" y="38312"/>
                    <a:pt x="359664" y="34597"/>
                  </a:cubicBezTo>
                  <a:cubicBezTo>
                    <a:pt x="375666" y="33740"/>
                    <a:pt x="391763" y="32883"/>
                    <a:pt x="407765" y="32121"/>
                  </a:cubicBezTo>
                  <a:cubicBezTo>
                    <a:pt x="423767" y="31264"/>
                    <a:pt x="423863" y="6308"/>
                    <a:pt x="407765" y="7165"/>
                  </a:cubicBezTo>
                  <a:cubicBezTo>
                    <a:pt x="363855" y="9451"/>
                    <a:pt x="319850" y="11737"/>
                    <a:pt x="275939" y="14023"/>
                  </a:cubicBezTo>
                  <a:cubicBezTo>
                    <a:pt x="206407" y="17643"/>
                    <a:pt x="136779" y="21262"/>
                    <a:pt x="67247" y="24977"/>
                  </a:cubicBezTo>
                  <a:cubicBezTo>
                    <a:pt x="51245" y="25834"/>
                    <a:pt x="35147" y="26692"/>
                    <a:pt x="19145" y="27454"/>
                  </a:cubicBezTo>
                  <a:cubicBezTo>
                    <a:pt x="3239" y="28311"/>
                    <a:pt x="3048" y="53266"/>
                    <a:pt x="19145" y="52409"/>
                  </a:cubicBezTo>
                  <a:lnTo>
                    <a:pt x="19145" y="52409"/>
                  </a:lnTo>
                  <a:close/>
                </a:path>
              </a:pathLst>
            </a:custGeom>
            <a:solidFill>
              <a:srgbClr val="5D47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3" name="任意多边形: 形状 62"/>
            <p:cNvSpPr/>
            <p:nvPr/>
          </p:nvSpPr>
          <p:spPr>
            <a:xfrm>
              <a:off x="8684731" y="2441089"/>
              <a:ext cx="64816" cy="54014"/>
            </a:xfrm>
            <a:custGeom>
              <a:avLst/>
              <a:gdLst>
                <a:gd name="connsiteX0" fmla="*/ 22921 w 57150"/>
                <a:gd name="connsiteY0" fmla="*/ 40100 h 47625"/>
                <a:gd name="connsiteX1" fmla="*/ 49115 w 57150"/>
                <a:gd name="connsiteY1" fmla="*/ 30385 h 47625"/>
                <a:gd name="connsiteX2" fmla="*/ 54830 w 57150"/>
                <a:gd name="connsiteY2" fmla="*/ 22955 h 47625"/>
                <a:gd name="connsiteX3" fmla="*/ 53591 w 57150"/>
                <a:gd name="connsiteY3" fmla="*/ 13335 h 47625"/>
                <a:gd name="connsiteX4" fmla="*/ 46162 w 57150"/>
                <a:gd name="connsiteY4" fmla="*/ 7620 h 47625"/>
                <a:gd name="connsiteX5" fmla="*/ 42828 w 57150"/>
                <a:gd name="connsiteY5" fmla="*/ 7144 h 47625"/>
                <a:gd name="connsiteX6" fmla="*/ 36542 w 57150"/>
                <a:gd name="connsiteY6" fmla="*/ 8858 h 47625"/>
                <a:gd name="connsiteX7" fmla="*/ 31017 w 57150"/>
                <a:gd name="connsiteY7" fmla="*/ 11335 h 47625"/>
                <a:gd name="connsiteX8" fmla="*/ 33970 w 57150"/>
                <a:gd name="connsiteY8" fmla="*/ 10097 h 47625"/>
                <a:gd name="connsiteX9" fmla="*/ 16253 w 57150"/>
                <a:gd name="connsiteY9" fmla="*/ 16002 h 47625"/>
                <a:gd name="connsiteX10" fmla="*/ 8824 w 57150"/>
                <a:gd name="connsiteY10" fmla="*/ 21717 h 47625"/>
                <a:gd name="connsiteX11" fmla="*/ 7586 w 57150"/>
                <a:gd name="connsiteY11" fmla="*/ 31337 h 47625"/>
                <a:gd name="connsiteX12" fmla="*/ 13301 w 57150"/>
                <a:gd name="connsiteY12" fmla="*/ 38767 h 47625"/>
                <a:gd name="connsiteX13" fmla="*/ 22921 w 57150"/>
                <a:gd name="connsiteY13" fmla="*/ 40100 h 47625"/>
                <a:gd name="connsiteX14" fmla="*/ 22921 w 57150"/>
                <a:gd name="connsiteY14" fmla="*/ 4010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7150" h="47625">
                  <a:moveTo>
                    <a:pt x="22921" y="40100"/>
                  </a:moveTo>
                  <a:cubicBezTo>
                    <a:pt x="31970" y="37814"/>
                    <a:pt x="40733" y="34480"/>
                    <a:pt x="49115" y="30385"/>
                  </a:cubicBezTo>
                  <a:cubicBezTo>
                    <a:pt x="51782" y="29051"/>
                    <a:pt x="54068" y="25718"/>
                    <a:pt x="54830" y="22955"/>
                  </a:cubicBezTo>
                  <a:cubicBezTo>
                    <a:pt x="55687" y="20002"/>
                    <a:pt x="55306" y="16002"/>
                    <a:pt x="53591" y="13335"/>
                  </a:cubicBezTo>
                  <a:cubicBezTo>
                    <a:pt x="51877" y="10668"/>
                    <a:pt x="49305" y="8287"/>
                    <a:pt x="46162" y="7620"/>
                  </a:cubicBezTo>
                  <a:cubicBezTo>
                    <a:pt x="45019" y="7429"/>
                    <a:pt x="43971" y="7334"/>
                    <a:pt x="42828" y="7144"/>
                  </a:cubicBezTo>
                  <a:cubicBezTo>
                    <a:pt x="40542" y="7144"/>
                    <a:pt x="38447" y="7715"/>
                    <a:pt x="36542" y="8858"/>
                  </a:cubicBezTo>
                  <a:cubicBezTo>
                    <a:pt x="34732" y="9716"/>
                    <a:pt x="32827" y="10573"/>
                    <a:pt x="31017" y="11335"/>
                  </a:cubicBezTo>
                  <a:cubicBezTo>
                    <a:pt x="31970" y="10954"/>
                    <a:pt x="33017" y="10477"/>
                    <a:pt x="33970" y="10097"/>
                  </a:cubicBezTo>
                  <a:cubicBezTo>
                    <a:pt x="28255" y="12478"/>
                    <a:pt x="22349" y="14478"/>
                    <a:pt x="16253" y="16002"/>
                  </a:cubicBezTo>
                  <a:cubicBezTo>
                    <a:pt x="13205" y="16764"/>
                    <a:pt x="10348" y="19050"/>
                    <a:pt x="8824" y="21717"/>
                  </a:cubicBezTo>
                  <a:cubicBezTo>
                    <a:pt x="7300" y="24384"/>
                    <a:pt x="6633" y="28384"/>
                    <a:pt x="7586" y="31337"/>
                  </a:cubicBezTo>
                  <a:cubicBezTo>
                    <a:pt x="8538" y="34385"/>
                    <a:pt x="10443" y="37243"/>
                    <a:pt x="13301" y="38767"/>
                  </a:cubicBezTo>
                  <a:cubicBezTo>
                    <a:pt x="16349" y="40386"/>
                    <a:pt x="19587" y="40957"/>
                    <a:pt x="22921" y="40100"/>
                  </a:cubicBezTo>
                  <a:lnTo>
                    <a:pt x="22921" y="40100"/>
                  </a:lnTo>
                  <a:close/>
                </a:path>
              </a:pathLst>
            </a:custGeom>
            <a:solidFill>
              <a:srgbClr val="5D47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4" name="任意多边形: 形状 63"/>
            <p:cNvSpPr/>
            <p:nvPr/>
          </p:nvSpPr>
          <p:spPr>
            <a:xfrm>
              <a:off x="8436266" y="2863921"/>
              <a:ext cx="226858" cy="118830"/>
            </a:xfrm>
            <a:custGeom>
              <a:avLst/>
              <a:gdLst>
                <a:gd name="connsiteX0" fmla="*/ 16350 w 200025"/>
                <a:gd name="connsiteY0" fmla="*/ 31897 h 104775"/>
                <a:gd name="connsiteX1" fmla="*/ 181037 w 200025"/>
                <a:gd name="connsiteY1" fmla="*/ 101239 h 104775"/>
                <a:gd name="connsiteX2" fmla="*/ 196373 w 200025"/>
                <a:gd name="connsiteY2" fmla="*/ 92476 h 104775"/>
                <a:gd name="connsiteX3" fmla="*/ 187610 w 200025"/>
                <a:gd name="connsiteY3" fmla="*/ 77141 h 104775"/>
                <a:gd name="connsiteX4" fmla="*/ 22922 w 200025"/>
                <a:gd name="connsiteY4" fmla="*/ 7799 h 104775"/>
                <a:gd name="connsiteX5" fmla="*/ 7587 w 200025"/>
                <a:gd name="connsiteY5" fmla="*/ 16562 h 104775"/>
                <a:gd name="connsiteX6" fmla="*/ 16350 w 200025"/>
                <a:gd name="connsiteY6" fmla="*/ 31897 h 104775"/>
                <a:gd name="connsiteX7" fmla="*/ 16350 w 200025"/>
                <a:gd name="connsiteY7" fmla="*/ 31897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0025" h="104775">
                  <a:moveTo>
                    <a:pt x="16350" y="31897"/>
                  </a:moveTo>
                  <a:cubicBezTo>
                    <a:pt x="71214" y="55043"/>
                    <a:pt x="126173" y="78094"/>
                    <a:pt x="181037" y="101239"/>
                  </a:cubicBezTo>
                  <a:cubicBezTo>
                    <a:pt x="187229" y="103811"/>
                    <a:pt x="194753" y="98382"/>
                    <a:pt x="196373" y="92476"/>
                  </a:cubicBezTo>
                  <a:cubicBezTo>
                    <a:pt x="198373" y="85237"/>
                    <a:pt x="193896" y="79713"/>
                    <a:pt x="187610" y="77141"/>
                  </a:cubicBezTo>
                  <a:cubicBezTo>
                    <a:pt x="132746" y="53995"/>
                    <a:pt x="77786" y="30945"/>
                    <a:pt x="22922" y="7799"/>
                  </a:cubicBezTo>
                  <a:cubicBezTo>
                    <a:pt x="16731" y="5227"/>
                    <a:pt x="9206" y="10657"/>
                    <a:pt x="7587" y="16562"/>
                  </a:cubicBezTo>
                  <a:cubicBezTo>
                    <a:pt x="5682" y="23801"/>
                    <a:pt x="10159" y="29326"/>
                    <a:pt x="16350" y="31897"/>
                  </a:cubicBezTo>
                  <a:lnTo>
                    <a:pt x="16350" y="31897"/>
                  </a:lnTo>
                  <a:close/>
                </a:path>
              </a:pathLst>
            </a:custGeom>
            <a:solidFill>
              <a:srgbClr val="5D47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5" name="任意多边形: 形状 64"/>
            <p:cNvSpPr/>
            <p:nvPr/>
          </p:nvSpPr>
          <p:spPr>
            <a:xfrm>
              <a:off x="8673232" y="2958814"/>
              <a:ext cx="64816" cy="43211"/>
            </a:xfrm>
            <a:custGeom>
              <a:avLst/>
              <a:gdLst>
                <a:gd name="connsiteX0" fmla="*/ 13343 w 57150"/>
                <a:gd name="connsiteY0" fmla="*/ 30334 h 38100"/>
                <a:gd name="connsiteX1" fmla="*/ 39632 w 57150"/>
                <a:gd name="connsiteY1" fmla="*/ 39859 h 38100"/>
                <a:gd name="connsiteX2" fmla="*/ 49252 w 57150"/>
                <a:gd name="connsiteY2" fmla="*/ 38621 h 38100"/>
                <a:gd name="connsiteX3" fmla="*/ 54967 w 57150"/>
                <a:gd name="connsiteY3" fmla="*/ 31191 h 38100"/>
                <a:gd name="connsiteX4" fmla="*/ 53729 w 57150"/>
                <a:gd name="connsiteY4" fmla="*/ 21571 h 38100"/>
                <a:gd name="connsiteX5" fmla="*/ 46300 w 57150"/>
                <a:gd name="connsiteY5" fmla="*/ 15856 h 38100"/>
                <a:gd name="connsiteX6" fmla="*/ 27726 w 57150"/>
                <a:gd name="connsiteY6" fmla="*/ 9760 h 38100"/>
                <a:gd name="connsiteX7" fmla="*/ 30679 w 57150"/>
                <a:gd name="connsiteY7" fmla="*/ 10998 h 38100"/>
                <a:gd name="connsiteX8" fmla="*/ 25916 w 57150"/>
                <a:gd name="connsiteY8" fmla="*/ 8903 h 38100"/>
                <a:gd name="connsiteX9" fmla="*/ 21249 w 57150"/>
                <a:gd name="connsiteY9" fmla="*/ 7379 h 38100"/>
                <a:gd name="connsiteX10" fmla="*/ 16296 w 57150"/>
                <a:gd name="connsiteY10" fmla="*/ 7569 h 38100"/>
                <a:gd name="connsiteX11" fmla="*/ 8866 w 57150"/>
                <a:gd name="connsiteY11" fmla="*/ 13284 h 38100"/>
                <a:gd name="connsiteX12" fmla="*/ 7628 w 57150"/>
                <a:gd name="connsiteY12" fmla="*/ 22905 h 38100"/>
                <a:gd name="connsiteX13" fmla="*/ 13343 w 57150"/>
                <a:gd name="connsiteY13" fmla="*/ 30334 h 38100"/>
                <a:gd name="connsiteX14" fmla="*/ 13343 w 57150"/>
                <a:gd name="connsiteY14" fmla="*/ 30334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7150" h="38100">
                  <a:moveTo>
                    <a:pt x="13343" y="30334"/>
                  </a:moveTo>
                  <a:cubicBezTo>
                    <a:pt x="21820" y="34335"/>
                    <a:pt x="30583" y="37668"/>
                    <a:pt x="39632" y="39859"/>
                  </a:cubicBezTo>
                  <a:cubicBezTo>
                    <a:pt x="42871" y="40621"/>
                    <a:pt x="46395" y="40240"/>
                    <a:pt x="49252" y="38621"/>
                  </a:cubicBezTo>
                  <a:cubicBezTo>
                    <a:pt x="51824" y="37097"/>
                    <a:pt x="54301" y="34144"/>
                    <a:pt x="54967" y="31191"/>
                  </a:cubicBezTo>
                  <a:cubicBezTo>
                    <a:pt x="55729" y="27953"/>
                    <a:pt x="55539" y="24429"/>
                    <a:pt x="53729" y="21571"/>
                  </a:cubicBezTo>
                  <a:cubicBezTo>
                    <a:pt x="52015" y="18904"/>
                    <a:pt x="49443" y="16618"/>
                    <a:pt x="46300" y="15856"/>
                  </a:cubicBezTo>
                  <a:cubicBezTo>
                    <a:pt x="39918" y="14332"/>
                    <a:pt x="33727" y="12237"/>
                    <a:pt x="27726" y="9760"/>
                  </a:cubicBezTo>
                  <a:cubicBezTo>
                    <a:pt x="28678" y="10141"/>
                    <a:pt x="29726" y="10617"/>
                    <a:pt x="30679" y="10998"/>
                  </a:cubicBezTo>
                  <a:cubicBezTo>
                    <a:pt x="29059" y="10332"/>
                    <a:pt x="27535" y="9570"/>
                    <a:pt x="25916" y="8903"/>
                  </a:cubicBezTo>
                  <a:cubicBezTo>
                    <a:pt x="24487" y="7950"/>
                    <a:pt x="22963" y="7474"/>
                    <a:pt x="21249" y="7379"/>
                  </a:cubicBezTo>
                  <a:cubicBezTo>
                    <a:pt x="19630" y="6998"/>
                    <a:pt x="17915" y="7093"/>
                    <a:pt x="16296" y="7569"/>
                  </a:cubicBezTo>
                  <a:cubicBezTo>
                    <a:pt x="13438" y="8331"/>
                    <a:pt x="10295" y="10617"/>
                    <a:pt x="8866" y="13284"/>
                  </a:cubicBezTo>
                  <a:cubicBezTo>
                    <a:pt x="7342" y="16142"/>
                    <a:pt x="6580" y="19666"/>
                    <a:pt x="7628" y="22905"/>
                  </a:cubicBezTo>
                  <a:cubicBezTo>
                    <a:pt x="8485" y="25857"/>
                    <a:pt x="10390" y="29001"/>
                    <a:pt x="13343" y="30334"/>
                  </a:cubicBezTo>
                  <a:lnTo>
                    <a:pt x="13343" y="30334"/>
                  </a:lnTo>
                  <a:close/>
                </a:path>
              </a:pathLst>
            </a:custGeom>
            <a:solidFill>
              <a:srgbClr val="5D47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4300153" y="3497706"/>
            <a:ext cx="361806" cy="536548"/>
            <a:chOff x="3553322" y="2130634"/>
            <a:chExt cx="580927" cy="861498"/>
          </a:xfrm>
        </p:grpSpPr>
        <p:sp>
          <p:nvSpPr>
            <p:cNvPr id="53" name="任意多边形: 形状 52"/>
            <p:cNvSpPr/>
            <p:nvPr/>
          </p:nvSpPr>
          <p:spPr>
            <a:xfrm>
              <a:off x="3810167" y="2130634"/>
              <a:ext cx="324082" cy="324082"/>
            </a:xfrm>
            <a:custGeom>
              <a:avLst/>
              <a:gdLst>
                <a:gd name="connsiteX0" fmla="*/ 282173 w 285750"/>
                <a:gd name="connsiteY0" fmla="*/ 259439 h 285750"/>
                <a:gd name="connsiteX1" fmla="*/ 85767 w 285750"/>
                <a:gd name="connsiteY1" fmla="*/ 63700 h 285750"/>
                <a:gd name="connsiteX2" fmla="*/ 28712 w 285750"/>
                <a:gd name="connsiteY2" fmla="*/ 10550 h 285750"/>
                <a:gd name="connsiteX3" fmla="*/ 11091 w 285750"/>
                <a:gd name="connsiteY3" fmla="*/ 28172 h 285750"/>
                <a:gd name="connsiteX4" fmla="*/ 210354 w 285750"/>
                <a:gd name="connsiteY4" fmla="*/ 221053 h 285750"/>
                <a:gd name="connsiteX5" fmla="*/ 264456 w 285750"/>
                <a:gd name="connsiteY5" fmla="*/ 277155 h 285750"/>
                <a:gd name="connsiteX6" fmla="*/ 282173 w 285750"/>
                <a:gd name="connsiteY6" fmla="*/ 259439 h 285750"/>
                <a:gd name="connsiteX7" fmla="*/ 282173 w 285750"/>
                <a:gd name="connsiteY7" fmla="*/ 259439 h 28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5750" h="285750">
                  <a:moveTo>
                    <a:pt x="282173" y="259439"/>
                  </a:moveTo>
                  <a:cubicBezTo>
                    <a:pt x="218450" y="192478"/>
                    <a:pt x="152918" y="127232"/>
                    <a:pt x="85767" y="63700"/>
                  </a:cubicBezTo>
                  <a:cubicBezTo>
                    <a:pt x="66908" y="45888"/>
                    <a:pt x="47858" y="28172"/>
                    <a:pt x="28712" y="10550"/>
                  </a:cubicBezTo>
                  <a:cubicBezTo>
                    <a:pt x="16901" y="-308"/>
                    <a:pt x="-815" y="17313"/>
                    <a:pt x="11091" y="28172"/>
                  </a:cubicBezTo>
                  <a:cubicBezTo>
                    <a:pt x="79195" y="90656"/>
                    <a:pt x="145679" y="154949"/>
                    <a:pt x="210354" y="221053"/>
                  </a:cubicBezTo>
                  <a:cubicBezTo>
                    <a:pt x="228547" y="239627"/>
                    <a:pt x="246549" y="258296"/>
                    <a:pt x="264456" y="277155"/>
                  </a:cubicBezTo>
                  <a:cubicBezTo>
                    <a:pt x="275600" y="288776"/>
                    <a:pt x="293222" y="271154"/>
                    <a:pt x="282173" y="259439"/>
                  </a:cubicBezTo>
                  <a:lnTo>
                    <a:pt x="282173" y="259439"/>
                  </a:lnTo>
                  <a:close/>
                </a:path>
              </a:pathLst>
            </a:custGeom>
            <a:solidFill>
              <a:srgbClr val="5D47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4" name="任意多边形: 形状 53"/>
            <p:cNvSpPr/>
            <p:nvPr/>
          </p:nvSpPr>
          <p:spPr>
            <a:xfrm>
              <a:off x="3817878" y="2481702"/>
              <a:ext cx="226858" cy="118830"/>
            </a:xfrm>
            <a:custGeom>
              <a:avLst/>
              <a:gdLst>
                <a:gd name="connsiteX0" fmla="*/ 188601 w 200025"/>
                <a:gd name="connsiteY0" fmla="*/ 74862 h 104775"/>
                <a:gd name="connsiteX1" fmla="*/ 22961 w 200025"/>
                <a:gd name="connsiteY1" fmla="*/ 7806 h 104775"/>
                <a:gd name="connsiteX2" fmla="*/ 7626 w 200025"/>
                <a:gd name="connsiteY2" fmla="*/ 16569 h 104775"/>
                <a:gd name="connsiteX3" fmla="*/ 16389 w 200025"/>
                <a:gd name="connsiteY3" fmla="*/ 31905 h 104775"/>
                <a:gd name="connsiteX4" fmla="*/ 182029 w 200025"/>
                <a:gd name="connsiteY4" fmla="*/ 98961 h 104775"/>
                <a:gd name="connsiteX5" fmla="*/ 197364 w 200025"/>
                <a:gd name="connsiteY5" fmla="*/ 90198 h 104775"/>
                <a:gd name="connsiteX6" fmla="*/ 188601 w 200025"/>
                <a:gd name="connsiteY6" fmla="*/ 74862 h 104775"/>
                <a:gd name="connsiteX7" fmla="*/ 188601 w 200025"/>
                <a:gd name="connsiteY7" fmla="*/ 74862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0025" h="104775">
                  <a:moveTo>
                    <a:pt x="188601" y="74862"/>
                  </a:moveTo>
                  <a:cubicBezTo>
                    <a:pt x="133356" y="52479"/>
                    <a:pt x="78206" y="30095"/>
                    <a:pt x="22961" y="7806"/>
                  </a:cubicBezTo>
                  <a:cubicBezTo>
                    <a:pt x="16675" y="5235"/>
                    <a:pt x="9245" y="10569"/>
                    <a:pt x="7626" y="16569"/>
                  </a:cubicBezTo>
                  <a:cubicBezTo>
                    <a:pt x="5626" y="23713"/>
                    <a:pt x="10102" y="29428"/>
                    <a:pt x="16389" y="31905"/>
                  </a:cubicBezTo>
                  <a:cubicBezTo>
                    <a:pt x="71634" y="54288"/>
                    <a:pt x="126784" y="76672"/>
                    <a:pt x="182029" y="98961"/>
                  </a:cubicBezTo>
                  <a:cubicBezTo>
                    <a:pt x="188315" y="101532"/>
                    <a:pt x="195745" y="96198"/>
                    <a:pt x="197364" y="90198"/>
                  </a:cubicBezTo>
                  <a:cubicBezTo>
                    <a:pt x="199269" y="83149"/>
                    <a:pt x="194887" y="77434"/>
                    <a:pt x="188601" y="74862"/>
                  </a:cubicBezTo>
                  <a:lnTo>
                    <a:pt x="188601" y="74862"/>
                  </a:lnTo>
                  <a:close/>
                </a:path>
              </a:pathLst>
            </a:custGeom>
            <a:solidFill>
              <a:srgbClr val="5D47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5" name="任意多边形: 形状 54"/>
            <p:cNvSpPr/>
            <p:nvPr/>
          </p:nvSpPr>
          <p:spPr>
            <a:xfrm>
              <a:off x="3553322" y="2667181"/>
              <a:ext cx="475321" cy="108027"/>
            </a:xfrm>
            <a:custGeom>
              <a:avLst/>
              <a:gdLst>
                <a:gd name="connsiteX0" fmla="*/ 407863 w 419100"/>
                <a:gd name="connsiteY0" fmla="*/ 64389 h 95250"/>
                <a:gd name="connsiteX1" fmla="*/ 277275 w 419100"/>
                <a:gd name="connsiteY1" fmla="*/ 45053 h 95250"/>
                <a:gd name="connsiteX2" fmla="*/ 70487 w 419100"/>
                <a:gd name="connsiteY2" fmla="*/ 14383 h 95250"/>
                <a:gd name="connsiteX3" fmla="*/ 22862 w 419100"/>
                <a:gd name="connsiteY3" fmla="*/ 7334 h 95250"/>
                <a:gd name="connsiteX4" fmla="*/ 7527 w 419100"/>
                <a:gd name="connsiteY4" fmla="*/ 16097 h 95250"/>
                <a:gd name="connsiteX5" fmla="*/ 16290 w 419100"/>
                <a:gd name="connsiteY5" fmla="*/ 31433 h 95250"/>
                <a:gd name="connsiteX6" fmla="*/ 146878 w 419100"/>
                <a:gd name="connsiteY6" fmla="*/ 50768 h 95250"/>
                <a:gd name="connsiteX7" fmla="*/ 353666 w 419100"/>
                <a:gd name="connsiteY7" fmla="*/ 81439 h 95250"/>
                <a:gd name="connsiteX8" fmla="*/ 401386 w 419100"/>
                <a:gd name="connsiteY8" fmla="*/ 88487 h 95250"/>
                <a:gd name="connsiteX9" fmla="*/ 416721 w 419100"/>
                <a:gd name="connsiteY9" fmla="*/ 79724 h 95250"/>
                <a:gd name="connsiteX10" fmla="*/ 407863 w 419100"/>
                <a:gd name="connsiteY10" fmla="*/ 64389 h 95250"/>
                <a:gd name="connsiteX11" fmla="*/ 407863 w 419100"/>
                <a:gd name="connsiteY11" fmla="*/ 64389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9100" h="95250">
                  <a:moveTo>
                    <a:pt x="407863" y="64389"/>
                  </a:moveTo>
                  <a:cubicBezTo>
                    <a:pt x="364334" y="57912"/>
                    <a:pt x="320804" y="51530"/>
                    <a:pt x="277275" y="45053"/>
                  </a:cubicBezTo>
                  <a:cubicBezTo>
                    <a:pt x="208314" y="34862"/>
                    <a:pt x="139448" y="24670"/>
                    <a:pt x="70487" y="14383"/>
                  </a:cubicBezTo>
                  <a:cubicBezTo>
                    <a:pt x="54676" y="12097"/>
                    <a:pt x="38769" y="9716"/>
                    <a:pt x="22862" y="7334"/>
                  </a:cubicBezTo>
                  <a:cubicBezTo>
                    <a:pt x="16195" y="6382"/>
                    <a:pt x="9432" y="8954"/>
                    <a:pt x="7527" y="16097"/>
                  </a:cubicBezTo>
                  <a:cubicBezTo>
                    <a:pt x="5908" y="22003"/>
                    <a:pt x="9527" y="30480"/>
                    <a:pt x="16290" y="31433"/>
                  </a:cubicBezTo>
                  <a:cubicBezTo>
                    <a:pt x="59819" y="37910"/>
                    <a:pt x="103349" y="44291"/>
                    <a:pt x="146878" y="50768"/>
                  </a:cubicBezTo>
                  <a:cubicBezTo>
                    <a:pt x="215839" y="60960"/>
                    <a:pt x="284705" y="71152"/>
                    <a:pt x="353666" y="81439"/>
                  </a:cubicBezTo>
                  <a:cubicBezTo>
                    <a:pt x="369573" y="83820"/>
                    <a:pt x="385479" y="86106"/>
                    <a:pt x="401386" y="88487"/>
                  </a:cubicBezTo>
                  <a:cubicBezTo>
                    <a:pt x="408053" y="89440"/>
                    <a:pt x="414816" y="86868"/>
                    <a:pt x="416721" y="79724"/>
                  </a:cubicBezTo>
                  <a:cubicBezTo>
                    <a:pt x="418245" y="73914"/>
                    <a:pt x="414530" y="65437"/>
                    <a:pt x="407863" y="64389"/>
                  </a:cubicBezTo>
                  <a:lnTo>
                    <a:pt x="407863" y="64389"/>
                  </a:lnTo>
                  <a:close/>
                </a:path>
              </a:pathLst>
            </a:custGeom>
            <a:solidFill>
              <a:srgbClr val="5D47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6" name="任意多边形: 形状 55"/>
            <p:cNvSpPr/>
            <p:nvPr/>
          </p:nvSpPr>
          <p:spPr>
            <a:xfrm>
              <a:off x="3745821" y="2445788"/>
              <a:ext cx="64816" cy="54014"/>
            </a:xfrm>
            <a:custGeom>
              <a:avLst/>
              <a:gdLst>
                <a:gd name="connsiteX0" fmla="*/ 45347 w 57150"/>
                <a:gd name="connsiteY0" fmla="*/ 18232 h 47625"/>
                <a:gd name="connsiteX1" fmla="*/ 38775 w 57150"/>
                <a:gd name="connsiteY1" fmla="*/ 15660 h 47625"/>
                <a:gd name="connsiteX2" fmla="*/ 41727 w 57150"/>
                <a:gd name="connsiteY2" fmla="*/ 16898 h 47625"/>
                <a:gd name="connsiteX3" fmla="*/ 25916 w 57150"/>
                <a:gd name="connsiteY3" fmla="*/ 8802 h 47625"/>
                <a:gd name="connsiteX4" fmla="*/ 16296 w 57150"/>
                <a:gd name="connsiteY4" fmla="*/ 7564 h 47625"/>
                <a:gd name="connsiteX5" fmla="*/ 8866 w 57150"/>
                <a:gd name="connsiteY5" fmla="*/ 13279 h 47625"/>
                <a:gd name="connsiteX6" fmla="*/ 7628 w 57150"/>
                <a:gd name="connsiteY6" fmla="*/ 22899 h 47625"/>
                <a:gd name="connsiteX7" fmla="*/ 13343 w 57150"/>
                <a:gd name="connsiteY7" fmla="*/ 30328 h 47625"/>
                <a:gd name="connsiteX8" fmla="*/ 38679 w 57150"/>
                <a:gd name="connsiteY8" fmla="*/ 42139 h 47625"/>
                <a:gd name="connsiteX9" fmla="*/ 48300 w 57150"/>
                <a:gd name="connsiteY9" fmla="*/ 40901 h 47625"/>
                <a:gd name="connsiteX10" fmla="*/ 54015 w 57150"/>
                <a:gd name="connsiteY10" fmla="*/ 33472 h 47625"/>
                <a:gd name="connsiteX11" fmla="*/ 52776 w 57150"/>
                <a:gd name="connsiteY11" fmla="*/ 23851 h 47625"/>
                <a:gd name="connsiteX12" fmla="*/ 50871 w 57150"/>
                <a:gd name="connsiteY12" fmla="*/ 21280 h 47625"/>
                <a:gd name="connsiteX13" fmla="*/ 45347 w 57150"/>
                <a:gd name="connsiteY13" fmla="*/ 18232 h 47625"/>
                <a:gd name="connsiteX14" fmla="*/ 45347 w 57150"/>
                <a:gd name="connsiteY14" fmla="*/ 18232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7150" h="47625">
                  <a:moveTo>
                    <a:pt x="45347" y="18232"/>
                  </a:moveTo>
                  <a:cubicBezTo>
                    <a:pt x="43156" y="17470"/>
                    <a:pt x="40965" y="16612"/>
                    <a:pt x="38775" y="15660"/>
                  </a:cubicBezTo>
                  <a:cubicBezTo>
                    <a:pt x="39727" y="16041"/>
                    <a:pt x="40775" y="16517"/>
                    <a:pt x="41727" y="16898"/>
                  </a:cubicBezTo>
                  <a:cubicBezTo>
                    <a:pt x="36298" y="14612"/>
                    <a:pt x="30964" y="11945"/>
                    <a:pt x="25916" y="8802"/>
                  </a:cubicBezTo>
                  <a:cubicBezTo>
                    <a:pt x="23154" y="7183"/>
                    <a:pt x="19344" y="6706"/>
                    <a:pt x="16296" y="7564"/>
                  </a:cubicBezTo>
                  <a:cubicBezTo>
                    <a:pt x="13438" y="8326"/>
                    <a:pt x="10295" y="10612"/>
                    <a:pt x="8866" y="13279"/>
                  </a:cubicBezTo>
                  <a:cubicBezTo>
                    <a:pt x="7342" y="16136"/>
                    <a:pt x="6580" y="19660"/>
                    <a:pt x="7628" y="22899"/>
                  </a:cubicBezTo>
                  <a:cubicBezTo>
                    <a:pt x="8676" y="26042"/>
                    <a:pt x="10485" y="28614"/>
                    <a:pt x="13343" y="30328"/>
                  </a:cubicBezTo>
                  <a:cubicBezTo>
                    <a:pt x="21344" y="35186"/>
                    <a:pt x="29916" y="39091"/>
                    <a:pt x="38679" y="42139"/>
                  </a:cubicBezTo>
                  <a:cubicBezTo>
                    <a:pt x="41632" y="43187"/>
                    <a:pt x="45728" y="42425"/>
                    <a:pt x="48300" y="40901"/>
                  </a:cubicBezTo>
                  <a:cubicBezTo>
                    <a:pt x="50871" y="39377"/>
                    <a:pt x="53348" y="36424"/>
                    <a:pt x="54015" y="33472"/>
                  </a:cubicBezTo>
                  <a:cubicBezTo>
                    <a:pt x="54777" y="30233"/>
                    <a:pt x="54586" y="26709"/>
                    <a:pt x="52776" y="23851"/>
                  </a:cubicBezTo>
                  <a:cubicBezTo>
                    <a:pt x="52110" y="22994"/>
                    <a:pt x="51443" y="22137"/>
                    <a:pt x="50871" y="21280"/>
                  </a:cubicBezTo>
                  <a:cubicBezTo>
                    <a:pt x="49252" y="19946"/>
                    <a:pt x="47442" y="18803"/>
                    <a:pt x="45347" y="18232"/>
                  </a:cubicBezTo>
                  <a:lnTo>
                    <a:pt x="45347" y="18232"/>
                  </a:lnTo>
                  <a:close/>
                </a:path>
              </a:pathLst>
            </a:custGeom>
            <a:solidFill>
              <a:srgbClr val="5D47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7" name="任意多边形: 形状 56"/>
            <p:cNvSpPr/>
            <p:nvPr/>
          </p:nvSpPr>
          <p:spPr>
            <a:xfrm>
              <a:off x="3824694" y="2909318"/>
              <a:ext cx="237660" cy="75619"/>
            </a:xfrm>
            <a:custGeom>
              <a:avLst/>
              <a:gdLst>
                <a:gd name="connsiteX0" fmla="*/ 192211 w 209550"/>
                <a:gd name="connsiteY0" fmla="*/ 7388 h 66675"/>
                <a:gd name="connsiteX1" fmla="*/ 16284 w 209550"/>
                <a:gd name="connsiteY1" fmla="*/ 38535 h 66675"/>
                <a:gd name="connsiteX2" fmla="*/ 7521 w 209550"/>
                <a:gd name="connsiteY2" fmla="*/ 53870 h 66675"/>
                <a:gd name="connsiteX3" fmla="*/ 22856 w 209550"/>
                <a:gd name="connsiteY3" fmla="*/ 62633 h 66675"/>
                <a:gd name="connsiteX4" fmla="*/ 198783 w 209550"/>
                <a:gd name="connsiteY4" fmla="*/ 31486 h 66675"/>
                <a:gd name="connsiteX5" fmla="*/ 207546 w 209550"/>
                <a:gd name="connsiteY5" fmla="*/ 16151 h 66675"/>
                <a:gd name="connsiteX6" fmla="*/ 192211 w 209550"/>
                <a:gd name="connsiteY6" fmla="*/ 7388 h 66675"/>
                <a:gd name="connsiteX7" fmla="*/ 192211 w 209550"/>
                <a:gd name="connsiteY7" fmla="*/ 738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9550" h="66675">
                  <a:moveTo>
                    <a:pt x="192211" y="7388"/>
                  </a:moveTo>
                  <a:cubicBezTo>
                    <a:pt x="133537" y="17770"/>
                    <a:pt x="74958" y="28153"/>
                    <a:pt x="16284" y="38535"/>
                  </a:cubicBezTo>
                  <a:cubicBezTo>
                    <a:pt x="9617" y="39678"/>
                    <a:pt x="5902" y="47869"/>
                    <a:pt x="7521" y="53870"/>
                  </a:cubicBezTo>
                  <a:cubicBezTo>
                    <a:pt x="9426" y="60919"/>
                    <a:pt x="16189" y="63776"/>
                    <a:pt x="22856" y="62633"/>
                  </a:cubicBezTo>
                  <a:cubicBezTo>
                    <a:pt x="81530" y="52251"/>
                    <a:pt x="140109" y="41869"/>
                    <a:pt x="198783" y="31486"/>
                  </a:cubicBezTo>
                  <a:cubicBezTo>
                    <a:pt x="205451" y="30343"/>
                    <a:pt x="209165" y="22152"/>
                    <a:pt x="207546" y="16151"/>
                  </a:cubicBezTo>
                  <a:cubicBezTo>
                    <a:pt x="205641" y="9103"/>
                    <a:pt x="198878" y="6245"/>
                    <a:pt x="192211" y="7388"/>
                  </a:cubicBezTo>
                  <a:lnTo>
                    <a:pt x="192211" y="7388"/>
                  </a:lnTo>
                  <a:close/>
                </a:path>
              </a:pathLst>
            </a:custGeom>
            <a:solidFill>
              <a:srgbClr val="5D47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8" name="任意多边形: 形状 57"/>
            <p:cNvSpPr/>
            <p:nvPr/>
          </p:nvSpPr>
          <p:spPr>
            <a:xfrm>
              <a:off x="3744516" y="2948921"/>
              <a:ext cx="64816" cy="43211"/>
            </a:xfrm>
            <a:custGeom>
              <a:avLst/>
              <a:gdLst>
                <a:gd name="connsiteX0" fmla="*/ 40782 w 57150"/>
                <a:gd name="connsiteY0" fmla="*/ 7521 h 38100"/>
                <a:gd name="connsiteX1" fmla="*/ 30495 w 57150"/>
                <a:gd name="connsiteY1" fmla="*/ 9331 h 38100"/>
                <a:gd name="connsiteX2" fmla="*/ 33829 w 57150"/>
                <a:gd name="connsiteY2" fmla="*/ 8855 h 38100"/>
                <a:gd name="connsiteX3" fmla="*/ 19637 w 57150"/>
                <a:gd name="connsiteY3" fmla="*/ 9903 h 38100"/>
                <a:gd name="connsiteX4" fmla="*/ 10778 w 57150"/>
                <a:gd name="connsiteY4" fmla="*/ 13522 h 38100"/>
                <a:gd name="connsiteX5" fmla="*/ 7159 w 57150"/>
                <a:gd name="connsiteY5" fmla="*/ 22380 h 38100"/>
                <a:gd name="connsiteX6" fmla="*/ 10778 w 57150"/>
                <a:gd name="connsiteY6" fmla="*/ 31239 h 38100"/>
                <a:gd name="connsiteX7" fmla="*/ 19637 w 57150"/>
                <a:gd name="connsiteY7" fmla="*/ 34858 h 38100"/>
                <a:gd name="connsiteX8" fmla="*/ 47545 w 57150"/>
                <a:gd name="connsiteY8" fmla="*/ 31524 h 38100"/>
                <a:gd name="connsiteX9" fmla="*/ 54974 w 57150"/>
                <a:gd name="connsiteY9" fmla="*/ 25809 h 38100"/>
                <a:gd name="connsiteX10" fmla="*/ 56213 w 57150"/>
                <a:gd name="connsiteY10" fmla="*/ 16189 h 38100"/>
                <a:gd name="connsiteX11" fmla="*/ 50498 w 57150"/>
                <a:gd name="connsiteY11" fmla="*/ 8760 h 38100"/>
                <a:gd name="connsiteX12" fmla="*/ 40782 w 57150"/>
                <a:gd name="connsiteY12" fmla="*/ 7521 h 38100"/>
                <a:gd name="connsiteX13" fmla="*/ 40782 w 57150"/>
                <a:gd name="connsiteY13" fmla="*/ 7521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7150" h="38100">
                  <a:moveTo>
                    <a:pt x="40782" y="7521"/>
                  </a:moveTo>
                  <a:cubicBezTo>
                    <a:pt x="37353" y="8283"/>
                    <a:pt x="33924" y="8855"/>
                    <a:pt x="30495" y="9331"/>
                  </a:cubicBezTo>
                  <a:cubicBezTo>
                    <a:pt x="31638" y="9141"/>
                    <a:pt x="32686" y="9045"/>
                    <a:pt x="33829" y="8855"/>
                  </a:cubicBezTo>
                  <a:cubicBezTo>
                    <a:pt x="29066" y="9522"/>
                    <a:pt x="24399" y="9807"/>
                    <a:pt x="19637" y="9903"/>
                  </a:cubicBezTo>
                  <a:cubicBezTo>
                    <a:pt x="16398" y="9998"/>
                    <a:pt x="13064" y="11236"/>
                    <a:pt x="10778" y="13522"/>
                  </a:cubicBezTo>
                  <a:cubicBezTo>
                    <a:pt x="8588" y="15713"/>
                    <a:pt x="6968" y="19237"/>
                    <a:pt x="7159" y="22380"/>
                  </a:cubicBezTo>
                  <a:cubicBezTo>
                    <a:pt x="7349" y="25619"/>
                    <a:pt x="8397" y="28953"/>
                    <a:pt x="10778" y="31239"/>
                  </a:cubicBezTo>
                  <a:cubicBezTo>
                    <a:pt x="13160" y="33429"/>
                    <a:pt x="16208" y="34953"/>
                    <a:pt x="19637" y="34858"/>
                  </a:cubicBezTo>
                  <a:cubicBezTo>
                    <a:pt x="28971" y="34668"/>
                    <a:pt x="38401" y="33525"/>
                    <a:pt x="47545" y="31524"/>
                  </a:cubicBezTo>
                  <a:cubicBezTo>
                    <a:pt x="50498" y="30858"/>
                    <a:pt x="53546" y="28381"/>
                    <a:pt x="54974" y="25809"/>
                  </a:cubicBezTo>
                  <a:cubicBezTo>
                    <a:pt x="56498" y="23142"/>
                    <a:pt x="57165" y="19142"/>
                    <a:pt x="56213" y="16189"/>
                  </a:cubicBezTo>
                  <a:cubicBezTo>
                    <a:pt x="55260" y="13141"/>
                    <a:pt x="53355" y="10284"/>
                    <a:pt x="50498" y="8760"/>
                  </a:cubicBezTo>
                  <a:cubicBezTo>
                    <a:pt x="47354" y="7140"/>
                    <a:pt x="44116" y="6759"/>
                    <a:pt x="40782" y="7521"/>
                  </a:cubicBezTo>
                  <a:lnTo>
                    <a:pt x="40782" y="7521"/>
                  </a:lnTo>
                  <a:close/>
                </a:path>
              </a:pathLst>
            </a:custGeom>
            <a:solidFill>
              <a:srgbClr val="5D47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9152854" y="2198886"/>
            <a:ext cx="511971" cy="1850772"/>
            <a:chOff x="2709165" y="3485769"/>
            <a:chExt cx="255175" cy="922457"/>
          </a:xfrm>
        </p:grpSpPr>
        <p:sp>
          <p:nvSpPr>
            <p:cNvPr id="69" name="任意多边形: 形状 68"/>
            <p:cNvSpPr/>
            <p:nvPr/>
          </p:nvSpPr>
          <p:spPr>
            <a:xfrm>
              <a:off x="2736499" y="3589076"/>
              <a:ext cx="123825" cy="819150"/>
            </a:xfrm>
            <a:custGeom>
              <a:avLst/>
              <a:gdLst>
                <a:gd name="connsiteX0" fmla="*/ 42294 w 123825"/>
                <a:gd name="connsiteY0" fmla="*/ 13755 h 819150"/>
                <a:gd name="connsiteX1" fmla="*/ 109731 w 123825"/>
                <a:gd name="connsiteY1" fmla="*/ 331985 h 819150"/>
                <a:gd name="connsiteX2" fmla="*/ 108969 w 123825"/>
                <a:gd name="connsiteY2" fmla="*/ 493243 h 819150"/>
                <a:gd name="connsiteX3" fmla="*/ 74489 w 123825"/>
                <a:gd name="connsiteY3" fmla="*/ 642976 h 819150"/>
                <a:gd name="connsiteX4" fmla="*/ 7718 w 123825"/>
                <a:gd name="connsiteY4" fmla="*/ 803854 h 819150"/>
                <a:gd name="connsiteX5" fmla="*/ 16958 w 123825"/>
                <a:gd name="connsiteY5" fmla="*/ 809283 h 819150"/>
                <a:gd name="connsiteX6" fmla="*/ 116875 w 123825"/>
                <a:gd name="connsiteY6" fmla="*/ 514198 h 819150"/>
                <a:gd name="connsiteX7" fmla="*/ 98206 w 123825"/>
                <a:gd name="connsiteY7" fmla="*/ 191777 h 819150"/>
                <a:gd name="connsiteX8" fmla="*/ 52676 w 123825"/>
                <a:gd name="connsiteY8" fmla="*/ 10897 h 819150"/>
                <a:gd name="connsiteX9" fmla="*/ 42294 w 123825"/>
                <a:gd name="connsiteY9" fmla="*/ 13755 h 819150"/>
                <a:gd name="connsiteX10" fmla="*/ 42294 w 123825"/>
                <a:gd name="connsiteY10" fmla="*/ 13755 h 81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3825" h="819150">
                  <a:moveTo>
                    <a:pt x="42294" y="13755"/>
                  </a:moveTo>
                  <a:cubicBezTo>
                    <a:pt x="70774" y="118339"/>
                    <a:pt x="99349" y="223781"/>
                    <a:pt x="109731" y="331985"/>
                  </a:cubicBezTo>
                  <a:cubicBezTo>
                    <a:pt x="114875" y="385611"/>
                    <a:pt x="115351" y="439713"/>
                    <a:pt x="108969" y="493243"/>
                  </a:cubicBezTo>
                  <a:cubicBezTo>
                    <a:pt x="102968" y="544202"/>
                    <a:pt x="90586" y="594304"/>
                    <a:pt x="74489" y="642976"/>
                  </a:cubicBezTo>
                  <a:cubicBezTo>
                    <a:pt x="56201" y="698126"/>
                    <a:pt x="33055" y="751562"/>
                    <a:pt x="7718" y="803854"/>
                  </a:cubicBezTo>
                  <a:cubicBezTo>
                    <a:pt x="4766" y="810045"/>
                    <a:pt x="14005" y="815474"/>
                    <a:pt x="16958" y="809283"/>
                  </a:cubicBezTo>
                  <a:cubicBezTo>
                    <a:pt x="62106" y="715652"/>
                    <a:pt x="101444" y="617640"/>
                    <a:pt x="116875" y="514198"/>
                  </a:cubicBezTo>
                  <a:cubicBezTo>
                    <a:pt x="132972" y="406566"/>
                    <a:pt x="120685" y="297600"/>
                    <a:pt x="98206" y="191777"/>
                  </a:cubicBezTo>
                  <a:cubicBezTo>
                    <a:pt x="85252" y="130912"/>
                    <a:pt x="69060" y="70905"/>
                    <a:pt x="52676" y="10897"/>
                  </a:cubicBezTo>
                  <a:cubicBezTo>
                    <a:pt x="50771" y="4325"/>
                    <a:pt x="40485" y="7087"/>
                    <a:pt x="42294" y="13755"/>
                  </a:cubicBezTo>
                  <a:lnTo>
                    <a:pt x="42294" y="13755"/>
                  </a:lnTo>
                  <a:close/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0" name="任意多边形: 形状 69"/>
            <p:cNvSpPr/>
            <p:nvPr/>
          </p:nvSpPr>
          <p:spPr>
            <a:xfrm>
              <a:off x="2753428" y="3485769"/>
              <a:ext cx="66675" cy="200025"/>
            </a:xfrm>
            <a:custGeom>
              <a:avLst/>
              <a:gdLst>
                <a:gd name="connsiteX0" fmla="*/ 50892 w 66675"/>
                <a:gd name="connsiteY0" fmla="*/ 199073 h 200025"/>
                <a:gd name="connsiteX1" fmla="*/ 7172 w 66675"/>
                <a:gd name="connsiteY1" fmla="*/ 91250 h 200025"/>
                <a:gd name="connsiteX2" fmla="*/ 14697 w 66675"/>
                <a:gd name="connsiteY2" fmla="*/ 7144 h 200025"/>
                <a:gd name="connsiteX3" fmla="*/ 58702 w 66675"/>
                <a:gd name="connsiteY3" fmla="*/ 99441 h 200025"/>
                <a:gd name="connsiteX4" fmla="*/ 50892 w 66675"/>
                <a:gd name="connsiteY4" fmla="*/ 199073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200025">
                  <a:moveTo>
                    <a:pt x="50892" y="199073"/>
                  </a:moveTo>
                  <a:cubicBezTo>
                    <a:pt x="20983" y="164782"/>
                    <a:pt x="6410" y="136684"/>
                    <a:pt x="7172" y="91250"/>
                  </a:cubicBezTo>
                  <a:cubicBezTo>
                    <a:pt x="7648" y="63056"/>
                    <a:pt x="14602" y="35243"/>
                    <a:pt x="14697" y="7144"/>
                  </a:cubicBezTo>
                  <a:cubicBezTo>
                    <a:pt x="32032" y="36576"/>
                    <a:pt x="49558" y="66485"/>
                    <a:pt x="58702" y="99441"/>
                  </a:cubicBezTo>
                  <a:cubicBezTo>
                    <a:pt x="67846" y="132302"/>
                    <a:pt x="67751" y="169259"/>
                    <a:pt x="50892" y="199073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1" name="任意多边形: 形状 70"/>
            <p:cNvSpPr/>
            <p:nvPr/>
          </p:nvSpPr>
          <p:spPr>
            <a:xfrm>
              <a:off x="2843468" y="3746945"/>
              <a:ext cx="104775" cy="180975"/>
            </a:xfrm>
            <a:custGeom>
              <a:avLst/>
              <a:gdLst>
                <a:gd name="connsiteX0" fmla="*/ 7144 w 104775"/>
                <a:gd name="connsiteY0" fmla="*/ 175641 h 180975"/>
                <a:gd name="connsiteX1" fmla="*/ 45148 w 104775"/>
                <a:gd name="connsiteY1" fmla="*/ 65627 h 180975"/>
                <a:gd name="connsiteX2" fmla="*/ 106108 w 104775"/>
                <a:gd name="connsiteY2" fmla="*/ 7144 h 180975"/>
                <a:gd name="connsiteX3" fmla="*/ 78486 w 104775"/>
                <a:gd name="connsiteY3" fmla="*/ 105632 h 180975"/>
                <a:gd name="connsiteX4" fmla="*/ 7144 w 104775"/>
                <a:gd name="connsiteY4" fmla="*/ 175641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180975">
                  <a:moveTo>
                    <a:pt x="7144" y="175641"/>
                  </a:moveTo>
                  <a:cubicBezTo>
                    <a:pt x="7144" y="130207"/>
                    <a:pt x="14668" y="99346"/>
                    <a:pt x="45148" y="65627"/>
                  </a:cubicBezTo>
                  <a:cubicBezTo>
                    <a:pt x="64103" y="44767"/>
                    <a:pt x="87535" y="28384"/>
                    <a:pt x="106108" y="7144"/>
                  </a:cubicBezTo>
                  <a:cubicBezTo>
                    <a:pt x="99822" y="40767"/>
                    <a:pt x="93345" y="74771"/>
                    <a:pt x="78486" y="105632"/>
                  </a:cubicBezTo>
                  <a:cubicBezTo>
                    <a:pt x="63817" y="136588"/>
                    <a:pt x="39433" y="164306"/>
                    <a:pt x="7144" y="175641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2" name="任意多边形: 形状 71"/>
            <p:cNvSpPr/>
            <p:nvPr/>
          </p:nvSpPr>
          <p:spPr>
            <a:xfrm>
              <a:off x="2839182" y="3973163"/>
              <a:ext cx="104775" cy="152400"/>
            </a:xfrm>
            <a:custGeom>
              <a:avLst/>
              <a:gdLst>
                <a:gd name="connsiteX0" fmla="*/ 7144 w 104775"/>
                <a:gd name="connsiteY0" fmla="*/ 146971 h 152400"/>
                <a:gd name="connsiteX1" fmla="*/ 44958 w 104775"/>
                <a:gd name="connsiteY1" fmla="*/ 54388 h 152400"/>
                <a:gd name="connsiteX2" fmla="*/ 100108 w 104775"/>
                <a:gd name="connsiteY2" fmla="*/ 7144 h 152400"/>
                <a:gd name="connsiteX3" fmla="*/ 71818 w 104775"/>
                <a:gd name="connsiteY3" fmla="*/ 90392 h 152400"/>
                <a:gd name="connsiteX4" fmla="*/ 7144 w 104775"/>
                <a:gd name="connsiteY4" fmla="*/ 14697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152400">
                  <a:moveTo>
                    <a:pt x="7144" y="146971"/>
                  </a:moveTo>
                  <a:cubicBezTo>
                    <a:pt x="9334" y="107918"/>
                    <a:pt x="17145" y="81820"/>
                    <a:pt x="44958" y="54388"/>
                  </a:cubicBezTo>
                  <a:cubicBezTo>
                    <a:pt x="62198" y="37338"/>
                    <a:pt x="83153" y="24384"/>
                    <a:pt x="100108" y="7144"/>
                  </a:cubicBezTo>
                  <a:cubicBezTo>
                    <a:pt x="93059" y="35719"/>
                    <a:pt x="85915" y="64579"/>
                    <a:pt x="71818" y="90392"/>
                  </a:cubicBezTo>
                  <a:cubicBezTo>
                    <a:pt x="57531" y="116014"/>
                    <a:pt x="35338" y="138684"/>
                    <a:pt x="7144" y="146971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3" name="任意多边形: 形状 72"/>
            <p:cNvSpPr/>
            <p:nvPr/>
          </p:nvSpPr>
          <p:spPr>
            <a:xfrm>
              <a:off x="2757933" y="4288875"/>
              <a:ext cx="152400" cy="76200"/>
            </a:xfrm>
            <a:custGeom>
              <a:avLst/>
              <a:gdLst>
                <a:gd name="connsiteX0" fmla="*/ 7144 w 152400"/>
                <a:gd name="connsiteY0" fmla="*/ 69955 h 76200"/>
                <a:gd name="connsiteX1" fmla="*/ 89630 w 152400"/>
                <a:gd name="connsiteY1" fmla="*/ 13282 h 76200"/>
                <a:gd name="connsiteX2" fmla="*/ 141637 w 152400"/>
                <a:gd name="connsiteY2" fmla="*/ 7186 h 76200"/>
                <a:gd name="connsiteX3" fmla="*/ 146494 w 152400"/>
                <a:gd name="connsiteY3" fmla="*/ 17949 h 76200"/>
                <a:gd name="connsiteX4" fmla="*/ 92297 w 152400"/>
                <a:gd name="connsiteY4" fmla="*/ 57954 h 76200"/>
                <a:gd name="connsiteX5" fmla="*/ 7144 w 152400"/>
                <a:gd name="connsiteY5" fmla="*/ 69955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400" h="76200">
                  <a:moveTo>
                    <a:pt x="7144" y="69955"/>
                  </a:moveTo>
                  <a:cubicBezTo>
                    <a:pt x="30385" y="38523"/>
                    <a:pt x="51340" y="21092"/>
                    <a:pt x="89630" y="13282"/>
                  </a:cubicBezTo>
                  <a:cubicBezTo>
                    <a:pt x="106775" y="9853"/>
                    <a:pt x="124301" y="9186"/>
                    <a:pt x="141637" y="7186"/>
                  </a:cubicBezTo>
                  <a:cubicBezTo>
                    <a:pt x="147638" y="6519"/>
                    <a:pt x="150971" y="13949"/>
                    <a:pt x="146494" y="17949"/>
                  </a:cubicBezTo>
                  <a:cubicBezTo>
                    <a:pt x="129730" y="33094"/>
                    <a:pt x="112204" y="47476"/>
                    <a:pt x="92297" y="57954"/>
                  </a:cubicBezTo>
                  <a:cubicBezTo>
                    <a:pt x="66294" y="71861"/>
                    <a:pt x="35242" y="78623"/>
                    <a:pt x="7144" y="69955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4" name="任意多边形: 形状 73"/>
            <p:cNvSpPr/>
            <p:nvPr/>
          </p:nvSpPr>
          <p:spPr>
            <a:xfrm>
              <a:off x="2811940" y="4169802"/>
              <a:ext cx="152400" cy="57150"/>
            </a:xfrm>
            <a:custGeom>
              <a:avLst/>
              <a:gdLst>
                <a:gd name="connsiteX0" fmla="*/ 7144 w 152400"/>
                <a:gd name="connsiteY0" fmla="*/ 47106 h 57150"/>
                <a:gd name="connsiteX1" fmla="*/ 98869 w 152400"/>
                <a:gd name="connsiteY1" fmla="*/ 7196 h 57150"/>
                <a:gd name="connsiteX2" fmla="*/ 128206 w 152400"/>
                <a:gd name="connsiteY2" fmla="*/ 9006 h 57150"/>
                <a:gd name="connsiteX3" fmla="*/ 148400 w 152400"/>
                <a:gd name="connsiteY3" fmla="*/ 15673 h 57150"/>
                <a:gd name="connsiteX4" fmla="*/ 131064 w 152400"/>
                <a:gd name="connsiteY4" fmla="*/ 35485 h 57150"/>
                <a:gd name="connsiteX5" fmla="*/ 92869 w 152400"/>
                <a:gd name="connsiteY5" fmla="*/ 51582 h 57150"/>
                <a:gd name="connsiteX6" fmla="*/ 7144 w 152400"/>
                <a:gd name="connsiteY6" fmla="*/ 47106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2400" h="57150">
                  <a:moveTo>
                    <a:pt x="7144" y="47106"/>
                  </a:moveTo>
                  <a:cubicBezTo>
                    <a:pt x="35909" y="20626"/>
                    <a:pt x="59817" y="7482"/>
                    <a:pt x="98869" y="7196"/>
                  </a:cubicBezTo>
                  <a:cubicBezTo>
                    <a:pt x="108299" y="7101"/>
                    <a:pt x="119063" y="6910"/>
                    <a:pt x="128206" y="9006"/>
                  </a:cubicBezTo>
                  <a:cubicBezTo>
                    <a:pt x="132683" y="10053"/>
                    <a:pt x="146399" y="11958"/>
                    <a:pt x="148400" y="15673"/>
                  </a:cubicBezTo>
                  <a:cubicBezTo>
                    <a:pt x="152019" y="22531"/>
                    <a:pt x="135636" y="33104"/>
                    <a:pt x="131064" y="35485"/>
                  </a:cubicBezTo>
                  <a:cubicBezTo>
                    <a:pt x="118872" y="41962"/>
                    <a:pt x="106108" y="47582"/>
                    <a:pt x="92869" y="51582"/>
                  </a:cubicBezTo>
                  <a:cubicBezTo>
                    <a:pt x="64865" y="60250"/>
                    <a:pt x="33147" y="60917"/>
                    <a:pt x="7144" y="47106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5" name="任意多边形: 形状 74"/>
            <p:cNvSpPr/>
            <p:nvPr/>
          </p:nvSpPr>
          <p:spPr>
            <a:xfrm>
              <a:off x="2817259" y="3610356"/>
              <a:ext cx="47625" cy="180975"/>
            </a:xfrm>
            <a:custGeom>
              <a:avLst/>
              <a:gdLst>
                <a:gd name="connsiteX0" fmla="*/ 14017 w 47625"/>
                <a:gd name="connsiteY0" fmla="*/ 176022 h 180975"/>
                <a:gd name="connsiteX1" fmla="*/ 14779 w 47625"/>
                <a:gd name="connsiteY1" fmla="*/ 80296 h 180975"/>
                <a:gd name="connsiteX2" fmla="*/ 47069 w 47625"/>
                <a:gd name="connsiteY2" fmla="*/ 7144 h 180975"/>
                <a:gd name="connsiteX3" fmla="*/ 46212 w 47625"/>
                <a:gd name="connsiteY3" fmla="*/ 84392 h 180975"/>
                <a:gd name="connsiteX4" fmla="*/ 14017 w 47625"/>
                <a:gd name="connsiteY4" fmla="*/ 176022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180975">
                  <a:moveTo>
                    <a:pt x="14017" y="176022"/>
                  </a:moveTo>
                  <a:cubicBezTo>
                    <a:pt x="5540" y="145256"/>
                    <a:pt x="3921" y="110395"/>
                    <a:pt x="14779" y="80296"/>
                  </a:cubicBezTo>
                  <a:cubicBezTo>
                    <a:pt x="23828" y="55245"/>
                    <a:pt x="39258" y="32671"/>
                    <a:pt x="47069" y="7144"/>
                  </a:cubicBezTo>
                  <a:cubicBezTo>
                    <a:pt x="48307" y="32861"/>
                    <a:pt x="48021" y="58674"/>
                    <a:pt x="46212" y="84392"/>
                  </a:cubicBezTo>
                  <a:cubicBezTo>
                    <a:pt x="43926" y="117539"/>
                    <a:pt x="37925" y="153067"/>
                    <a:pt x="14017" y="176022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6" name="任意多边形: 形状 75"/>
            <p:cNvSpPr/>
            <p:nvPr/>
          </p:nvSpPr>
          <p:spPr>
            <a:xfrm>
              <a:off x="2709165" y="3763468"/>
              <a:ext cx="133350" cy="95250"/>
            </a:xfrm>
            <a:custGeom>
              <a:avLst/>
              <a:gdLst>
                <a:gd name="connsiteX0" fmla="*/ 135065 w 133350"/>
                <a:gd name="connsiteY0" fmla="*/ 87490 h 95250"/>
                <a:gd name="connsiteX1" fmla="*/ 60103 w 133350"/>
                <a:gd name="connsiteY1" fmla="*/ 9480 h 95250"/>
                <a:gd name="connsiteX2" fmla="*/ 7144 w 133350"/>
                <a:gd name="connsiteY2" fmla="*/ 8528 h 95250"/>
                <a:gd name="connsiteX3" fmla="*/ 25146 w 133350"/>
                <a:gd name="connsiteY3" fmla="*/ 35293 h 95250"/>
                <a:gd name="connsiteX4" fmla="*/ 135065 w 133350"/>
                <a:gd name="connsiteY4" fmla="*/ 8749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95250">
                  <a:moveTo>
                    <a:pt x="135065" y="87490"/>
                  </a:moveTo>
                  <a:cubicBezTo>
                    <a:pt x="128778" y="49676"/>
                    <a:pt x="97631" y="17291"/>
                    <a:pt x="60103" y="9480"/>
                  </a:cubicBezTo>
                  <a:cubicBezTo>
                    <a:pt x="42767" y="5861"/>
                    <a:pt x="24765" y="7194"/>
                    <a:pt x="7144" y="8528"/>
                  </a:cubicBezTo>
                  <a:cubicBezTo>
                    <a:pt x="11811" y="18243"/>
                    <a:pt x="17812" y="27387"/>
                    <a:pt x="25146" y="35293"/>
                  </a:cubicBezTo>
                  <a:cubicBezTo>
                    <a:pt x="84201" y="98063"/>
                    <a:pt x="126397" y="88633"/>
                    <a:pt x="135065" y="87490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7" name="任意多边形: 形状 76"/>
            <p:cNvSpPr/>
            <p:nvPr/>
          </p:nvSpPr>
          <p:spPr>
            <a:xfrm>
              <a:off x="2761838" y="3929443"/>
              <a:ext cx="95250" cy="104775"/>
            </a:xfrm>
            <a:custGeom>
              <a:avLst/>
              <a:gdLst>
                <a:gd name="connsiteX0" fmla="*/ 95155 w 95250"/>
                <a:gd name="connsiteY0" fmla="*/ 99346 h 104775"/>
                <a:gd name="connsiteX1" fmla="*/ 50387 w 95250"/>
                <a:gd name="connsiteY1" fmla="*/ 19336 h 104775"/>
                <a:gd name="connsiteX2" fmla="*/ 7144 w 95250"/>
                <a:gd name="connsiteY2" fmla="*/ 7144 h 104775"/>
                <a:gd name="connsiteX3" fmla="*/ 16193 w 95250"/>
                <a:gd name="connsiteY3" fmla="*/ 32957 h 104775"/>
                <a:gd name="connsiteX4" fmla="*/ 95155 w 95250"/>
                <a:gd name="connsiteY4" fmla="*/ 99346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95155" y="99346"/>
                  </a:moveTo>
                  <a:cubicBezTo>
                    <a:pt x="98108" y="66961"/>
                    <a:pt x="79534" y="33719"/>
                    <a:pt x="50387" y="19336"/>
                  </a:cubicBezTo>
                  <a:cubicBezTo>
                    <a:pt x="36957" y="12668"/>
                    <a:pt x="21908" y="9906"/>
                    <a:pt x="7144" y="7144"/>
                  </a:cubicBezTo>
                  <a:cubicBezTo>
                    <a:pt x="8858" y="16097"/>
                    <a:pt x="11811" y="24860"/>
                    <a:pt x="16193" y="32957"/>
                  </a:cubicBezTo>
                  <a:cubicBezTo>
                    <a:pt x="51149" y="97060"/>
                    <a:pt x="87725" y="98393"/>
                    <a:pt x="95155" y="99346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8" name="任意多边形: 形状 77"/>
            <p:cNvSpPr/>
            <p:nvPr/>
          </p:nvSpPr>
          <p:spPr>
            <a:xfrm>
              <a:off x="2729728" y="4193191"/>
              <a:ext cx="66675" cy="133350"/>
            </a:xfrm>
            <a:custGeom>
              <a:avLst/>
              <a:gdLst>
                <a:gd name="connsiteX0" fmla="*/ 49922 w 66675"/>
                <a:gd name="connsiteY0" fmla="*/ 128207 h 133350"/>
                <a:gd name="connsiteX1" fmla="*/ 44017 w 66675"/>
                <a:gd name="connsiteY1" fmla="*/ 36767 h 133350"/>
                <a:gd name="connsiteX2" fmla="*/ 10203 w 66675"/>
                <a:gd name="connsiteY2" fmla="*/ 7144 h 133350"/>
                <a:gd name="connsiteX3" fmla="*/ 7250 w 66675"/>
                <a:gd name="connsiteY3" fmla="*/ 34290 h 133350"/>
                <a:gd name="connsiteX4" fmla="*/ 49922 w 66675"/>
                <a:gd name="connsiteY4" fmla="*/ 128207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133350">
                  <a:moveTo>
                    <a:pt x="49922" y="128207"/>
                  </a:moveTo>
                  <a:cubicBezTo>
                    <a:pt x="66496" y="100298"/>
                    <a:pt x="64019" y="62294"/>
                    <a:pt x="44017" y="36767"/>
                  </a:cubicBezTo>
                  <a:cubicBezTo>
                    <a:pt x="34778" y="24956"/>
                    <a:pt x="22395" y="16002"/>
                    <a:pt x="10203" y="7144"/>
                  </a:cubicBezTo>
                  <a:cubicBezTo>
                    <a:pt x="7917" y="16002"/>
                    <a:pt x="6774" y="25146"/>
                    <a:pt x="7250" y="34290"/>
                  </a:cubicBezTo>
                  <a:cubicBezTo>
                    <a:pt x="11251" y="107252"/>
                    <a:pt x="43636" y="124206"/>
                    <a:pt x="49922" y="128207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9" name="任意多边形: 形状 78"/>
            <p:cNvSpPr/>
            <p:nvPr/>
          </p:nvSpPr>
          <p:spPr>
            <a:xfrm>
              <a:off x="2771483" y="4072318"/>
              <a:ext cx="66675" cy="123825"/>
            </a:xfrm>
            <a:custGeom>
              <a:avLst/>
              <a:gdLst>
                <a:gd name="connsiteX0" fmla="*/ 55031 w 66675"/>
                <a:gd name="connsiteY0" fmla="*/ 126016 h 123825"/>
                <a:gd name="connsiteX1" fmla="*/ 44363 w 66675"/>
                <a:gd name="connsiteY1" fmla="*/ 34957 h 123825"/>
                <a:gd name="connsiteX2" fmla="*/ 9120 w 66675"/>
                <a:gd name="connsiteY2" fmla="*/ 7144 h 123825"/>
                <a:gd name="connsiteX3" fmla="*/ 7596 w 66675"/>
                <a:gd name="connsiteY3" fmla="*/ 34385 h 123825"/>
                <a:gd name="connsiteX4" fmla="*/ 55031 w 66675"/>
                <a:gd name="connsiteY4" fmla="*/ 126016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123825">
                  <a:moveTo>
                    <a:pt x="55031" y="126016"/>
                  </a:moveTo>
                  <a:cubicBezTo>
                    <a:pt x="70175" y="97250"/>
                    <a:pt x="65699" y="59436"/>
                    <a:pt x="44363" y="34957"/>
                  </a:cubicBezTo>
                  <a:cubicBezTo>
                    <a:pt x="34457" y="23622"/>
                    <a:pt x="21693" y="15335"/>
                    <a:pt x="9120" y="7144"/>
                  </a:cubicBezTo>
                  <a:cubicBezTo>
                    <a:pt x="7215" y="16097"/>
                    <a:pt x="6644" y="25337"/>
                    <a:pt x="7596" y="34385"/>
                  </a:cubicBezTo>
                  <a:cubicBezTo>
                    <a:pt x="15312" y="107061"/>
                    <a:pt x="48554" y="122301"/>
                    <a:pt x="55031" y="126016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2474069" y="2199814"/>
            <a:ext cx="559514" cy="1848917"/>
            <a:chOff x="776659" y="3485864"/>
            <a:chExt cx="278871" cy="921532"/>
          </a:xfrm>
        </p:grpSpPr>
        <p:sp>
          <p:nvSpPr>
            <p:cNvPr id="81" name="任意多边形: 形状 80"/>
            <p:cNvSpPr/>
            <p:nvPr/>
          </p:nvSpPr>
          <p:spPr>
            <a:xfrm>
              <a:off x="886295" y="3588246"/>
              <a:ext cx="114300" cy="819150"/>
            </a:xfrm>
            <a:custGeom>
              <a:avLst/>
              <a:gdLst>
                <a:gd name="connsiteX0" fmla="*/ 103132 w 114300"/>
                <a:gd name="connsiteY0" fmla="*/ 10870 h 819150"/>
                <a:gd name="connsiteX1" fmla="*/ 17502 w 114300"/>
                <a:gd name="connsiteY1" fmla="*/ 323481 h 819150"/>
                <a:gd name="connsiteX2" fmla="*/ 8072 w 114300"/>
                <a:gd name="connsiteY2" fmla="*/ 484072 h 819150"/>
                <a:gd name="connsiteX3" fmla="*/ 33504 w 114300"/>
                <a:gd name="connsiteY3" fmla="*/ 639520 h 819150"/>
                <a:gd name="connsiteX4" fmla="*/ 92083 w 114300"/>
                <a:gd name="connsiteY4" fmla="*/ 808684 h 819150"/>
                <a:gd name="connsiteX5" fmla="*/ 102370 w 114300"/>
                <a:gd name="connsiteY5" fmla="*/ 805827 h 819150"/>
                <a:gd name="connsiteX6" fmla="*/ 19883 w 114300"/>
                <a:gd name="connsiteY6" fmla="*/ 501789 h 819150"/>
                <a:gd name="connsiteX7" fmla="*/ 58745 w 114300"/>
                <a:gd name="connsiteY7" fmla="*/ 187178 h 819150"/>
                <a:gd name="connsiteX8" fmla="*/ 113419 w 114300"/>
                <a:gd name="connsiteY8" fmla="*/ 13728 h 819150"/>
                <a:gd name="connsiteX9" fmla="*/ 103132 w 114300"/>
                <a:gd name="connsiteY9" fmla="*/ 10870 h 819150"/>
                <a:gd name="connsiteX10" fmla="*/ 103132 w 114300"/>
                <a:gd name="connsiteY10" fmla="*/ 10870 h 81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4300" h="819150">
                  <a:moveTo>
                    <a:pt x="103132" y="10870"/>
                  </a:moveTo>
                  <a:cubicBezTo>
                    <a:pt x="68746" y="113264"/>
                    <a:pt x="34266" y="216420"/>
                    <a:pt x="17502" y="323481"/>
                  </a:cubicBezTo>
                  <a:cubicBezTo>
                    <a:pt x="9120" y="376535"/>
                    <a:pt x="5215" y="430351"/>
                    <a:pt x="8072" y="484072"/>
                  </a:cubicBezTo>
                  <a:cubicBezTo>
                    <a:pt x="10834" y="536650"/>
                    <a:pt x="20074" y="588657"/>
                    <a:pt x="33504" y="639520"/>
                  </a:cubicBezTo>
                  <a:cubicBezTo>
                    <a:pt x="48744" y="697337"/>
                    <a:pt x="69318" y="753535"/>
                    <a:pt x="92083" y="808684"/>
                  </a:cubicBezTo>
                  <a:cubicBezTo>
                    <a:pt x="94654" y="814971"/>
                    <a:pt x="105037" y="812209"/>
                    <a:pt x="102370" y="805827"/>
                  </a:cubicBezTo>
                  <a:cubicBezTo>
                    <a:pt x="62269" y="708672"/>
                    <a:pt x="28360" y="607231"/>
                    <a:pt x="19883" y="501789"/>
                  </a:cubicBezTo>
                  <a:cubicBezTo>
                    <a:pt x="11311" y="395394"/>
                    <a:pt x="30361" y="289381"/>
                    <a:pt x="58745" y="187178"/>
                  </a:cubicBezTo>
                  <a:cubicBezTo>
                    <a:pt x="74938" y="128694"/>
                    <a:pt x="94178" y="71164"/>
                    <a:pt x="113419" y="13728"/>
                  </a:cubicBezTo>
                  <a:cubicBezTo>
                    <a:pt x="115609" y="7156"/>
                    <a:pt x="105322" y="4298"/>
                    <a:pt x="103132" y="10870"/>
                  </a:cubicBezTo>
                  <a:lnTo>
                    <a:pt x="103132" y="10870"/>
                  </a:lnTo>
                  <a:close/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2" name="任意多边形: 形状 81"/>
            <p:cNvSpPr/>
            <p:nvPr/>
          </p:nvSpPr>
          <p:spPr>
            <a:xfrm>
              <a:off x="951434" y="3485864"/>
              <a:ext cx="66675" cy="200025"/>
            </a:xfrm>
            <a:custGeom>
              <a:avLst/>
              <a:gdLst>
                <a:gd name="connsiteX0" fmla="*/ 17895 w 66675"/>
                <a:gd name="connsiteY0" fmla="*/ 196691 h 200025"/>
                <a:gd name="connsiteX1" fmla="*/ 67806 w 66675"/>
                <a:gd name="connsiteY1" fmla="*/ 91535 h 200025"/>
                <a:gd name="connsiteX2" fmla="*/ 65234 w 66675"/>
                <a:gd name="connsiteY2" fmla="*/ 7144 h 200025"/>
                <a:gd name="connsiteX3" fmla="*/ 15895 w 66675"/>
                <a:gd name="connsiteY3" fmla="*/ 96774 h 200025"/>
                <a:gd name="connsiteX4" fmla="*/ 17895 w 66675"/>
                <a:gd name="connsiteY4" fmla="*/ 196691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200025">
                  <a:moveTo>
                    <a:pt x="17895" y="196691"/>
                  </a:moveTo>
                  <a:cubicBezTo>
                    <a:pt x="49709" y="164211"/>
                    <a:pt x="65996" y="136970"/>
                    <a:pt x="67806" y="91535"/>
                  </a:cubicBezTo>
                  <a:cubicBezTo>
                    <a:pt x="68949" y="63341"/>
                    <a:pt x="63615" y="35242"/>
                    <a:pt x="65234" y="7144"/>
                  </a:cubicBezTo>
                  <a:cubicBezTo>
                    <a:pt x="46184" y="35528"/>
                    <a:pt x="26944" y="64389"/>
                    <a:pt x="15895" y="96774"/>
                  </a:cubicBezTo>
                  <a:cubicBezTo>
                    <a:pt x="4941" y="129159"/>
                    <a:pt x="2846" y="166021"/>
                    <a:pt x="17895" y="196691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3" name="任意多边形: 形状 82"/>
            <p:cNvSpPr/>
            <p:nvPr/>
          </p:nvSpPr>
          <p:spPr>
            <a:xfrm>
              <a:off x="813024" y="3736181"/>
              <a:ext cx="95250" cy="180975"/>
            </a:xfrm>
            <a:custGeom>
              <a:avLst/>
              <a:gdLst>
                <a:gd name="connsiteX0" fmla="*/ 96298 w 95250"/>
                <a:gd name="connsiteY0" fmla="*/ 181070 h 180975"/>
                <a:gd name="connsiteX1" fmla="*/ 64675 w 95250"/>
                <a:gd name="connsiteY1" fmla="*/ 69056 h 180975"/>
                <a:gd name="connsiteX2" fmla="*/ 7144 w 95250"/>
                <a:gd name="connsiteY2" fmla="*/ 7144 h 180975"/>
                <a:gd name="connsiteX3" fmla="*/ 28956 w 95250"/>
                <a:gd name="connsiteY3" fmla="*/ 107061 h 180975"/>
                <a:gd name="connsiteX4" fmla="*/ 96298 w 95250"/>
                <a:gd name="connsiteY4" fmla="*/ 18107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80975">
                  <a:moveTo>
                    <a:pt x="96298" y="181070"/>
                  </a:moveTo>
                  <a:cubicBezTo>
                    <a:pt x="98965" y="135636"/>
                    <a:pt x="93250" y="104489"/>
                    <a:pt x="64675" y="69056"/>
                  </a:cubicBezTo>
                  <a:cubicBezTo>
                    <a:pt x="47053" y="47149"/>
                    <a:pt x="24479" y="29337"/>
                    <a:pt x="7144" y="7144"/>
                  </a:cubicBezTo>
                  <a:cubicBezTo>
                    <a:pt x="11525" y="41053"/>
                    <a:pt x="16002" y="75438"/>
                    <a:pt x="28956" y="107061"/>
                  </a:cubicBezTo>
                  <a:cubicBezTo>
                    <a:pt x="42005" y="138779"/>
                    <a:pt x="64770" y="167926"/>
                    <a:pt x="96298" y="181070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4" name="任意多边形: 形状 83"/>
            <p:cNvSpPr/>
            <p:nvPr/>
          </p:nvSpPr>
          <p:spPr>
            <a:xfrm>
              <a:off x="810356" y="3962495"/>
              <a:ext cx="95250" cy="152400"/>
            </a:xfrm>
            <a:custGeom>
              <a:avLst/>
              <a:gdLst>
                <a:gd name="connsiteX0" fmla="*/ 91821 w 95250"/>
                <a:gd name="connsiteY0" fmla="*/ 152210 h 152400"/>
                <a:gd name="connsiteX1" fmla="*/ 59436 w 95250"/>
                <a:gd name="connsiteY1" fmla="*/ 57531 h 152400"/>
                <a:gd name="connsiteX2" fmla="*/ 7144 w 95250"/>
                <a:gd name="connsiteY2" fmla="*/ 7144 h 152400"/>
                <a:gd name="connsiteX3" fmla="*/ 30575 w 95250"/>
                <a:gd name="connsiteY3" fmla="*/ 91916 h 152400"/>
                <a:gd name="connsiteX4" fmla="*/ 91821 w 95250"/>
                <a:gd name="connsiteY4" fmla="*/ 15221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52400">
                  <a:moveTo>
                    <a:pt x="91821" y="152210"/>
                  </a:moveTo>
                  <a:cubicBezTo>
                    <a:pt x="91916" y="113157"/>
                    <a:pt x="85534" y="86582"/>
                    <a:pt x="59436" y="57531"/>
                  </a:cubicBezTo>
                  <a:cubicBezTo>
                    <a:pt x="43244" y="39529"/>
                    <a:pt x="23051" y="25337"/>
                    <a:pt x="7144" y="7144"/>
                  </a:cubicBezTo>
                  <a:cubicBezTo>
                    <a:pt x="12478" y="36004"/>
                    <a:pt x="17907" y="65342"/>
                    <a:pt x="30575" y="91916"/>
                  </a:cubicBezTo>
                  <a:cubicBezTo>
                    <a:pt x="43244" y="118491"/>
                    <a:pt x="64103" y="142399"/>
                    <a:pt x="91821" y="152210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5" name="任意多边形: 形状 84"/>
            <p:cNvSpPr/>
            <p:nvPr/>
          </p:nvSpPr>
          <p:spPr>
            <a:xfrm>
              <a:off x="824334" y="4280147"/>
              <a:ext cx="142875" cy="85725"/>
            </a:xfrm>
            <a:custGeom>
              <a:avLst/>
              <a:gdLst>
                <a:gd name="connsiteX0" fmla="*/ 144995 w 142875"/>
                <a:gd name="connsiteY0" fmla="*/ 77636 h 85725"/>
                <a:gd name="connsiteX1" fmla="*/ 65937 w 142875"/>
                <a:gd name="connsiteY1" fmla="*/ 16295 h 85725"/>
                <a:gd name="connsiteX2" fmla="*/ 14407 w 142875"/>
                <a:gd name="connsiteY2" fmla="*/ 7246 h 85725"/>
                <a:gd name="connsiteX3" fmla="*/ 8978 w 142875"/>
                <a:gd name="connsiteY3" fmla="*/ 17724 h 85725"/>
                <a:gd name="connsiteX4" fmla="*/ 60794 w 142875"/>
                <a:gd name="connsiteY4" fmla="*/ 60872 h 85725"/>
                <a:gd name="connsiteX5" fmla="*/ 144995 w 142875"/>
                <a:gd name="connsiteY5" fmla="*/ 77636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2875" h="85725">
                  <a:moveTo>
                    <a:pt x="144995" y="77636"/>
                  </a:moveTo>
                  <a:cubicBezTo>
                    <a:pt x="123659" y="44870"/>
                    <a:pt x="103751" y="26201"/>
                    <a:pt x="65937" y="16295"/>
                  </a:cubicBezTo>
                  <a:cubicBezTo>
                    <a:pt x="49078" y="11818"/>
                    <a:pt x="31552" y="10199"/>
                    <a:pt x="14407" y="7246"/>
                  </a:cubicBezTo>
                  <a:cubicBezTo>
                    <a:pt x="8501" y="6198"/>
                    <a:pt x="4691" y="13437"/>
                    <a:pt x="8978" y="17724"/>
                  </a:cubicBezTo>
                  <a:cubicBezTo>
                    <a:pt x="24884" y="33821"/>
                    <a:pt x="41458" y="49156"/>
                    <a:pt x="60794" y="60872"/>
                  </a:cubicBezTo>
                  <a:cubicBezTo>
                    <a:pt x="85844" y="76017"/>
                    <a:pt x="116420" y="84589"/>
                    <a:pt x="144995" y="77636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6" name="任意多边形: 形状 85"/>
            <p:cNvSpPr/>
            <p:nvPr/>
          </p:nvSpPr>
          <p:spPr>
            <a:xfrm>
              <a:off x="776659" y="4159853"/>
              <a:ext cx="152400" cy="66675"/>
            </a:xfrm>
            <a:custGeom>
              <a:avLst/>
              <a:gdLst>
                <a:gd name="connsiteX0" fmla="*/ 147045 w 152400"/>
                <a:gd name="connsiteY0" fmla="*/ 53055 h 66675"/>
                <a:gd name="connsiteX1" fmla="*/ 57796 w 152400"/>
                <a:gd name="connsiteY1" fmla="*/ 7906 h 66675"/>
                <a:gd name="connsiteX2" fmla="*/ 28363 w 152400"/>
                <a:gd name="connsiteY2" fmla="*/ 8001 h 66675"/>
                <a:gd name="connsiteX3" fmla="*/ 7789 w 152400"/>
                <a:gd name="connsiteY3" fmla="*/ 13526 h 66675"/>
                <a:gd name="connsiteX4" fmla="*/ 23982 w 152400"/>
                <a:gd name="connsiteY4" fmla="*/ 34290 h 66675"/>
                <a:gd name="connsiteX5" fmla="*/ 61129 w 152400"/>
                <a:gd name="connsiteY5" fmla="*/ 52578 h 66675"/>
                <a:gd name="connsiteX6" fmla="*/ 147045 w 152400"/>
                <a:gd name="connsiteY6" fmla="*/ 53055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2400" h="66675">
                  <a:moveTo>
                    <a:pt x="147045" y="53055"/>
                  </a:moveTo>
                  <a:cubicBezTo>
                    <a:pt x="119803" y="24956"/>
                    <a:pt x="96753" y="10478"/>
                    <a:pt x="57796" y="7906"/>
                  </a:cubicBezTo>
                  <a:cubicBezTo>
                    <a:pt x="48366" y="7335"/>
                    <a:pt x="37698" y="6477"/>
                    <a:pt x="28363" y="8001"/>
                  </a:cubicBezTo>
                  <a:cubicBezTo>
                    <a:pt x="23887" y="8763"/>
                    <a:pt x="10075" y="9906"/>
                    <a:pt x="7789" y="13526"/>
                  </a:cubicBezTo>
                  <a:cubicBezTo>
                    <a:pt x="3789" y="20193"/>
                    <a:pt x="19505" y="31719"/>
                    <a:pt x="23982" y="34290"/>
                  </a:cubicBezTo>
                  <a:cubicBezTo>
                    <a:pt x="35793" y="41434"/>
                    <a:pt x="48175" y="47816"/>
                    <a:pt x="61129" y="52578"/>
                  </a:cubicBezTo>
                  <a:cubicBezTo>
                    <a:pt x="88657" y="62770"/>
                    <a:pt x="120280" y="65342"/>
                    <a:pt x="147045" y="53055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7" name="任意多边形: 形状 86"/>
            <p:cNvSpPr/>
            <p:nvPr/>
          </p:nvSpPr>
          <p:spPr>
            <a:xfrm>
              <a:off x="902613" y="3604927"/>
              <a:ext cx="47625" cy="180975"/>
            </a:xfrm>
            <a:custGeom>
              <a:avLst/>
              <a:gdLst>
                <a:gd name="connsiteX0" fmla="*/ 33949 w 47625"/>
                <a:gd name="connsiteY0" fmla="*/ 177546 h 180975"/>
                <a:gd name="connsiteX1" fmla="*/ 38807 w 47625"/>
                <a:gd name="connsiteY1" fmla="*/ 82010 h 180975"/>
                <a:gd name="connsiteX2" fmla="*/ 10804 w 47625"/>
                <a:gd name="connsiteY2" fmla="*/ 7144 h 180975"/>
                <a:gd name="connsiteX3" fmla="*/ 7184 w 47625"/>
                <a:gd name="connsiteY3" fmla="*/ 84296 h 180975"/>
                <a:gd name="connsiteX4" fmla="*/ 33949 w 47625"/>
                <a:gd name="connsiteY4" fmla="*/ 177546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180975">
                  <a:moveTo>
                    <a:pt x="33949" y="177546"/>
                  </a:moveTo>
                  <a:cubicBezTo>
                    <a:pt x="44141" y="147256"/>
                    <a:pt x="47856" y="112585"/>
                    <a:pt x="38807" y="82010"/>
                  </a:cubicBezTo>
                  <a:cubicBezTo>
                    <a:pt x="31187" y="56388"/>
                    <a:pt x="17185" y="33052"/>
                    <a:pt x="10804" y="7144"/>
                  </a:cubicBezTo>
                  <a:cubicBezTo>
                    <a:pt x="8137" y="32766"/>
                    <a:pt x="6898" y="58579"/>
                    <a:pt x="7184" y="84296"/>
                  </a:cubicBezTo>
                  <a:cubicBezTo>
                    <a:pt x="7470" y="117348"/>
                    <a:pt x="11470" y="153162"/>
                    <a:pt x="33949" y="177546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8" name="任意多边形: 形状 87"/>
            <p:cNvSpPr/>
            <p:nvPr/>
          </p:nvSpPr>
          <p:spPr>
            <a:xfrm>
              <a:off x="912655" y="3764385"/>
              <a:ext cx="142875" cy="85725"/>
            </a:xfrm>
            <a:custGeom>
              <a:avLst/>
              <a:gdLst>
                <a:gd name="connsiteX0" fmla="*/ 7144 w 142875"/>
                <a:gd name="connsiteY0" fmla="*/ 81810 h 85725"/>
                <a:gd name="connsiteX1" fmla="*/ 86487 w 142875"/>
                <a:gd name="connsiteY1" fmla="*/ 8277 h 85725"/>
                <a:gd name="connsiteX2" fmla="*/ 139446 w 142875"/>
                <a:gd name="connsiteY2" fmla="*/ 10372 h 85725"/>
                <a:gd name="connsiteX3" fmla="*/ 119920 w 142875"/>
                <a:gd name="connsiteY3" fmla="*/ 35995 h 85725"/>
                <a:gd name="connsiteX4" fmla="*/ 7144 w 142875"/>
                <a:gd name="connsiteY4" fmla="*/ 81810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85725">
                  <a:moveTo>
                    <a:pt x="7144" y="81810"/>
                  </a:moveTo>
                  <a:cubicBezTo>
                    <a:pt x="15621" y="44472"/>
                    <a:pt x="48578" y="13897"/>
                    <a:pt x="86487" y="8277"/>
                  </a:cubicBezTo>
                  <a:cubicBezTo>
                    <a:pt x="104013" y="5705"/>
                    <a:pt x="121920" y="7991"/>
                    <a:pt x="139446" y="10372"/>
                  </a:cubicBezTo>
                  <a:cubicBezTo>
                    <a:pt x="134303" y="19802"/>
                    <a:pt x="127730" y="28565"/>
                    <a:pt x="119920" y="35995"/>
                  </a:cubicBezTo>
                  <a:cubicBezTo>
                    <a:pt x="57341" y="95240"/>
                    <a:pt x="15811" y="83429"/>
                    <a:pt x="7144" y="81810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9" name="任意多边形: 形状 88"/>
            <p:cNvSpPr/>
            <p:nvPr/>
          </p:nvSpPr>
          <p:spPr>
            <a:xfrm>
              <a:off x="889661" y="3928872"/>
              <a:ext cx="104775" cy="95250"/>
            </a:xfrm>
            <a:custGeom>
              <a:avLst/>
              <a:gdLst>
                <a:gd name="connsiteX0" fmla="*/ 7182 w 104775"/>
                <a:gd name="connsiteY0" fmla="*/ 94012 h 95250"/>
                <a:gd name="connsiteX1" fmla="*/ 56522 w 104775"/>
                <a:gd name="connsiteY1" fmla="*/ 16764 h 95250"/>
                <a:gd name="connsiteX2" fmla="*/ 100432 w 104775"/>
                <a:gd name="connsiteY2" fmla="*/ 7144 h 95250"/>
                <a:gd name="connsiteX3" fmla="*/ 89859 w 104775"/>
                <a:gd name="connsiteY3" fmla="*/ 32385 h 95250"/>
                <a:gd name="connsiteX4" fmla="*/ 7182 w 104775"/>
                <a:gd name="connsiteY4" fmla="*/ 94012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95250">
                  <a:moveTo>
                    <a:pt x="7182" y="94012"/>
                  </a:moveTo>
                  <a:cubicBezTo>
                    <a:pt x="6134" y="61532"/>
                    <a:pt x="26613" y="29432"/>
                    <a:pt x="56522" y="16764"/>
                  </a:cubicBezTo>
                  <a:cubicBezTo>
                    <a:pt x="70333" y="10858"/>
                    <a:pt x="85478" y="8954"/>
                    <a:pt x="100432" y="7144"/>
                  </a:cubicBezTo>
                  <a:cubicBezTo>
                    <a:pt x="98241" y="16002"/>
                    <a:pt x="94717" y="24575"/>
                    <a:pt x="89859" y="32385"/>
                  </a:cubicBezTo>
                  <a:cubicBezTo>
                    <a:pt x="51188" y="94298"/>
                    <a:pt x="14612" y="93536"/>
                    <a:pt x="7182" y="94012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0" name="任意多边形: 形状 89"/>
            <p:cNvSpPr/>
            <p:nvPr/>
          </p:nvSpPr>
          <p:spPr>
            <a:xfrm>
              <a:off x="941095" y="4193762"/>
              <a:ext cx="66675" cy="123825"/>
            </a:xfrm>
            <a:custGeom>
              <a:avLst/>
              <a:gdLst>
                <a:gd name="connsiteX0" fmla="*/ 15851 w 66675"/>
                <a:gd name="connsiteY0" fmla="*/ 125730 h 123825"/>
                <a:gd name="connsiteX1" fmla="*/ 27090 w 66675"/>
                <a:gd name="connsiteY1" fmla="*/ 34766 h 123825"/>
                <a:gd name="connsiteX2" fmla="*/ 62523 w 66675"/>
                <a:gd name="connsiteY2" fmla="*/ 7144 h 123825"/>
                <a:gd name="connsiteX3" fmla="*/ 63857 w 66675"/>
                <a:gd name="connsiteY3" fmla="*/ 34385 h 123825"/>
                <a:gd name="connsiteX4" fmla="*/ 15851 w 66675"/>
                <a:gd name="connsiteY4" fmla="*/ 125730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123825">
                  <a:moveTo>
                    <a:pt x="15851" y="125730"/>
                  </a:moveTo>
                  <a:cubicBezTo>
                    <a:pt x="897" y="96869"/>
                    <a:pt x="5564" y="59055"/>
                    <a:pt x="27090" y="34766"/>
                  </a:cubicBezTo>
                  <a:cubicBezTo>
                    <a:pt x="36996" y="23527"/>
                    <a:pt x="49855" y="15240"/>
                    <a:pt x="62523" y="7144"/>
                  </a:cubicBezTo>
                  <a:cubicBezTo>
                    <a:pt x="64333" y="16097"/>
                    <a:pt x="64905" y="25337"/>
                    <a:pt x="63857" y="34385"/>
                  </a:cubicBezTo>
                  <a:cubicBezTo>
                    <a:pt x="55761" y="107061"/>
                    <a:pt x="22328" y="122111"/>
                    <a:pt x="15851" y="125730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1" name="任意多边形: 形状 90"/>
            <p:cNvSpPr/>
            <p:nvPr/>
          </p:nvSpPr>
          <p:spPr>
            <a:xfrm>
              <a:off x="903286" y="4070795"/>
              <a:ext cx="66675" cy="123825"/>
            </a:xfrm>
            <a:custGeom>
              <a:avLst/>
              <a:gdLst>
                <a:gd name="connsiteX0" fmla="*/ 14036 w 66675"/>
                <a:gd name="connsiteY0" fmla="*/ 123158 h 123825"/>
                <a:gd name="connsiteX1" fmla="*/ 29943 w 66675"/>
                <a:gd name="connsiteY1" fmla="*/ 32861 h 123825"/>
                <a:gd name="connsiteX2" fmla="*/ 66804 w 66675"/>
                <a:gd name="connsiteY2" fmla="*/ 7144 h 123825"/>
                <a:gd name="connsiteX3" fmla="*/ 66709 w 66675"/>
                <a:gd name="connsiteY3" fmla="*/ 34480 h 123825"/>
                <a:gd name="connsiteX4" fmla="*/ 14036 w 66675"/>
                <a:gd name="connsiteY4" fmla="*/ 123158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123825">
                  <a:moveTo>
                    <a:pt x="14036" y="123158"/>
                  </a:moveTo>
                  <a:cubicBezTo>
                    <a:pt x="606" y="93631"/>
                    <a:pt x="7273" y="56102"/>
                    <a:pt x="29943" y="32861"/>
                  </a:cubicBezTo>
                  <a:cubicBezTo>
                    <a:pt x="40420" y="22098"/>
                    <a:pt x="53755" y="14573"/>
                    <a:pt x="66804" y="7144"/>
                  </a:cubicBezTo>
                  <a:cubicBezTo>
                    <a:pt x="68138" y="16192"/>
                    <a:pt x="68233" y="25432"/>
                    <a:pt x="66709" y="34480"/>
                  </a:cubicBezTo>
                  <a:cubicBezTo>
                    <a:pt x="54803" y="106489"/>
                    <a:pt x="20799" y="119825"/>
                    <a:pt x="14036" y="123158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5516487" y="4656909"/>
            <a:ext cx="1138762" cy="477549"/>
            <a:chOff x="6271690" y="4922582"/>
            <a:chExt cx="1138762" cy="477549"/>
          </a:xfrm>
        </p:grpSpPr>
        <p:grpSp>
          <p:nvGrpSpPr>
            <p:cNvPr id="95" name="组合 94"/>
            <p:cNvGrpSpPr/>
            <p:nvPr/>
          </p:nvGrpSpPr>
          <p:grpSpPr>
            <a:xfrm rot="10366">
              <a:off x="6271690" y="4922582"/>
              <a:ext cx="1138762" cy="477549"/>
              <a:chOff x="1007320" y="3891219"/>
              <a:chExt cx="1676400" cy="586561"/>
            </a:xfrm>
          </p:grpSpPr>
          <p:sp>
            <p:nvSpPr>
              <p:cNvPr id="114" name="任意多边形: 形状 113"/>
              <p:cNvSpPr/>
              <p:nvPr/>
            </p:nvSpPr>
            <p:spPr>
              <a:xfrm>
                <a:off x="1016286" y="3891219"/>
                <a:ext cx="1657350" cy="552450"/>
              </a:xfrm>
              <a:custGeom>
                <a:avLst/>
                <a:gdLst>
                  <a:gd name="connsiteX0" fmla="*/ 1476947 w 1657350"/>
                  <a:gd name="connsiteY0" fmla="*/ 21562 h 552450"/>
                  <a:gd name="connsiteX1" fmla="*/ 810007 w 1657350"/>
                  <a:gd name="connsiteY1" fmla="*/ 11656 h 552450"/>
                  <a:gd name="connsiteX2" fmla="*/ 437293 w 1657350"/>
                  <a:gd name="connsiteY2" fmla="*/ 26515 h 552450"/>
                  <a:gd name="connsiteX3" fmla="*/ 77439 w 1657350"/>
                  <a:gd name="connsiteY3" fmla="*/ 156912 h 552450"/>
                  <a:gd name="connsiteX4" fmla="*/ 118492 w 1657350"/>
                  <a:gd name="connsiteY4" fmla="*/ 510671 h 552450"/>
                  <a:gd name="connsiteX5" fmla="*/ 310040 w 1657350"/>
                  <a:gd name="connsiteY5" fmla="*/ 543437 h 552450"/>
                  <a:gd name="connsiteX6" fmla="*/ 943547 w 1657350"/>
                  <a:gd name="connsiteY6" fmla="*/ 550390 h 552450"/>
                  <a:gd name="connsiteX7" fmla="*/ 1290162 w 1657350"/>
                  <a:gd name="connsiteY7" fmla="*/ 531340 h 552450"/>
                  <a:gd name="connsiteX8" fmla="*/ 1596105 w 1657350"/>
                  <a:gd name="connsiteY8" fmla="*/ 402562 h 552450"/>
                  <a:gd name="connsiteX9" fmla="*/ 1476947 w 1657350"/>
                  <a:gd name="connsiteY9" fmla="*/ 21562 h 55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57350" h="552450">
                    <a:moveTo>
                      <a:pt x="1476947" y="21562"/>
                    </a:moveTo>
                    <a:cubicBezTo>
                      <a:pt x="1244156" y="-917"/>
                      <a:pt x="1043941" y="8894"/>
                      <a:pt x="810007" y="11656"/>
                    </a:cubicBezTo>
                    <a:cubicBezTo>
                      <a:pt x="685706" y="13085"/>
                      <a:pt x="561119" y="14609"/>
                      <a:pt x="437293" y="26515"/>
                    </a:cubicBezTo>
                    <a:cubicBezTo>
                      <a:pt x="312421" y="38612"/>
                      <a:pt x="167165" y="62234"/>
                      <a:pt x="77439" y="156912"/>
                    </a:cubicBezTo>
                    <a:cubicBezTo>
                      <a:pt x="-19621" y="259306"/>
                      <a:pt x="-25336" y="443234"/>
                      <a:pt x="118492" y="510671"/>
                    </a:cubicBezTo>
                    <a:cubicBezTo>
                      <a:pt x="178023" y="538579"/>
                      <a:pt x="244984" y="541246"/>
                      <a:pt x="310040" y="543437"/>
                    </a:cubicBezTo>
                    <a:cubicBezTo>
                      <a:pt x="521114" y="550676"/>
                      <a:pt x="732473" y="554581"/>
                      <a:pt x="943547" y="550390"/>
                    </a:cubicBezTo>
                    <a:cubicBezTo>
                      <a:pt x="1059181" y="548104"/>
                      <a:pt x="1175195" y="544199"/>
                      <a:pt x="1290162" y="531340"/>
                    </a:cubicBezTo>
                    <a:cubicBezTo>
                      <a:pt x="1403700" y="518672"/>
                      <a:pt x="1523239" y="496765"/>
                      <a:pt x="1596105" y="402562"/>
                    </a:cubicBezTo>
                    <a:cubicBezTo>
                      <a:pt x="1693546" y="276832"/>
                      <a:pt x="1669924" y="39850"/>
                      <a:pt x="1476947" y="21562"/>
                    </a:cubicBezTo>
                  </a:path>
                </a:pathLst>
              </a:custGeom>
              <a:solidFill>
                <a:srgbClr val="FF988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6" name="任意多边形: 形状 115"/>
              <p:cNvSpPr/>
              <p:nvPr/>
            </p:nvSpPr>
            <p:spPr>
              <a:xfrm>
                <a:off x="1007320" y="3906280"/>
                <a:ext cx="1676400" cy="571500"/>
              </a:xfrm>
              <a:custGeom>
                <a:avLst/>
                <a:gdLst>
                  <a:gd name="connsiteX0" fmla="*/ 1485913 w 1676400"/>
                  <a:gd name="connsiteY0" fmla="*/ 21449 h 571500"/>
                  <a:gd name="connsiteX1" fmla="*/ 1030999 w 1676400"/>
                  <a:gd name="connsiteY1" fmla="*/ 8114 h 571500"/>
                  <a:gd name="connsiteX2" fmla="*/ 799446 w 1676400"/>
                  <a:gd name="connsiteY2" fmla="*/ 11829 h 571500"/>
                  <a:gd name="connsiteX3" fmla="*/ 560274 w 1676400"/>
                  <a:gd name="connsiteY3" fmla="*/ 18115 h 571500"/>
                  <a:gd name="connsiteX4" fmla="*/ 352152 w 1676400"/>
                  <a:gd name="connsiteY4" fmla="*/ 38213 h 571500"/>
                  <a:gd name="connsiteX5" fmla="*/ 176416 w 1676400"/>
                  <a:gd name="connsiteY5" fmla="*/ 90029 h 571500"/>
                  <a:gd name="connsiteX6" fmla="*/ 49924 w 1676400"/>
                  <a:gd name="connsiteY6" fmla="*/ 197852 h 571500"/>
                  <a:gd name="connsiteX7" fmla="*/ 7252 w 1676400"/>
                  <a:gd name="connsiteY7" fmla="*/ 333774 h 571500"/>
                  <a:gd name="connsiteX8" fmla="*/ 46781 w 1676400"/>
                  <a:gd name="connsiteY8" fmla="*/ 465886 h 571500"/>
                  <a:gd name="connsiteX9" fmla="*/ 194704 w 1676400"/>
                  <a:gd name="connsiteY9" fmla="*/ 550182 h 571500"/>
                  <a:gd name="connsiteX10" fmla="*/ 302718 w 1676400"/>
                  <a:gd name="connsiteY10" fmla="*/ 560659 h 571500"/>
                  <a:gd name="connsiteX11" fmla="*/ 420542 w 1676400"/>
                  <a:gd name="connsiteY11" fmla="*/ 564469 h 571500"/>
                  <a:gd name="connsiteX12" fmla="*/ 661524 w 1676400"/>
                  <a:gd name="connsiteY12" fmla="*/ 569327 h 571500"/>
                  <a:gd name="connsiteX13" fmla="*/ 1144061 w 1676400"/>
                  <a:gd name="connsiteY13" fmla="*/ 561802 h 571500"/>
                  <a:gd name="connsiteX14" fmla="*/ 1361517 w 1676400"/>
                  <a:gd name="connsiteY14" fmla="*/ 541038 h 571500"/>
                  <a:gd name="connsiteX15" fmla="*/ 1531443 w 1676400"/>
                  <a:gd name="connsiteY15" fmla="*/ 487031 h 571500"/>
                  <a:gd name="connsiteX16" fmla="*/ 1639551 w 1676400"/>
                  <a:gd name="connsiteY16" fmla="*/ 372731 h 571500"/>
                  <a:gd name="connsiteX17" fmla="*/ 1669841 w 1676400"/>
                  <a:gd name="connsiteY17" fmla="*/ 245763 h 571500"/>
                  <a:gd name="connsiteX18" fmla="*/ 1553731 w 1676400"/>
                  <a:gd name="connsiteY18" fmla="*/ 38689 h 571500"/>
                  <a:gd name="connsiteX19" fmla="*/ 1485913 w 1676400"/>
                  <a:gd name="connsiteY19" fmla="*/ 21449 h 571500"/>
                  <a:gd name="connsiteX20" fmla="*/ 1485913 w 1676400"/>
                  <a:gd name="connsiteY20" fmla="*/ 39261 h 571500"/>
                  <a:gd name="connsiteX21" fmla="*/ 1599261 w 1676400"/>
                  <a:gd name="connsiteY21" fmla="*/ 92220 h 571500"/>
                  <a:gd name="connsiteX22" fmla="*/ 1648600 w 1676400"/>
                  <a:gd name="connsiteY22" fmla="*/ 196900 h 571500"/>
                  <a:gd name="connsiteX23" fmla="*/ 1572495 w 1676400"/>
                  <a:gd name="connsiteY23" fmla="*/ 434358 h 571500"/>
                  <a:gd name="connsiteX24" fmla="*/ 1420667 w 1676400"/>
                  <a:gd name="connsiteY24" fmla="*/ 511129 h 571500"/>
                  <a:gd name="connsiteX25" fmla="*/ 1227690 w 1676400"/>
                  <a:gd name="connsiteY25" fmla="*/ 538276 h 571500"/>
                  <a:gd name="connsiteX26" fmla="*/ 763061 w 1676400"/>
                  <a:gd name="connsiteY26" fmla="*/ 552087 h 571500"/>
                  <a:gd name="connsiteX27" fmla="*/ 297193 w 1676400"/>
                  <a:gd name="connsiteY27" fmla="*/ 542657 h 571500"/>
                  <a:gd name="connsiteX28" fmla="*/ 104121 w 1676400"/>
                  <a:gd name="connsiteY28" fmla="*/ 496270 h 571500"/>
                  <a:gd name="connsiteX29" fmla="*/ 29922 w 1676400"/>
                  <a:gd name="connsiteY29" fmla="*/ 387019 h 571500"/>
                  <a:gd name="connsiteX30" fmla="*/ 133173 w 1676400"/>
                  <a:gd name="connsiteY30" fmla="*/ 136606 h 571500"/>
                  <a:gd name="connsiteX31" fmla="*/ 476073 w 1676400"/>
                  <a:gd name="connsiteY31" fmla="*/ 41737 h 571500"/>
                  <a:gd name="connsiteX32" fmla="*/ 938130 w 1676400"/>
                  <a:gd name="connsiteY32" fmla="*/ 27640 h 571500"/>
                  <a:gd name="connsiteX33" fmla="*/ 1374185 w 1676400"/>
                  <a:gd name="connsiteY33" fmla="*/ 30784 h 571500"/>
                  <a:gd name="connsiteX34" fmla="*/ 1485723 w 1676400"/>
                  <a:gd name="connsiteY34" fmla="*/ 39356 h 571500"/>
                  <a:gd name="connsiteX35" fmla="*/ 1485913 w 1676400"/>
                  <a:gd name="connsiteY35" fmla="*/ 21449 h 571500"/>
                  <a:gd name="connsiteX36" fmla="*/ 1485913 w 1676400"/>
                  <a:gd name="connsiteY36" fmla="*/ 21449 h 57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1676400" h="571500">
                    <a:moveTo>
                      <a:pt x="1485913" y="21449"/>
                    </a:moveTo>
                    <a:cubicBezTo>
                      <a:pt x="1334656" y="6876"/>
                      <a:pt x="1182828" y="5733"/>
                      <a:pt x="1030999" y="8114"/>
                    </a:cubicBezTo>
                    <a:cubicBezTo>
                      <a:pt x="953847" y="9257"/>
                      <a:pt x="876599" y="10876"/>
                      <a:pt x="799446" y="11829"/>
                    </a:cubicBezTo>
                    <a:cubicBezTo>
                      <a:pt x="719722" y="12781"/>
                      <a:pt x="639903" y="13924"/>
                      <a:pt x="560274" y="18115"/>
                    </a:cubicBezTo>
                    <a:cubicBezTo>
                      <a:pt x="490741" y="21735"/>
                      <a:pt x="420923" y="27069"/>
                      <a:pt x="352152" y="38213"/>
                    </a:cubicBezTo>
                    <a:cubicBezTo>
                      <a:pt x="291764" y="47929"/>
                      <a:pt x="231566" y="62978"/>
                      <a:pt x="176416" y="90029"/>
                    </a:cubicBezTo>
                    <a:cubicBezTo>
                      <a:pt x="126124" y="114699"/>
                      <a:pt x="80595" y="150513"/>
                      <a:pt x="49924" y="197852"/>
                    </a:cubicBezTo>
                    <a:cubicBezTo>
                      <a:pt x="23921" y="238143"/>
                      <a:pt x="8681" y="285768"/>
                      <a:pt x="7252" y="333774"/>
                    </a:cubicBezTo>
                    <a:cubicBezTo>
                      <a:pt x="5823" y="380542"/>
                      <a:pt x="18492" y="428167"/>
                      <a:pt x="46781" y="465886"/>
                    </a:cubicBezTo>
                    <a:cubicBezTo>
                      <a:pt x="82595" y="513415"/>
                      <a:pt x="137364" y="538942"/>
                      <a:pt x="194704" y="550182"/>
                    </a:cubicBezTo>
                    <a:cubicBezTo>
                      <a:pt x="230232" y="557135"/>
                      <a:pt x="266618" y="559326"/>
                      <a:pt x="302718" y="560659"/>
                    </a:cubicBezTo>
                    <a:cubicBezTo>
                      <a:pt x="341961" y="562183"/>
                      <a:pt x="381299" y="563326"/>
                      <a:pt x="420542" y="564469"/>
                    </a:cubicBezTo>
                    <a:cubicBezTo>
                      <a:pt x="500838" y="566755"/>
                      <a:pt x="581229" y="568470"/>
                      <a:pt x="661524" y="569327"/>
                    </a:cubicBezTo>
                    <a:cubicBezTo>
                      <a:pt x="822306" y="571042"/>
                      <a:pt x="983469" y="570565"/>
                      <a:pt x="1144061" y="561802"/>
                    </a:cubicBezTo>
                    <a:cubicBezTo>
                      <a:pt x="1216737" y="557802"/>
                      <a:pt x="1289603" y="552373"/>
                      <a:pt x="1361517" y="541038"/>
                    </a:cubicBezTo>
                    <a:cubicBezTo>
                      <a:pt x="1420286" y="531799"/>
                      <a:pt x="1479531" y="517130"/>
                      <a:pt x="1531443" y="487031"/>
                    </a:cubicBezTo>
                    <a:cubicBezTo>
                      <a:pt x="1577639" y="460171"/>
                      <a:pt x="1616120" y="420832"/>
                      <a:pt x="1639551" y="372731"/>
                    </a:cubicBezTo>
                    <a:cubicBezTo>
                      <a:pt x="1658792" y="333298"/>
                      <a:pt x="1669079" y="289578"/>
                      <a:pt x="1669841" y="245763"/>
                    </a:cubicBezTo>
                    <a:cubicBezTo>
                      <a:pt x="1671270" y="161752"/>
                      <a:pt x="1634218" y="74122"/>
                      <a:pt x="1553731" y="38689"/>
                    </a:cubicBezTo>
                    <a:cubicBezTo>
                      <a:pt x="1532205" y="29164"/>
                      <a:pt x="1509440" y="23830"/>
                      <a:pt x="1485913" y="21449"/>
                    </a:cubicBezTo>
                    <a:cubicBezTo>
                      <a:pt x="1474483" y="20306"/>
                      <a:pt x="1474578" y="38118"/>
                      <a:pt x="1485913" y="39261"/>
                    </a:cubicBezTo>
                    <a:cubicBezTo>
                      <a:pt x="1528776" y="43547"/>
                      <a:pt x="1569447" y="60692"/>
                      <a:pt x="1599261" y="92220"/>
                    </a:cubicBezTo>
                    <a:cubicBezTo>
                      <a:pt x="1626312" y="120890"/>
                      <a:pt x="1641933" y="158419"/>
                      <a:pt x="1648600" y="196900"/>
                    </a:cubicBezTo>
                    <a:cubicBezTo>
                      <a:pt x="1663173" y="281767"/>
                      <a:pt x="1635170" y="374731"/>
                      <a:pt x="1572495" y="434358"/>
                    </a:cubicBezTo>
                    <a:cubicBezTo>
                      <a:pt x="1530490" y="474268"/>
                      <a:pt x="1476198" y="497223"/>
                      <a:pt x="1420667" y="511129"/>
                    </a:cubicBezTo>
                    <a:cubicBezTo>
                      <a:pt x="1357707" y="526941"/>
                      <a:pt x="1292270" y="532942"/>
                      <a:pt x="1227690" y="538276"/>
                    </a:cubicBezTo>
                    <a:cubicBezTo>
                      <a:pt x="1073385" y="550944"/>
                      <a:pt x="917937" y="552277"/>
                      <a:pt x="763061" y="552087"/>
                    </a:cubicBezTo>
                    <a:cubicBezTo>
                      <a:pt x="607803" y="551896"/>
                      <a:pt x="452355" y="548848"/>
                      <a:pt x="297193" y="542657"/>
                    </a:cubicBezTo>
                    <a:cubicBezTo>
                      <a:pt x="231185" y="539990"/>
                      <a:pt x="160605" y="534085"/>
                      <a:pt x="104121" y="496270"/>
                    </a:cubicBezTo>
                    <a:cubicBezTo>
                      <a:pt x="66021" y="470743"/>
                      <a:pt x="40113" y="431500"/>
                      <a:pt x="29922" y="387019"/>
                    </a:cubicBezTo>
                    <a:cubicBezTo>
                      <a:pt x="8205" y="291483"/>
                      <a:pt x="55830" y="192423"/>
                      <a:pt x="133173" y="136606"/>
                    </a:cubicBezTo>
                    <a:cubicBezTo>
                      <a:pt x="231090" y="65931"/>
                      <a:pt x="359106" y="51453"/>
                      <a:pt x="476073" y="41737"/>
                    </a:cubicBezTo>
                    <a:cubicBezTo>
                      <a:pt x="629711" y="28974"/>
                      <a:pt x="784111" y="30403"/>
                      <a:pt x="938130" y="27640"/>
                    </a:cubicBezTo>
                    <a:cubicBezTo>
                      <a:pt x="1083482" y="25069"/>
                      <a:pt x="1229024" y="22402"/>
                      <a:pt x="1374185" y="30784"/>
                    </a:cubicBezTo>
                    <a:cubicBezTo>
                      <a:pt x="1411428" y="32974"/>
                      <a:pt x="1448670" y="35832"/>
                      <a:pt x="1485723" y="39356"/>
                    </a:cubicBezTo>
                    <a:cubicBezTo>
                      <a:pt x="1497343" y="40404"/>
                      <a:pt x="1497248" y="22592"/>
                      <a:pt x="1485913" y="21449"/>
                    </a:cubicBezTo>
                    <a:lnTo>
                      <a:pt x="1485913" y="21449"/>
                    </a:lnTo>
                    <a:close/>
                  </a:path>
                </a:pathLst>
              </a:custGeom>
              <a:solidFill>
                <a:srgbClr val="F7858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122" name="文本框 121"/>
            <p:cNvSpPr txBox="1"/>
            <p:nvPr/>
          </p:nvSpPr>
          <p:spPr>
            <a:xfrm rot="10366">
              <a:off x="6398143" y="4980054"/>
              <a:ext cx="8851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  <a:cs typeface="+mn-ea"/>
                  <a:sym typeface="+mn-lt"/>
                </a:rPr>
                <a:t>第</a:t>
              </a:r>
              <a:r>
                <a:rPr lang="en-US" altLang="zh-CN" sz="2000" dirty="0">
                  <a:solidFill>
                    <a:schemeClr val="bg1"/>
                  </a:solidFill>
                  <a:cs typeface="+mn-ea"/>
                  <a:sym typeface="+mn-lt"/>
                </a:rPr>
                <a:t>1</a:t>
              </a:r>
              <a:r>
                <a:rPr lang="zh-CN" altLang="en-US" sz="2000" dirty="0">
                  <a:solidFill>
                    <a:schemeClr val="bg1"/>
                  </a:solidFill>
                  <a:cs typeface="+mn-ea"/>
                  <a:sym typeface="+mn-lt"/>
                </a:rPr>
                <a:t>章</a:t>
              </a:r>
              <a:endParaRPr lang="zh-CN" altLang="en-US" sz="20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25" name="组合 124"/>
          <p:cNvGrpSpPr/>
          <p:nvPr/>
        </p:nvGrpSpPr>
        <p:grpSpPr>
          <a:xfrm>
            <a:off x="523884" y="3723196"/>
            <a:ext cx="596113" cy="891611"/>
            <a:chOff x="-6712140" y="4855187"/>
            <a:chExt cx="596113" cy="891611"/>
          </a:xfrm>
        </p:grpSpPr>
        <p:sp>
          <p:nvSpPr>
            <p:cNvPr id="126" name="任意多边形: 形状 125"/>
            <p:cNvSpPr/>
            <p:nvPr/>
          </p:nvSpPr>
          <p:spPr>
            <a:xfrm>
              <a:off x="-6283987" y="4855187"/>
              <a:ext cx="115493" cy="131992"/>
            </a:xfrm>
            <a:custGeom>
              <a:avLst/>
              <a:gdLst>
                <a:gd name="connsiteX0" fmla="*/ 63291 w 93745"/>
                <a:gd name="connsiteY0" fmla="*/ 10879 h 107137"/>
                <a:gd name="connsiteX1" fmla="*/ 29274 w 93745"/>
                <a:gd name="connsiteY1" fmla="*/ 15834 h 107137"/>
                <a:gd name="connsiteX2" fmla="*/ 18561 w 93745"/>
                <a:gd name="connsiteY2" fmla="*/ 30164 h 107137"/>
                <a:gd name="connsiteX3" fmla="*/ 16686 w 93745"/>
                <a:gd name="connsiteY3" fmla="*/ 87884 h 107137"/>
                <a:gd name="connsiteX4" fmla="*/ 64094 w 93745"/>
                <a:gd name="connsiteY4" fmla="*/ 104357 h 107137"/>
                <a:gd name="connsiteX5" fmla="*/ 95030 w 93745"/>
                <a:gd name="connsiteY5" fmla="*/ 64046 h 107137"/>
                <a:gd name="connsiteX6" fmla="*/ 63291 w 93745"/>
                <a:gd name="connsiteY6" fmla="*/ 10879 h 10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745" h="107137">
                  <a:moveTo>
                    <a:pt x="63291" y="10879"/>
                  </a:moveTo>
                  <a:cubicBezTo>
                    <a:pt x="51639" y="9674"/>
                    <a:pt x="38649" y="8737"/>
                    <a:pt x="29274" y="15834"/>
                  </a:cubicBezTo>
                  <a:cubicBezTo>
                    <a:pt x="24453" y="19450"/>
                    <a:pt x="21239" y="24807"/>
                    <a:pt x="18561" y="30164"/>
                  </a:cubicBezTo>
                  <a:cubicBezTo>
                    <a:pt x="9588" y="48243"/>
                    <a:pt x="5838" y="70876"/>
                    <a:pt x="16686" y="87884"/>
                  </a:cubicBezTo>
                  <a:cubicBezTo>
                    <a:pt x="26462" y="103018"/>
                    <a:pt x="46952" y="109848"/>
                    <a:pt x="64094" y="104357"/>
                  </a:cubicBezTo>
                  <a:cubicBezTo>
                    <a:pt x="81236" y="98866"/>
                    <a:pt x="93825" y="81992"/>
                    <a:pt x="95030" y="64046"/>
                  </a:cubicBezTo>
                  <a:cubicBezTo>
                    <a:pt x="96369" y="46101"/>
                    <a:pt x="83111" y="14093"/>
                    <a:pt x="63291" y="10879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7" name="任意多边形: 形状 126"/>
            <p:cNvSpPr/>
            <p:nvPr/>
          </p:nvSpPr>
          <p:spPr>
            <a:xfrm>
              <a:off x="-6231520" y="5614806"/>
              <a:ext cx="115493" cy="131992"/>
            </a:xfrm>
            <a:custGeom>
              <a:avLst/>
              <a:gdLst>
                <a:gd name="connsiteX0" fmla="*/ 63291 w 93745"/>
                <a:gd name="connsiteY0" fmla="*/ 10879 h 107137"/>
                <a:gd name="connsiteX1" fmla="*/ 29274 w 93745"/>
                <a:gd name="connsiteY1" fmla="*/ 15834 h 107137"/>
                <a:gd name="connsiteX2" fmla="*/ 18561 w 93745"/>
                <a:gd name="connsiteY2" fmla="*/ 30164 h 107137"/>
                <a:gd name="connsiteX3" fmla="*/ 16686 w 93745"/>
                <a:gd name="connsiteY3" fmla="*/ 87884 h 107137"/>
                <a:gd name="connsiteX4" fmla="*/ 64094 w 93745"/>
                <a:gd name="connsiteY4" fmla="*/ 104357 h 107137"/>
                <a:gd name="connsiteX5" fmla="*/ 95030 w 93745"/>
                <a:gd name="connsiteY5" fmla="*/ 64046 h 107137"/>
                <a:gd name="connsiteX6" fmla="*/ 63291 w 93745"/>
                <a:gd name="connsiteY6" fmla="*/ 10879 h 10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745" h="107137">
                  <a:moveTo>
                    <a:pt x="63291" y="10879"/>
                  </a:moveTo>
                  <a:cubicBezTo>
                    <a:pt x="51639" y="9674"/>
                    <a:pt x="38649" y="8737"/>
                    <a:pt x="29274" y="15834"/>
                  </a:cubicBezTo>
                  <a:cubicBezTo>
                    <a:pt x="24453" y="19450"/>
                    <a:pt x="21239" y="24807"/>
                    <a:pt x="18561" y="30164"/>
                  </a:cubicBezTo>
                  <a:cubicBezTo>
                    <a:pt x="9588" y="48243"/>
                    <a:pt x="5838" y="70876"/>
                    <a:pt x="16686" y="87884"/>
                  </a:cubicBezTo>
                  <a:cubicBezTo>
                    <a:pt x="26462" y="103017"/>
                    <a:pt x="46952" y="109847"/>
                    <a:pt x="64094" y="104357"/>
                  </a:cubicBezTo>
                  <a:cubicBezTo>
                    <a:pt x="81236" y="98866"/>
                    <a:pt x="93825" y="81992"/>
                    <a:pt x="95030" y="64046"/>
                  </a:cubicBezTo>
                  <a:cubicBezTo>
                    <a:pt x="96369" y="46100"/>
                    <a:pt x="83111" y="14093"/>
                    <a:pt x="63291" y="10879"/>
                  </a:cubicBezTo>
                </a:path>
              </a:pathLst>
            </a:custGeom>
            <a:solidFill>
              <a:srgbClr val="C3EAF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8" name="任意多边形: 形状 127"/>
            <p:cNvSpPr/>
            <p:nvPr/>
          </p:nvSpPr>
          <p:spPr>
            <a:xfrm>
              <a:off x="-6712140" y="5140291"/>
              <a:ext cx="115493" cy="131992"/>
            </a:xfrm>
            <a:custGeom>
              <a:avLst/>
              <a:gdLst>
                <a:gd name="connsiteX0" fmla="*/ 63291 w 93745"/>
                <a:gd name="connsiteY0" fmla="*/ 10879 h 107137"/>
                <a:gd name="connsiteX1" fmla="*/ 29274 w 93745"/>
                <a:gd name="connsiteY1" fmla="*/ 15834 h 107137"/>
                <a:gd name="connsiteX2" fmla="*/ 18561 w 93745"/>
                <a:gd name="connsiteY2" fmla="*/ 30164 h 107137"/>
                <a:gd name="connsiteX3" fmla="*/ 16686 w 93745"/>
                <a:gd name="connsiteY3" fmla="*/ 87884 h 107137"/>
                <a:gd name="connsiteX4" fmla="*/ 64094 w 93745"/>
                <a:gd name="connsiteY4" fmla="*/ 104357 h 107137"/>
                <a:gd name="connsiteX5" fmla="*/ 95030 w 93745"/>
                <a:gd name="connsiteY5" fmla="*/ 64046 h 107137"/>
                <a:gd name="connsiteX6" fmla="*/ 63291 w 93745"/>
                <a:gd name="connsiteY6" fmla="*/ 10879 h 10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745" h="107137">
                  <a:moveTo>
                    <a:pt x="63291" y="10879"/>
                  </a:moveTo>
                  <a:cubicBezTo>
                    <a:pt x="51639" y="9674"/>
                    <a:pt x="38649" y="8737"/>
                    <a:pt x="29274" y="15834"/>
                  </a:cubicBezTo>
                  <a:cubicBezTo>
                    <a:pt x="24453" y="19450"/>
                    <a:pt x="21239" y="24807"/>
                    <a:pt x="18561" y="30164"/>
                  </a:cubicBezTo>
                  <a:cubicBezTo>
                    <a:pt x="9588" y="48244"/>
                    <a:pt x="5838" y="70876"/>
                    <a:pt x="16686" y="87884"/>
                  </a:cubicBezTo>
                  <a:cubicBezTo>
                    <a:pt x="26462" y="103018"/>
                    <a:pt x="46952" y="109847"/>
                    <a:pt x="64094" y="104357"/>
                  </a:cubicBezTo>
                  <a:cubicBezTo>
                    <a:pt x="81236" y="98866"/>
                    <a:pt x="93825" y="81992"/>
                    <a:pt x="95030" y="64046"/>
                  </a:cubicBezTo>
                  <a:cubicBezTo>
                    <a:pt x="96369" y="46101"/>
                    <a:pt x="83111" y="14093"/>
                    <a:pt x="63291" y="10879"/>
                  </a:cubicBezTo>
                </a:path>
              </a:pathLst>
            </a:custGeom>
            <a:solidFill>
              <a:srgbClr val="F4BDB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0828474" y="4914452"/>
            <a:ext cx="631390" cy="387288"/>
            <a:chOff x="10828474" y="4914452"/>
            <a:chExt cx="631390" cy="387288"/>
          </a:xfrm>
        </p:grpSpPr>
        <p:sp>
          <p:nvSpPr>
            <p:cNvPr id="123" name="任意多边形: 形状 122"/>
            <p:cNvSpPr/>
            <p:nvPr/>
          </p:nvSpPr>
          <p:spPr>
            <a:xfrm>
              <a:off x="10997416" y="4914452"/>
              <a:ext cx="115493" cy="131992"/>
            </a:xfrm>
            <a:custGeom>
              <a:avLst/>
              <a:gdLst>
                <a:gd name="connsiteX0" fmla="*/ 63291 w 93745"/>
                <a:gd name="connsiteY0" fmla="*/ 10880 h 107137"/>
                <a:gd name="connsiteX1" fmla="*/ 29274 w 93745"/>
                <a:gd name="connsiteY1" fmla="*/ 15835 h 107137"/>
                <a:gd name="connsiteX2" fmla="*/ 18561 w 93745"/>
                <a:gd name="connsiteY2" fmla="*/ 30164 h 107137"/>
                <a:gd name="connsiteX3" fmla="*/ 16686 w 93745"/>
                <a:gd name="connsiteY3" fmla="*/ 87885 h 107137"/>
                <a:gd name="connsiteX4" fmla="*/ 64094 w 93745"/>
                <a:gd name="connsiteY4" fmla="*/ 104357 h 107137"/>
                <a:gd name="connsiteX5" fmla="*/ 95030 w 93745"/>
                <a:gd name="connsiteY5" fmla="*/ 64046 h 107137"/>
                <a:gd name="connsiteX6" fmla="*/ 63291 w 93745"/>
                <a:gd name="connsiteY6" fmla="*/ 10880 h 10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745" h="107137">
                  <a:moveTo>
                    <a:pt x="63291" y="10880"/>
                  </a:moveTo>
                  <a:cubicBezTo>
                    <a:pt x="51639" y="9674"/>
                    <a:pt x="38649" y="8737"/>
                    <a:pt x="29274" y="15835"/>
                  </a:cubicBezTo>
                  <a:cubicBezTo>
                    <a:pt x="24453" y="19450"/>
                    <a:pt x="21239" y="24807"/>
                    <a:pt x="18561" y="30164"/>
                  </a:cubicBezTo>
                  <a:cubicBezTo>
                    <a:pt x="9588" y="48243"/>
                    <a:pt x="5838" y="70876"/>
                    <a:pt x="16686" y="87885"/>
                  </a:cubicBezTo>
                  <a:cubicBezTo>
                    <a:pt x="26462" y="103017"/>
                    <a:pt x="46952" y="109848"/>
                    <a:pt x="64094" y="104357"/>
                  </a:cubicBezTo>
                  <a:cubicBezTo>
                    <a:pt x="81236" y="98866"/>
                    <a:pt x="93825" y="81992"/>
                    <a:pt x="95030" y="64046"/>
                  </a:cubicBezTo>
                  <a:cubicBezTo>
                    <a:pt x="96369" y="46101"/>
                    <a:pt x="83111" y="14093"/>
                    <a:pt x="63291" y="10880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4" name="任意多边形: 形状 123"/>
            <p:cNvSpPr/>
            <p:nvPr/>
          </p:nvSpPr>
          <p:spPr>
            <a:xfrm>
              <a:off x="10828474" y="5169748"/>
              <a:ext cx="115493" cy="131992"/>
            </a:xfrm>
            <a:custGeom>
              <a:avLst/>
              <a:gdLst>
                <a:gd name="connsiteX0" fmla="*/ 63291 w 93745"/>
                <a:gd name="connsiteY0" fmla="*/ 10879 h 107137"/>
                <a:gd name="connsiteX1" fmla="*/ 29274 w 93745"/>
                <a:gd name="connsiteY1" fmla="*/ 15835 h 107137"/>
                <a:gd name="connsiteX2" fmla="*/ 18560 w 93745"/>
                <a:gd name="connsiteY2" fmla="*/ 30164 h 107137"/>
                <a:gd name="connsiteX3" fmla="*/ 16686 w 93745"/>
                <a:gd name="connsiteY3" fmla="*/ 87884 h 107137"/>
                <a:gd name="connsiteX4" fmla="*/ 64094 w 93745"/>
                <a:gd name="connsiteY4" fmla="*/ 104357 h 107137"/>
                <a:gd name="connsiteX5" fmla="*/ 95030 w 93745"/>
                <a:gd name="connsiteY5" fmla="*/ 64046 h 107137"/>
                <a:gd name="connsiteX6" fmla="*/ 63291 w 93745"/>
                <a:gd name="connsiteY6" fmla="*/ 10879 h 10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745" h="107137">
                  <a:moveTo>
                    <a:pt x="63291" y="10879"/>
                  </a:moveTo>
                  <a:cubicBezTo>
                    <a:pt x="51639" y="9674"/>
                    <a:pt x="38649" y="8737"/>
                    <a:pt x="29274" y="15835"/>
                  </a:cubicBezTo>
                  <a:cubicBezTo>
                    <a:pt x="24453" y="19450"/>
                    <a:pt x="21239" y="24807"/>
                    <a:pt x="18560" y="30164"/>
                  </a:cubicBezTo>
                  <a:cubicBezTo>
                    <a:pt x="9588" y="48244"/>
                    <a:pt x="5838" y="70876"/>
                    <a:pt x="16686" y="87884"/>
                  </a:cubicBezTo>
                  <a:cubicBezTo>
                    <a:pt x="26462" y="103018"/>
                    <a:pt x="46952" y="109848"/>
                    <a:pt x="64094" y="104357"/>
                  </a:cubicBezTo>
                  <a:cubicBezTo>
                    <a:pt x="81236" y="98866"/>
                    <a:pt x="93825" y="81992"/>
                    <a:pt x="95030" y="64046"/>
                  </a:cubicBezTo>
                  <a:cubicBezTo>
                    <a:pt x="96369" y="46101"/>
                    <a:pt x="83111" y="14094"/>
                    <a:pt x="63291" y="10879"/>
                  </a:cubicBezTo>
                </a:path>
              </a:pathLst>
            </a:custGeom>
            <a:solidFill>
              <a:srgbClr val="C3EAF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0" name="任意多边形: 形状 139"/>
            <p:cNvSpPr/>
            <p:nvPr/>
          </p:nvSpPr>
          <p:spPr>
            <a:xfrm>
              <a:off x="11344371" y="5134023"/>
              <a:ext cx="115493" cy="131992"/>
            </a:xfrm>
            <a:custGeom>
              <a:avLst/>
              <a:gdLst>
                <a:gd name="connsiteX0" fmla="*/ 63291 w 93745"/>
                <a:gd name="connsiteY0" fmla="*/ 10879 h 107137"/>
                <a:gd name="connsiteX1" fmla="*/ 29274 w 93745"/>
                <a:gd name="connsiteY1" fmla="*/ 15834 h 107137"/>
                <a:gd name="connsiteX2" fmla="*/ 18561 w 93745"/>
                <a:gd name="connsiteY2" fmla="*/ 30164 h 107137"/>
                <a:gd name="connsiteX3" fmla="*/ 16686 w 93745"/>
                <a:gd name="connsiteY3" fmla="*/ 87884 h 107137"/>
                <a:gd name="connsiteX4" fmla="*/ 64094 w 93745"/>
                <a:gd name="connsiteY4" fmla="*/ 104357 h 107137"/>
                <a:gd name="connsiteX5" fmla="*/ 95030 w 93745"/>
                <a:gd name="connsiteY5" fmla="*/ 64046 h 107137"/>
                <a:gd name="connsiteX6" fmla="*/ 63291 w 93745"/>
                <a:gd name="connsiteY6" fmla="*/ 10879 h 10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745" h="107137">
                  <a:moveTo>
                    <a:pt x="63291" y="10879"/>
                  </a:moveTo>
                  <a:cubicBezTo>
                    <a:pt x="51639" y="9674"/>
                    <a:pt x="38649" y="8737"/>
                    <a:pt x="29274" y="15834"/>
                  </a:cubicBezTo>
                  <a:cubicBezTo>
                    <a:pt x="24453" y="19450"/>
                    <a:pt x="21239" y="24807"/>
                    <a:pt x="18561" y="30164"/>
                  </a:cubicBezTo>
                  <a:cubicBezTo>
                    <a:pt x="9588" y="48244"/>
                    <a:pt x="5838" y="70876"/>
                    <a:pt x="16686" y="87884"/>
                  </a:cubicBezTo>
                  <a:cubicBezTo>
                    <a:pt x="26462" y="103018"/>
                    <a:pt x="46952" y="109847"/>
                    <a:pt x="64094" y="104357"/>
                  </a:cubicBezTo>
                  <a:cubicBezTo>
                    <a:pt x="81236" y="98866"/>
                    <a:pt x="93825" y="81992"/>
                    <a:pt x="95030" y="64046"/>
                  </a:cubicBezTo>
                  <a:cubicBezTo>
                    <a:pt x="96369" y="46101"/>
                    <a:pt x="83111" y="14093"/>
                    <a:pt x="63291" y="10879"/>
                  </a:cubicBezTo>
                </a:path>
              </a:pathLst>
            </a:custGeom>
            <a:solidFill>
              <a:srgbClr val="F4BDB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53361" y="2616466"/>
            <a:ext cx="7393906" cy="1359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正文内容，本段适应大段文字章节。如果文字较多的内容描述比较适合放在这里。</a:t>
            </a:r>
            <a:b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</a:b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请您在此修改您的内容，或者将内容粘贴到记事本后，复制到此段落中。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  <a:p>
            <a:pPr algn="ctr">
              <a:lnSpc>
                <a:spcPts val="2000"/>
              </a:lnSpc>
            </a:pP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  <a:p>
            <a:pPr algn="ctr">
              <a:lnSpc>
                <a:spcPts val="2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请您在此修改您的内容，或者将内容粘贴到记事本后，复制到此段落中。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  <a:p>
            <a:pPr algn="ctr">
              <a:lnSpc>
                <a:spcPts val="2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如果文字过多，您可右键修改“段落”调节合适的行间距。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053646" y="512485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64454B"/>
                </a:solidFill>
                <a:cs typeface="+mn-ea"/>
                <a:sym typeface="+mn-lt"/>
              </a:rPr>
              <a:t>项目名称</a:t>
            </a:r>
            <a:endParaRPr lang="zh-CN" altLang="en-US" dirty="0">
              <a:solidFill>
                <a:srgbClr val="64454B"/>
              </a:solidFill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4226825" y="4302650"/>
            <a:ext cx="714694" cy="714694"/>
          </a:xfrm>
          <a:prstGeom prst="ellipse">
            <a:avLst/>
          </a:prstGeom>
          <a:solidFill>
            <a:srgbClr val="C3EA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dirty="0">
              <a:cs typeface="+mn-ea"/>
              <a:sym typeface="+mn-lt"/>
            </a:endParaRPr>
          </a:p>
        </p:txBody>
      </p:sp>
      <p:sp>
        <p:nvSpPr>
          <p:cNvPr id="5" name="arrow-pointing-left-circular-button_20407"/>
          <p:cNvSpPr>
            <a:spLocks noChangeAspect="1"/>
          </p:cNvSpPr>
          <p:nvPr/>
        </p:nvSpPr>
        <p:spPr bwMode="auto">
          <a:xfrm>
            <a:off x="4453880" y="4457435"/>
            <a:ext cx="260584" cy="405123"/>
          </a:xfrm>
          <a:custGeom>
            <a:avLst/>
            <a:gdLst>
              <a:gd name="connsiteX0" fmla="*/ 147788 w 390121"/>
              <a:gd name="connsiteY0" fmla="*/ 380983 h 606510"/>
              <a:gd name="connsiteX1" fmla="*/ 203660 w 390121"/>
              <a:gd name="connsiteY1" fmla="*/ 408416 h 606510"/>
              <a:gd name="connsiteX2" fmla="*/ 152397 w 390121"/>
              <a:gd name="connsiteY2" fmla="*/ 553957 h 606510"/>
              <a:gd name="connsiteX3" fmla="*/ 145206 w 390121"/>
              <a:gd name="connsiteY3" fmla="*/ 559020 h 606510"/>
              <a:gd name="connsiteX4" fmla="*/ 145114 w 390121"/>
              <a:gd name="connsiteY4" fmla="*/ 559020 h 606510"/>
              <a:gd name="connsiteX5" fmla="*/ 137922 w 390121"/>
              <a:gd name="connsiteY5" fmla="*/ 554049 h 606510"/>
              <a:gd name="connsiteX6" fmla="*/ 110908 w 390121"/>
              <a:gd name="connsiteY6" fmla="*/ 479944 h 606510"/>
              <a:gd name="connsiteX7" fmla="*/ 106298 w 390121"/>
              <a:gd name="connsiteY7" fmla="*/ 475341 h 606510"/>
              <a:gd name="connsiteX8" fmla="*/ 103717 w 390121"/>
              <a:gd name="connsiteY8" fmla="*/ 474881 h 606510"/>
              <a:gd name="connsiteX9" fmla="*/ 99752 w 390121"/>
              <a:gd name="connsiteY9" fmla="*/ 475985 h 606510"/>
              <a:gd name="connsiteX10" fmla="*/ 32170 w 390121"/>
              <a:gd name="connsiteY10" fmla="*/ 516858 h 606510"/>
              <a:gd name="connsiteX11" fmla="*/ 28206 w 390121"/>
              <a:gd name="connsiteY11" fmla="*/ 517963 h 606510"/>
              <a:gd name="connsiteX12" fmla="*/ 23411 w 390121"/>
              <a:gd name="connsiteY12" fmla="*/ 516214 h 606510"/>
              <a:gd name="connsiteX13" fmla="*/ 20922 w 390121"/>
              <a:gd name="connsiteY13" fmla="*/ 507745 h 606510"/>
              <a:gd name="connsiteX14" fmla="*/ 65638 w 390121"/>
              <a:gd name="connsiteY14" fmla="*/ 381167 h 606510"/>
              <a:gd name="connsiteX15" fmla="*/ 68773 w 390121"/>
              <a:gd name="connsiteY15" fmla="*/ 383192 h 606510"/>
              <a:gd name="connsiteX16" fmla="*/ 106298 w 390121"/>
              <a:gd name="connsiteY16" fmla="*/ 392950 h 606510"/>
              <a:gd name="connsiteX17" fmla="*/ 147788 w 390121"/>
              <a:gd name="connsiteY17" fmla="*/ 380983 h 606510"/>
              <a:gd name="connsiteX18" fmla="*/ 318116 w 390121"/>
              <a:gd name="connsiteY18" fmla="*/ 352192 h 606510"/>
              <a:gd name="connsiteX19" fmla="*/ 389716 w 390121"/>
              <a:gd name="connsiteY19" fmla="*/ 555241 h 606510"/>
              <a:gd name="connsiteX20" fmla="*/ 387321 w 390121"/>
              <a:gd name="connsiteY20" fmla="*/ 563710 h 606510"/>
              <a:gd name="connsiteX21" fmla="*/ 378566 w 390121"/>
              <a:gd name="connsiteY21" fmla="*/ 564262 h 606510"/>
              <a:gd name="connsiteX22" fmla="*/ 310928 w 390121"/>
              <a:gd name="connsiteY22" fmla="*/ 523486 h 606510"/>
              <a:gd name="connsiteX23" fmla="*/ 304477 w 390121"/>
              <a:gd name="connsiteY23" fmla="*/ 522842 h 606510"/>
              <a:gd name="connsiteX24" fmla="*/ 299870 w 390121"/>
              <a:gd name="connsiteY24" fmla="*/ 527352 h 606510"/>
              <a:gd name="connsiteX25" fmla="*/ 272778 w 390121"/>
              <a:gd name="connsiteY25" fmla="*/ 601448 h 606510"/>
              <a:gd name="connsiteX26" fmla="*/ 265590 w 390121"/>
              <a:gd name="connsiteY26" fmla="*/ 606510 h 606510"/>
              <a:gd name="connsiteX27" fmla="*/ 258402 w 390121"/>
              <a:gd name="connsiteY27" fmla="*/ 601356 h 606510"/>
              <a:gd name="connsiteX28" fmla="*/ 218409 w 390121"/>
              <a:gd name="connsiteY28" fmla="*/ 488049 h 606510"/>
              <a:gd name="connsiteX29" fmla="*/ 251122 w 390121"/>
              <a:gd name="connsiteY29" fmla="*/ 395361 h 606510"/>
              <a:gd name="connsiteX30" fmla="*/ 281348 w 390121"/>
              <a:gd name="connsiteY30" fmla="*/ 354953 h 606510"/>
              <a:gd name="connsiteX31" fmla="*/ 294986 w 390121"/>
              <a:gd name="connsiteY31" fmla="*/ 356150 h 606510"/>
              <a:gd name="connsiteX32" fmla="*/ 318116 w 390121"/>
              <a:gd name="connsiteY32" fmla="*/ 352192 h 606510"/>
              <a:gd name="connsiteX33" fmla="*/ 182774 w 390121"/>
              <a:gd name="connsiteY33" fmla="*/ 111352 h 606510"/>
              <a:gd name="connsiteX34" fmla="*/ 255739 w 390121"/>
              <a:gd name="connsiteY34" fmla="*/ 184211 h 606510"/>
              <a:gd name="connsiteX35" fmla="*/ 182774 w 390121"/>
              <a:gd name="connsiteY35" fmla="*/ 257070 h 606510"/>
              <a:gd name="connsiteX36" fmla="*/ 109809 w 390121"/>
              <a:gd name="connsiteY36" fmla="*/ 184211 h 606510"/>
              <a:gd name="connsiteX37" fmla="*/ 182774 w 390121"/>
              <a:gd name="connsiteY37" fmla="*/ 111352 h 606510"/>
              <a:gd name="connsiteX38" fmla="*/ 182777 w 390121"/>
              <a:gd name="connsiteY38" fmla="*/ 71066 h 606510"/>
              <a:gd name="connsiteX39" fmla="*/ 69399 w 390121"/>
              <a:gd name="connsiteY39" fmla="*/ 184200 h 606510"/>
              <a:gd name="connsiteX40" fmla="*/ 182777 w 390121"/>
              <a:gd name="connsiteY40" fmla="*/ 297427 h 606510"/>
              <a:gd name="connsiteX41" fmla="*/ 296064 w 390121"/>
              <a:gd name="connsiteY41" fmla="*/ 184200 h 606510"/>
              <a:gd name="connsiteX42" fmla="*/ 182777 w 390121"/>
              <a:gd name="connsiteY42" fmla="*/ 71066 h 606510"/>
              <a:gd name="connsiteX43" fmla="*/ 237168 w 390121"/>
              <a:gd name="connsiteY43" fmla="*/ 29923 h 606510"/>
              <a:gd name="connsiteX44" fmla="*/ 237982 w 390121"/>
              <a:gd name="connsiteY44" fmla="*/ 29923 h 606510"/>
              <a:gd name="connsiteX45" fmla="*/ 238729 w 390121"/>
              <a:gd name="connsiteY45" fmla="*/ 31391 h 606510"/>
              <a:gd name="connsiteX46" fmla="*/ 238729 w 390121"/>
              <a:gd name="connsiteY46" fmla="*/ 31483 h 606510"/>
              <a:gd name="connsiteX47" fmla="*/ 239812 w 390121"/>
              <a:gd name="connsiteY47" fmla="*/ 33022 h 606510"/>
              <a:gd name="connsiteX48" fmla="*/ 237168 w 390121"/>
              <a:gd name="connsiteY48" fmla="*/ 33022 h 606510"/>
              <a:gd name="connsiteX49" fmla="*/ 237657 w 390121"/>
              <a:gd name="connsiteY49" fmla="*/ 29285 h 606510"/>
              <a:gd name="connsiteX50" fmla="*/ 241131 w 390121"/>
              <a:gd name="connsiteY50" fmla="*/ 29285 h 606510"/>
              <a:gd name="connsiteX51" fmla="*/ 241131 w 390121"/>
              <a:gd name="connsiteY51" fmla="*/ 33660 h 606510"/>
              <a:gd name="connsiteX52" fmla="*/ 240261 w 390121"/>
              <a:gd name="connsiteY52" fmla="*/ 33660 h 606510"/>
              <a:gd name="connsiteX53" fmla="*/ 239812 w 390121"/>
              <a:gd name="connsiteY53" fmla="*/ 33022 h 606510"/>
              <a:gd name="connsiteX54" fmla="*/ 240578 w 390121"/>
              <a:gd name="connsiteY54" fmla="*/ 33022 h 606510"/>
              <a:gd name="connsiteX55" fmla="*/ 240578 w 390121"/>
              <a:gd name="connsiteY55" fmla="*/ 29923 h 606510"/>
              <a:gd name="connsiteX56" fmla="*/ 237982 w 390121"/>
              <a:gd name="connsiteY56" fmla="*/ 29923 h 606510"/>
              <a:gd name="connsiteX57" fmla="*/ 201950 w 390121"/>
              <a:gd name="connsiteY57" fmla="*/ 0 h 606510"/>
              <a:gd name="connsiteX58" fmla="*/ 207757 w 390121"/>
              <a:gd name="connsiteY58" fmla="*/ 460 h 606510"/>
              <a:gd name="connsiteX59" fmla="*/ 228290 w 390121"/>
              <a:gd name="connsiteY59" fmla="*/ 10885 h 606510"/>
              <a:gd name="connsiteX60" fmla="*/ 237657 w 390121"/>
              <a:gd name="connsiteY60" fmla="*/ 29285 h 606510"/>
              <a:gd name="connsiteX61" fmla="*/ 236615 w 390121"/>
              <a:gd name="connsiteY61" fmla="*/ 29285 h 606510"/>
              <a:gd name="connsiteX62" fmla="*/ 236615 w 390121"/>
              <a:gd name="connsiteY62" fmla="*/ 33660 h 606510"/>
              <a:gd name="connsiteX63" fmla="*/ 240261 w 390121"/>
              <a:gd name="connsiteY63" fmla="*/ 33660 h 606510"/>
              <a:gd name="connsiteX64" fmla="*/ 252648 w 390121"/>
              <a:gd name="connsiteY64" fmla="*/ 51274 h 606510"/>
              <a:gd name="connsiteX65" fmla="*/ 265922 w 390121"/>
              <a:gd name="connsiteY65" fmla="*/ 54680 h 606510"/>
              <a:gd name="connsiteX66" fmla="*/ 276799 w 390121"/>
              <a:gd name="connsiteY66" fmla="*/ 52471 h 606510"/>
              <a:gd name="connsiteX67" fmla="*/ 291455 w 390121"/>
              <a:gd name="connsiteY67" fmla="*/ 49433 h 606510"/>
              <a:gd name="connsiteX68" fmla="*/ 319569 w 390121"/>
              <a:gd name="connsiteY68" fmla="*/ 62229 h 606510"/>
              <a:gd name="connsiteX69" fmla="*/ 323348 w 390121"/>
              <a:gd name="connsiteY69" fmla="*/ 105862 h 606510"/>
              <a:gd name="connsiteX70" fmla="*/ 321228 w 390121"/>
              <a:gd name="connsiteY70" fmla="*/ 129981 h 606510"/>
              <a:gd name="connsiteX71" fmla="*/ 339019 w 390121"/>
              <a:gd name="connsiteY71" fmla="*/ 146366 h 606510"/>
              <a:gd name="connsiteX72" fmla="*/ 365474 w 390121"/>
              <a:gd name="connsiteY72" fmla="*/ 181347 h 606510"/>
              <a:gd name="connsiteX73" fmla="*/ 340217 w 390121"/>
              <a:gd name="connsiteY73" fmla="*/ 217156 h 606510"/>
              <a:gd name="connsiteX74" fmla="*/ 323164 w 390121"/>
              <a:gd name="connsiteY74" fmla="*/ 234278 h 606510"/>
              <a:gd name="connsiteX75" fmla="*/ 326114 w 390121"/>
              <a:gd name="connsiteY75" fmla="*/ 258212 h 606510"/>
              <a:gd name="connsiteX76" fmla="*/ 323901 w 390121"/>
              <a:gd name="connsiteY76" fmla="*/ 302030 h 606510"/>
              <a:gd name="connsiteX77" fmla="*/ 294958 w 390121"/>
              <a:gd name="connsiteY77" fmla="*/ 315838 h 606510"/>
              <a:gd name="connsiteX78" fmla="*/ 281592 w 390121"/>
              <a:gd name="connsiteY78" fmla="*/ 313353 h 606510"/>
              <a:gd name="connsiteX79" fmla="*/ 281592 w 390121"/>
              <a:gd name="connsiteY79" fmla="*/ 313260 h 606510"/>
              <a:gd name="connsiteX80" fmla="*/ 271637 w 390121"/>
              <a:gd name="connsiteY80" fmla="*/ 311419 h 606510"/>
              <a:gd name="connsiteX81" fmla="*/ 257441 w 390121"/>
              <a:gd name="connsiteY81" fmla="*/ 315378 h 606510"/>
              <a:gd name="connsiteX82" fmla="*/ 244352 w 390121"/>
              <a:gd name="connsiteY82" fmla="*/ 335722 h 606510"/>
              <a:gd name="connsiteX83" fmla="*/ 214486 w 390121"/>
              <a:gd name="connsiteY83" fmla="*/ 367757 h 606510"/>
              <a:gd name="connsiteX84" fmla="*/ 207297 w 390121"/>
              <a:gd name="connsiteY84" fmla="*/ 368493 h 606510"/>
              <a:gd name="connsiteX85" fmla="*/ 174758 w 390121"/>
              <a:gd name="connsiteY85" fmla="*/ 349254 h 606510"/>
              <a:gd name="connsiteX86" fmla="*/ 174666 w 390121"/>
              <a:gd name="connsiteY86" fmla="*/ 349254 h 606510"/>
              <a:gd name="connsiteX87" fmla="*/ 154940 w 390121"/>
              <a:gd name="connsiteY87" fmla="*/ 335354 h 606510"/>
              <a:gd name="connsiteX88" fmla="*/ 150607 w 390121"/>
              <a:gd name="connsiteY88" fmla="*/ 335077 h 606510"/>
              <a:gd name="connsiteX89" fmla="*/ 131803 w 390121"/>
              <a:gd name="connsiteY89" fmla="*/ 342534 h 606510"/>
              <a:gd name="connsiteX90" fmla="*/ 106270 w 390121"/>
              <a:gd name="connsiteY90" fmla="*/ 352568 h 606510"/>
              <a:gd name="connsiteX91" fmla="*/ 88295 w 390121"/>
              <a:gd name="connsiteY91" fmla="*/ 347965 h 606510"/>
              <a:gd name="connsiteX92" fmla="*/ 69675 w 390121"/>
              <a:gd name="connsiteY92" fmla="*/ 308658 h 606510"/>
              <a:gd name="connsiteX93" fmla="*/ 63500 w 390121"/>
              <a:gd name="connsiteY93" fmla="*/ 284908 h 606510"/>
              <a:gd name="connsiteX94" fmla="*/ 42760 w 390121"/>
              <a:gd name="connsiteY94" fmla="*/ 275426 h 606510"/>
              <a:gd name="connsiteX95" fmla="*/ 41193 w 390121"/>
              <a:gd name="connsiteY95" fmla="*/ 275518 h 606510"/>
              <a:gd name="connsiteX96" fmla="*/ 39165 w 390121"/>
              <a:gd name="connsiteY96" fmla="*/ 275518 h 606510"/>
              <a:gd name="connsiteX97" fmla="*/ 4414 w 390121"/>
              <a:gd name="connsiteY97" fmla="*/ 251676 h 606510"/>
              <a:gd name="connsiteX98" fmla="*/ 15752 w 390121"/>
              <a:gd name="connsiteY98" fmla="*/ 209423 h 606510"/>
              <a:gd name="connsiteX99" fmla="*/ 25983 w 390121"/>
              <a:gd name="connsiteY99" fmla="*/ 187514 h 606510"/>
              <a:gd name="connsiteX100" fmla="*/ 15014 w 390121"/>
              <a:gd name="connsiteY100" fmla="*/ 166066 h 606510"/>
              <a:gd name="connsiteX101" fmla="*/ 14922 w 390121"/>
              <a:gd name="connsiteY101" fmla="*/ 165974 h 606510"/>
              <a:gd name="connsiteX102" fmla="*/ 2017 w 390121"/>
              <a:gd name="connsiteY102" fmla="*/ 124089 h 606510"/>
              <a:gd name="connsiteX103" fmla="*/ 37229 w 390121"/>
              <a:gd name="connsiteY103" fmla="*/ 99050 h 606510"/>
              <a:gd name="connsiteX104" fmla="*/ 37966 w 390121"/>
              <a:gd name="connsiteY104" fmla="*/ 99050 h 606510"/>
              <a:gd name="connsiteX105" fmla="*/ 38519 w 390121"/>
              <a:gd name="connsiteY105" fmla="*/ 99050 h 606510"/>
              <a:gd name="connsiteX106" fmla="*/ 59905 w 390121"/>
              <a:gd name="connsiteY106" fmla="*/ 88832 h 606510"/>
              <a:gd name="connsiteX107" fmla="*/ 65343 w 390121"/>
              <a:gd name="connsiteY107" fmla="*/ 65266 h 606510"/>
              <a:gd name="connsiteX108" fmla="*/ 82304 w 390121"/>
              <a:gd name="connsiteY108" fmla="*/ 24947 h 606510"/>
              <a:gd name="connsiteX109" fmla="*/ 101569 w 390121"/>
              <a:gd name="connsiteY109" fmla="*/ 19608 h 606510"/>
              <a:gd name="connsiteX110" fmla="*/ 126088 w 390121"/>
              <a:gd name="connsiteY110" fmla="*/ 28721 h 606510"/>
              <a:gd name="connsiteX111" fmla="*/ 144155 w 390121"/>
              <a:gd name="connsiteY111" fmla="*/ 35533 h 606510"/>
              <a:gd name="connsiteX112" fmla="*/ 149409 w 390121"/>
              <a:gd name="connsiteY112" fmla="*/ 34981 h 606510"/>
              <a:gd name="connsiteX113" fmla="*/ 168674 w 390121"/>
              <a:gd name="connsiteY113" fmla="*/ 20436 h 606510"/>
              <a:gd name="connsiteX114" fmla="*/ 201950 w 390121"/>
              <a:gd name="connsiteY114" fmla="*/ 0 h 60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390121" h="606510">
                <a:moveTo>
                  <a:pt x="147788" y="380983"/>
                </a:moveTo>
                <a:cubicBezTo>
                  <a:pt x="161617" y="397461"/>
                  <a:pt x="181901" y="407311"/>
                  <a:pt x="203660" y="408416"/>
                </a:cubicBezTo>
                <a:lnTo>
                  <a:pt x="152397" y="553957"/>
                </a:lnTo>
                <a:cubicBezTo>
                  <a:pt x="151291" y="556995"/>
                  <a:pt x="148433" y="559020"/>
                  <a:pt x="145206" y="559020"/>
                </a:cubicBezTo>
                <a:lnTo>
                  <a:pt x="145114" y="559020"/>
                </a:lnTo>
                <a:cubicBezTo>
                  <a:pt x="141887" y="559020"/>
                  <a:pt x="139029" y="556995"/>
                  <a:pt x="137922" y="554049"/>
                </a:cubicBezTo>
                <a:lnTo>
                  <a:pt x="110908" y="479944"/>
                </a:lnTo>
                <a:cubicBezTo>
                  <a:pt x="110078" y="477734"/>
                  <a:pt x="108419" y="476077"/>
                  <a:pt x="106298" y="475341"/>
                </a:cubicBezTo>
                <a:cubicBezTo>
                  <a:pt x="105376" y="475065"/>
                  <a:pt x="104546" y="474881"/>
                  <a:pt x="103717" y="474881"/>
                </a:cubicBezTo>
                <a:cubicBezTo>
                  <a:pt x="102334" y="474881"/>
                  <a:pt x="100951" y="475249"/>
                  <a:pt x="99752" y="475985"/>
                </a:cubicBezTo>
                <a:lnTo>
                  <a:pt x="32170" y="516858"/>
                </a:lnTo>
                <a:cubicBezTo>
                  <a:pt x="30880" y="517595"/>
                  <a:pt x="29589" y="517963"/>
                  <a:pt x="28206" y="517963"/>
                </a:cubicBezTo>
                <a:cubicBezTo>
                  <a:pt x="26454" y="517963"/>
                  <a:pt x="24794" y="517318"/>
                  <a:pt x="23411" y="516214"/>
                </a:cubicBezTo>
                <a:cubicBezTo>
                  <a:pt x="20830" y="514189"/>
                  <a:pt x="19908" y="510782"/>
                  <a:pt x="20922" y="507745"/>
                </a:cubicBezTo>
                <a:lnTo>
                  <a:pt x="65638" y="381167"/>
                </a:lnTo>
                <a:cubicBezTo>
                  <a:pt x="66653" y="381904"/>
                  <a:pt x="67667" y="382640"/>
                  <a:pt x="68773" y="383192"/>
                </a:cubicBezTo>
                <a:cubicBezTo>
                  <a:pt x="80206" y="389544"/>
                  <a:pt x="93206" y="392950"/>
                  <a:pt x="106298" y="392950"/>
                </a:cubicBezTo>
                <a:cubicBezTo>
                  <a:pt x="121142" y="392950"/>
                  <a:pt x="135433" y="388716"/>
                  <a:pt x="147788" y="380983"/>
                </a:cubicBezTo>
                <a:close/>
                <a:moveTo>
                  <a:pt x="318116" y="352192"/>
                </a:moveTo>
                <a:lnTo>
                  <a:pt x="389716" y="555241"/>
                </a:lnTo>
                <a:cubicBezTo>
                  <a:pt x="390730" y="558279"/>
                  <a:pt x="389809" y="561592"/>
                  <a:pt x="387321" y="563710"/>
                </a:cubicBezTo>
                <a:cubicBezTo>
                  <a:pt x="384832" y="565734"/>
                  <a:pt x="381331" y="565919"/>
                  <a:pt x="378566" y="564262"/>
                </a:cubicBezTo>
                <a:lnTo>
                  <a:pt x="310928" y="523486"/>
                </a:lnTo>
                <a:cubicBezTo>
                  <a:pt x="308993" y="522290"/>
                  <a:pt x="306597" y="522013"/>
                  <a:pt x="304477" y="522842"/>
                </a:cubicBezTo>
                <a:cubicBezTo>
                  <a:pt x="302266" y="523578"/>
                  <a:pt x="300607" y="525235"/>
                  <a:pt x="299870" y="527352"/>
                </a:cubicBezTo>
                <a:lnTo>
                  <a:pt x="272778" y="601448"/>
                </a:lnTo>
                <a:cubicBezTo>
                  <a:pt x="271672" y="604485"/>
                  <a:pt x="268815" y="606510"/>
                  <a:pt x="265590" y="606510"/>
                </a:cubicBezTo>
                <a:cubicBezTo>
                  <a:pt x="262365" y="606510"/>
                  <a:pt x="259508" y="604393"/>
                  <a:pt x="258402" y="601356"/>
                </a:cubicBezTo>
                <a:lnTo>
                  <a:pt x="218409" y="488049"/>
                </a:lnTo>
                <a:lnTo>
                  <a:pt x="251122" y="395361"/>
                </a:lnTo>
                <a:cubicBezTo>
                  <a:pt x="265314" y="385788"/>
                  <a:pt x="276003" y="371613"/>
                  <a:pt x="281348" y="354953"/>
                </a:cubicBezTo>
                <a:cubicBezTo>
                  <a:pt x="285863" y="355782"/>
                  <a:pt x="290378" y="356150"/>
                  <a:pt x="294986" y="356150"/>
                </a:cubicBezTo>
                <a:cubicBezTo>
                  <a:pt x="303003" y="356150"/>
                  <a:pt x="310744" y="354493"/>
                  <a:pt x="318116" y="352192"/>
                </a:cubicBezTo>
                <a:close/>
                <a:moveTo>
                  <a:pt x="182774" y="111352"/>
                </a:moveTo>
                <a:cubicBezTo>
                  <a:pt x="223071" y="111352"/>
                  <a:pt x="255739" y="143972"/>
                  <a:pt x="255739" y="184211"/>
                </a:cubicBezTo>
                <a:cubicBezTo>
                  <a:pt x="255739" y="224450"/>
                  <a:pt x="223071" y="257070"/>
                  <a:pt x="182774" y="257070"/>
                </a:cubicBezTo>
                <a:cubicBezTo>
                  <a:pt x="142477" y="257070"/>
                  <a:pt x="109809" y="224450"/>
                  <a:pt x="109809" y="184211"/>
                </a:cubicBezTo>
                <a:cubicBezTo>
                  <a:pt x="109809" y="143972"/>
                  <a:pt x="142477" y="111352"/>
                  <a:pt x="182774" y="111352"/>
                </a:cubicBezTo>
                <a:close/>
                <a:moveTo>
                  <a:pt x="182777" y="71066"/>
                </a:moveTo>
                <a:cubicBezTo>
                  <a:pt x="120281" y="71066"/>
                  <a:pt x="69399" y="121788"/>
                  <a:pt x="69399" y="184200"/>
                </a:cubicBezTo>
                <a:cubicBezTo>
                  <a:pt x="69399" y="246613"/>
                  <a:pt x="120281" y="297427"/>
                  <a:pt x="182777" y="297427"/>
                </a:cubicBezTo>
                <a:cubicBezTo>
                  <a:pt x="245274" y="297427"/>
                  <a:pt x="296064" y="246613"/>
                  <a:pt x="296064" y="184200"/>
                </a:cubicBezTo>
                <a:cubicBezTo>
                  <a:pt x="296064" y="121788"/>
                  <a:pt x="245274" y="71066"/>
                  <a:pt x="182777" y="71066"/>
                </a:cubicBezTo>
                <a:close/>
                <a:moveTo>
                  <a:pt x="237168" y="29923"/>
                </a:moveTo>
                <a:lnTo>
                  <a:pt x="237982" y="29923"/>
                </a:lnTo>
                <a:lnTo>
                  <a:pt x="238729" y="31391"/>
                </a:lnTo>
                <a:lnTo>
                  <a:pt x="238729" y="31483"/>
                </a:lnTo>
                <a:lnTo>
                  <a:pt x="239812" y="33022"/>
                </a:lnTo>
                <a:lnTo>
                  <a:pt x="237168" y="33022"/>
                </a:lnTo>
                <a:close/>
                <a:moveTo>
                  <a:pt x="237657" y="29285"/>
                </a:moveTo>
                <a:lnTo>
                  <a:pt x="241131" y="29285"/>
                </a:lnTo>
                <a:lnTo>
                  <a:pt x="241131" y="33660"/>
                </a:lnTo>
                <a:lnTo>
                  <a:pt x="240261" y="33660"/>
                </a:lnTo>
                <a:lnTo>
                  <a:pt x="239812" y="33022"/>
                </a:lnTo>
                <a:lnTo>
                  <a:pt x="240578" y="33022"/>
                </a:lnTo>
                <a:lnTo>
                  <a:pt x="240578" y="29923"/>
                </a:lnTo>
                <a:lnTo>
                  <a:pt x="237982" y="29923"/>
                </a:lnTo>
                <a:close/>
                <a:moveTo>
                  <a:pt x="201950" y="0"/>
                </a:moveTo>
                <a:cubicBezTo>
                  <a:pt x="203886" y="0"/>
                  <a:pt x="205822" y="184"/>
                  <a:pt x="207757" y="460"/>
                </a:cubicBezTo>
                <a:cubicBezTo>
                  <a:pt x="215731" y="1703"/>
                  <a:pt x="222852" y="5454"/>
                  <a:pt x="228290" y="10885"/>
                </a:cubicBezTo>
                <a:lnTo>
                  <a:pt x="237657" y="29285"/>
                </a:lnTo>
                <a:lnTo>
                  <a:pt x="236615" y="29285"/>
                </a:lnTo>
                <a:lnTo>
                  <a:pt x="236615" y="33660"/>
                </a:lnTo>
                <a:lnTo>
                  <a:pt x="240261" y="33660"/>
                </a:lnTo>
                <a:lnTo>
                  <a:pt x="252648" y="51274"/>
                </a:lnTo>
                <a:cubicBezTo>
                  <a:pt x="256796" y="53484"/>
                  <a:pt x="261313" y="54680"/>
                  <a:pt x="265922" y="54680"/>
                </a:cubicBezTo>
                <a:cubicBezTo>
                  <a:pt x="269609" y="54680"/>
                  <a:pt x="273296" y="53944"/>
                  <a:pt x="276799" y="52471"/>
                </a:cubicBezTo>
                <a:cubicBezTo>
                  <a:pt x="281500" y="50446"/>
                  <a:pt x="286477" y="49433"/>
                  <a:pt x="291455" y="49433"/>
                </a:cubicBezTo>
                <a:cubicBezTo>
                  <a:pt x="301963" y="49433"/>
                  <a:pt x="312287" y="53944"/>
                  <a:pt x="319569" y="62229"/>
                </a:cubicBezTo>
                <a:cubicBezTo>
                  <a:pt x="330170" y="74380"/>
                  <a:pt x="331737" y="92054"/>
                  <a:pt x="323348" y="105862"/>
                </a:cubicBezTo>
                <a:cubicBezTo>
                  <a:pt x="319016" y="113135"/>
                  <a:pt x="318186" y="122064"/>
                  <a:pt x="321228" y="129981"/>
                </a:cubicBezTo>
                <a:cubicBezTo>
                  <a:pt x="324270" y="137805"/>
                  <a:pt x="330815" y="143881"/>
                  <a:pt x="339019" y="146366"/>
                </a:cubicBezTo>
                <a:cubicBezTo>
                  <a:pt x="354412" y="151061"/>
                  <a:pt x="365105" y="165145"/>
                  <a:pt x="365474" y="181347"/>
                </a:cubicBezTo>
                <a:cubicBezTo>
                  <a:pt x="365750" y="197456"/>
                  <a:pt x="355611" y="211909"/>
                  <a:pt x="340217" y="217156"/>
                </a:cubicBezTo>
                <a:cubicBezTo>
                  <a:pt x="332197" y="219918"/>
                  <a:pt x="325929" y="226269"/>
                  <a:pt x="323164" y="234278"/>
                </a:cubicBezTo>
                <a:cubicBezTo>
                  <a:pt x="320399" y="242287"/>
                  <a:pt x="321505" y="251124"/>
                  <a:pt x="326114" y="258212"/>
                </a:cubicBezTo>
                <a:cubicBezTo>
                  <a:pt x="335055" y="271744"/>
                  <a:pt x="334133" y="289418"/>
                  <a:pt x="323901" y="302030"/>
                </a:cubicBezTo>
                <a:cubicBezTo>
                  <a:pt x="316712" y="310867"/>
                  <a:pt x="306019" y="315838"/>
                  <a:pt x="294958" y="315838"/>
                </a:cubicBezTo>
                <a:cubicBezTo>
                  <a:pt x="290441" y="315838"/>
                  <a:pt x="285924" y="315010"/>
                  <a:pt x="281592" y="313353"/>
                </a:cubicBezTo>
                <a:lnTo>
                  <a:pt x="281592" y="313260"/>
                </a:lnTo>
                <a:cubicBezTo>
                  <a:pt x="278366" y="312064"/>
                  <a:pt x="274955" y="311419"/>
                  <a:pt x="271637" y="311419"/>
                </a:cubicBezTo>
                <a:cubicBezTo>
                  <a:pt x="266751" y="311419"/>
                  <a:pt x="261774" y="312800"/>
                  <a:pt x="257441" y="315378"/>
                </a:cubicBezTo>
                <a:cubicBezTo>
                  <a:pt x="250159" y="319796"/>
                  <a:pt x="245366" y="327253"/>
                  <a:pt x="244352" y="335722"/>
                </a:cubicBezTo>
                <a:cubicBezTo>
                  <a:pt x="242416" y="351739"/>
                  <a:pt x="230341" y="364719"/>
                  <a:pt x="214486" y="367757"/>
                </a:cubicBezTo>
                <a:cubicBezTo>
                  <a:pt x="212090" y="368217"/>
                  <a:pt x="209693" y="368493"/>
                  <a:pt x="207297" y="368493"/>
                </a:cubicBezTo>
                <a:cubicBezTo>
                  <a:pt x="194023" y="368493"/>
                  <a:pt x="181395" y="361313"/>
                  <a:pt x="174758" y="349254"/>
                </a:cubicBezTo>
                <a:lnTo>
                  <a:pt x="174666" y="349254"/>
                </a:lnTo>
                <a:cubicBezTo>
                  <a:pt x="170610" y="341797"/>
                  <a:pt x="163328" y="336734"/>
                  <a:pt x="154940" y="335354"/>
                </a:cubicBezTo>
                <a:cubicBezTo>
                  <a:pt x="153465" y="335169"/>
                  <a:pt x="152082" y="335077"/>
                  <a:pt x="150607" y="335077"/>
                </a:cubicBezTo>
                <a:cubicBezTo>
                  <a:pt x="143694" y="335077"/>
                  <a:pt x="136965" y="337655"/>
                  <a:pt x="131803" y="342534"/>
                </a:cubicBezTo>
                <a:cubicBezTo>
                  <a:pt x="124705" y="349162"/>
                  <a:pt x="115488" y="352568"/>
                  <a:pt x="106270" y="352568"/>
                </a:cubicBezTo>
                <a:cubicBezTo>
                  <a:pt x="100094" y="352568"/>
                  <a:pt x="93918" y="351095"/>
                  <a:pt x="88295" y="347965"/>
                </a:cubicBezTo>
                <a:cubicBezTo>
                  <a:pt x="74100" y="340140"/>
                  <a:pt x="66541" y="324491"/>
                  <a:pt x="69675" y="308658"/>
                </a:cubicBezTo>
                <a:cubicBezTo>
                  <a:pt x="71335" y="300373"/>
                  <a:pt x="69030" y="291260"/>
                  <a:pt x="63500" y="284908"/>
                </a:cubicBezTo>
                <a:cubicBezTo>
                  <a:pt x="58245" y="278924"/>
                  <a:pt x="50687" y="275426"/>
                  <a:pt x="42760" y="275426"/>
                </a:cubicBezTo>
                <a:cubicBezTo>
                  <a:pt x="42207" y="275426"/>
                  <a:pt x="41746" y="275426"/>
                  <a:pt x="41193" y="275518"/>
                </a:cubicBezTo>
                <a:cubicBezTo>
                  <a:pt x="40547" y="275518"/>
                  <a:pt x="39810" y="275518"/>
                  <a:pt x="39165" y="275518"/>
                </a:cubicBezTo>
                <a:cubicBezTo>
                  <a:pt x="23771" y="275518"/>
                  <a:pt x="9944" y="266129"/>
                  <a:pt x="4414" y="251676"/>
                </a:cubicBezTo>
                <a:cubicBezTo>
                  <a:pt x="-1394" y="236671"/>
                  <a:pt x="3123" y="219549"/>
                  <a:pt x="15752" y="209423"/>
                </a:cubicBezTo>
                <a:cubicBezTo>
                  <a:pt x="22388" y="204084"/>
                  <a:pt x="26168" y="195983"/>
                  <a:pt x="25983" y="187514"/>
                </a:cubicBezTo>
                <a:cubicBezTo>
                  <a:pt x="25799" y="179045"/>
                  <a:pt x="21743" y="171129"/>
                  <a:pt x="15014" y="166066"/>
                </a:cubicBezTo>
                <a:lnTo>
                  <a:pt x="14922" y="165974"/>
                </a:lnTo>
                <a:cubicBezTo>
                  <a:pt x="2017" y="156308"/>
                  <a:pt x="-3237" y="139370"/>
                  <a:pt x="2017" y="124089"/>
                </a:cubicBezTo>
                <a:cubicBezTo>
                  <a:pt x="7179" y="109084"/>
                  <a:pt x="21374" y="99050"/>
                  <a:pt x="37229" y="99050"/>
                </a:cubicBezTo>
                <a:cubicBezTo>
                  <a:pt x="37505" y="99050"/>
                  <a:pt x="37782" y="99050"/>
                  <a:pt x="37966" y="99050"/>
                </a:cubicBezTo>
                <a:lnTo>
                  <a:pt x="38519" y="99050"/>
                </a:lnTo>
                <a:cubicBezTo>
                  <a:pt x="46815" y="99050"/>
                  <a:pt x="54650" y="95276"/>
                  <a:pt x="59905" y="88832"/>
                </a:cubicBezTo>
                <a:cubicBezTo>
                  <a:pt x="65251" y="82204"/>
                  <a:pt x="67279" y="73551"/>
                  <a:pt x="65343" y="65266"/>
                </a:cubicBezTo>
                <a:cubicBezTo>
                  <a:pt x="61656" y="49525"/>
                  <a:pt x="68477" y="33232"/>
                  <a:pt x="82304" y="24947"/>
                </a:cubicBezTo>
                <a:cubicBezTo>
                  <a:pt x="88295" y="21357"/>
                  <a:pt x="94932" y="19608"/>
                  <a:pt x="101569" y="19608"/>
                </a:cubicBezTo>
                <a:cubicBezTo>
                  <a:pt x="110326" y="19608"/>
                  <a:pt x="119083" y="22645"/>
                  <a:pt x="126088" y="28721"/>
                </a:cubicBezTo>
                <a:cubicBezTo>
                  <a:pt x="131158" y="33140"/>
                  <a:pt x="137518" y="35533"/>
                  <a:pt x="144155" y="35533"/>
                </a:cubicBezTo>
                <a:cubicBezTo>
                  <a:pt x="145906" y="35533"/>
                  <a:pt x="147658" y="35349"/>
                  <a:pt x="149409" y="34981"/>
                </a:cubicBezTo>
                <a:cubicBezTo>
                  <a:pt x="157705" y="33416"/>
                  <a:pt x="164895" y="27985"/>
                  <a:pt x="168674" y="20436"/>
                </a:cubicBezTo>
                <a:cubicBezTo>
                  <a:pt x="175127" y="7733"/>
                  <a:pt x="188031" y="0"/>
                  <a:pt x="201950" y="0"/>
                </a:cubicBezTo>
                <a:close/>
              </a:path>
            </a:pathLst>
          </a:custGeom>
          <a:solidFill>
            <a:srgbClr val="90B3D7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52680" y="512485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64454B"/>
                </a:solidFill>
                <a:cs typeface="+mn-ea"/>
                <a:sym typeface="+mn-lt"/>
              </a:rPr>
              <a:t>项目名称</a:t>
            </a:r>
            <a:endParaRPr lang="zh-CN" altLang="en-US" dirty="0">
              <a:solidFill>
                <a:srgbClr val="64454B"/>
              </a:solidFill>
              <a:cs typeface="+mn-ea"/>
              <a:sym typeface="+mn-lt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5725859" y="4302650"/>
            <a:ext cx="714694" cy="714694"/>
          </a:xfrm>
          <a:prstGeom prst="ellipse">
            <a:avLst/>
          </a:prstGeom>
          <a:solidFill>
            <a:srgbClr val="FFD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dirty="0">
              <a:cs typeface="+mn-ea"/>
              <a:sym typeface="+mn-lt"/>
            </a:endParaRPr>
          </a:p>
        </p:txBody>
      </p:sp>
      <p:sp>
        <p:nvSpPr>
          <p:cNvPr id="8" name="arrow-pointing-left-circular-button_20407"/>
          <p:cNvSpPr>
            <a:spLocks noChangeAspect="1"/>
          </p:cNvSpPr>
          <p:nvPr/>
        </p:nvSpPr>
        <p:spPr bwMode="auto">
          <a:xfrm>
            <a:off x="5916100" y="4457435"/>
            <a:ext cx="334214" cy="405123"/>
          </a:xfrm>
          <a:custGeom>
            <a:avLst/>
            <a:gdLst>
              <a:gd name="T0" fmla="*/ 3371 w 4233"/>
              <a:gd name="T1" fmla="*/ 2445 h 5139"/>
              <a:gd name="T2" fmla="*/ 4052 w 4233"/>
              <a:gd name="T3" fmla="*/ 1697 h 5139"/>
              <a:gd name="T4" fmla="*/ 4097 w 4233"/>
              <a:gd name="T5" fmla="*/ 839 h 5139"/>
              <a:gd name="T6" fmla="*/ 3603 w 4233"/>
              <a:gd name="T7" fmla="*/ 495 h 5139"/>
              <a:gd name="T8" fmla="*/ 3287 w 4233"/>
              <a:gd name="T9" fmla="*/ 517 h 5139"/>
              <a:gd name="T10" fmla="*/ 3287 w 4233"/>
              <a:gd name="T11" fmla="*/ 160 h 5139"/>
              <a:gd name="T12" fmla="*/ 3126 w 4233"/>
              <a:gd name="T13" fmla="*/ 0 h 5139"/>
              <a:gd name="T14" fmla="*/ 1106 w 4233"/>
              <a:gd name="T15" fmla="*/ 0 h 5139"/>
              <a:gd name="T16" fmla="*/ 946 w 4233"/>
              <a:gd name="T17" fmla="*/ 160 h 5139"/>
              <a:gd name="T18" fmla="*/ 946 w 4233"/>
              <a:gd name="T19" fmla="*/ 517 h 5139"/>
              <a:gd name="T20" fmla="*/ 630 w 4233"/>
              <a:gd name="T21" fmla="*/ 495 h 5139"/>
              <a:gd name="T22" fmla="*/ 136 w 4233"/>
              <a:gd name="T23" fmla="*/ 839 h 5139"/>
              <a:gd name="T24" fmla="*/ 181 w 4233"/>
              <a:gd name="T25" fmla="*/ 1697 h 5139"/>
              <a:gd name="T26" fmla="*/ 862 w 4233"/>
              <a:gd name="T27" fmla="*/ 2445 h 5139"/>
              <a:gd name="T28" fmla="*/ 927 w 4233"/>
              <a:gd name="T29" fmla="*/ 2568 h 5139"/>
              <a:gd name="T30" fmla="*/ 868 w 4233"/>
              <a:gd name="T31" fmla="*/ 2643 h 5139"/>
              <a:gd name="T32" fmla="*/ 630 w 4233"/>
              <a:gd name="T33" fmla="*/ 2514 h 5139"/>
              <a:gd name="T34" fmla="*/ 340 w 4233"/>
              <a:gd name="T35" fmla="*/ 2502 h 5139"/>
              <a:gd name="T36" fmla="*/ 328 w 4233"/>
              <a:gd name="T37" fmla="*/ 2792 h 5139"/>
              <a:gd name="T38" fmla="*/ 846 w 4233"/>
              <a:gd name="T39" fmla="*/ 3056 h 5139"/>
              <a:gd name="T40" fmla="*/ 987 w 4233"/>
              <a:gd name="T41" fmla="*/ 3036 h 5139"/>
              <a:gd name="T42" fmla="*/ 1170 w 4233"/>
              <a:gd name="T43" fmla="*/ 2933 h 5139"/>
              <a:gd name="T44" fmla="*/ 1783 w 4233"/>
              <a:gd name="T45" fmla="*/ 3368 h 5139"/>
              <a:gd name="T46" fmla="*/ 1783 w 4233"/>
              <a:gd name="T47" fmla="*/ 3958 h 5139"/>
              <a:gd name="T48" fmla="*/ 1285 w 4233"/>
              <a:gd name="T49" fmla="*/ 3958 h 5139"/>
              <a:gd name="T50" fmla="*/ 858 w 4233"/>
              <a:gd name="T51" fmla="*/ 4384 h 5139"/>
              <a:gd name="T52" fmla="*/ 858 w 4233"/>
              <a:gd name="T53" fmla="*/ 4939 h 5139"/>
              <a:gd name="T54" fmla="*/ 1058 w 4233"/>
              <a:gd name="T55" fmla="*/ 5139 h 5139"/>
              <a:gd name="T56" fmla="*/ 3175 w 4233"/>
              <a:gd name="T57" fmla="*/ 5139 h 5139"/>
              <a:gd name="T58" fmla="*/ 3375 w 4233"/>
              <a:gd name="T59" fmla="*/ 4939 h 5139"/>
              <a:gd name="T60" fmla="*/ 3375 w 4233"/>
              <a:gd name="T61" fmla="*/ 4384 h 5139"/>
              <a:gd name="T62" fmla="*/ 2948 w 4233"/>
              <a:gd name="T63" fmla="*/ 3958 h 5139"/>
              <a:gd name="T64" fmla="*/ 2450 w 4233"/>
              <a:gd name="T65" fmla="*/ 3958 h 5139"/>
              <a:gd name="T66" fmla="*/ 2450 w 4233"/>
              <a:gd name="T67" fmla="*/ 3368 h 5139"/>
              <a:gd name="T68" fmla="*/ 3063 w 4233"/>
              <a:gd name="T69" fmla="*/ 2933 h 5139"/>
              <a:gd name="T70" fmla="*/ 3246 w 4233"/>
              <a:gd name="T71" fmla="*/ 3036 h 5139"/>
              <a:gd name="T72" fmla="*/ 3387 w 4233"/>
              <a:gd name="T73" fmla="*/ 3056 h 5139"/>
              <a:gd name="T74" fmla="*/ 3905 w 4233"/>
              <a:gd name="T75" fmla="*/ 2792 h 5139"/>
              <a:gd name="T76" fmla="*/ 3893 w 4233"/>
              <a:gd name="T77" fmla="*/ 2502 h 5139"/>
              <a:gd name="T78" fmla="*/ 3603 w 4233"/>
              <a:gd name="T79" fmla="*/ 2514 h 5139"/>
              <a:gd name="T80" fmla="*/ 3365 w 4233"/>
              <a:gd name="T81" fmla="*/ 2643 h 5139"/>
              <a:gd name="T82" fmla="*/ 3305 w 4233"/>
              <a:gd name="T83" fmla="*/ 2568 h 5139"/>
              <a:gd name="T84" fmla="*/ 3371 w 4233"/>
              <a:gd name="T85" fmla="*/ 2445 h 5139"/>
              <a:gd name="T86" fmla="*/ 2975 w 4233"/>
              <a:gd name="T87" fmla="*/ 4384 h 5139"/>
              <a:gd name="T88" fmla="*/ 2975 w 4233"/>
              <a:gd name="T89" fmla="*/ 4739 h 5139"/>
              <a:gd name="T90" fmla="*/ 1258 w 4233"/>
              <a:gd name="T91" fmla="*/ 4739 h 5139"/>
              <a:gd name="T92" fmla="*/ 1258 w 4233"/>
              <a:gd name="T93" fmla="*/ 4384 h 5139"/>
              <a:gd name="T94" fmla="*/ 1285 w 4233"/>
              <a:gd name="T95" fmla="*/ 4358 h 5139"/>
              <a:gd name="T96" fmla="*/ 2948 w 4233"/>
              <a:gd name="T97" fmla="*/ 4358 h 5139"/>
              <a:gd name="T98" fmla="*/ 2975 w 4233"/>
              <a:gd name="T99" fmla="*/ 4384 h 5139"/>
              <a:gd name="T100" fmla="*/ 546 w 4233"/>
              <a:gd name="T101" fmla="*/ 1508 h 5139"/>
              <a:gd name="T102" fmla="*/ 492 w 4233"/>
              <a:gd name="T103" fmla="*/ 1044 h 5139"/>
              <a:gd name="T104" fmla="*/ 687 w 4233"/>
              <a:gd name="T105" fmla="*/ 902 h 5139"/>
              <a:gd name="T106" fmla="*/ 946 w 4233"/>
              <a:gd name="T107" fmla="*/ 954 h 5139"/>
              <a:gd name="T108" fmla="*/ 946 w 4233"/>
              <a:gd name="T109" fmla="*/ 1991 h 5139"/>
              <a:gd name="T110" fmla="*/ 546 w 4233"/>
              <a:gd name="T111" fmla="*/ 1508 h 5139"/>
              <a:gd name="T112" fmla="*/ 3287 w 4233"/>
              <a:gd name="T113" fmla="*/ 1991 h 5139"/>
              <a:gd name="T114" fmla="*/ 3287 w 4233"/>
              <a:gd name="T115" fmla="*/ 954 h 5139"/>
              <a:gd name="T116" fmla="*/ 3545 w 4233"/>
              <a:gd name="T117" fmla="*/ 902 h 5139"/>
              <a:gd name="T118" fmla="*/ 3741 w 4233"/>
              <a:gd name="T119" fmla="*/ 1044 h 5139"/>
              <a:gd name="T120" fmla="*/ 3687 w 4233"/>
              <a:gd name="T121" fmla="*/ 1508 h 5139"/>
              <a:gd name="T122" fmla="*/ 3287 w 4233"/>
              <a:gd name="T123" fmla="*/ 1991 h 5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33" h="5139">
                <a:moveTo>
                  <a:pt x="3371" y="2445"/>
                </a:moveTo>
                <a:cubicBezTo>
                  <a:pt x="3668" y="2237"/>
                  <a:pt x="3910" y="1972"/>
                  <a:pt x="4052" y="1697"/>
                </a:cubicBezTo>
                <a:cubicBezTo>
                  <a:pt x="4217" y="1379"/>
                  <a:pt x="4233" y="1074"/>
                  <a:pt x="4097" y="839"/>
                </a:cubicBezTo>
                <a:cubicBezTo>
                  <a:pt x="3986" y="646"/>
                  <a:pt x="3811" y="524"/>
                  <a:pt x="3603" y="495"/>
                </a:cubicBezTo>
                <a:cubicBezTo>
                  <a:pt x="3500" y="481"/>
                  <a:pt x="3393" y="489"/>
                  <a:pt x="3287" y="517"/>
                </a:cubicBezTo>
                <a:lnTo>
                  <a:pt x="3287" y="160"/>
                </a:lnTo>
                <a:cubicBezTo>
                  <a:pt x="3287" y="72"/>
                  <a:pt x="3215" y="0"/>
                  <a:pt x="3126" y="0"/>
                </a:cubicBezTo>
                <a:lnTo>
                  <a:pt x="1106" y="0"/>
                </a:lnTo>
                <a:cubicBezTo>
                  <a:pt x="1018" y="0"/>
                  <a:pt x="946" y="72"/>
                  <a:pt x="946" y="160"/>
                </a:cubicBezTo>
                <a:lnTo>
                  <a:pt x="946" y="517"/>
                </a:lnTo>
                <a:cubicBezTo>
                  <a:pt x="840" y="489"/>
                  <a:pt x="733" y="481"/>
                  <a:pt x="630" y="495"/>
                </a:cubicBezTo>
                <a:cubicBezTo>
                  <a:pt x="422" y="524"/>
                  <a:pt x="247" y="646"/>
                  <a:pt x="136" y="839"/>
                </a:cubicBezTo>
                <a:cubicBezTo>
                  <a:pt x="0" y="1074"/>
                  <a:pt x="16" y="1379"/>
                  <a:pt x="181" y="1697"/>
                </a:cubicBezTo>
                <a:cubicBezTo>
                  <a:pt x="323" y="1972"/>
                  <a:pt x="565" y="2237"/>
                  <a:pt x="862" y="2445"/>
                </a:cubicBezTo>
                <a:cubicBezTo>
                  <a:pt x="925" y="2489"/>
                  <a:pt x="933" y="2536"/>
                  <a:pt x="927" y="2568"/>
                </a:cubicBezTo>
                <a:cubicBezTo>
                  <a:pt x="922" y="2604"/>
                  <a:pt x="898" y="2634"/>
                  <a:pt x="868" y="2643"/>
                </a:cubicBezTo>
                <a:cubicBezTo>
                  <a:pt x="823" y="2656"/>
                  <a:pt x="737" y="2630"/>
                  <a:pt x="630" y="2514"/>
                </a:cubicBezTo>
                <a:cubicBezTo>
                  <a:pt x="554" y="2430"/>
                  <a:pt x="424" y="2425"/>
                  <a:pt x="340" y="2502"/>
                </a:cubicBezTo>
                <a:cubicBezTo>
                  <a:pt x="257" y="2578"/>
                  <a:pt x="251" y="2708"/>
                  <a:pt x="328" y="2792"/>
                </a:cubicBezTo>
                <a:cubicBezTo>
                  <a:pt x="525" y="3007"/>
                  <a:pt x="714" y="3056"/>
                  <a:pt x="846" y="3056"/>
                </a:cubicBezTo>
                <a:cubicBezTo>
                  <a:pt x="906" y="3056"/>
                  <a:pt x="955" y="3046"/>
                  <a:pt x="987" y="3036"/>
                </a:cubicBezTo>
                <a:cubicBezTo>
                  <a:pt x="1055" y="3016"/>
                  <a:pt x="1117" y="2980"/>
                  <a:pt x="1170" y="2933"/>
                </a:cubicBezTo>
                <a:cubicBezTo>
                  <a:pt x="1319" y="3138"/>
                  <a:pt x="1534" y="3294"/>
                  <a:pt x="1783" y="3368"/>
                </a:cubicBezTo>
                <a:lnTo>
                  <a:pt x="1783" y="3958"/>
                </a:lnTo>
                <a:lnTo>
                  <a:pt x="1285" y="3958"/>
                </a:lnTo>
                <a:cubicBezTo>
                  <a:pt x="1049" y="3958"/>
                  <a:pt x="858" y="4149"/>
                  <a:pt x="858" y="4384"/>
                </a:cubicBezTo>
                <a:lnTo>
                  <a:pt x="858" y="4939"/>
                </a:lnTo>
                <a:cubicBezTo>
                  <a:pt x="858" y="5049"/>
                  <a:pt x="948" y="5139"/>
                  <a:pt x="1058" y="5139"/>
                </a:cubicBezTo>
                <a:lnTo>
                  <a:pt x="3175" y="5139"/>
                </a:lnTo>
                <a:cubicBezTo>
                  <a:pt x="3285" y="5139"/>
                  <a:pt x="3375" y="5049"/>
                  <a:pt x="3375" y="4939"/>
                </a:cubicBezTo>
                <a:lnTo>
                  <a:pt x="3375" y="4384"/>
                </a:lnTo>
                <a:cubicBezTo>
                  <a:pt x="3375" y="4149"/>
                  <a:pt x="3184" y="3958"/>
                  <a:pt x="2948" y="3958"/>
                </a:cubicBezTo>
                <a:lnTo>
                  <a:pt x="2450" y="3958"/>
                </a:lnTo>
                <a:lnTo>
                  <a:pt x="2450" y="3368"/>
                </a:lnTo>
                <a:cubicBezTo>
                  <a:pt x="2699" y="3294"/>
                  <a:pt x="2914" y="3138"/>
                  <a:pt x="3063" y="2933"/>
                </a:cubicBezTo>
                <a:cubicBezTo>
                  <a:pt x="3116" y="2980"/>
                  <a:pt x="3178" y="3016"/>
                  <a:pt x="3246" y="3036"/>
                </a:cubicBezTo>
                <a:cubicBezTo>
                  <a:pt x="3278" y="3046"/>
                  <a:pt x="3327" y="3056"/>
                  <a:pt x="3387" y="3056"/>
                </a:cubicBezTo>
                <a:cubicBezTo>
                  <a:pt x="3519" y="3056"/>
                  <a:pt x="3708" y="3007"/>
                  <a:pt x="3905" y="2792"/>
                </a:cubicBezTo>
                <a:cubicBezTo>
                  <a:pt x="3982" y="2708"/>
                  <a:pt x="3976" y="2578"/>
                  <a:pt x="3893" y="2502"/>
                </a:cubicBezTo>
                <a:cubicBezTo>
                  <a:pt x="3809" y="2425"/>
                  <a:pt x="3679" y="2430"/>
                  <a:pt x="3603" y="2514"/>
                </a:cubicBezTo>
                <a:cubicBezTo>
                  <a:pt x="3496" y="2630"/>
                  <a:pt x="3410" y="2656"/>
                  <a:pt x="3365" y="2643"/>
                </a:cubicBezTo>
                <a:cubicBezTo>
                  <a:pt x="3334" y="2634"/>
                  <a:pt x="3311" y="2604"/>
                  <a:pt x="3305" y="2568"/>
                </a:cubicBezTo>
                <a:cubicBezTo>
                  <a:pt x="3300" y="2536"/>
                  <a:pt x="3308" y="2489"/>
                  <a:pt x="3371" y="2445"/>
                </a:cubicBezTo>
                <a:close/>
                <a:moveTo>
                  <a:pt x="2975" y="4384"/>
                </a:moveTo>
                <a:lnTo>
                  <a:pt x="2975" y="4739"/>
                </a:lnTo>
                <a:lnTo>
                  <a:pt x="1258" y="4739"/>
                </a:lnTo>
                <a:lnTo>
                  <a:pt x="1258" y="4384"/>
                </a:lnTo>
                <a:cubicBezTo>
                  <a:pt x="1258" y="4370"/>
                  <a:pt x="1270" y="4358"/>
                  <a:pt x="1285" y="4358"/>
                </a:cubicBezTo>
                <a:lnTo>
                  <a:pt x="2948" y="4358"/>
                </a:lnTo>
                <a:cubicBezTo>
                  <a:pt x="2963" y="4358"/>
                  <a:pt x="2975" y="4370"/>
                  <a:pt x="2975" y="4384"/>
                </a:cubicBezTo>
                <a:close/>
                <a:moveTo>
                  <a:pt x="546" y="1508"/>
                </a:moveTo>
                <a:cubicBezTo>
                  <a:pt x="489" y="1399"/>
                  <a:pt x="406" y="1192"/>
                  <a:pt x="492" y="1044"/>
                </a:cubicBezTo>
                <a:cubicBezTo>
                  <a:pt x="540" y="960"/>
                  <a:pt x="604" y="913"/>
                  <a:pt x="687" y="902"/>
                </a:cubicBezTo>
                <a:cubicBezTo>
                  <a:pt x="765" y="891"/>
                  <a:pt x="857" y="911"/>
                  <a:pt x="946" y="954"/>
                </a:cubicBezTo>
                <a:lnTo>
                  <a:pt x="946" y="1991"/>
                </a:lnTo>
                <a:cubicBezTo>
                  <a:pt x="774" y="1845"/>
                  <a:pt x="632" y="1675"/>
                  <a:pt x="546" y="1508"/>
                </a:cubicBezTo>
                <a:close/>
                <a:moveTo>
                  <a:pt x="3287" y="1991"/>
                </a:moveTo>
                <a:lnTo>
                  <a:pt x="3287" y="954"/>
                </a:lnTo>
                <a:cubicBezTo>
                  <a:pt x="3376" y="910"/>
                  <a:pt x="3467" y="891"/>
                  <a:pt x="3545" y="902"/>
                </a:cubicBezTo>
                <a:cubicBezTo>
                  <a:pt x="3629" y="913"/>
                  <a:pt x="3693" y="960"/>
                  <a:pt x="3741" y="1044"/>
                </a:cubicBezTo>
                <a:cubicBezTo>
                  <a:pt x="3827" y="1192"/>
                  <a:pt x="3744" y="1399"/>
                  <a:pt x="3687" y="1508"/>
                </a:cubicBezTo>
                <a:cubicBezTo>
                  <a:pt x="3601" y="1675"/>
                  <a:pt x="3459" y="1845"/>
                  <a:pt x="3287" y="1991"/>
                </a:cubicBezTo>
                <a:close/>
              </a:path>
            </a:pathLst>
          </a:custGeom>
          <a:solidFill>
            <a:srgbClr val="C88F00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045258" y="512485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64454B"/>
                </a:solidFill>
                <a:cs typeface="+mn-ea"/>
                <a:sym typeface="+mn-lt"/>
              </a:rPr>
              <a:t>项目名称</a:t>
            </a:r>
            <a:endParaRPr lang="zh-CN" altLang="en-US" dirty="0">
              <a:solidFill>
                <a:srgbClr val="64454B"/>
              </a:solidFill>
              <a:cs typeface="+mn-ea"/>
              <a:sym typeface="+mn-lt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7218437" y="4302650"/>
            <a:ext cx="714694" cy="714694"/>
          </a:xfrm>
          <a:prstGeom prst="ellipse">
            <a:avLst/>
          </a:prstGeom>
          <a:solidFill>
            <a:srgbClr val="FFBD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dirty="0">
              <a:cs typeface="+mn-ea"/>
              <a:sym typeface="+mn-lt"/>
            </a:endParaRPr>
          </a:p>
        </p:txBody>
      </p:sp>
      <p:sp>
        <p:nvSpPr>
          <p:cNvPr id="11" name="arrow-pointing-left-circular-button_20407"/>
          <p:cNvSpPr>
            <a:spLocks noChangeAspect="1"/>
          </p:cNvSpPr>
          <p:nvPr/>
        </p:nvSpPr>
        <p:spPr bwMode="auto">
          <a:xfrm>
            <a:off x="7444549" y="4457435"/>
            <a:ext cx="262469" cy="405123"/>
          </a:xfrm>
          <a:custGeom>
            <a:avLst/>
            <a:gdLst>
              <a:gd name="connsiteX0" fmla="*/ 0 w 390932"/>
              <a:gd name="connsiteY0" fmla="*/ 425933 h 603405"/>
              <a:gd name="connsiteX1" fmla="*/ 390932 w 390932"/>
              <a:gd name="connsiteY1" fmla="*/ 425933 h 603405"/>
              <a:gd name="connsiteX2" fmla="*/ 390932 w 390932"/>
              <a:gd name="connsiteY2" fmla="*/ 544193 h 603405"/>
              <a:gd name="connsiteX3" fmla="*/ 331631 w 390932"/>
              <a:gd name="connsiteY3" fmla="*/ 603405 h 603405"/>
              <a:gd name="connsiteX4" fmla="*/ 59138 w 390932"/>
              <a:gd name="connsiteY4" fmla="*/ 603405 h 603405"/>
              <a:gd name="connsiteX5" fmla="*/ 0 w 390932"/>
              <a:gd name="connsiteY5" fmla="*/ 544193 h 603405"/>
              <a:gd name="connsiteX6" fmla="*/ 0 w 390932"/>
              <a:gd name="connsiteY6" fmla="*/ 378654 h 603405"/>
              <a:gd name="connsiteX7" fmla="*/ 390932 w 390932"/>
              <a:gd name="connsiteY7" fmla="*/ 378654 h 603405"/>
              <a:gd name="connsiteX8" fmla="*/ 390932 w 390932"/>
              <a:gd name="connsiteY8" fmla="*/ 402293 h 603405"/>
              <a:gd name="connsiteX9" fmla="*/ 0 w 390932"/>
              <a:gd name="connsiteY9" fmla="*/ 402293 h 603405"/>
              <a:gd name="connsiteX10" fmla="*/ 0 w 390932"/>
              <a:gd name="connsiteY10" fmla="*/ 331305 h 603405"/>
              <a:gd name="connsiteX11" fmla="*/ 390932 w 390932"/>
              <a:gd name="connsiteY11" fmla="*/ 331305 h 603405"/>
              <a:gd name="connsiteX12" fmla="*/ 390932 w 390932"/>
              <a:gd name="connsiteY12" fmla="*/ 354944 h 603405"/>
              <a:gd name="connsiteX13" fmla="*/ 0 w 390932"/>
              <a:gd name="connsiteY13" fmla="*/ 354944 h 603405"/>
              <a:gd name="connsiteX14" fmla="*/ 142119 w 390932"/>
              <a:gd name="connsiteY14" fmla="*/ 0 h 603405"/>
              <a:gd name="connsiteX15" fmla="*/ 390932 w 390932"/>
              <a:gd name="connsiteY15" fmla="*/ 0 h 603405"/>
              <a:gd name="connsiteX16" fmla="*/ 390932 w 390932"/>
              <a:gd name="connsiteY16" fmla="*/ 186459 h 603405"/>
              <a:gd name="connsiteX17" fmla="*/ 390932 w 390932"/>
              <a:gd name="connsiteY17" fmla="*/ 307665 h 603405"/>
              <a:gd name="connsiteX18" fmla="*/ 142119 w 390932"/>
              <a:gd name="connsiteY18" fmla="*/ 307665 h 603405"/>
              <a:gd name="connsiteX19" fmla="*/ 0 w 390932"/>
              <a:gd name="connsiteY19" fmla="*/ 0 h 603405"/>
              <a:gd name="connsiteX20" fmla="*/ 106483 w 390932"/>
              <a:gd name="connsiteY20" fmla="*/ 0 h 603405"/>
              <a:gd name="connsiteX21" fmla="*/ 106483 w 390932"/>
              <a:gd name="connsiteY21" fmla="*/ 307665 h 603405"/>
              <a:gd name="connsiteX22" fmla="*/ 0 w 390932"/>
              <a:gd name="connsiteY22" fmla="*/ 307665 h 603405"/>
              <a:gd name="connsiteX23" fmla="*/ 0 w 390932"/>
              <a:gd name="connsiteY23" fmla="*/ 186459 h 60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90932" h="603405">
                <a:moveTo>
                  <a:pt x="0" y="425933"/>
                </a:moveTo>
                <a:lnTo>
                  <a:pt x="390932" y="425933"/>
                </a:lnTo>
                <a:lnTo>
                  <a:pt x="390932" y="544193"/>
                </a:lnTo>
                <a:cubicBezTo>
                  <a:pt x="390932" y="576817"/>
                  <a:pt x="364467" y="603405"/>
                  <a:pt x="331631" y="603405"/>
                </a:cubicBezTo>
                <a:lnTo>
                  <a:pt x="59138" y="603405"/>
                </a:lnTo>
                <a:cubicBezTo>
                  <a:pt x="26465" y="603405"/>
                  <a:pt x="0" y="576817"/>
                  <a:pt x="0" y="544193"/>
                </a:cubicBezTo>
                <a:close/>
                <a:moveTo>
                  <a:pt x="0" y="378654"/>
                </a:moveTo>
                <a:lnTo>
                  <a:pt x="390932" y="378654"/>
                </a:lnTo>
                <a:lnTo>
                  <a:pt x="390932" y="402293"/>
                </a:lnTo>
                <a:lnTo>
                  <a:pt x="0" y="402293"/>
                </a:lnTo>
                <a:close/>
                <a:moveTo>
                  <a:pt x="0" y="331305"/>
                </a:moveTo>
                <a:lnTo>
                  <a:pt x="390932" y="331305"/>
                </a:lnTo>
                <a:lnTo>
                  <a:pt x="390932" y="354944"/>
                </a:lnTo>
                <a:lnTo>
                  <a:pt x="0" y="354944"/>
                </a:lnTo>
                <a:close/>
                <a:moveTo>
                  <a:pt x="142119" y="0"/>
                </a:moveTo>
                <a:lnTo>
                  <a:pt x="390932" y="0"/>
                </a:lnTo>
                <a:lnTo>
                  <a:pt x="390932" y="186459"/>
                </a:lnTo>
                <a:lnTo>
                  <a:pt x="390932" y="307665"/>
                </a:lnTo>
                <a:lnTo>
                  <a:pt x="142119" y="307665"/>
                </a:lnTo>
                <a:close/>
                <a:moveTo>
                  <a:pt x="0" y="0"/>
                </a:moveTo>
                <a:lnTo>
                  <a:pt x="106483" y="0"/>
                </a:lnTo>
                <a:lnTo>
                  <a:pt x="106483" y="307665"/>
                </a:lnTo>
                <a:lnTo>
                  <a:pt x="0" y="307665"/>
                </a:lnTo>
                <a:lnTo>
                  <a:pt x="0" y="186459"/>
                </a:lnTo>
                <a:close/>
              </a:path>
            </a:pathLst>
          </a:custGeom>
          <a:solidFill>
            <a:srgbClr val="FF6F5B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4218740" y="1306564"/>
            <a:ext cx="3709601" cy="1011668"/>
            <a:chOff x="5711735" y="308037"/>
            <a:chExt cx="3709601" cy="1011668"/>
          </a:xfrm>
        </p:grpSpPr>
        <p:sp>
          <p:nvSpPr>
            <p:cNvPr id="14" name="文本框 13"/>
            <p:cNvSpPr txBox="1"/>
            <p:nvPr/>
          </p:nvSpPr>
          <p:spPr>
            <a:xfrm>
              <a:off x="6100639" y="308037"/>
              <a:ext cx="300595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400" dirty="0">
                  <a:solidFill>
                    <a:srgbClr val="64454B"/>
                  </a:solidFill>
                  <a:cs typeface="+mn-ea"/>
                  <a:sym typeface="+mn-lt"/>
                </a:rPr>
                <a:t>知识点讲解</a:t>
              </a:r>
              <a:endParaRPr lang="zh-CN" altLang="en-US" sz="4400" dirty="0">
                <a:solidFill>
                  <a:srgbClr val="64454B"/>
                </a:solidFill>
                <a:cs typeface="+mn-ea"/>
                <a:sym typeface="+mn-lt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5830812" y="950373"/>
              <a:ext cx="34163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7AB2DC"/>
                  </a:solidFill>
                  <a:cs typeface="+mn-ea"/>
                  <a:sym typeface="+mn-lt"/>
                </a:rPr>
                <a:t>本节课程内容的详细讲解及说明</a:t>
              </a:r>
              <a:endParaRPr lang="zh-CN" altLang="en-US" dirty="0">
                <a:solidFill>
                  <a:srgbClr val="7AB2DC"/>
                </a:solidFill>
                <a:cs typeface="+mn-ea"/>
                <a:sym typeface="+mn-lt"/>
              </a:endParaRPr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5711735" y="323266"/>
              <a:ext cx="3709601" cy="548871"/>
              <a:chOff x="5711735" y="323266"/>
              <a:chExt cx="3709601" cy="548871"/>
            </a:xfrm>
          </p:grpSpPr>
          <p:grpSp>
            <p:nvGrpSpPr>
              <p:cNvPr id="16" name="组合 15"/>
              <p:cNvGrpSpPr/>
              <p:nvPr/>
            </p:nvGrpSpPr>
            <p:grpSpPr>
              <a:xfrm>
                <a:off x="9076800" y="323266"/>
                <a:ext cx="344536" cy="548871"/>
                <a:chOff x="8363753" y="2120741"/>
                <a:chExt cx="553198" cy="881284"/>
              </a:xfrm>
            </p:grpSpPr>
            <p:sp>
              <p:nvSpPr>
                <p:cNvPr id="17" name="任意多边形: 形状 16"/>
                <p:cNvSpPr/>
                <p:nvPr/>
              </p:nvSpPr>
              <p:spPr>
                <a:xfrm>
                  <a:off x="8363753" y="2120741"/>
                  <a:ext cx="356491" cy="291674"/>
                </a:xfrm>
                <a:custGeom>
                  <a:avLst/>
                  <a:gdLst>
                    <a:gd name="connsiteX0" fmla="*/ 28470 w 314325"/>
                    <a:gd name="connsiteY0" fmla="*/ 252359 h 257175"/>
                    <a:gd name="connsiteX1" fmla="*/ 240687 w 314325"/>
                    <a:gd name="connsiteY1" fmla="*/ 77480 h 257175"/>
                    <a:gd name="connsiteX2" fmla="*/ 301742 w 314325"/>
                    <a:gd name="connsiteY2" fmla="*/ 30521 h 257175"/>
                    <a:gd name="connsiteX3" fmla="*/ 306219 w 314325"/>
                    <a:gd name="connsiteY3" fmla="*/ 13472 h 257175"/>
                    <a:gd name="connsiteX4" fmla="*/ 289169 w 314325"/>
                    <a:gd name="connsiteY4" fmla="*/ 8995 h 257175"/>
                    <a:gd name="connsiteX5" fmla="*/ 70856 w 314325"/>
                    <a:gd name="connsiteY5" fmla="*/ 183302 h 257175"/>
                    <a:gd name="connsiteX6" fmla="*/ 10754 w 314325"/>
                    <a:gd name="connsiteY6" fmla="*/ 234737 h 257175"/>
                    <a:gd name="connsiteX7" fmla="*/ 10754 w 314325"/>
                    <a:gd name="connsiteY7" fmla="*/ 252359 h 257175"/>
                    <a:gd name="connsiteX8" fmla="*/ 28470 w 314325"/>
                    <a:gd name="connsiteY8" fmla="*/ 252359 h 257175"/>
                    <a:gd name="connsiteX9" fmla="*/ 28470 w 314325"/>
                    <a:gd name="connsiteY9" fmla="*/ 252359 h 2571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14325" h="257175">
                      <a:moveTo>
                        <a:pt x="28470" y="252359"/>
                      </a:moveTo>
                      <a:cubicBezTo>
                        <a:pt x="97717" y="192256"/>
                        <a:pt x="168488" y="133868"/>
                        <a:pt x="240687" y="77480"/>
                      </a:cubicBezTo>
                      <a:cubicBezTo>
                        <a:pt x="260880" y="61668"/>
                        <a:pt x="281263" y="46047"/>
                        <a:pt x="301742" y="30521"/>
                      </a:cubicBezTo>
                      <a:cubicBezTo>
                        <a:pt x="307076" y="26426"/>
                        <a:pt x="309934" y="19758"/>
                        <a:pt x="306219" y="13472"/>
                      </a:cubicBezTo>
                      <a:cubicBezTo>
                        <a:pt x="303171" y="8138"/>
                        <a:pt x="294503" y="4899"/>
                        <a:pt x="289169" y="8995"/>
                      </a:cubicBezTo>
                      <a:cubicBezTo>
                        <a:pt x="214874" y="65192"/>
                        <a:pt x="142103" y="123295"/>
                        <a:pt x="70856" y="183302"/>
                      </a:cubicBezTo>
                      <a:cubicBezTo>
                        <a:pt x="50663" y="200257"/>
                        <a:pt x="30661" y="217402"/>
                        <a:pt x="10754" y="234737"/>
                      </a:cubicBezTo>
                      <a:cubicBezTo>
                        <a:pt x="5705" y="239119"/>
                        <a:pt x="6182" y="247882"/>
                        <a:pt x="10754" y="252359"/>
                      </a:cubicBezTo>
                      <a:cubicBezTo>
                        <a:pt x="15897" y="257407"/>
                        <a:pt x="23422" y="256740"/>
                        <a:pt x="28470" y="252359"/>
                      </a:cubicBezTo>
                      <a:lnTo>
                        <a:pt x="28470" y="252359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8" name="任意多边形: 形状 17"/>
                <p:cNvSpPr/>
                <p:nvPr/>
              </p:nvSpPr>
              <p:spPr>
                <a:xfrm>
                  <a:off x="8442217" y="2469929"/>
                  <a:ext cx="237660" cy="97225"/>
                </a:xfrm>
                <a:custGeom>
                  <a:avLst/>
                  <a:gdLst>
                    <a:gd name="connsiteX0" fmla="*/ 22534 w 209550"/>
                    <a:gd name="connsiteY0" fmla="*/ 82965 h 85725"/>
                    <a:gd name="connsiteX1" fmla="*/ 193793 w 209550"/>
                    <a:gd name="connsiteY1" fmla="*/ 31816 h 85725"/>
                    <a:gd name="connsiteX2" fmla="*/ 187126 w 209550"/>
                    <a:gd name="connsiteY2" fmla="*/ 7718 h 85725"/>
                    <a:gd name="connsiteX3" fmla="*/ 15866 w 209550"/>
                    <a:gd name="connsiteY3" fmla="*/ 58867 h 85725"/>
                    <a:gd name="connsiteX4" fmla="*/ 22534 w 209550"/>
                    <a:gd name="connsiteY4" fmla="*/ 82965 h 85725"/>
                    <a:gd name="connsiteX5" fmla="*/ 22534 w 209550"/>
                    <a:gd name="connsiteY5" fmla="*/ 82965 h 857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9550" h="85725">
                      <a:moveTo>
                        <a:pt x="22534" y="82965"/>
                      </a:moveTo>
                      <a:cubicBezTo>
                        <a:pt x="79588" y="65916"/>
                        <a:pt x="136643" y="48866"/>
                        <a:pt x="193793" y="31816"/>
                      </a:cubicBezTo>
                      <a:cubicBezTo>
                        <a:pt x="209128" y="27244"/>
                        <a:pt x="202651" y="3146"/>
                        <a:pt x="187126" y="7718"/>
                      </a:cubicBezTo>
                      <a:cubicBezTo>
                        <a:pt x="130071" y="24768"/>
                        <a:pt x="73016" y="41817"/>
                        <a:pt x="15866" y="58867"/>
                      </a:cubicBezTo>
                      <a:cubicBezTo>
                        <a:pt x="531" y="63439"/>
                        <a:pt x="7103" y="87633"/>
                        <a:pt x="22534" y="82965"/>
                      </a:cubicBezTo>
                      <a:lnTo>
                        <a:pt x="22534" y="82965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9" name="任意多边形: 形状 18"/>
                <p:cNvSpPr/>
                <p:nvPr/>
              </p:nvSpPr>
              <p:spPr>
                <a:xfrm>
                  <a:off x="8441630" y="2679373"/>
                  <a:ext cx="475321" cy="64816"/>
                </a:xfrm>
                <a:custGeom>
                  <a:avLst/>
                  <a:gdLst>
                    <a:gd name="connsiteX0" fmla="*/ 19145 w 419100"/>
                    <a:gd name="connsiteY0" fmla="*/ 52409 h 57150"/>
                    <a:gd name="connsiteX1" fmla="*/ 150971 w 419100"/>
                    <a:gd name="connsiteY1" fmla="*/ 45551 h 57150"/>
                    <a:gd name="connsiteX2" fmla="*/ 359664 w 419100"/>
                    <a:gd name="connsiteY2" fmla="*/ 34597 h 57150"/>
                    <a:gd name="connsiteX3" fmla="*/ 407765 w 419100"/>
                    <a:gd name="connsiteY3" fmla="*/ 32121 h 57150"/>
                    <a:gd name="connsiteX4" fmla="*/ 407765 w 419100"/>
                    <a:gd name="connsiteY4" fmla="*/ 7165 h 57150"/>
                    <a:gd name="connsiteX5" fmla="*/ 275939 w 419100"/>
                    <a:gd name="connsiteY5" fmla="*/ 14023 h 57150"/>
                    <a:gd name="connsiteX6" fmla="*/ 67247 w 419100"/>
                    <a:gd name="connsiteY6" fmla="*/ 24977 h 57150"/>
                    <a:gd name="connsiteX7" fmla="*/ 19145 w 419100"/>
                    <a:gd name="connsiteY7" fmla="*/ 27454 h 57150"/>
                    <a:gd name="connsiteX8" fmla="*/ 19145 w 419100"/>
                    <a:gd name="connsiteY8" fmla="*/ 52409 h 57150"/>
                    <a:gd name="connsiteX9" fmla="*/ 19145 w 419100"/>
                    <a:gd name="connsiteY9" fmla="*/ 52409 h 57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19100" h="57150">
                      <a:moveTo>
                        <a:pt x="19145" y="52409"/>
                      </a:moveTo>
                      <a:cubicBezTo>
                        <a:pt x="63056" y="50123"/>
                        <a:pt x="107061" y="47837"/>
                        <a:pt x="150971" y="45551"/>
                      </a:cubicBezTo>
                      <a:cubicBezTo>
                        <a:pt x="220504" y="41932"/>
                        <a:pt x="290132" y="38312"/>
                        <a:pt x="359664" y="34597"/>
                      </a:cubicBezTo>
                      <a:cubicBezTo>
                        <a:pt x="375666" y="33740"/>
                        <a:pt x="391763" y="32883"/>
                        <a:pt x="407765" y="32121"/>
                      </a:cubicBezTo>
                      <a:cubicBezTo>
                        <a:pt x="423767" y="31264"/>
                        <a:pt x="423863" y="6308"/>
                        <a:pt x="407765" y="7165"/>
                      </a:cubicBezTo>
                      <a:cubicBezTo>
                        <a:pt x="363855" y="9451"/>
                        <a:pt x="319850" y="11737"/>
                        <a:pt x="275939" y="14023"/>
                      </a:cubicBezTo>
                      <a:cubicBezTo>
                        <a:pt x="206407" y="17643"/>
                        <a:pt x="136779" y="21262"/>
                        <a:pt x="67247" y="24977"/>
                      </a:cubicBezTo>
                      <a:cubicBezTo>
                        <a:pt x="51245" y="25834"/>
                        <a:pt x="35147" y="26692"/>
                        <a:pt x="19145" y="27454"/>
                      </a:cubicBezTo>
                      <a:cubicBezTo>
                        <a:pt x="3239" y="28311"/>
                        <a:pt x="3048" y="53266"/>
                        <a:pt x="19145" y="52409"/>
                      </a:cubicBezTo>
                      <a:lnTo>
                        <a:pt x="19145" y="52409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0" name="任意多边形: 形状 19"/>
                <p:cNvSpPr/>
                <p:nvPr/>
              </p:nvSpPr>
              <p:spPr>
                <a:xfrm>
                  <a:off x="8684731" y="2441089"/>
                  <a:ext cx="64816" cy="54014"/>
                </a:xfrm>
                <a:custGeom>
                  <a:avLst/>
                  <a:gdLst>
                    <a:gd name="connsiteX0" fmla="*/ 22921 w 57150"/>
                    <a:gd name="connsiteY0" fmla="*/ 40100 h 47625"/>
                    <a:gd name="connsiteX1" fmla="*/ 49115 w 57150"/>
                    <a:gd name="connsiteY1" fmla="*/ 30385 h 47625"/>
                    <a:gd name="connsiteX2" fmla="*/ 54830 w 57150"/>
                    <a:gd name="connsiteY2" fmla="*/ 22955 h 47625"/>
                    <a:gd name="connsiteX3" fmla="*/ 53591 w 57150"/>
                    <a:gd name="connsiteY3" fmla="*/ 13335 h 47625"/>
                    <a:gd name="connsiteX4" fmla="*/ 46162 w 57150"/>
                    <a:gd name="connsiteY4" fmla="*/ 7620 h 47625"/>
                    <a:gd name="connsiteX5" fmla="*/ 42828 w 57150"/>
                    <a:gd name="connsiteY5" fmla="*/ 7144 h 47625"/>
                    <a:gd name="connsiteX6" fmla="*/ 36542 w 57150"/>
                    <a:gd name="connsiteY6" fmla="*/ 8858 h 47625"/>
                    <a:gd name="connsiteX7" fmla="*/ 31017 w 57150"/>
                    <a:gd name="connsiteY7" fmla="*/ 11335 h 47625"/>
                    <a:gd name="connsiteX8" fmla="*/ 33970 w 57150"/>
                    <a:gd name="connsiteY8" fmla="*/ 10097 h 47625"/>
                    <a:gd name="connsiteX9" fmla="*/ 16253 w 57150"/>
                    <a:gd name="connsiteY9" fmla="*/ 16002 h 47625"/>
                    <a:gd name="connsiteX10" fmla="*/ 8824 w 57150"/>
                    <a:gd name="connsiteY10" fmla="*/ 21717 h 47625"/>
                    <a:gd name="connsiteX11" fmla="*/ 7586 w 57150"/>
                    <a:gd name="connsiteY11" fmla="*/ 31337 h 47625"/>
                    <a:gd name="connsiteX12" fmla="*/ 13301 w 57150"/>
                    <a:gd name="connsiteY12" fmla="*/ 38767 h 47625"/>
                    <a:gd name="connsiteX13" fmla="*/ 22921 w 57150"/>
                    <a:gd name="connsiteY13" fmla="*/ 40100 h 47625"/>
                    <a:gd name="connsiteX14" fmla="*/ 22921 w 57150"/>
                    <a:gd name="connsiteY14" fmla="*/ 40100 h 476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7150" h="47625">
                      <a:moveTo>
                        <a:pt x="22921" y="40100"/>
                      </a:moveTo>
                      <a:cubicBezTo>
                        <a:pt x="31970" y="37814"/>
                        <a:pt x="40733" y="34480"/>
                        <a:pt x="49115" y="30385"/>
                      </a:cubicBezTo>
                      <a:cubicBezTo>
                        <a:pt x="51782" y="29051"/>
                        <a:pt x="54068" y="25718"/>
                        <a:pt x="54830" y="22955"/>
                      </a:cubicBezTo>
                      <a:cubicBezTo>
                        <a:pt x="55687" y="20002"/>
                        <a:pt x="55306" y="16002"/>
                        <a:pt x="53591" y="13335"/>
                      </a:cubicBezTo>
                      <a:cubicBezTo>
                        <a:pt x="51877" y="10668"/>
                        <a:pt x="49305" y="8287"/>
                        <a:pt x="46162" y="7620"/>
                      </a:cubicBezTo>
                      <a:cubicBezTo>
                        <a:pt x="45019" y="7429"/>
                        <a:pt x="43971" y="7334"/>
                        <a:pt x="42828" y="7144"/>
                      </a:cubicBezTo>
                      <a:cubicBezTo>
                        <a:pt x="40542" y="7144"/>
                        <a:pt x="38447" y="7715"/>
                        <a:pt x="36542" y="8858"/>
                      </a:cubicBezTo>
                      <a:cubicBezTo>
                        <a:pt x="34732" y="9716"/>
                        <a:pt x="32827" y="10573"/>
                        <a:pt x="31017" y="11335"/>
                      </a:cubicBezTo>
                      <a:cubicBezTo>
                        <a:pt x="31970" y="10954"/>
                        <a:pt x="33017" y="10477"/>
                        <a:pt x="33970" y="10097"/>
                      </a:cubicBezTo>
                      <a:cubicBezTo>
                        <a:pt x="28255" y="12478"/>
                        <a:pt x="22349" y="14478"/>
                        <a:pt x="16253" y="16002"/>
                      </a:cubicBezTo>
                      <a:cubicBezTo>
                        <a:pt x="13205" y="16764"/>
                        <a:pt x="10348" y="19050"/>
                        <a:pt x="8824" y="21717"/>
                      </a:cubicBezTo>
                      <a:cubicBezTo>
                        <a:pt x="7300" y="24384"/>
                        <a:pt x="6633" y="28384"/>
                        <a:pt x="7586" y="31337"/>
                      </a:cubicBezTo>
                      <a:cubicBezTo>
                        <a:pt x="8538" y="34385"/>
                        <a:pt x="10443" y="37243"/>
                        <a:pt x="13301" y="38767"/>
                      </a:cubicBezTo>
                      <a:cubicBezTo>
                        <a:pt x="16349" y="40386"/>
                        <a:pt x="19587" y="40957"/>
                        <a:pt x="22921" y="40100"/>
                      </a:cubicBezTo>
                      <a:lnTo>
                        <a:pt x="22921" y="40100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1" name="任意多边形: 形状 20"/>
                <p:cNvSpPr/>
                <p:nvPr/>
              </p:nvSpPr>
              <p:spPr>
                <a:xfrm>
                  <a:off x="8436266" y="2863921"/>
                  <a:ext cx="226858" cy="118830"/>
                </a:xfrm>
                <a:custGeom>
                  <a:avLst/>
                  <a:gdLst>
                    <a:gd name="connsiteX0" fmla="*/ 16350 w 200025"/>
                    <a:gd name="connsiteY0" fmla="*/ 31897 h 104775"/>
                    <a:gd name="connsiteX1" fmla="*/ 181037 w 200025"/>
                    <a:gd name="connsiteY1" fmla="*/ 101239 h 104775"/>
                    <a:gd name="connsiteX2" fmla="*/ 196373 w 200025"/>
                    <a:gd name="connsiteY2" fmla="*/ 92476 h 104775"/>
                    <a:gd name="connsiteX3" fmla="*/ 187610 w 200025"/>
                    <a:gd name="connsiteY3" fmla="*/ 77141 h 104775"/>
                    <a:gd name="connsiteX4" fmla="*/ 22922 w 200025"/>
                    <a:gd name="connsiteY4" fmla="*/ 7799 h 104775"/>
                    <a:gd name="connsiteX5" fmla="*/ 7587 w 200025"/>
                    <a:gd name="connsiteY5" fmla="*/ 16562 h 104775"/>
                    <a:gd name="connsiteX6" fmla="*/ 16350 w 200025"/>
                    <a:gd name="connsiteY6" fmla="*/ 31897 h 104775"/>
                    <a:gd name="connsiteX7" fmla="*/ 16350 w 200025"/>
                    <a:gd name="connsiteY7" fmla="*/ 31897 h 104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00025" h="104775">
                      <a:moveTo>
                        <a:pt x="16350" y="31897"/>
                      </a:moveTo>
                      <a:cubicBezTo>
                        <a:pt x="71214" y="55043"/>
                        <a:pt x="126173" y="78094"/>
                        <a:pt x="181037" y="101239"/>
                      </a:cubicBezTo>
                      <a:cubicBezTo>
                        <a:pt x="187229" y="103811"/>
                        <a:pt x="194753" y="98382"/>
                        <a:pt x="196373" y="92476"/>
                      </a:cubicBezTo>
                      <a:cubicBezTo>
                        <a:pt x="198373" y="85237"/>
                        <a:pt x="193896" y="79713"/>
                        <a:pt x="187610" y="77141"/>
                      </a:cubicBezTo>
                      <a:cubicBezTo>
                        <a:pt x="132746" y="53995"/>
                        <a:pt x="77786" y="30945"/>
                        <a:pt x="22922" y="7799"/>
                      </a:cubicBezTo>
                      <a:cubicBezTo>
                        <a:pt x="16731" y="5227"/>
                        <a:pt x="9206" y="10657"/>
                        <a:pt x="7587" y="16562"/>
                      </a:cubicBezTo>
                      <a:cubicBezTo>
                        <a:pt x="5682" y="23801"/>
                        <a:pt x="10159" y="29326"/>
                        <a:pt x="16350" y="31897"/>
                      </a:cubicBezTo>
                      <a:lnTo>
                        <a:pt x="16350" y="31897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2" name="任意多边形: 形状 21"/>
                <p:cNvSpPr/>
                <p:nvPr/>
              </p:nvSpPr>
              <p:spPr>
                <a:xfrm>
                  <a:off x="8673232" y="2958814"/>
                  <a:ext cx="64816" cy="43211"/>
                </a:xfrm>
                <a:custGeom>
                  <a:avLst/>
                  <a:gdLst>
                    <a:gd name="connsiteX0" fmla="*/ 13343 w 57150"/>
                    <a:gd name="connsiteY0" fmla="*/ 30334 h 38100"/>
                    <a:gd name="connsiteX1" fmla="*/ 39632 w 57150"/>
                    <a:gd name="connsiteY1" fmla="*/ 39859 h 38100"/>
                    <a:gd name="connsiteX2" fmla="*/ 49252 w 57150"/>
                    <a:gd name="connsiteY2" fmla="*/ 38621 h 38100"/>
                    <a:gd name="connsiteX3" fmla="*/ 54967 w 57150"/>
                    <a:gd name="connsiteY3" fmla="*/ 31191 h 38100"/>
                    <a:gd name="connsiteX4" fmla="*/ 53729 w 57150"/>
                    <a:gd name="connsiteY4" fmla="*/ 21571 h 38100"/>
                    <a:gd name="connsiteX5" fmla="*/ 46300 w 57150"/>
                    <a:gd name="connsiteY5" fmla="*/ 15856 h 38100"/>
                    <a:gd name="connsiteX6" fmla="*/ 27726 w 57150"/>
                    <a:gd name="connsiteY6" fmla="*/ 9760 h 38100"/>
                    <a:gd name="connsiteX7" fmla="*/ 30679 w 57150"/>
                    <a:gd name="connsiteY7" fmla="*/ 10998 h 38100"/>
                    <a:gd name="connsiteX8" fmla="*/ 25916 w 57150"/>
                    <a:gd name="connsiteY8" fmla="*/ 8903 h 38100"/>
                    <a:gd name="connsiteX9" fmla="*/ 21249 w 57150"/>
                    <a:gd name="connsiteY9" fmla="*/ 7379 h 38100"/>
                    <a:gd name="connsiteX10" fmla="*/ 16296 w 57150"/>
                    <a:gd name="connsiteY10" fmla="*/ 7569 h 38100"/>
                    <a:gd name="connsiteX11" fmla="*/ 8866 w 57150"/>
                    <a:gd name="connsiteY11" fmla="*/ 13284 h 38100"/>
                    <a:gd name="connsiteX12" fmla="*/ 7628 w 57150"/>
                    <a:gd name="connsiteY12" fmla="*/ 22905 h 38100"/>
                    <a:gd name="connsiteX13" fmla="*/ 13343 w 57150"/>
                    <a:gd name="connsiteY13" fmla="*/ 30334 h 38100"/>
                    <a:gd name="connsiteX14" fmla="*/ 13343 w 57150"/>
                    <a:gd name="connsiteY14" fmla="*/ 30334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7150" h="38100">
                      <a:moveTo>
                        <a:pt x="13343" y="30334"/>
                      </a:moveTo>
                      <a:cubicBezTo>
                        <a:pt x="21820" y="34335"/>
                        <a:pt x="30583" y="37668"/>
                        <a:pt x="39632" y="39859"/>
                      </a:cubicBezTo>
                      <a:cubicBezTo>
                        <a:pt x="42871" y="40621"/>
                        <a:pt x="46395" y="40240"/>
                        <a:pt x="49252" y="38621"/>
                      </a:cubicBezTo>
                      <a:cubicBezTo>
                        <a:pt x="51824" y="37097"/>
                        <a:pt x="54301" y="34144"/>
                        <a:pt x="54967" y="31191"/>
                      </a:cubicBezTo>
                      <a:cubicBezTo>
                        <a:pt x="55729" y="27953"/>
                        <a:pt x="55539" y="24429"/>
                        <a:pt x="53729" y="21571"/>
                      </a:cubicBezTo>
                      <a:cubicBezTo>
                        <a:pt x="52015" y="18904"/>
                        <a:pt x="49443" y="16618"/>
                        <a:pt x="46300" y="15856"/>
                      </a:cubicBezTo>
                      <a:cubicBezTo>
                        <a:pt x="39918" y="14332"/>
                        <a:pt x="33727" y="12237"/>
                        <a:pt x="27726" y="9760"/>
                      </a:cubicBezTo>
                      <a:cubicBezTo>
                        <a:pt x="28678" y="10141"/>
                        <a:pt x="29726" y="10617"/>
                        <a:pt x="30679" y="10998"/>
                      </a:cubicBezTo>
                      <a:cubicBezTo>
                        <a:pt x="29059" y="10332"/>
                        <a:pt x="27535" y="9570"/>
                        <a:pt x="25916" y="8903"/>
                      </a:cubicBezTo>
                      <a:cubicBezTo>
                        <a:pt x="24487" y="7950"/>
                        <a:pt x="22963" y="7474"/>
                        <a:pt x="21249" y="7379"/>
                      </a:cubicBezTo>
                      <a:cubicBezTo>
                        <a:pt x="19630" y="6998"/>
                        <a:pt x="17915" y="7093"/>
                        <a:pt x="16296" y="7569"/>
                      </a:cubicBezTo>
                      <a:cubicBezTo>
                        <a:pt x="13438" y="8331"/>
                        <a:pt x="10295" y="10617"/>
                        <a:pt x="8866" y="13284"/>
                      </a:cubicBezTo>
                      <a:cubicBezTo>
                        <a:pt x="7342" y="16142"/>
                        <a:pt x="6580" y="19666"/>
                        <a:pt x="7628" y="22905"/>
                      </a:cubicBezTo>
                      <a:cubicBezTo>
                        <a:pt x="8485" y="25857"/>
                        <a:pt x="10390" y="29001"/>
                        <a:pt x="13343" y="30334"/>
                      </a:cubicBezTo>
                      <a:lnTo>
                        <a:pt x="13343" y="30334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23" name="组合 22"/>
              <p:cNvGrpSpPr/>
              <p:nvPr/>
            </p:nvGrpSpPr>
            <p:grpSpPr>
              <a:xfrm>
                <a:off x="5711735" y="329427"/>
                <a:ext cx="361806" cy="536548"/>
                <a:chOff x="3553322" y="2130634"/>
                <a:chExt cx="580927" cy="861498"/>
              </a:xfrm>
            </p:grpSpPr>
            <p:sp>
              <p:nvSpPr>
                <p:cNvPr id="24" name="任意多边形: 形状 23"/>
                <p:cNvSpPr/>
                <p:nvPr/>
              </p:nvSpPr>
              <p:spPr>
                <a:xfrm>
                  <a:off x="3810167" y="2130634"/>
                  <a:ext cx="324082" cy="324082"/>
                </a:xfrm>
                <a:custGeom>
                  <a:avLst/>
                  <a:gdLst>
                    <a:gd name="connsiteX0" fmla="*/ 282173 w 285750"/>
                    <a:gd name="connsiteY0" fmla="*/ 259439 h 285750"/>
                    <a:gd name="connsiteX1" fmla="*/ 85767 w 285750"/>
                    <a:gd name="connsiteY1" fmla="*/ 63700 h 285750"/>
                    <a:gd name="connsiteX2" fmla="*/ 28712 w 285750"/>
                    <a:gd name="connsiteY2" fmla="*/ 10550 h 285750"/>
                    <a:gd name="connsiteX3" fmla="*/ 11091 w 285750"/>
                    <a:gd name="connsiteY3" fmla="*/ 28172 h 285750"/>
                    <a:gd name="connsiteX4" fmla="*/ 210354 w 285750"/>
                    <a:gd name="connsiteY4" fmla="*/ 221053 h 285750"/>
                    <a:gd name="connsiteX5" fmla="*/ 264456 w 285750"/>
                    <a:gd name="connsiteY5" fmla="*/ 277155 h 285750"/>
                    <a:gd name="connsiteX6" fmla="*/ 282173 w 285750"/>
                    <a:gd name="connsiteY6" fmla="*/ 259439 h 285750"/>
                    <a:gd name="connsiteX7" fmla="*/ 282173 w 285750"/>
                    <a:gd name="connsiteY7" fmla="*/ 259439 h 2857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85750" h="285750">
                      <a:moveTo>
                        <a:pt x="282173" y="259439"/>
                      </a:moveTo>
                      <a:cubicBezTo>
                        <a:pt x="218450" y="192478"/>
                        <a:pt x="152918" y="127232"/>
                        <a:pt x="85767" y="63700"/>
                      </a:cubicBezTo>
                      <a:cubicBezTo>
                        <a:pt x="66908" y="45888"/>
                        <a:pt x="47858" y="28172"/>
                        <a:pt x="28712" y="10550"/>
                      </a:cubicBezTo>
                      <a:cubicBezTo>
                        <a:pt x="16901" y="-308"/>
                        <a:pt x="-815" y="17313"/>
                        <a:pt x="11091" y="28172"/>
                      </a:cubicBezTo>
                      <a:cubicBezTo>
                        <a:pt x="79195" y="90656"/>
                        <a:pt x="145679" y="154949"/>
                        <a:pt x="210354" y="221053"/>
                      </a:cubicBezTo>
                      <a:cubicBezTo>
                        <a:pt x="228547" y="239627"/>
                        <a:pt x="246549" y="258296"/>
                        <a:pt x="264456" y="277155"/>
                      </a:cubicBezTo>
                      <a:cubicBezTo>
                        <a:pt x="275600" y="288776"/>
                        <a:pt x="293222" y="271154"/>
                        <a:pt x="282173" y="259439"/>
                      </a:cubicBezTo>
                      <a:lnTo>
                        <a:pt x="282173" y="259439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5" name="任意多边形: 形状 24"/>
                <p:cNvSpPr/>
                <p:nvPr/>
              </p:nvSpPr>
              <p:spPr>
                <a:xfrm>
                  <a:off x="3817878" y="2481702"/>
                  <a:ext cx="226858" cy="118830"/>
                </a:xfrm>
                <a:custGeom>
                  <a:avLst/>
                  <a:gdLst>
                    <a:gd name="connsiteX0" fmla="*/ 188601 w 200025"/>
                    <a:gd name="connsiteY0" fmla="*/ 74862 h 104775"/>
                    <a:gd name="connsiteX1" fmla="*/ 22961 w 200025"/>
                    <a:gd name="connsiteY1" fmla="*/ 7806 h 104775"/>
                    <a:gd name="connsiteX2" fmla="*/ 7626 w 200025"/>
                    <a:gd name="connsiteY2" fmla="*/ 16569 h 104775"/>
                    <a:gd name="connsiteX3" fmla="*/ 16389 w 200025"/>
                    <a:gd name="connsiteY3" fmla="*/ 31905 h 104775"/>
                    <a:gd name="connsiteX4" fmla="*/ 182029 w 200025"/>
                    <a:gd name="connsiteY4" fmla="*/ 98961 h 104775"/>
                    <a:gd name="connsiteX5" fmla="*/ 197364 w 200025"/>
                    <a:gd name="connsiteY5" fmla="*/ 90198 h 104775"/>
                    <a:gd name="connsiteX6" fmla="*/ 188601 w 200025"/>
                    <a:gd name="connsiteY6" fmla="*/ 74862 h 104775"/>
                    <a:gd name="connsiteX7" fmla="*/ 188601 w 200025"/>
                    <a:gd name="connsiteY7" fmla="*/ 74862 h 104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00025" h="104775">
                      <a:moveTo>
                        <a:pt x="188601" y="74862"/>
                      </a:moveTo>
                      <a:cubicBezTo>
                        <a:pt x="133356" y="52479"/>
                        <a:pt x="78206" y="30095"/>
                        <a:pt x="22961" y="7806"/>
                      </a:cubicBezTo>
                      <a:cubicBezTo>
                        <a:pt x="16675" y="5235"/>
                        <a:pt x="9245" y="10569"/>
                        <a:pt x="7626" y="16569"/>
                      </a:cubicBezTo>
                      <a:cubicBezTo>
                        <a:pt x="5626" y="23713"/>
                        <a:pt x="10102" y="29428"/>
                        <a:pt x="16389" y="31905"/>
                      </a:cubicBezTo>
                      <a:cubicBezTo>
                        <a:pt x="71634" y="54288"/>
                        <a:pt x="126784" y="76672"/>
                        <a:pt x="182029" y="98961"/>
                      </a:cubicBezTo>
                      <a:cubicBezTo>
                        <a:pt x="188315" y="101532"/>
                        <a:pt x="195745" y="96198"/>
                        <a:pt x="197364" y="90198"/>
                      </a:cubicBezTo>
                      <a:cubicBezTo>
                        <a:pt x="199269" y="83149"/>
                        <a:pt x="194887" y="77434"/>
                        <a:pt x="188601" y="74862"/>
                      </a:cubicBezTo>
                      <a:lnTo>
                        <a:pt x="188601" y="74862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6" name="任意多边形: 形状 25"/>
                <p:cNvSpPr/>
                <p:nvPr/>
              </p:nvSpPr>
              <p:spPr>
                <a:xfrm>
                  <a:off x="3553322" y="2667181"/>
                  <a:ext cx="475321" cy="108027"/>
                </a:xfrm>
                <a:custGeom>
                  <a:avLst/>
                  <a:gdLst>
                    <a:gd name="connsiteX0" fmla="*/ 407863 w 419100"/>
                    <a:gd name="connsiteY0" fmla="*/ 64389 h 95250"/>
                    <a:gd name="connsiteX1" fmla="*/ 277275 w 419100"/>
                    <a:gd name="connsiteY1" fmla="*/ 45053 h 95250"/>
                    <a:gd name="connsiteX2" fmla="*/ 70487 w 419100"/>
                    <a:gd name="connsiteY2" fmla="*/ 14383 h 95250"/>
                    <a:gd name="connsiteX3" fmla="*/ 22862 w 419100"/>
                    <a:gd name="connsiteY3" fmla="*/ 7334 h 95250"/>
                    <a:gd name="connsiteX4" fmla="*/ 7527 w 419100"/>
                    <a:gd name="connsiteY4" fmla="*/ 16097 h 95250"/>
                    <a:gd name="connsiteX5" fmla="*/ 16290 w 419100"/>
                    <a:gd name="connsiteY5" fmla="*/ 31433 h 95250"/>
                    <a:gd name="connsiteX6" fmla="*/ 146878 w 419100"/>
                    <a:gd name="connsiteY6" fmla="*/ 50768 h 95250"/>
                    <a:gd name="connsiteX7" fmla="*/ 353666 w 419100"/>
                    <a:gd name="connsiteY7" fmla="*/ 81439 h 95250"/>
                    <a:gd name="connsiteX8" fmla="*/ 401386 w 419100"/>
                    <a:gd name="connsiteY8" fmla="*/ 88487 h 95250"/>
                    <a:gd name="connsiteX9" fmla="*/ 416721 w 419100"/>
                    <a:gd name="connsiteY9" fmla="*/ 79724 h 95250"/>
                    <a:gd name="connsiteX10" fmla="*/ 407863 w 419100"/>
                    <a:gd name="connsiteY10" fmla="*/ 64389 h 95250"/>
                    <a:gd name="connsiteX11" fmla="*/ 407863 w 419100"/>
                    <a:gd name="connsiteY11" fmla="*/ 64389 h 952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419100" h="95250">
                      <a:moveTo>
                        <a:pt x="407863" y="64389"/>
                      </a:moveTo>
                      <a:cubicBezTo>
                        <a:pt x="364334" y="57912"/>
                        <a:pt x="320804" y="51530"/>
                        <a:pt x="277275" y="45053"/>
                      </a:cubicBezTo>
                      <a:cubicBezTo>
                        <a:pt x="208314" y="34862"/>
                        <a:pt x="139448" y="24670"/>
                        <a:pt x="70487" y="14383"/>
                      </a:cubicBezTo>
                      <a:cubicBezTo>
                        <a:pt x="54676" y="12097"/>
                        <a:pt x="38769" y="9716"/>
                        <a:pt x="22862" y="7334"/>
                      </a:cubicBezTo>
                      <a:cubicBezTo>
                        <a:pt x="16195" y="6382"/>
                        <a:pt x="9432" y="8954"/>
                        <a:pt x="7527" y="16097"/>
                      </a:cubicBezTo>
                      <a:cubicBezTo>
                        <a:pt x="5908" y="22003"/>
                        <a:pt x="9527" y="30480"/>
                        <a:pt x="16290" y="31433"/>
                      </a:cubicBezTo>
                      <a:cubicBezTo>
                        <a:pt x="59819" y="37910"/>
                        <a:pt x="103349" y="44291"/>
                        <a:pt x="146878" y="50768"/>
                      </a:cubicBezTo>
                      <a:cubicBezTo>
                        <a:pt x="215839" y="60960"/>
                        <a:pt x="284705" y="71152"/>
                        <a:pt x="353666" y="81439"/>
                      </a:cubicBezTo>
                      <a:cubicBezTo>
                        <a:pt x="369573" y="83820"/>
                        <a:pt x="385479" y="86106"/>
                        <a:pt x="401386" y="88487"/>
                      </a:cubicBezTo>
                      <a:cubicBezTo>
                        <a:pt x="408053" y="89440"/>
                        <a:pt x="414816" y="86868"/>
                        <a:pt x="416721" y="79724"/>
                      </a:cubicBezTo>
                      <a:cubicBezTo>
                        <a:pt x="418245" y="73914"/>
                        <a:pt x="414530" y="65437"/>
                        <a:pt x="407863" y="64389"/>
                      </a:cubicBezTo>
                      <a:lnTo>
                        <a:pt x="407863" y="64389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7" name="任意多边形: 形状 26"/>
                <p:cNvSpPr/>
                <p:nvPr/>
              </p:nvSpPr>
              <p:spPr>
                <a:xfrm>
                  <a:off x="3745821" y="2445788"/>
                  <a:ext cx="64816" cy="54014"/>
                </a:xfrm>
                <a:custGeom>
                  <a:avLst/>
                  <a:gdLst>
                    <a:gd name="connsiteX0" fmla="*/ 45347 w 57150"/>
                    <a:gd name="connsiteY0" fmla="*/ 18232 h 47625"/>
                    <a:gd name="connsiteX1" fmla="*/ 38775 w 57150"/>
                    <a:gd name="connsiteY1" fmla="*/ 15660 h 47625"/>
                    <a:gd name="connsiteX2" fmla="*/ 41727 w 57150"/>
                    <a:gd name="connsiteY2" fmla="*/ 16898 h 47625"/>
                    <a:gd name="connsiteX3" fmla="*/ 25916 w 57150"/>
                    <a:gd name="connsiteY3" fmla="*/ 8802 h 47625"/>
                    <a:gd name="connsiteX4" fmla="*/ 16296 w 57150"/>
                    <a:gd name="connsiteY4" fmla="*/ 7564 h 47625"/>
                    <a:gd name="connsiteX5" fmla="*/ 8866 w 57150"/>
                    <a:gd name="connsiteY5" fmla="*/ 13279 h 47625"/>
                    <a:gd name="connsiteX6" fmla="*/ 7628 w 57150"/>
                    <a:gd name="connsiteY6" fmla="*/ 22899 h 47625"/>
                    <a:gd name="connsiteX7" fmla="*/ 13343 w 57150"/>
                    <a:gd name="connsiteY7" fmla="*/ 30328 h 47625"/>
                    <a:gd name="connsiteX8" fmla="*/ 38679 w 57150"/>
                    <a:gd name="connsiteY8" fmla="*/ 42139 h 47625"/>
                    <a:gd name="connsiteX9" fmla="*/ 48300 w 57150"/>
                    <a:gd name="connsiteY9" fmla="*/ 40901 h 47625"/>
                    <a:gd name="connsiteX10" fmla="*/ 54015 w 57150"/>
                    <a:gd name="connsiteY10" fmla="*/ 33472 h 47625"/>
                    <a:gd name="connsiteX11" fmla="*/ 52776 w 57150"/>
                    <a:gd name="connsiteY11" fmla="*/ 23851 h 47625"/>
                    <a:gd name="connsiteX12" fmla="*/ 50871 w 57150"/>
                    <a:gd name="connsiteY12" fmla="*/ 21280 h 47625"/>
                    <a:gd name="connsiteX13" fmla="*/ 45347 w 57150"/>
                    <a:gd name="connsiteY13" fmla="*/ 18232 h 47625"/>
                    <a:gd name="connsiteX14" fmla="*/ 45347 w 57150"/>
                    <a:gd name="connsiteY14" fmla="*/ 18232 h 476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7150" h="47625">
                      <a:moveTo>
                        <a:pt x="45347" y="18232"/>
                      </a:moveTo>
                      <a:cubicBezTo>
                        <a:pt x="43156" y="17470"/>
                        <a:pt x="40965" y="16612"/>
                        <a:pt x="38775" y="15660"/>
                      </a:cubicBezTo>
                      <a:cubicBezTo>
                        <a:pt x="39727" y="16041"/>
                        <a:pt x="40775" y="16517"/>
                        <a:pt x="41727" y="16898"/>
                      </a:cubicBezTo>
                      <a:cubicBezTo>
                        <a:pt x="36298" y="14612"/>
                        <a:pt x="30964" y="11945"/>
                        <a:pt x="25916" y="8802"/>
                      </a:cubicBezTo>
                      <a:cubicBezTo>
                        <a:pt x="23154" y="7183"/>
                        <a:pt x="19344" y="6706"/>
                        <a:pt x="16296" y="7564"/>
                      </a:cubicBezTo>
                      <a:cubicBezTo>
                        <a:pt x="13438" y="8326"/>
                        <a:pt x="10295" y="10612"/>
                        <a:pt x="8866" y="13279"/>
                      </a:cubicBezTo>
                      <a:cubicBezTo>
                        <a:pt x="7342" y="16136"/>
                        <a:pt x="6580" y="19660"/>
                        <a:pt x="7628" y="22899"/>
                      </a:cubicBezTo>
                      <a:cubicBezTo>
                        <a:pt x="8676" y="26042"/>
                        <a:pt x="10485" y="28614"/>
                        <a:pt x="13343" y="30328"/>
                      </a:cubicBezTo>
                      <a:cubicBezTo>
                        <a:pt x="21344" y="35186"/>
                        <a:pt x="29916" y="39091"/>
                        <a:pt x="38679" y="42139"/>
                      </a:cubicBezTo>
                      <a:cubicBezTo>
                        <a:pt x="41632" y="43187"/>
                        <a:pt x="45728" y="42425"/>
                        <a:pt x="48300" y="40901"/>
                      </a:cubicBezTo>
                      <a:cubicBezTo>
                        <a:pt x="50871" y="39377"/>
                        <a:pt x="53348" y="36424"/>
                        <a:pt x="54015" y="33472"/>
                      </a:cubicBezTo>
                      <a:cubicBezTo>
                        <a:pt x="54777" y="30233"/>
                        <a:pt x="54586" y="26709"/>
                        <a:pt x="52776" y="23851"/>
                      </a:cubicBezTo>
                      <a:cubicBezTo>
                        <a:pt x="52110" y="22994"/>
                        <a:pt x="51443" y="22137"/>
                        <a:pt x="50871" y="21280"/>
                      </a:cubicBezTo>
                      <a:cubicBezTo>
                        <a:pt x="49252" y="19946"/>
                        <a:pt x="47442" y="18803"/>
                        <a:pt x="45347" y="18232"/>
                      </a:cubicBezTo>
                      <a:lnTo>
                        <a:pt x="45347" y="18232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8" name="任意多边形: 形状 27"/>
                <p:cNvSpPr/>
                <p:nvPr/>
              </p:nvSpPr>
              <p:spPr>
                <a:xfrm>
                  <a:off x="3824694" y="2909318"/>
                  <a:ext cx="237660" cy="75619"/>
                </a:xfrm>
                <a:custGeom>
                  <a:avLst/>
                  <a:gdLst>
                    <a:gd name="connsiteX0" fmla="*/ 192211 w 209550"/>
                    <a:gd name="connsiteY0" fmla="*/ 7388 h 66675"/>
                    <a:gd name="connsiteX1" fmla="*/ 16284 w 209550"/>
                    <a:gd name="connsiteY1" fmla="*/ 38535 h 66675"/>
                    <a:gd name="connsiteX2" fmla="*/ 7521 w 209550"/>
                    <a:gd name="connsiteY2" fmla="*/ 53870 h 66675"/>
                    <a:gd name="connsiteX3" fmla="*/ 22856 w 209550"/>
                    <a:gd name="connsiteY3" fmla="*/ 62633 h 66675"/>
                    <a:gd name="connsiteX4" fmla="*/ 198783 w 209550"/>
                    <a:gd name="connsiteY4" fmla="*/ 31486 h 66675"/>
                    <a:gd name="connsiteX5" fmla="*/ 207546 w 209550"/>
                    <a:gd name="connsiteY5" fmla="*/ 16151 h 66675"/>
                    <a:gd name="connsiteX6" fmla="*/ 192211 w 209550"/>
                    <a:gd name="connsiteY6" fmla="*/ 7388 h 66675"/>
                    <a:gd name="connsiteX7" fmla="*/ 192211 w 209550"/>
                    <a:gd name="connsiteY7" fmla="*/ 7388 h 66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09550" h="66675">
                      <a:moveTo>
                        <a:pt x="192211" y="7388"/>
                      </a:moveTo>
                      <a:cubicBezTo>
                        <a:pt x="133537" y="17770"/>
                        <a:pt x="74958" y="28153"/>
                        <a:pt x="16284" y="38535"/>
                      </a:cubicBezTo>
                      <a:cubicBezTo>
                        <a:pt x="9617" y="39678"/>
                        <a:pt x="5902" y="47869"/>
                        <a:pt x="7521" y="53870"/>
                      </a:cubicBezTo>
                      <a:cubicBezTo>
                        <a:pt x="9426" y="60919"/>
                        <a:pt x="16189" y="63776"/>
                        <a:pt x="22856" y="62633"/>
                      </a:cubicBezTo>
                      <a:cubicBezTo>
                        <a:pt x="81530" y="52251"/>
                        <a:pt x="140109" y="41869"/>
                        <a:pt x="198783" y="31486"/>
                      </a:cubicBezTo>
                      <a:cubicBezTo>
                        <a:pt x="205451" y="30343"/>
                        <a:pt x="209165" y="22152"/>
                        <a:pt x="207546" y="16151"/>
                      </a:cubicBezTo>
                      <a:cubicBezTo>
                        <a:pt x="205641" y="9103"/>
                        <a:pt x="198878" y="6245"/>
                        <a:pt x="192211" y="7388"/>
                      </a:cubicBezTo>
                      <a:lnTo>
                        <a:pt x="192211" y="7388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9" name="任意多边形: 形状 28"/>
                <p:cNvSpPr/>
                <p:nvPr/>
              </p:nvSpPr>
              <p:spPr>
                <a:xfrm>
                  <a:off x="3744516" y="2948921"/>
                  <a:ext cx="64816" cy="43211"/>
                </a:xfrm>
                <a:custGeom>
                  <a:avLst/>
                  <a:gdLst>
                    <a:gd name="connsiteX0" fmla="*/ 40782 w 57150"/>
                    <a:gd name="connsiteY0" fmla="*/ 7521 h 38100"/>
                    <a:gd name="connsiteX1" fmla="*/ 30495 w 57150"/>
                    <a:gd name="connsiteY1" fmla="*/ 9331 h 38100"/>
                    <a:gd name="connsiteX2" fmla="*/ 33829 w 57150"/>
                    <a:gd name="connsiteY2" fmla="*/ 8855 h 38100"/>
                    <a:gd name="connsiteX3" fmla="*/ 19637 w 57150"/>
                    <a:gd name="connsiteY3" fmla="*/ 9903 h 38100"/>
                    <a:gd name="connsiteX4" fmla="*/ 10778 w 57150"/>
                    <a:gd name="connsiteY4" fmla="*/ 13522 h 38100"/>
                    <a:gd name="connsiteX5" fmla="*/ 7159 w 57150"/>
                    <a:gd name="connsiteY5" fmla="*/ 22380 h 38100"/>
                    <a:gd name="connsiteX6" fmla="*/ 10778 w 57150"/>
                    <a:gd name="connsiteY6" fmla="*/ 31239 h 38100"/>
                    <a:gd name="connsiteX7" fmla="*/ 19637 w 57150"/>
                    <a:gd name="connsiteY7" fmla="*/ 34858 h 38100"/>
                    <a:gd name="connsiteX8" fmla="*/ 47545 w 57150"/>
                    <a:gd name="connsiteY8" fmla="*/ 31524 h 38100"/>
                    <a:gd name="connsiteX9" fmla="*/ 54974 w 57150"/>
                    <a:gd name="connsiteY9" fmla="*/ 25809 h 38100"/>
                    <a:gd name="connsiteX10" fmla="*/ 56213 w 57150"/>
                    <a:gd name="connsiteY10" fmla="*/ 16189 h 38100"/>
                    <a:gd name="connsiteX11" fmla="*/ 50498 w 57150"/>
                    <a:gd name="connsiteY11" fmla="*/ 8760 h 38100"/>
                    <a:gd name="connsiteX12" fmla="*/ 40782 w 57150"/>
                    <a:gd name="connsiteY12" fmla="*/ 7521 h 38100"/>
                    <a:gd name="connsiteX13" fmla="*/ 40782 w 57150"/>
                    <a:gd name="connsiteY13" fmla="*/ 7521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57150" h="38100">
                      <a:moveTo>
                        <a:pt x="40782" y="7521"/>
                      </a:moveTo>
                      <a:cubicBezTo>
                        <a:pt x="37353" y="8283"/>
                        <a:pt x="33924" y="8855"/>
                        <a:pt x="30495" y="9331"/>
                      </a:cubicBezTo>
                      <a:cubicBezTo>
                        <a:pt x="31638" y="9141"/>
                        <a:pt x="32686" y="9045"/>
                        <a:pt x="33829" y="8855"/>
                      </a:cubicBezTo>
                      <a:cubicBezTo>
                        <a:pt x="29066" y="9522"/>
                        <a:pt x="24399" y="9807"/>
                        <a:pt x="19637" y="9903"/>
                      </a:cubicBezTo>
                      <a:cubicBezTo>
                        <a:pt x="16398" y="9998"/>
                        <a:pt x="13064" y="11236"/>
                        <a:pt x="10778" y="13522"/>
                      </a:cubicBezTo>
                      <a:cubicBezTo>
                        <a:pt x="8588" y="15713"/>
                        <a:pt x="6968" y="19237"/>
                        <a:pt x="7159" y="22380"/>
                      </a:cubicBezTo>
                      <a:cubicBezTo>
                        <a:pt x="7349" y="25619"/>
                        <a:pt x="8397" y="28953"/>
                        <a:pt x="10778" y="31239"/>
                      </a:cubicBezTo>
                      <a:cubicBezTo>
                        <a:pt x="13160" y="33429"/>
                        <a:pt x="16208" y="34953"/>
                        <a:pt x="19637" y="34858"/>
                      </a:cubicBezTo>
                      <a:cubicBezTo>
                        <a:pt x="28971" y="34668"/>
                        <a:pt x="38401" y="33525"/>
                        <a:pt x="47545" y="31524"/>
                      </a:cubicBezTo>
                      <a:cubicBezTo>
                        <a:pt x="50498" y="30858"/>
                        <a:pt x="53546" y="28381"/>
                        <a:pt x="54974" y="25809"/>
                      </a:cubicBezTo>
                      <a:cubicBezTo>
                        <a:pt x="56498" y="23142"/>
                        <a:pt x="57165" y="19142"/>
                        <a:pt x="56213" y="16189"/>
                      </a:cubicBezTo>
                      <a:cubicBezTo>
                        <a:pt x="55260" y="13141"/>
                        <a:pt x="53355" y="10284"/>
                        <a:pt x="50498" y="8760"/>
                      </a:cubicBezTo>
                      <a:cubicBezTo>
                        <a:pt x="47354" y="7140"/>
                        <a:pt x="44116" y="6759"/>
                        <a:pt x="40782" y="7521"/>
                      </a:cubicBezTo>
                      <a:lnTo>
                        <a:pt x="40782" y="7521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</p:grpSp>
      </p:grpSp>
      <p:grpSp>
        <p:nvGrpSpPr>
          <p:cNvPr id="57" name="组合 56"/>
          <p:cNvGrpSpPr/>
          <p:nvPr/>
        </p:nvGrpSpPr>
        <p:grpSpPr>
          <a:xfrm rot="21324729">
            <a:off x="1665982" y="2697583"/>
            <a:ext cx="325851" cy="1076778"/>
            <a:chOff x="776659" y="3485864"/>
            <a:chExt cx="278871" cy="921532"/>
          </a:xfrm>
        </p:grpSpPr>
        <p:sp>
          <p:nvSpPr>
            <p:cNvPr id="58" name="任意多边形: 形状 57"/>
            <p:cNvSpPr/>
            <p:nvPr/>
          </p:nvSpPr>
          <p:spPr>
            <a:xfrm>
              <a:off x="886295" y="3588246"/>
              <a:ext cx="114300" cy="819150"/>
            </a:xfrm>
            <a:custGeom>
              <a:avLst/>
              <a:gdLst>
                <a:gd name="connsiteX0" fmla="*/ 103132 w 114300"/>
                <a:gd name="connsiteY0" fmla="*/ 10870 h 819150"/>
                <a:gd name="connsiteX1" fmla="*/ 17502 w 114300"/>
                <a:gd name="connsiteY1" fmla="*/ 323481 h 819150"/>
                <a:gd name="connsiteX2" fmla="*/ 8072 w 114300"/>
                <a:gd name="connsiteY2" fmla="*/ 484072 h 819150"/>
                <a:gd name="connsiteX3" fmla="*/ 33504 w 114300"/>
                <a:gd name="connsiteY3" fmla="*/ 639520 h 819150"/>
                <a:gd name="connsiteX4" fmla="*/ 92083 w 114300"/>
                <a:gd name="connsiteY4" fmla="*/ 808684 h 819150"/>
                <a:gd name="connsiteX5" fmla="*/ 102370 w 114300"/>
                <a:gd name="connsiteY5" fmla="*/ 805827 h 819150"/>
                <a:gd name="connsiteX6" fmla="*/ 19883 w 114300"/>
                <a:gd name="connsiteY6" fmla="*/ 501789 h 819150"/>
                <a:gd name="connsiteX7" fmla="*/ 58745 w 114300"/>
                <a:gd name="connsiteY7" fmla="*/ 187178 h 819150"/>
                <a:gd name="connsiteX8" fmla="*/ 113419 w 114300"/>
                <a:gd name="connsiteY8" fmla="*/ 13728 h 819150"/>
                <a:gd name="connsiteX9" fmla="*/ 103132 w 114300"/>
                <a:gd name="connsiteY9" fmla="*/ 10870 h 819150"/>
                <a:gd name="connsiteX10" fmla="*/ 103132 w 114300"/>
                <a:gd name="connsiteY10" fmla="*/ 10870 h 81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4300" h="819150">
                  <a:moveTo>
                    <a:pt x="103132" y="10870"/>
                  </a:moveTo>
                  <a:cubicBezTo>
                    <a:pt x="68746" y="113264"/>
                    <a:pt x="34266" y="216420"/>
                    <a:pt x="17502" y="323481"/>
                  </a:cubicBezTo>
                  <a:cubicBezTo>
                    <a:pt x="9120" y="376535"/>
                    <a:pt x="5215" y="430351"/>
                    <a:pt x="8072" y="484072"/>
                  </a:cubicBezTo>
                  <a:cubicBezTo>
                    <a:pt x="10834" y="536650"/>
                    <a:pt x="20074" y="588657"/>
                    <a:pt x="33504" y="639520"/>
                  </a:cubicBezTo>
                  <a:cubicBezTo>
                    <a:pt x="48744" y="697337"/>
                    <a:pt x="69318" y="753535"/>
                    <a:pt x="92083" y="808684"/>
                  </a:cubicBezTo>
                  <a:cubicBezTo>
                    <a:pt x="94654" y="814971"/>
                    <a:pt x="105037" y="812209"/>
                    <a:pt x="102370" y="805827"/>
                  </a:cubicBezTo>
                  <a:cubicBezTo>
                    <a:pt x="62269" y="708672"/>
                    <a:pt x="28360" y="607231"/>
                    <a:pt x="19883" y="501789"/>
                  </a:cubicBezTo>
                  <a:cubicBezTo>
                    <a:pt x="11311" y="395394"/>
                    <a:pt x="30361" y="289381"/>
                    <a:pt x="58745" y="187178"/>
                  </a:cubicBezTo>
                  <a:cubicBezTo>
                    <a:pt x="74938" y="128694"/>
                    <a:pt x="94178" y="71164"/>
                    <a:pt x="113419" y="13728"/>
                  </a:cubicBezTo>
                  <a:cubicBezTo>
                    <a:pt x="115609" y="7156"/>
                    <a:pt x="105322" y="4298"/>
                    <a:pt x="103132" y="10870"/>
                  </a:cubicBezTo>
                  <a:lnTo>
                    <a:pt x="103132" y="10870"/>
                  </a:lnTo>
                  <a:close/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9" name="任意多边形: 形状 58"/>
            <p:cNvSpPr/>
            <p:nvPr/>
          </p:nvSpPr>
          <p:spPr>
            <a:xfrm>
              <a:off x="951434" y="3485864"/>
              <a:ext cx="66675" cy="200025"/>
            </a:xfrm>
            <a:custGeom>
              <a:avLst/>
              <a:gdLst>
                <a:gd name="connsiteX0" fmla="*/ 17895 w 66675"/>
                <a:gd name="connsiteY0" fmla="*/ 196691 h 200025"/>
                <a:gd name="connsiteX1" fmla="*/ 67806 w 66675"/>
                <a:gd name="connsiteY1" fmla="*/ 91535 h 200025"/>
                <a:gd name="connsiteX2" fmla="*/ 65234 w 66675"/>
                <a:gd name="connsiteY2" fmla="*/ 7144 h 200025"/>
                <a:gd name="connsiteX3" fmla="*/ 15895 w 66675"/>
                <a:gd name="connsiteY3" fmla="*/ 96774 h 200025"/>
                <a:gd name="connsiteX4" fmla="*/ 17895 w 66675"/>
                <a:gd name="connsiteY4" fmla="*/ 196691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200025">
                  <a:moveTo>
                    <a:pt x="17895" y="196691"/>
                  </a:moveTo>
                  <a:cubicBezTo>
                    <a:pt x="49709" y="164211"/>
                    <a:pt x="65996" y="136970"/>
                    <a:pt x="67806" y="91535"/>
                  </a:cubicBezTo>
                  <a:cubicBezTo>
                    <a:pt x="68949" y="63341"/>
                    <a:pt x="63615" y="35242"/>
                    <a:pt x="65234" y="7144"/>
                  </a:cubicBezTo>
                  <a:cubicBezTo>
                    <a:pt x="46184" y="35528"/>
                    <a:pt x="26944" y="64389"/>
                    <a:pt x="15895" y="96774"/>
                  </a:cubicBezTo>
                  <a:cubicBezTo>
                    <a:pt x="4941" y="129159"/>
                    <a:pt x="2846" y="166021"/>
                    <a:pt x="17895" y="196691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0" name="任意多边形: 形状 59"/>
            <p:cNvSpPr/>
            <p:nvPr/>
          </p:nvSpPr>
          <p:spPr>
            <a:xfrm>
              <a:off x="813024" y="3736181"/>
              <a:ext cx="95250" cy="180975"/>
            </a:xfrm>
            <a:custGeom>
              <a:avLst/>
              <a:gdLst>
                <a:gd name="connsiteX0" fmla="*/ 96298 w 95250"/>
                <a:gd name="connsiteY0" fmla="*/ 181070 h 180975"/>
                <a:gd name="connsiteX1" fmla="*/ 64675 w 95250"/>
                <a:gd name="connsiteY1" fmla="*/ 69056 h 180975"/>
                <a:gd name="connsiteX2" fmla="*/ 7144 w 95250"/>
                <a:gd name="connsiteY2" fmla="*/ 7144 h 180975"/>
                <a:gd name="connsiteX3" fmla="*/ 28956 w 95250"/>
                <a:gd name="connsiteY3" fmla="*/ 107061 h 180975"/>
                <a:gd name="connsiteX4" fmla="*/ 96298 w 95250"/>
                <a:gd name="connsiteY4" fmla="*/ 18107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80975">
                  <a:moveTo>
                    <a:pt x="96298" y="181070"/>
                  </a:moveTo>
                  <a:cubicBezTo>
                    <a:pt x="98965" y="135636"/>
                    <a:pt x="93250" y="104489"/>
                    <a:pt x="64675" y="69056"/>
                  </a:cubicBezTo>
                  <a:cubicBezTo>
                    <a:pt x="47053" y="47149"/>
                    <a:pt x="24479" y="29337"/>
                    <a:pt x="7144" y="7144"/>
                  </a:cubicBezTo>
                  <a:cubicBezTo>
                    <a:pt x="11525" y="41053"/>
                    <a:pt x="16002" y="75438"/>
                    <a:pt x="28956" y="107061"/>
                  </a:cubicBezTo>
                  <a:cubicBezTo>
                    <a:pt x="42005" y="138779"/>
                    <a:pt x="64770" y="167926"/>
                    <a:pt x="96298" y="181070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1" name="任意多边形: 形状 60"/>
            <p:cNvSpPr/>
            <p:nvPr/>
          </p:nvSpPr>
          <p:spPr>
            <a:xfrm>
              <a:off x="810356" y="3962495"/>
              <a:ext cx="95250" cy="152400"/>
            </a:xfrm>
            <a:custGeom>
              <a:avLst/>
              <a:gdLst>
                <a:gd name="connsiteX0" fmla="*/ 91821 w 95250"/>
                <a:gd name="connsiteY0" fmla="*/ 152210 h 152400"/>
                <a:gd name="connsiteX1" fmla="*/ 59436 w 95250"/>
                <a:gd name="connsiteY1" fmla="*/ 57531 h 152400"/>
                <a:gd name="connsiteX2" fmla="*/ 7144 w 95250"/>
                <a:gd name="connsiteY2" fmla="*/ 7144 h 152400"/>
                <a:gd name="connsiteX3" fmla="*/ 30575 w 95250"/>
                <a:gd name="connsiteY3" fmla="*/ 91916 h 152400"/>
                <a:gd name="connsiteX4" fmla="*/ 91821 w 95250"/>
                <a:gd name="connsiteY4" fmla="*/ 15221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52400">
                  <a:moveTo>
                    <a:pt x="91821" y="152210"/>
                  </a:moveTo>
                  <a:cubicBezTo>
                    <a:pt x="91916" y="113157"/>
                    <a:pt x="85534" y="86582"/>
                    <a:pt x="59436" y="57531"/>
                  </a:cubicBezTo>
                  <a:cubicBezTo>
                    <a:pt x="43244" y="39529"/>
                    <a:pt x="23051" y="25337"/>
                    <a:pt x="7144" y="7144"/>
                  </a:cubicBezTo>
                  <a:cubicBezTo>
                    <a:pt x="12478" y="36004"/>
                    <a:pt x="17907" y="65342"/>
                    <a:pt x="30575" y="91916"/>
                  </a:cubicBezTo>
                  <a:cubicBezTo>
                    <a:pt x="43244" y="118491"/>
                    <a:pt x="64103" y="142399"/>
                    <a:pt x="91821" y="152210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2" name="任意多边形: 形状 61"/>
            <p:cNvSpPr/>
            <p:nvPr/>
          </p:nvSpPr>
          <p:spPr>
            <a:xfrm>
              <a:off x="824334" y="4280147"/>
              <a:ext cx="142875" cy="85725"/>
            </a:xfrm>
            <a:custGeom>
              <a:avLst/>
              <a:gdLst>
                <a:gd name="connsiteX0" fmla="*/ 144995 w 142875"/>
                <a:gd name="connsiteY0" fmla="*/ 77636 h 85725"/>
                <a:gd name="connsiteX1" fmla="*/ 65937 w 142875"/>
                <a:gd name="connsiteY1" fmla="*/ 16295 h 85725"/>
                <a:gd name="connsiteX2" fmla="*/ 14407 w 142875"/>
                <a:gd name="connsiteY2" fmla="*/ 7246 h 85725"/>
                <a:gd name="connsiteX3" fmla="*/ 8978 w 142875"/>
                <a:gd name="connsiteY3" fmla="*/ 17724 h 85725"/>
                <a:gd name="connsiteX4" fmla="*/ 60794 w 142875"/>
                <a:gd name="connsiteY4" fmla="*/ 60872 h 85725"/>
                <a:gd name="connsiteX5" fmla="*/ 144995 w 142875"/>
                <a:gd name="connsiteY5" fmla="*/ 77636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2875" h="85725">
                  <a:moveTo>
                    <a:pt x="144995" y="77636"/>
                  </a:moveTo>
                  <a:cubicBezTo>
                    <a:pt x="123659" y="44870"/>
                    <a:pt x="103751" y="26201"/>
                    <a:pt x="65937" y="16295"/>
                  </a:cubicBezTo>
                  <a:cubicBezTo>
                    <a:pt x="49078" y="11818"/>
                    <a:pt x="31552" y="10199"/>
                    <a:pt x="14407" y="7246"/>
                  </a:cubicBezTo>
                  <a:cubicBezTo>
                    <a:pt x="8501" y="6198"/>
                    <a:pt x="4691" y="13437"/>
                    <a:pt x="8978" y="17724"/>
                  </a:cubicBezTo>
                  <a:cubicBezTo>
                    <a:pt x="24884" y="33821"/>
                    <a:pt x="41458" y="49156"/>
                    <a:pt x="60794" y="60872"/>
                  </a:cubicBezTo>
                  <a:cubicBezTo>
                    <a:pt x="85844" y="76017"/>
                    <a:pt x="116420" y="84589"/>
                    <a:pt x="144995" y="77636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3" name="任意多边形: 形状 62"/>
            <p:cNvSpPr/>
            <p:nvPr/>
          </p:nvSpPr>
          <p:spPr>
            <a:xfrm>
              <a:off x="776659" y="4159853"/>
              <a:ext cx="152400" cy="66675"/>
            </a:xfrm>
            <a:custGeom>
              <a:avLst/>
              <a:gdLst>
                <a:gd name="connsiteX0" fmla="*/ 147045 w 152400"/>
                <a:gd name="connsiteY0" fmla="*/ 53055 h 66675"/>
                <a:gd name="connsiteX1" fmla="*/ 57796 w 152400"/>
                <a:gd name="connsiteY1" fmla="*/ 7906 h 66675"/>
                <a:gd name="connsiteX2" fmla="*/ 28363 w 152400"/>
                <a:gd name="connsiteY2" fmla="*/ 8001 h 66675"/>
                <a:gd name="connsiteX3" fmla="*/ 7789 w 152400"/>
                <a:gd name="connsiteY3" fmla="*/ 13526 h 66675"/>
                <a:gd name="connsiteX4" fmla="*/ 23982 w 152400"/>
                <a:gd name="connsiteY4" fmla="*/ 34290 h 66675"/>
                <a:gd name="connsiteX5" fmla="*/ 61129 w 152400"/>
                <a:gd name="connsiteY5" fmla="*/ 52578 h 66675"/>
                <a:gd name="connsiteX6" fmla="*/ 147045 w 152400"/>
                <a:gd name="connsiteY6" fmla="*/ 53055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2400" h="66675">
                  <a:moveTo>
                    <a:pt x="147045" y="53055"/>
                  </a:moveTo>
                  <a:cubicBezTo>
                    <a:pt x="119803" y="24956"/>
                    <a:pt x="96753" y="10478"/>
                    <a:pt x="57796" y="7906"/>
                  </a:cubicBezTo>
                  <a:cubicBezTo>
                    <a:pt x="48366" y="7335"/>
                    <a:pt x="37698" y="6477"/>
                    <a:pt x="28363" y="8001"/>
                  </a:cubicBezTo>
                  <a:cubicBezTo>
                    <a:pt x="23887" y="8763"/>
                    <a:pt x="10075" y="9906"/>
                    <a:pt x="7789" y="13526"/>
                  </a:cubicBezTo>
                  <a:cubicBezTo>
                    <a:pt x="3789" y="20193"/>
                    <a:pt x="19505" y="31719"/>
                    <a:pt x="23982" y="34290"/>
                  </a:cubicBezTo>
                  <a:cubicBezTo>
                    <a:pt x="35793" y="41434"/>
                    <a:pt x="48175" y="47816"/>
                    <a:pt x="61129" y="52578"/>
                  </a:cubicBezTo>
                  <a:cubicBezTo>
                    <a:pt x="88657" y="62770"/>
                    <a:pt x="120280" y="65342"/>
                    <a:pt x="147045" y="53055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4" name="任意多边形: 形状 63"/>
            <p:cNvSpPr/>
            <p:nvPr/>
          </p:nvSpPr>
          <p:spPr>
            <a:xfrm>
              <a:off x="902613" y="3604927"/>
              <a:ext cx="47625" cy="180975"/>
            </a:xfrm>
            <a:custGeom>
              <a:avLst/>
              <a:gdLst>
                <a:gd name="connsiteX0" fmla="*/ 33949 w 47625"/>
                <a:gd name="connsiteY0" fmla="*/ 177546 h 180975"/>
                <a:gd name="connsiteX1" fmla="*/ 38807 w 47625"/>
                <a:gd name="connsiteY1" fmla="*/ 82010 h 180975"/>
                <a:gd name="connsiteX2" fmla="*/ 10804 w 47625"/>
                <a:gd name="connsiteY2" fmla="*/ 7144 h 180975"/>
                <a:gd name="connsiteX3" fmla="*/ 7184 w 47625"/>
                <a:gd name="connsiteY3" fmla="*/ 84296 h 180975"/>
                <a:gd name="connsiteX4" fmla="*/ 33949 w 47625"/>
                <a:gd name="connsiteY4" fmla="*/ 177546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180975">
                  <a:moveTo>
                    <a:pt x="33949" y="177546"/>
                  </a:moveTo>
                  <a:cubicBezTo>
                    <a:pt x="44141" y="147256"/>
                    <a:pt x="47856" y="112585"/>
                    <a:pt x="38807" y="82010"/>
                  </a:cubicBezTo>
                  <a:cubicBezTo>
                    <a:pt x="31187" y="56388"/>
                    <a:pt x="17185" y="33052"/>
                    <a:pt x="10804" y="7144"/>
                  </a:cubicBezTo>
                  <a:cubicBezTo>
                    <a:pt x="8137" y="32766"/>
                    <a:pt x="6898" y="58579"/>
                    <a:pt x="7184" y="84296"/>
                  </a:cubicBezTo>
                  <a:cubicBezTo>
                    <a:pt x="7470" y="117348"/>
                    <a:pt x="11470" y="153162"/>
                    <a:pt x="33949" y="177546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5" name="任意多边形: 形状 64"/>
            <p:cNvSpPr/>
            <p:nvPr/>
          </p:nvSpPr>
          <p:spPr>
            <a:xfrm>
              <a:off x="912655" y="3764385"/>
              <a:ext cx="142875" cy="85725"/>
            </a:xfrm>
            <a:custGeom>
              <a:avLst/>
              <a:gdLst>
                <a:gd name="connsiteX0" fmla="*/ 7144 w 142875"/>
                <a:gd name="connsiteY0" fmla="*/ 81810 h 85725"/>
                <a:gd name="connsiteX1" fmla="*/ 86487 w 142875"/>
                <a:gd name="connsiteY1" fmla="*/ 8277 h 85725"/>
                <a:gd name="connsiteX2" fmla="*/ 139446 w 142875"/>
                <a:gd name="connsiteY2" fmla="*/ 10372 h 85725"/>
                <a:gd name="connsiteX3" fmla="*/ 119920 w 142875"/>
                <a:gd name="connsiteY3" fmla="*/ 35995 h 85725"/>
                <a:gd name="connsiteX4" fmla="*/ 7144 w 142875"/>
                <a:gd name="connsiteY4" fmla="*/ 81810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85725">
                  <a:moveTo>
                    <a:pt x="7144" y="81810"/>
                  </a:moveTo>
                  <a:cubicBezTo>
                    <a:pt x="15621" y="44472"/>
                    <a:pt x="48578" y="13897"/>
                    <a:pt x="86487" y="8277"/>
                  </a:cubicBezTo>
                  <a:cubicBezTo>
                    <a:pt x="104013" y="5705"/>
                    <a:pt x="121920" y="7991"/>
                    <a:pt x="139446" y="10372"/>
                  </a:cubicBezTo>
                  <a:cubicBezTo>
                    <a:pt x="134303" y="19802"/>
                    <a:pt x="127730" y="28565"/>
                    <a:pt x="119920" y="35995"/>
                  </a:cubicBezTo>
                  <a:cubicBezTo>
                    <a:pt x="57341" y="95240"/>
                    <a:pt x="15811" y="83429"/>
                    <a:pt x="7144" y="81810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6" name="任意多边形: 形状 65"/>
            <p:cNvSpPr/>
            <p:nvPr/>
          </p:nvSpPr>
          <p:spPr>
            <a:xfrm>
              <a:off x="889661" y="3928872"/>
              <a:ext cx="104775" cy="95250"/>
            </a:xfrm>
            <a:custGeom>
              <a:avLst/>
              <a:gdLst>
                <a:gd name="connsiteX0" fmla="*/ 7182 w 104775"/>
                <a:gd name="connsiteY0" fmla="*/ 94012 h 95250"/>
                <a:gd name="connsiteX1" fmla="*/ 56522 w 104775"/>
                <a:gd name="connsiteY1" fmla="*/ 16764 h 95250"/>
                <a:gd name="connsiteX2" fmla="*/ 100432 w 104775"/>
                <a:gd name="connsiteY2" fmla="*/ 7144 h 95250"/>
                <a:gd name="connsiteX3" fmla="*/ 89859 w 104775"/>
                <a:gd name="connsiteY3" fmla="*/ 32385 h 95250"/>
                <a:gd name="connsiteX4" fmla="*/ 7182 w 104775"/>
                <a:gd name="connsiteY4" fmla="*/ 94012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95250">
                  <a:moveTo>
                    <a:pt x="7182" y="94012"/>
                  </a:moveTo>
                  <a:cubicBezTo>
                    <a:pt x="6134" y="61532"/>
                    <a:pt x="26613" y="29432"/>
                    <a:pt x="56522" y="16764"/>
                  </a:cubicBezTo>
                  <a:cubicBezTo>
                    <a:pt x="70333" y="10858"/>
                    <a:pt x="85478" y="8954"/>
                    <a:pt x="100432" y="7144"/>
                  </a:cubicBezTo>
                  <a:cubicBezTo>
                    <a:pt x="98241" y="16002"/>
                    <a:pt x="94717" y="24575"/>
                    <a:pt x="89859" y="32385"/>
                  </a:cubicBezTo>
                  <a:cubicBezTo>
                    <a:pt x="51188" y="94298"/>
                    <a:pt x="14612" y="93536"/>
                    <a:pt x="7182" y="94012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7" name="任意多边形: 形状 66"/>
            <p:cNvSpPr/>
            <p:nvPr/>
          </p:nvSpPr>
          <p:spPr>
            <a:xfrm>
              <a:off x="941095" y="4193762"/>
              <a:ext cx="66675" cy="123825"/>
            </a:xfrm>
            <a:custGeom>
              <a:avLst/>
              <a:gdLst>
                <a:gd name="connsiteX0" fmla="*/ 15851 w 66675"/>
                <a:gd name="connsiteY0" fmla="*/ 125730 h 123825"/>
                <a:gd name="connsiteX1" fmla="*/ 27090 w 66675"/>
                <a:gd name="connsiteY1" fmla="*/ 34766 h 123825"/>
                <a:gd name="connsiteX2" fmla="*/ 62523 w 66675"/>
                <a:gd name="connsiteY2" fmla="*/ 7144 h 123825"/>
                <a:gd name="connsiteX3" fmla="*/ 63857 w 66675"/>
                <a:gd name="connsiteY3" fmla="*/ 34385 h 123825"/>
                <a:gd name="connsiteX4" fmla="*/ 15851 w 66675"/>
                <a:gd name="connsiteY4" fmla="*/ 125730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123825">
                  <a:moveTo>
                    <a:pt x="15851" y="125730"/>
                  </a:moveTo>
                  <a:cubicBezTo>
                    <a:pt x="897" y="96869"/>
                    <a:pt x="5564" y="59055"/>
                    <a:pt x="27090" y="34766"/>
                  </a:cubicBezTo>
                  <a:cubicBezTo>
                    <a:pt x="36996" y="23527"/>
                    <a:pt x="49855" y="15240"/>
                    <a:pt x="62523" y="7144"/>
                  </a:cubicBezTo>
                  <a:cubicBezTo>
                    <a:pt x="64333" y="16097"/>
                    <a:pt x="64905" y="25337"/>
                    <a:pt x="63857" y="34385"/>
                  </a:cubicBezTo>
                  <a:cubicBezTo>
                    <a:pt x="55761" y="107061"/>
                    <a:pt x="22328" y="122111"/>
                    <a:pt x="15851" y="125730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8" name="任意多边形: 形状 67"/>
            <p:cNvSpPr/>
            <p:nvPr/>
          </p:nvSpPr>
          <p:spPr>
            <a:xfrm>
              <a:off x="903286" y="4070795"/>
              <a:ext cx="66675" cy="123825"/>
            </a:xfrm>
            <a:custGeom>
              <a:avLst/>
              <a:gdLst>
                <a:gd name="connsiteX0" fmla="*/ 14036 w 66675"/>
                <a:gd name="connsiteY0" fmla="*/ 123158 h 123825"/>
                <a:gd name="connsiteX1" fmla="*/ 29943 w 66675"/>
                <a:gd name="connsiteY1" fmla="*/ 32861 h 123825"/>
                <a:gd name="connsiteX2" fmla="*/ 66804 w 66675"/>
                <a:gd name="connsiteY2" fmla="*/ 7144 h 123825"/>
                <a:gd name="connsiteX3" fmla="*/ 66709 w 66675"/>
                <a:gd name="connsiteY3" fmla="*/ 34480 h 123825"/>
                <a:gd name="connsiteX4" fmla="*/ 14036 w 66675"/>
                <a:gd name="connsiteY4" fmla="*/ 123158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123825">
                  <a:moveTo>
                    <a:pt x="14036" y="123158"/>
                  </a:moveTo>
                  <a:cubicBezTo>
                    <a:pt x="606" y="93631"/>
                    <a:pt x="7273" y="56102"/>
                    <a:pt x="29943" y="32861"/>
                  </a:cubicBezTo>
                  <a:cubicBezTo>
                    <a:pt x="40420" y="22098"/>
                    <a:pt x="53755" y="14573"/>
                    <a:pt x="66804" y="7144"/>
                  </a:cubicBezTo>
                  <a:cubicBezTo>
                    <a:pt x="68138" y="16192"/>
                    <a:pt x="68233" y="25432"/>
                    <a:pt x="66709" y="34480"/>
                  </a:cubicBezTo>
                  <a:cubicBezTo>
                    <a:pt x="54803" y="106489"/>
                    <a:pt x="20799" y="119825"/>
                    <a:pt x="14036" y="123158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69" name="组合 68"/>
          <p:cNvGrpSpPr/>
          <p:nvPr/>
        </p:nvGrpSpPr>
        <p:grpSpPr>
          <a:xfrm rot="275271" flipH="1">
            <a:off x="10285980" y="2697583"/>
            <a:ext cx="325851" cy="1076778"/>
            <a:chOff x="776659" y="3485864"/>
            <a:chExt cx="278871" cy="921532"/>
          </a:xfrm>
        </p:grpSpPr>
        <p:sp>
          <p:nvSpPr>
            <p:cNvPr id="70" name="任意多边形: 形状 69"/>
            <p:cNvSpPr/>
            <p:nvPr/>
          </p:nvSpPr>
          <p:spPr>
            <a:xfrm>
              <a:off x="886295" y="3588246"/>
              <a:ext cx="114300" cy="819150"/>
            </a:xfrm>
            <a:custGeom>
              <a:avLst/>
              <a:gdLst>
                <a:gd name="connsiteX0" fmla="*/ 103132 w 114300"/>
                <a:gd name="connsiteY0" fmla="*/ 10870 h 819150"/>
                <a:gd name="connsiteX1" fmla="*/ 17502 w 114300"/>
                <a:gd name="connsiteY1" fmla="*/ 323481 h 819150"/>
                <a:gd name="connsiteX2" fmla="*/ 8072 w 114300"/>
                <a:gd name="connsiteY2" fmla="*/ 484072 h 819150"/>
                <a:gd name="connsiteX3" fmla="*/ 33504 w 114300"/>
                <a:gd name="connsiteY3" fmla="*/ 639520 h 819150"/>
                <a:gd name="connsiteX4" fmla="*/ 92083 w 114300"/>
                <a:gd name="connsiteY4" fmla="*/ 808684 h 819150"/>
                <a:gd name="connsiteX5" fmla="*/ 102370 w 114300"/>
                <a:gd name="connsiteY5" fmla="*/ 805827 h 819150"/>
                <a:gd name="connsiteX6" fmla="*/ 19883 w 114300"/>
                <a:gd name="connsiteY6" fmla="*/ 501789 h 819150"/>
                <a:gd name="connsiteX7" fmla="*/ 58745 w 114300"/>
                <a:gd name="connsiteY7" fmla="*/ 187178 h 819150"/>
                <a:gd name="connsiteX8" fmla="*/ 113419 w 114300"/>
                <a:gd name="connsiteY8" fmla="*/ 13728 h 819150"/>
                <a:gd name="connsiteX9" fmla="*/ 103132 w 114300"/>
                <a:gd name="connsiteY9" fmla="*/ 10870 h 819150"/>
                <a:gd name="connsiteX10" fmla="*/ 103132 w 114300"/>
                <a:gd name="connsiteY10" fmla="*/ 10870 h 81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4300" h="819150">
                  <a:moveTo>
                    <a:pt x="103132" y="10870"/>
                  </a:moveTo>
                  <a:cubicBezTo>
                    <a:pt x="68746" y="113264"/>
                    <a:pt x="34266" y="216420"/>
                    <a:pt x="17502" y="323481"/>
                  </a:cubicBezTo>
                  <a:cubicBezTo>
                    <a:pt x="9120" y="376535"/>
                    <a:pt x="5215" y="430351"/>
                    <a:pt x="8072" y="484072"/>
                  </a:cubicBezTo>
                  <a:cubicBezTo>
                    <a:pt x="10834" y="536650"/>
                    <a:pt x="20074" y="588657"/>
                    <a:pt x="33504" y="639520"/>
                  </a:cubicBezTo>
                  <a:cubicBezTo>
                    <a:pt x="48744" y="697337"/>
                    <a:pt x="69318" y="753535"/>
                    <a:pt x="92083" y="808684"/>
                  </a:cubicBezTo>
                  <a:cubicBezTo>
                    <a:pt x="94654" y="814971"/>
                    <a:pt x="105037" y="812209"/>
                    <a:pt x="102370" y="805827"/>
                  </a:cubicBezTo>
                  <a:cubicBezTo>
                    <a:pt x="62269" y="708672"/>
                    <a:pt x="28360" y="607231"/>
                    <a:pt x="19883" y="501789"/>
                  </a:cubicBezTo>
                  <a:cubicBezTo>
                    <a:pt x="11311" y="395394"/>
                    <a:pt x="30361" y="289381"/>
                    <a:pt x="58745" y="187178"/>
                  </a:cubicBezTo>
                  <a:cubicBezTo>
                    <a:pt x="74938" y="128694"/>
                    <a:pt x="94178" y="71164"/>
                    <a:pt x="113419" y="13728"/>
                  </a:cubicBezTo>
                  <a:cubicBezTo>
                    <a:pt x="115609" y="7156"/>
                    <a:pt x="105322" y="4298"/>
                    <a:pt x="103132" y="10870"/>
                  </a:cubicBezTo>
                  <a:lnTo>
                    <a:pt x="103132" y="10870"/>
                  </a:lnTo>
                  <a:close/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1" name="任意多边形: 形状 70"/>
            <p:cNvSpPr/>
            <p:nvPr/>
          </p:nvSpPr>
          <p:spPr>
            <a:xfrm>
              <a:off x="951434" y="3485864"/>
              <a:ext cx="66675" cy="200025"/>
            </a:xfrm>
            <a:custGeom>
              <a:avLst/>
              <a:gdLst>
                <a:gd name="connsiteX0" fmla="*/ 17895 w 66675"/>
                <a:gd name="connsiteY0" fmla="*/ 196691 h 200025"/>
                <a:gd name="connsiteX1" fmla="*/ 67806 w 66675"/>
                <a:gd name="connsiteY1" fmla="*/ 91535 h 200025"/>
                <a:gd name="connsiteX2" fmla="*/ 65234 w 66675"/>
                <a:gd name="connsiteY2" fmla="*/ 7144 h 200025"/>
                <a:gd name="connsiteX3" fmla="*/ 15895 w 66675"/>
                <a:gd name="connsiteY3" fmla="*/ 96774 h 200025"/>
                <a:gd name="connsiteX4" fmla="*/ 17895 w 66675"/>
                <a:gd name="connsiteY4" fmla="*/ 196691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200025">
                  <a:moveTo>
                    <a:pt x="17895" y="196691"/>
                  </a:moveTo>
                  <a:cubicBezTo>
                    <a:pt x="49709" y="164211"/>
                    <a:pt x="65996" y="136970"/>
                    <a:pt x="67806" y="91535"/>
                  </a:cubicBezTo>
                  <a:cubicBezTo>
                    <a:pt x="68949" y="63341"/>
                    <a:pt x="63615" y="35242"/>
                    <a:pt x="65234" y="7144"/>
                  </a:cubicBezTo>
                  <a:cubicBezTo>
                    <a:pt x="46184" y="35528"/>
                    <a:pt x="26944" y="64389"/>
                    <a:pt x="15895" y="96774"/>
                  </a:cubicBezTo>
                  <a:cubicBezTo>
                    <a:pt x="4941" y="129159"/>
                    <a:pt x="2846" y="166021"/>
                    <a:pt x="17895" y="196691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2" name="任意多边形: 形状 71"/>
            <p:cNvSpPr/>
            <p:nvPr/>
          </p:nvSpPr>
          <p:spPr>
            <a:xfrm>
              <a:off x="813024" y="3736181"/>
              <a:ext cx="95250" cy="180975"/>
            </a:xfrm>
            <a:custGeom>
              <a:avLst/>
              <a:gdLst>
                <a:gd name="connsiteX0" fmla="*/ 96298 w 95250"/>
                <a:gd name="connsiteY0" fmla="*/ 181070 h 180975"/>
                <a:gd name="connsiteX1" fmla="*/ 64675 w 95250"/>
                <a:gd name="connsiteY1" fmla="*/ 69056 h 180975"/>
                <a:gd name="connsiteX2" fmla="*/ 7144 w 95250"/>
                <a:gd name="connsiteY2" fmla="*/ 7144 h 180975"/>
                <a:gd name="connsiteX3" fmla="*/ 28956 w 95250"/>
                <a:gd name="connsiteY3" fmla="*/ 107061 h 180975"/>
                <a:gd name="connsiteX4" fmla="*/ 96298 w 95250"/>
                <a:gd name="connsiteY4" fmla="*/ 18107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80975">
                  <a:moveTo>
                    <a:pt x="96298" y="181070"/>
                  </a:moveTo>
                  <a:cubicBezTo>
                    <a:pt x="98965" y="135636"/>
                    <a:pt x="93250" y="104489"/>
                    <a:pt x="64675" y="69056"/>
                  </a:cubicBezTo>
                  <a:cubicBezTo>
                    <a:pt x="47053" y="47149"/>
                    <a:pt x="24479" y="29337"/>
                    <a:pt x="7144" y="7144"/>
                  </a:cubicBezTo>
                  <a:cubicBezTo>
                    <a:pt x="11525" y="41053"/>
                    <a:pt x="16002" y="75438"/>
                    <a:pt x="28956" y="107061"/>
                  </a:cubicBezTo>
                  <a:cubicBezTo>
                    <a:pt x="42005" y="138779"/>
                    <a:pt x="64770" y="167926"/>
                    <a:pt x="96298" y="181070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3" name="任意多边形: 形状 72"/>
            <p:cNvSpPr/>
            <p:nvPr/>
          </p:nvSpPr>
          <p:spPr>
            <a:xfrm>
              <a:off x="810356" y="3962495"/>
              <a:ext cx="95250" cy="152400"/>
            </a:xfrm>
            <a:custGeom>
              <a:avLst/>
              <a:gdLst>
                <a:gd name="connsiteX0" fmla="*/ 91821 w 95250"/>
                <a:gd name="connsiteY0" fmla="*/ 152210 h 152400"/>
                <a:gd name="connsiteX1" fmla="*/ 59436 w 95250"/>
                <a:gd name="connsiteY1" fmla="*/ 57531 h 152400"/>
                <a:gd name="connsiteX2" fmla="*/ 7144 w 95250"/>
                <a:gd name="connsiteY2" fmla="*/ 7144 h 152400"/>
                <a:gd name="connsiteX3" fmla="*/ 30575 w 95250"/>
                <a:gd name="connsiteY3" fmla="*/ 91916 h 152400"/>
                <a:gd name="connsiteX4" fmla="*/ 91821 w 95250"/>
                <a:gd name="connsiteY4" fmla="*/ 15221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52400">
                  <a:moveTo>
                    <a:pt x="91821" y="152210"/>
                  </a:moveTo>
                  <a:cubicBezTo>
                    <a:pt x="91916" y="113157"/>
                    <a:pt x="85534" y="86582"/>
                    <a:pt x="59436" y="57531"/>
                  </a:cubicBezTo>
                  <a:cubicBezTo>
                    <a:pt x="43244" y="39529"/>
                    <a:pt x="23051" y="25337"/>
                    <a:pt x="7144" y="7144"/>
                  </a:cubicBezTo>
                  <a:cubicBezTo>
                    <a:pt x="12478" y="36004"/>
                    <a:pt x="17907" y="65342"/>
                    <a:pt x="30575" y="91916"/>
                  </a:cubicBezTo>
                  <a:cubicBezTo>
                    <a:pt x="43244" y="118491"/>
                    <a:pt x="64103" y="142399"/>
                    <a:pt x="91821" y="152210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4" name="任意多边形: 形状 73"/>
            <p:cNvSpPr/>
            <p:nvPr/>
          </p:nvSpPr>
          <p:spPr>
            <a:xfrm>
              <a:off x="824334" y="4280147"/>
              <a:ext cx="142875" cy="85725"/>
            </a:xfrm>
            <a:custGeom>
              <a:avLst/>
              <a:gdLst>
                <a:gd name="connsiteX0" fmla="*/ 144995 w 142875"/>
                <a:gd name="connsiteY0" fmla="*/ 77636 h 85725"/>
                <a:gd name="connsiteX1" fmla="*/ 65937 w 142875"/>
                <a:gd name="connsiteY1" fmla="*/ 16295 h 85725"/>
                <a:gd name="connsiteX2" fmla="*/ 14407 w 142875"/>
                <a:gd name="connsiteY2" fmla="*/ 7246 h 85725"/>
                <a:gd name="connsiteX3" fmla="*/ 8978 w 142875"/>
                <a:gd name="connsiteY3" fmla="*/ 17724 h 85725"/>
                <a:gd name="connsiteX4" fmla="*/ 60794 w 142875"/>
                <a:gd name="connsiteY4" fmla="*/ 60872 h 85725"/>
                <a:gd name="connsiteX5" fmla="*/ 144995 w 142875"/>
                <a:gd name="connsiteY5" fmla="*/ 77636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2875" h="85725">
                  <a:moveTo>
                    <a:pt x="144995" y="77636"/>
                  </a:moveTo>
                  <a:cubicBezTo>
                    <a:pt x="123659" y="44870"/>
                    <a:pt x="103751" y="26201"/>
                    <a:pt x="65937" y="16295"/>
                  </a:cubicBezTo>
                  <a:cubicBezTo>
                    <a:pt x="49078" y="11818"/>
                    <a:pt x="31552" y="10199"/>
                    <a:pt x="14407" y="7246"/>
                  </a:cubicBezTo>
                  <a:cubicBezTo>
                    <a:pt x="8501" y="6198"/>
                    <a:pt x="4691" y="13437"/>
                    <a:pt x="8978" y="17724"/>
                  </a:cubicBezTo>
                  <a:cubicBezTo>
                    <a:pt x="24884" y="33821"/>
                    <a:pt x="41458" y="49156"/>
                    <a:pt x="60794" y="60872"/>
                  </a:cubicBezTo>
                  <a:cubicBezTo>
                    <a:pt x="85844" y="76017"/>
                    <a:pt x="116420" y="84589"/>
                    <a:pt x="144995" y="77636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5" name="任意多边形: 形状 74"/>
            <p:cNvSpPr/>
            <p:nvPr/>
          </p:nvSpPr>
          <p:spPr>
            <a:xfrm>
              <a:off x="776659" y="4159853"/>
              <a:ext cx="152400" cy="66675"/>
            </a:xfrm>
            <a:custGeom>
              <a:avLst/>
              <a:gdLst>
                <a:gd name="connsiteX0" fmla="*/ 147045 w 152400"/>
                <a:gd name="connsiteY0" fmla="*/ 53055 h 66675"/>
                <a:gd name="connsiteX1" fmla="*/ 57796 w 152400"/>
                <a:gd name="connsiteY1" fmla="*/ 7906 h 66675"/>
                <a:gd name="connsiteX2" fmla="*/ 28363 w 152400"/>
                <a:gd name="connsiteY2" fmla="*/ 8001 h 66675"/>
                <a:gd name="connsiteX3" fmla="*/ 7789 w 152400"/>
                <a:gd name="connsiteY3" fmla="*/ 13526 h 66675"/>
                <a:gd name="connsiteX4" fmla="*/ 23982 w 152400"/>
                <a:gd name="connsiteY4" fmla="*/ 34290 h 66675"/>
                <a:gd name="connsiteX5" fmla="*/ 61129 w 152400"/>
                <a:gd name="connsiteY5" fmla="*/ 52578 h 66675"/>
                <a:gd name="connsiteX6" fmla="*/ 147045 w 152400"/>
                <a:gd name="connsiteY6" fmla="*/ 53055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2400" h="66675">
                  <a:moveTo>
                    <a:pt x="147045" y="53055"/>
                  </a:moveTo>
                  <a:cubicBezTo>
                    <a:pt x="119803" y="24956"/>
                    <a:pt x="96753" y="10478"/>
                    <a:pt x="57796" y="7906"/>
                  </a:cubicBezTo>
                  <a:cubicBezTo>
                    <a:pt x="48366" y="7335"/>
                    <a:pt x="37698" y="6477"/>
                    <a:pt x="28363" y="8001"/>
                  </a:cubicBezTo>
                  <a:cubicBezTo>
                    <a:pt x="23887" y="8763"/>
                    <a:pt x="10075" y="9906"/>
                    <a:pt x="7789" y="13526"/>
                  </a:cubicBezTo>
                  <a:cubicBezTo>
                    <a:pt x="3789" y="20193"/>
                    <a:pt x="19505" y="31719"/>
                    <a:pt x="23982" y="34290"/>
                  </a:cubicBezTo>
                  <a:cubicBezTo>
                    <a:pt x="35793" y="41434"/>
                    <a:pt x="48175" y="47816"/>
                    <a:pt x="61129" y="52578"/>
                  </a:cubicBezTo>
                  <a:cubicBezTo>
                    <a:pt x="88657" y="62770"/>
                    <a:pt x="120280" y="65342"/>
                    <a:pt x="147045" y="53055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6" name="任意多边形: 形状 75"/>
            <p:cNvSpPr/>
            <p:nvPr/>
          </p:nvSpPr>
          <p:spPr>
            <a:xfrm>
              <a:off x="902613" y="3604927"/>
              <a:ext cx="47625" cy="180975"/>
            </a:xfrm>
            <a:custGeom>
              <a:avLst/>
              <a:gdLst>
                <a:gd name="connsiteX0" fmla="*/ 33949 w 47625"/>
                <a:gd name="connsiteY0" fmla="*/ 177546 h 180975"/>
                <a:gd name="connsiteX1" fmla="*/ 38807 w 47625"/>
                <a:gd name="connsiteY1" fmla="*/ 82010 h 180975"/>
                <a:gd name="connsiteX2" fmla="*/ 10804 w 47625"/>
                <a:gd name="connsiteY2" fmla="*/ 7144 h 180975"/>
                <a:gd name="connsiteX3" fmla="*/ 7184 w 47625"/>
                <a:gd name="connsiteY3" fmla="*/ 84296 h 180975"/>
                <a:gd name="connsiteX4" fmla="*/ 33949 w 47625"/>
                <a:gd name="connsiteY4" fmla="*/ 177546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180975">
                  <a:moveTo>
                    <a:pt x="33949" y="177546"/>
                  </a:moveTo>
                  <a:cubicBezTo>
                    <a:pt x="44141" y="147256"/>
                    <a:pt x="47856" y="112585"/>
                    <a:pt x="38807" y="82010"/>
                  </a:cubicBezTo>
                  <a:cubicBezTo>
                    <a:pt x="31187" y="56388"/>
                    <a:pt x="17185" y="33052"/>
                    <a:pt x="10804" y="7144"/>
                  </a:cubicBezTo>
                  <a:cubicBezTo>
                    <a:pt x="8137" y="32766"/>
                    <a:pt x="6898" y="58579"/>
                    <a:pt x="7184" y="84296"/>
                  </a:cubicBezTo>
                  <a:cubicBezTo>
                    <a:pt x="7470" y="117348"/>
                    <a:pt x="11470" y="153162"/>
                    <a:pt x="33949" y="177546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7" name="任意多边形: 形状 76"/>
            <p:cNvSpPr/>
            <p:nvPr/>
          </p:nvSpPr>
          <p:spPr>
            <a:xfrm>
              <a:off x="912655" y="3764385"/>
              <a:ext cx="142875" cy="85725"/>
            </a:xfrm>
            <a:custGeom>
              <a:avLst/>
              <a:gdLst>
                <a:gd name="connsiteX0" fmla="*/ 7144 w 142875"/>
                <a:gd name="connsiteY0" fmla="*/ 81810 h 85725"/>
                <a:gd name="connsiteX1" fmla="*/ 86487 w 142875"/>
                <a:gd name="connsiteY1" fmla="*/ 8277 h 85725"/>
                <a:gd name="connsiteX2" fmla="*/ 139446 w 142875"/>
                <a:gd name="connsiteY2" fmla="*/ 10372 h 85725"/>
                <a:gd name="connsiteX3" fmla="*/ 119920 w 142875"/>
                <a:gd name="connsiteY3" fmla="*/ 35995 h 85725"/>
                <a:gd name="connsiteX4" fmla="*/ 7144 w 142875"/>
                <a:gd name="connsiteY4" fmla="*/ 81810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85725">
                  <a:moveTo>
                    <a:pt x="7144" y="81810"/>
                  </a:moveTo>
                  <a:cubicBezTo>
                    <a:pt x="15621" y="44472"/>
                    <a:pt x="48578" y="13897"/>
                    <a:pt x="86487" y="8277"/>
                  </a:cubicBezTo>
                  <a:cubicBezTo>
                    <a:pt x="104013" y="5705"/>
                    <a:pt x="121920" y="7991"/>
                    <a:pt x="139446" y="10372"/>
                  </a:cubicBezTo>
                  <a:cubicBezTo>
                    <a:pt x="134303" y="19802"/>
                    <a:pt x="127730" y="28565"/>
                    <a:pt x="119920" y="35995"/>
                  </a:cubicBezTo>
                  <a:cubicBezTo>
                    <a:pt x="57341" y="95240"/>
                    <a:pt x="15811" y="83429"/>
                    <a:pt x="7144" y="81810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8" name="任意多边形: 形状 77"/>
            <p:cNvSpPr/>
            <p:nvPr/>
          </p:nvSpPr>
          <p:spPr>
            <a:xfrm>
              <a:off x="889661" y="3928872"/>
              <a:ext cx="104775" cy="95250"/>
            </a:xfrm>
            <a:custGeom>
              <a:avLst/>
              <a:gdLst>
                <a:gd name="connsiteX0" fmla="*/ 7182 w 104775"/>
                <a:gd name="connsiteY0" fmla="*/ 94012 h 95250"/>
                <a:gd name="connsiteX1" fmla="*/ 56522 w 104775"/>
                <a:gd name="connsiteY1" fmla="*/ 16764 h 95250"/>
                <a:gd name="connsiteX2" fmla="*/ 100432 w 104775"/>
                <a:gd name="connsiteY2" fmla="*/ 7144 h 95250"/>
                <a:gd name="connsiteX3" fmla="*/ 89859 w 104775"/>
                <a:gd name="connsiteY3" fmla="*/ 32385 h 95250"/>
                <a:gd name="connsiteX4" fmla="*/ 7182 w 104775"/>
                <a:gd name="connsiteY4" fmla="*/ 94012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95250">
                  <a:moveTo>
                    <a:pt x="7182" y="94012"/>
                  </a:moveTo>
                  <a:cubicBezTo>
                    <a:pt x="6134" y="61532"/>
                    <a:pt x="26613" y="29432"/>
                    <a:pt x="56522" y="16764"/>
                  </a:cubicBezTo>
                  <a:cubicBezTo>
                    <a:pt x="70333" y="10858"/>
                    <a:pt x="85478" y="8954"/>
                    <a:pt x="100432" y="7144"/>
                  </a:cubicBezTo>
                  <a:cubicBezTo>
                    <a:pt x="98241" y="16002"/>
                    <a:pt x="94717" y="24575"/>
                    <a:pt x="89859" y="32385"/>
                  </a:cubicBezTo>
                  <a:cubicBezTo>
                    <a:pt x="51188" y="94298"/>
                    <a:pt x="14612" y="93536"/>
                    <a:pt x="7182" y="94012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9" name="任意多边形: 形状 78"/>
            <p:cNvSpPr/>
            <p:nvPr/>
          </p:nvSpPr>
          <p:spPr>
            <a:xfrm>
              <a:off x="941095" y="4193762"/>
              <a:ext cx="66675" cy="123825"/>
            </a:xfrm>
            <a:custGeom>
              <a:avLst/>
              <a:gdLst>
                <a:gd name="connsiteX0" fmla="*/ 15851 w 66675"/>
                <a:gd name="connsiteY0" fmla="*/ 125730 h 123825"/>
                <a:gd name="connsiteX1" fmla="*/ 27090 w 66675"/>
                <a:gd name="connsiteY1" fmla="*/ 34766 h 123825"/>
                <a:gd name="connsiteX2" fmla="*/ 62523 w 66675"/>
                <a:gd name="connsiteY2" fmla="*/ 7144 h 123825"/>
                <a:gd name="connsiteX3" fmla="*/ 63857 w 66675"/>
                <a:gd name="connsiteY3" fmla="*/ 34385 h 123825"/>
                <a:gd name="connsiteX4" fmla="*/ 15851 w 66675"/>
                <a:gd name="connsiteY4" fmla="*/ 125730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123825">
                  <a:moveTo>
                    <a:pt x="15851" y="125730"/>
                  </a:moveTo>
                  <a:cubicBezTo>
                    <a:pt x="897" y="96869"/>
                    <a:pt x="5564" y="59055"/>
                    <a:pt x="27090" y="34766"/>
                  </a:cubicBezTo>
                  <a:cubicBezTo>
                    <a:pt x="36996" y="23527"/>
                    <a:pt x="49855" y="15240"/>
                    <a:pt x="62523" y="7144"/>
                  </a:cubicBezTo>
                  <a:cubicBezTo>
                    <a:pt x="64333" y="16097"/>
                    <a:pt x="64905" y="25337"/>
                    <a:pt x="63857" y="34385"/>
                  </a:cubicBezTo>
                  <a:cubicBezTo>
                    <a:pt x="55761" y="107061"/>
                    <a:pt x="22328" y="122111"/>
                    <a:pt x="15851" y="125730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0" name="任意多边形: 形状 79"/>
            <p:cNvSpPr/>
            <p:nvPr/>
          </p:nvSpPr>
          <p:spPr>
            <a:xfrm>
              <a:off x="903286" y="4070795"/>
              <a:ext cx="66675" cy="123825"/>
            </a:xfrm>
            <a:custGeom>
              <a:avLst/>
              <a:gdLst>
                <a:gd name="connsiteX0" fmla="*/ 14036 w 66675"/>
                <a:gd name="connsiteY0" fmla="*/ 123158 h 123825"/>
                <a:gd name="connsiteX1" fmla="*/ 29943 w 66675"/>
                <a:gd name="connsiteY1" fmla="*/ 32861 h 123825"/>
                <a:gd name="connsiteX2" fmla="*/ 66804 w 66675"/>
                <a:gd name="connsiteY2" fmla="*/ 7144 h 123825"/>
                <a:gd name="connsiteX3" fmla="*/ 66709 w 66675"/>
                <a:gd name="connsiteY3" fmla="*/ 34480 h 123825"/>
                <a:gd name="connsiteX4" fmla="*/ 14036 w 66675"/>
                <a:gd name="connsiteY4" fmla="*/ 123158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123825">
                  <a:moveTo>
                    <a:pt x="14036" y="123158"/>
                  </a:moveTo>
                  <a:cubicBezTo>
                    <a:pt x="606" y="93631"/>
                    <a:pt x="7273" y="56102"/>
                    <a:pt x="29943" y="32861"/>
                  </a:cubicBezTo>
                  <a:cubicBezTo>
                    <a:pt x="40420" y="22098"/>
                    <a:pt x="53755" y="14573"/>
                    <a:pt x="66804" y="7144"/>
                  </a:cubicBezTo>
                  <a:cubicBezTo>
                    <a:pt x="68138" y="16192"/>
                    <a:pt x="68233" y="25432"/>
                    <a:pt x="66709" y="34480"/>
                  </a:cubicBezTo>
                  <a:cubicBezTo>
                    <a:pt x="54803" y="106489"/>
                    <a:pt x="20799" y="119825"/>
                    <a:pt x="14036" y="123158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99333" y="2556870"/>
            <a:ext cx="3868282" cy="2122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正文内容，本段适应大段文字章节。如果文字较多的内容描述比较适合放在这里。</a:t>
            </a:r>
            <a:b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</a:b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  <a:p>
            <a:pPr>
              <a:lnSpc>
                <a:spcPts val="2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请您在此修改您的内容，或者将内容粘贴到记事本后，复制到此段落中。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  <a:p>
            <a:pPr>
              <a:lnSpc>
                <a:spcPts val="2000"/>
              </a:lnSpc>
            </a:pP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  <a:p>
            <a:pPr>
              <a:lnSpc>
                <a:spcPts val="2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如果文字过多，您可右键修改“段落”调节合适的行间距。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513590" y="2556870"/>
            <a:ext cx="3868282" cy="2122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正文内容，本段适应大段文字章节。如果文字较多的内容描述比较适合放在这里。</a:t>
            </a:r>
            <a:b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</a:b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  <a:p>
            <a:pPr>
              <a:lnSpc>
                <a:spcPts val="2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请您在此修改您的内容，或者将内容粘贴到记事本后，复制到此段落中。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  <a:p>
            <a:pPr>
              <a:lnSpc>
                <a:spcPts val="2000"/>
              </a:lnSpc>
            </a:pP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  <a:p>
            <a:pPr>
              <a:lnSpc>
                <a:spcPts val="2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如果文字过多，您可右键修改“段落”调节合适的行间距。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376127" y="4907017"/>
            <a:ext cx="714694" cy="714694"/>
          </a:xfrm>
          <a:prstGeom prst="ellipse">
            <a:avLst/>
          </a:prstGeom>
          <a:solidFill>
            <a:srgbClr val="C3EA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dirty="0">
              <a:cs typeface="+mn-ea"/>
              <a:sym typeface="+mn-lt"/>
            </a:endParaRPr>
          </a:p>
        </p:txBody>
      </p:sp>
      <p:sp>
        <p:nvSpPr>
          <p:cNvPr id="28" name="arrow-pointing-left-circular-button_20407"/>
          <p:cNvSpPr>
            <a:spLocks noChangeAspect="1"/>
          </p:cNvSpPr>
          <p:nvPr/>
        </p:nvSpPr>
        <p:spPr bwMode="auto">
          <a:xfrm>
            <a:off x="3603182" y="5061803"/>
            <a:ext cx="260584" cy="405123"/>
          </a:xfrm>
          <a:custGeom>
            <a:avLst/>
            <a:gdLst>
              <a:gd name="connsiteX0" fmla="*/ 147788 w 390121"/>
              <a:gd name="connsiteY0" fmla="*/ 380983 h 606510"/>
              <a:gd name="connsiteX1" fmla="*/ 203660 w 390121"/>
              <a:gd name="connsiteY1" fmla="*/ 408416 h 606510"/>
              <a:gd name="connsiteX2" fmla="*/ 152397 w 390121"/>
              <a:gd name="connsiteY2" fmla="*/ 553957 h 606510"/>
              <a:gd name="connsiteX3" fmla="*/ 145206 w 390121"/>
              <a:gd name="connsiteY3" fmla="*/ 559020 h 606510"/>
              <a:gd name="connsiteX4" fmla="*/ 145114 w 390121"/>
              <a:gd name="connsiteY4" fmla="*/ 559020 h 606510"/>
              <a:gd name="connsiteX5" fmla="*/ 137922 w 390121"/>
              <a:gd name="connsiteY5" fmla="*/ 554049 h 606510"/>
              <a:gd name="connsiteX6" fmla="*/ 110908 w 390121"/>
              <a:gd name="connsiteY6" fmla="*/ 479944 h 606510"/>
              <a:gd name="connsiteX7" fmla="*/ 106298 w 390121"/>
              <a:gd name="connsiteY7" fmla="*/ 475341 h 606510"/>
              <a:gd name="connsiteX8" fmla="*/ 103717 w 390121"/>
              <a:gd name="connsiteY8" fmla="*/ 474881 h 606510"/>
              <a:gd name="connsiteX9" fmla="*/ 99752 w 390121"/>
              <a:gd name="connsiteY9" fmla="*/ 475985 h 606510"/>
              <a:gd name="connsiteX10" fmla="*/ 32170 w 390121"/>
              <a:gd name="connsiteY10" fmla="*/ 516858 h 606510"/>
              <a:gd name="connsiteX11" fmla="*/ 28206 w 390121"/>
              <a:gd name="connsiteY11" fmla="*/ 517963 h 606510"/>
              <a:gd name="connsiteX12" fmla="*/ 23411 w 390121"/>
              <a:gd name="connsiteY12" fmla="*/ 516214 h 606510"/>
              <a:gd name="connsiteX13" fmla="*/ 20922 w 390121"/>
              <a:gd name="connsiteY13" fmla="*/ 507745 h 606510"/>
              <a:gd name="connsiteX14" fmla="*/ 65638 w 390121"/>
              <a:gd name="connsiteY14" fmla="*/ 381167 h 606510"/>
              <a:gd name="connsiteX15" fmla="*/ 68773 w 390121"/>
              <a:gd name="connsiteY15" fmla="*/ 383192 h 606510"/>
              <a:gd name="connsiteX16" fmla="*/ 106298 w 390121"/>
              <a:gd name="connsiteY16" fmla="*/ 392950 h 606510"/>
              <a:gd name="connsiteX17" fmla="*/ 147788 w 390121"/>
              <a:gd name="connsiteY17" fmla="*/ 380983 h 606510"/>
              <a:gd name="connsiteX18" fmla="*/ 318116 w 390121"/>
              <a:gd name="connsiteY18" fmla="*/ 352192 h 606510"/>
              <a:gd name="connsiteX19" fmla="*/ 389716 w 390121"/>
              <a:gd name="connsiteY19" fmla="*/ 555241 h 606510"/>
              <a:gd name="connsiteX20" fmla="*/ 387321 w 390121"/>
              <a:gd name="connsiteY20" fmla="*/ 563710 h 606510"/>
              <a:gd name="connsiteX21" fmla="*/ 378566 w 390121"/>
              <a:gd name="connsiteY21" fmla="*/ 564262 h 606510"/>
              <a:gd name="connsiteX22" fmla="*/ 310928 w 390121"/>
              <a:gd name="connsiteY22" fmla="*/ 523486 h 606510"/>
              <a:gd name="connsiteX23" fmla="*/ 304477 w 390121"/>
              <a:gd name="connsiteY23" fmla="*/ 522842 h 606510"/>
              <a:gd name="connsiteX24" fmla="*/ 299870 w 390121"/>
              <a:gd name="connsiteY24" fmla="*/ 527352 h 606510"/>
              <a:gd name="connsiteX25" fmla="*/ 272778 w 390121"/>
              <a:gd name="connsiteY25" fmla="*/ 601448 h 606510"/>
              <a:gd name="connsiteX26" fmla="*/ 265590 w 390121"/>
              <a:gd name="connsiteY26" fmla="*/ 606510 h 606510"/>
              <a:gd name="connsiteX27" fmla="*/ 258402 w 390121"/>
              <a:gd name="connsiteY27" fmla="*/ 601356 h 606510"/>
              <a:gd name="connsiteX28" fmla="*/ 218409 w 390121"/>
              <a:gd name="connsiteY28" fmla="*/ 488049 h 606510"/>
              <a:gd name="connsiteX29" fmla="*/ 251122 w 390121"/>
              <a:gd name="connsiteY29" fmla="*/ 395361 h 606510"/>
              <a:gd name="connsiteX30" fmla="*/ 281348 w 390121"/>
              <a:gd name="connsiteY30" fmla="*/ 354953 h 606510"/>
              <a:gd name="connsiteX31" fmla="*/ 294986 w 390121"/>
              <a:gd name="connsiteY31" fmla="*/ 356150 h 606510"/>
              <a:gd name="connsiteX32" fmla="*/ 318116 w 390121"/>
              <a:gd name="connsiteY32" fmla="*/ 352192 h 606510"/>
              <a:gd name="connsiteX33" fmla="*/ 182774 w 390121"/>
              <a:gd name="connsiteY33" fmla="*/ 111352 h 606510"/>
              <a:gd name="connsiteX34" fmla="*/ 255739 w 390121"/>
              <a:gd name="connsiteY34" fmla="*/ 184211 h 606510"/>
              <a:gd name="connsiteX35" fmla="*/ 182774 w 390121"/>
              <a:gd name="connsiteY35" fmla="*/ 257070 h 606510"/>
              <a:gd name="connsiteX36" fmla="*/ 109809 w 390121"/>
              <a:gd name="connsiteY36" fmla="*/ 184211 h 606510"/>
              <a:gd name="connsiteX37" fmla="*/ 182774 w 390121"/>
              <a:gd name="connsiteY37" fmla="*/ 111352 h 606510"/>
              <a:gd name="connsiteX38" fmla="*/ 182777 w 390121"/>
              <a:gd name="connsiteY38" fmla="*/ 71066 h 606510"/>
              <a:gd name="connsiteX39" fmla="*/ 69399 w 390121"/>
              <a:gd name="connsiteY39" fmla="*/ 184200 h 606510"/>
              <a:gd name="connsiteX40" fmla="*/ 182777 w 390121"/>
              <a:gd name="connsiteY40" fmla="*/ 297427 h 606510"/>
              <a:gd name="connsiteX41" fmla="*/ 296064 w 390121"/>
              <a:gd name="connsiteY41" fmla="*/ 184200 h 606510"/>
              <a:gd name="connsiteX42" fmla="*/ 182777 w 390121"/>
              <a:gd name="connsiteY42" fmla="*/ 71066 h 606510"/>
              <a:gd name="connsiteX43" fmla="*/ 237168 w 390121"/>
              <a:gd name="connsiteY43" fmla="*/ 29923 h 606510"/>
              <a:gd name="connsiteX44" fmla="*/ 237982 w 390121"/>
              <a:gd name="connsiteY44" fmla="*/ 29923 h 606510"/>
              <a:gd name="connsiteX45" fmla="*/ 238729 w 390121"/>
              <a:gd name="connsiteY45" fmla="*/ 31391 h 606510"/>
              <a:gd name="connsiteX46" fmla="*/ 238729 w 390121"/>
              <a:gd name="connsiteY46" fmla="*/ 31483 h 606510"/>
              <a:gd name="connsiteX47" fmla="*/ 239812 w 390121"/>
              <a:gd name="connsiteY47" fmla="*/ 33022 h 606510"/>
              <a:gd name="connsiteX48" fmla="*/ 237168 w 390121"/>
              <a:gd name="connsiteY48" fmla="*/ 33022 h 606510"/>
              <a:gd name="connsiteX49" fmla="*/ 237657 w 390121"/>
              <a:gd name="connsiteY49" fmla="*/ 29285 h 606510"/>
              <a:gd name="connsiteX50" fmla="*/ 241131 w 390121"/>
              <a:gd name="connsiteY50" fmla="*/ 29285 h 606510"/>
              <a:gd name="connsiteX51" fmla="*/ 241131 w 390121"/>
              <a:gd name="connsiteY51" fmla="*/ 33660 h 606510"/>
              <a:gd name="connsiteX52" fmla="*/ 240261 w 390121"/>
              <a:gd name="connsiteY52" fmla="*/ 33660 h 606510"/>
              <a:gd name="connsiteX53" fmla="*/ 239812 w 390121"/>
              <a:gd name="connsiteY53" fmla="*/ 33022 h 606510"/>
              <a:gd name="connsiteX54" fmla="*/ 240578 w 390121"/>
              <a:gd name="connsiteY54" fmla="*/ 33022 h 606510"/>
              <a:gd name="connsiteX55" fmla="*/ 240578 w 390121"/>
              <a:gd name="connsiteY55" fmla="*/ 29923 h 606510"/>
              <a:gd name="connsiteX56" fmla="*/ 237982 w 390121"/>
              <a:gd name="connsiteY56" fmla="*/ 29923 h 606510"/>
              <a:gd name="connsiteX57" fmla="*/ 201950 w 390121"/>
              <a:gd name="connsiteY57" fmla="*/ 0 h 606510"/>
              <a:gd name="connsiteX58" fmla="*/ 207757 w 390121"/>
              <a:gd name="connsiteY58" fmla="*/ 460 h 606510"/>
              <a:gd name="connsiteX59" fmla="*/ 228290 w 390121"/>
              <a:gd name="connsiteY59" fmla="*/ 10885 h 606510"/>
              <a:gd name="connsiteX60" fmla="*/ 237657 w 390121"/>
              <a:gd name="connsiteY60" fmla="*/ 29285 h 606510"/>
              <a:gd name="connsiteX61" fmla="*/ 236615 w 390121"/>
              <a:gd name="connsiteY61" fmla="*/ 29285 h 606510"/>
              <a:gd name="connsiteX62" fmla="*/ 236615 w 390121"/>
              <a:gd name="connsiteY62" fmla="*/ 33660 h 606510"/>
              <a:gd name="connsiteX63" fmla="*/ 240261 w 390121"/>
              <a:gd name="connsiteY63" fmla="*/ 33660 h 606510"/>
              <a:gd name="connsiteX64" fmla="*/ 252648 w 390121"/>
              <a:gd name="connsiteY64" fmla="*/ 51274 h 606510"/>
              <a:gd name="connsiteX65" fmla="*/ 265922 w 390121"/>
              <a:gd name="connsiteY65" fmla="*/ 54680 h 606510"/>
              <a:gd name="connsiteX66" fmla="*/ 276799 w 390121"/>
              <a:gd name="connsiteY66" fmla="*/ 52471 h 606510"/>
              <a:gd name="connsiteX67" fmla="*/ 291455 w 390121"/>
              <a:gd name="connsiteY67" fmla="*/ 49433 h 606510"/>
              <a:gd name="connsiteX68" fmla="*/ 319569 w 390121"/>
              <a:gd name="connsiteY68" fmla="*/ 62229 h 606510"/>
              <a:gd name="connsiteX69" fmla="*/ 323348 w 390121"/>
              <a:gd name="connsiteY69" fmla="*/ 105862 h 606510"/>
              <a:gd name="connsiteX70" fmla="*/ 321228 w 390121"/>
              <a:gd name="connsiteY70" fmla="*/ 129981 h 606510"/>
              <a:gd name="connsiteX71" fmla="*/ 339019 w 390121"/>
              <a:gd name="connsiteY71" fmla="*/ 146366 h 606510"/>
              <a:gd name="connsiteX72" fmla="*/ 365474 w 390121"/>
              <a:gd name="connsiteY72" fmla="*/ 181347 h 606510"/>
              <a:gd name="connsiteX73" fmla="*/ 340217 w 390121"/>
              <a:gd name="connsiteY73" fmla="*/ 217156 h 606510"/>
              <a:gd name="connsiteX74" fmla="*/ 323164 w 390121"/>
              <a:gd name="connsiteY74" fmla="*/ 234278 h 606510"/>
              <a:gd name="connsiteX75" fmla="*/ 326114 w 390121"/>
              <a:gd name="connsiteY75" fmla="*/ 258212 h 606510"/>
              <a:gd name="connsiteX76" fmla="*/ 323901 w 390121"/>
              <a:gd name="connsiteY76" fmla="*/ 302030 h 606510"/>
              <a:gd name="connsiteX77" fmla="*/ 294958 w 390121"/>
              <a:gd name="connsiteY77" fmla="*/ 315838 h 606510"/>
              <a:gd name="connsiteX78" fmla="*/ 281592 w 390121"/>
              <a:gd name="connsiteY78" fmla="*/ 313353 h 606510"/>
              <a:gd name="connsiteX79" fmla="*/ 281592 w 390121"/>
              <a:gd name="connsiteY79" fmla="*/ 313260 h 606510"/>
              <a:gd name="connsiteX80" fmla="*/ 271637 w 390121"/>
              <a:gd name="connsiteY80" fmla="*/ 311419 h 606510"/>
              <a:gd name="connsiteX81" fmla="*/ 257441 w 390121"/>
              <a:gd name="connsiteY81" fmla="*/ 315378 h 606510"/>
              <a:gd name="connsiteX82" fmla="*/ 244352 w 390121"/>
              <a:gd name="connsiteY82" fmla="*/ 335722 h 606510"/>
              <a:gd name="connsiteX83" fmla="*/ 214486 w 390121"/>
              <a:gd name="connsiteY83" fmla="*/ 367757 h 606510"/>
              <a:gd name="connsiteX84" fmla="*/ 207297 w 390121"/>
              <a:gd name="connsiteY84" fmla="*/ 368493 h 606510"/>
              <a:gd name="connsiteX85" fmla="*/ 174758 w 390121"/>
              <a:gd name="connsiteY85" fmla="*/ 349254 h 606510"/>
              <a:gd name="connsiteX86" fmla="*/ 174666 w 390121"/>
              <a:gd name="connsiteY86" fmla="*/ 349254 h 606510"/>
              <a:gd name="connsiteX87" fmla="*/ 154940 w 390121"/>
              <a:gd name="connsiteY87" fmla="*/ 335354 h 606510"/>
              <a:gd name="connsiteX88" fmla="*/ 150607 w 390121"/>
              <a:gd name="connsiteY88" fmla="*/ 335077 h 606510"/>
              <a:gd name="connsiteX89" fmla="*/ 131803 w 390121"/>
              <a:gd name="connsiteY89" fmla="*/ 342534 h 606510"/>
              <a:gd name="connsiteX90" fmla="*/ 106270 w 390121"/>
              <a:gd name="connsiteY90" fmla="*/ 352568 h 606510"/>
              <a:gd name="connsiteX91" fmla="*/ 88295 w 390121"/>
              <a:gd name="connsiteY91" fmla="*/ 347965 h 606510"/>
              <a:gd name="connsiteX92" fmla="*/ 69675 w 390121"/>
              <a:gd name="connsiteY92" fmla="*/ 308658 h 606510"/>
              <a:gd name="connsiteX93" fmla="*/ 63500 w 390121"/>
              <a:gd name="connsiteY93" fmla="*/ 284908 h 606510"/>
              <a:gd name="connsiteX94" fmla="*/ 42760 w 390121"/>
              <a:gd name="connsiteY94" fmla="*/ 275426 h 606510"/>
              <a:gd name="connsiteX95" fmla="*/ 41193 w 390121"/>
              <a:gd name="connsiteY95" fmla="*/ 275518 h 606510"/>
              <a:gd name="connsiteX96" fmla="*/ 39165 w 390121"/>
              <a:gd name="connsiteY96" fmla="*/ 275518 h 606510"/>
              <a:gd name="connsiteX97" fmla="*/ 4414 w 390121"/>
              <a:gd name="connsiteY97" fmla="*/ 251676 h 606510"/>
              <a:gd name="connsiteX98" fmla="*/ 15752 w 390121"/>
              <a:gd name="connsiteY98" fmla="*/ 209423 h 606510"/>
              <a:gd name="connsiteX99" fmla="*/ 25983 w 390121"/>
              <a:gd name="connsiteY99" fmla="*/ 187514 h 606510"/>
              <a:gd name="connsiteX100" fmla="*/ 15014 w 390121"/>
              <a:gd name="connsiteY100" fmla="*/ 166066 h 606510"/>
              <a:gd name="connsiteX101" fmla="*/ 14922 w 390121"/>
              <a:gd name="connsiteY101" fmla="*/ 165974 h 606510"/>
              <a:gd name="connsiteX102" fmla="*/ 2017 w 390121"/>
              <a:gd name="connsiteY102" fmla="*/ 124089 h 606510"/>
              <a:gd name="connsiteX103" fmla="*/ 37229 w 390121"/>
              <a:gd name="connsiteY103" fmla="*/ 99050 h 606510"/>
              <a:gd name="connsiteX104" fmla="*/ 37966 w 390121"/>
              <a:gd name="connsiteY104" fmla="*/ 99050 h 606510"/>
              <a:gd name="connsiteX105" fmla="*/ 38519 w 390121"/>
              <a:gd name="connsiteY105" fmla="*/ 99050 h 606510"/>
              <a:gd name="connsiteX106" fmla="*/ 59905 w 390121"/>
              <a:gd name="connsiteY106" fmla="*/ 88832 h 606510"/>
              <a:gd name="connsiteX107" fmla="*/ 65343 w 390121"/>
              <a:gd name="connsiteY107" fmla="*/ 65266 h 606510"/>
              <a:gd name="connsiteX108" fmla="*/ 82304 w 390121"/>
              <a:gd name="connsiteY108" fmla="*/ 24947 h 606510"/>
              <a:gd name="connsiteX109" fmla="*/ 101569 w 390121"/>
              <a:gd name="connsiteY109" fmla="*/ 19608 h 606510"/>
              <a:gd name="connsiteX110" fmla="*/ 126088 w 390121"/>
              <a:gd name="connsiteY110" fmla="*/ 28721 h 606510"/>
              <a:gd name="connsiteX111" fmla="*/ 144155 w 390121"/>
              <a:gd name="connsiteY111" fmla="*/ 35533 h 606510"/>
              <a:gd name="connsiteX112" fmla="*/ 149409 w 390121"/>
              <a:gd name="connsiteY112" fmla="*/ 34981 h 606510"/>
              <a:gd name="connsiteX113" fmla="*/ 168674 w 390121"/>
              <a:gd name="connsiteY113" fmla="*/ 20436 h 606510"/>
              <a:gd name="connsiteX114" fmla="*/ 201950 w 390121"/>
              <a:gd name="connsiteY114" fmla="*/ 0 h 60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390121" h="606510">
                <a:moveTo>
                  <a:pt x="147788" y="380983"/>
                </a:moveTo>
                <a:cubicBezTo>
                  <a:pt x="161617" y="397461"/>
                  <a:pt x="181901" y="407311"/>
                  <a:pt x="203660" y="408416"/>
                </a:cubicBezTo>
                <a:lnTo>
                  <a:pt x="152397" y="553957"/>
                </a:lnTo>
                <a:cubicBezTo>
                  <a:pt x="151291" y="556995"/>
                  <a:pt x="148433" y="559020"/>
                  <a:pt x="145206" y="559020"/>
                </a:cubicBezTo>
                <a:lnTo>
                  <a:pt x="145114" y="559020"/>
                </a:lnTo>
                <a:cubicBezTo>
                  <a:pt x="141887" y="559020"/>
                  <a:pt x="139029" y="556995"/>
                  <a:pt x="137922" y="554049"/>
                </a:cubicBezTo>
                <a:lnTo>
                  <a:pt x="110908" y="479944"/>
                </a:lnTo>
                <a:cubicBezTo>
                  <a:pt x="110078" y="477734"/>
                  <a:pt x="108419" y="476077"/>
                  <a:pt x="106298" y="475341"/>
                </a:cubicBezTo>
                <a:cubicBezTo>
                  <a:pt x="105376" y="475065"/>
                  <a:pt x="104546" y="474881"/>
                  <a:pt x="103717" y="474881"/>
                </a:cubicBezTo>
                <a:cubicBezTo>
                  <a:pt x="102334" y="474881"/>
                  <a:pt x="100951" y="475249"/>
                  <a:pt x="99752" y="475985"/>
                </a:cubicBezTo>
                <a:lnTo>
                  <a:pt x="32170" y="516858"/>
                </a:lnTo>
                <a:cubicBezTo>
                  <a:pt x="30880" y="517595"/>
                  <a:pt x="29589" y="517963"/>
                  <a:pt x="28206" y="517963"/>
                </a:cubicBezTo>
                <a:cubicBezTo>
                  <a:pt x="26454" y="517963"/>
                  <a:pt x="24794" y="517318"/>
                  <a:pt x="23411" y="516214"/>
                </a:cubicBezTo>
                <a:cubicBezTo>
                  <a:pt x="20830" y="514189"/>
                  <a:pt x="19908" y="510782"/>
                  <a:pt x="20922" y="507745"/>
                </a:cubicBezTo>
                <a:lnTo>
                  <a:pt x="65638" y="381167"/>
                </a:lnTo>
                <a:cubicBezTo>
                  <a:pt x="66653" y="381904"/>
                  <a:pt x="67667" y="382640"/>
                  <a:pt x="68773" y="383192"/>
                </a:cubicBezTo>
                <a:cubicBezTo>
                  <a:pt x="80206" y="389544"/>
                  <a:pt x="93206" y="392950"/>
                  <a:pt x="106298" y="392950"/>
                </a:cubicBezTo>
                <a:cubicBezTo>
                  <a:pt x="121142" y="392950"/>
                  <a:pt x="135433" y="388716"/>
                  <a:pt x="147788" y="380983"/>
                </a:cubicBezTo>
                <a:close/>
                <a:moveTo>
                  <a:pt x="318116" y="352192"/>
                </a:moveTo>
                <a:lnTo>
                  <a:pt x="389716" y="555241"/>
                </a:lnTo>
                <a:cubicBezTo>
                  <a:pt x="390730" y="558279"/>
                  <a:pt x="389809" y="561592"/>
                  <a:pt x="387321" y="563710"/>
                </a:cubicBezTo>
                <a:cubicBezTo>
                  <a:pt x="384832" y="565734"/>
                  <a:pt x="381331" y="565919"/>
                  <a:pt x="378566" y="564262"/>
                </a:cubicBezTo>
                <a:lnTo>
                  <a:pt x="310928" y="523486"/>
                </a:lnTo>
                <a:cubicBezTo>
                  <a:pt x="308993" y="522290"/>
                  <a:pt x="306597" y="522013"/>
                  <a:pt x="304477" y="522842"/>
                </a:cubicBezTo>
                <a:cubicBezTo>
                  <a:pt x="302266" y="523578"/>
                  <a:pt x="300607" y="525235"/>
                  <a:pt x="299870" y="527352"/>
                </a:cubicBezTo>
                <a:lnTo>
                  <a:pt x="272778" y="601448"/>
                </a:lnTo>
                <a:cubicBezTo>
                  <a:pt x="271672" y="604485"/>
                  <a:pt x="268815" y="606510"/>
                  <a:pt x="265590" y="606510"/>
                </a:cubicBezTo>
                <a:cubicBezTo>
                  <a:pt x="262365" y="606510"/>
                  <a:pt x="259508" y="604393"/>
                  <a:pt x="258402" y="601356"/>
                </a:cubicBezTo>
                <a:lnTo>
                  <a:pt x="218409" y="488049"/>
                </a:lnTo>
                <a:lnTo>
                  <a:pt x="251122" y="395361"/>
                </a:lnTo>
                <a:cubicBezTo>
                  <a:pt x="265314" y="385788"/>
                  <a:pt x="276003" y="371613"/>
                  <a:pt x="281348" y="354953"/>
                </a:cubicBezTo>
                <a:cubicBezTo>
                  <a:pt x="285863" y="355782"/>
                  <a:pt x="290378" y="356150"/>
                  <a:pt x="294986" y="356150"/>
                </a:cubicBezTo>
                <a:cubicBezTo>
                  <a:pt x="303003" y="356150"/>
                  <a:pt x="310744" y="354493"/>
                  <a:pt x="318116" y="352192"/>
                </a:cubicBezTo>
                <a:close/>
                <a:moveTo>
                  <a:pt x="182774" y="111352"/>
                </a:moveTo>
                <a:cubicBezTo>
                  <a:pt x="223071" y="111352"/>
                  <a:pt x="255739" y="143972"/>
                  <a:pt x="255739" y="184211"/>
                </a:cubicBezTo>
                <a:cubicBezTo>
                  <a:pt x="255739" y="224450"/>
                  <a:pt x="223071" y="257070"/>
                  <a:pt x="182774" y="257070"/>
                </a:cubicBezTo>
                <a:cubicBezTo>
                  <a:pt x="142477" y="257070"/>
                  <a:pt x="109809" y="224450"/>
                  <a:pt x="109809" y="184211"/>
                </a:cubicBezTo>
                <a:cubicBezTo>
                  <a:pt x="109809" y="143972"/>
                  <a:pt x="142477" y="111352"/>
                  <a:pt x="182774" y="111352"/>
                </a:cubicBezTo>
                <a:close/>
                <a:moveTo>
                  <a:pt x="182777" y="71066"/>
                </a:moveTo>
                <a:cubicBezTo>
                  <a:pt x="120281" y="71066"/>
                  <a:pt x="69399" y="121788"/>
                  <a:pt x="69399" y="184200"/>
                </a:cubicBezTo>
                <a:cubicBezTo>
                  <a:pt x="69399" y="246613"/>
                  <a:pt x="120281" y="297427"/>
                  <a:pt x="182777" y="297427"/>
                </a:cubicBezTo>
                <a:cubicBezTo>
                  <a:pt x="245274" y="297427"/>
                  <a:pt x="296064" y="246613"/>
                  <a:pt x="296064" y="184200"/>
                </a:cubicBezTo>
                <a:cubicBezTo>
                  <a:pt x="296064" y="121788"/>
                  <a:pt x="245274" y="71066"/>
                  <a:pt x="182777" y="71066"/>
                </a:cubicBezTo>
                <a:close/>
                <a:moveTo>
                  <a:pt x="237168" y="29923"/>
                </a:moveTo>
                <a:lnTo>
                  <a:pt x="237982" y="29923"/>
                </a:lnTo>
                <a:lnTo>
                  <a:pt x="238729" y="31391"/>
                </a:lnTo>
                <a:lnTo>
                  <a:pt x="238729" y="31483"/>
                </a:lnTo>
                <a:lnTo>
                  <a:pt x="239812" y="33022"/>
                </a:lnTo>
                <a:lnTo>
                  <a:pt x="237168" y="33022"/>
                </a:lnTo>
                <a:close/>
                <a:moveTo>
                  <a:pt x="237657" y="29285"/>
                </a:moveTo>
                <a:lnTo>
                  <a:pt x="241131" y="29285"/>
                </a:lnTo>
                <a:lnTo>
                  <a:pt x="241131" y="33660"/>
                </a:lnTo>
                <a:lnTo>
                  <a:pt x="240261" y="33660"/>
                </a:lnTo>
                <a:lnTo>
                  <a:pt x="239812" y="33022"/>
                </a:lnTo>
                <a:lnTo>
                  <a:pt x="240578" y="33022"/>
                </a:lnTo>
                <a:lnTo>
                  <a:pt x="240578" y="29923"/>
                </a:lnTo>
                <a:lnTo>
                  <a:pt x="237982" y="29923"/>
                </a:lnTo>
                <a:close/>
                <a:moveTo>
                  <a:pt x="201950" y="0"/>
                </a:moveTo>
                <a:cubicBezTo>
                  <a:pt x="203886" y="0"/>
                  <a:pt x="205822" y="184"/>
                  <a:pt x="207757" y="460"/>
                </a:cubicBezTo>
                <a:cubicBezTo>
                  <a:pt x="215731" y="1703"/>
                  <a:pt x="222852" y="5454"/>
                  <a:pt x="228290" y="10885"/>
                </a:cubicBezTo>
                <a:lnTo>
                  <a:pt x="237657" y="29285"/>
                </a:lnTo>
                <a:lnTo>
                  <a:pt x="236615" y="29285"/>
                </a:lnTo>
                <a:lnTo>
                  <a:pt x="236615" y="33660"/>
                </a:lnTo>
                <a:lnTo>
                  <a:pt x="240261" y="33660"/>
                </a:lnTo>
                <a:lnTo>
                  <a:pt x="252648" y="51274"/>
                </a:lnTo>
                <a:cubicBezTo>
                  <a:pt x="256796" y="53484"/>
                  <a:pt x="261313" y="54680"/>
                  <a:pt x="265922" y="54680"/>
                </a:cubicBezTo>
                <a:cubicBezTo>
                  <a:pt x="269609" y="54680"/>
                  <a:pt x="273296" y="53944"/>
                  <a:pt x="276799" y="52471"/>
                </a:cubicBezTo>
                <a:cubicBezTo>
                  <a:pt x="281500" y="50446"/>
                  <a:pt x="286477" y="49433"/>
                  <a:pt x="291455" y="49433"/>
                </a:cubicBezTo>
                <a:cubicBezTo>
                  <a:pt x="301963" y="49433"/>
                  <a:pt x="312287" y="53944"/>
                  <a:pt x="319569" y="62229"/>
                </a:cubicBezTo>
                <a:cubicBezTo>
                  <a:pt x="330170" y="74380"/>
                  <a:pt x="331737" y="92054"/>
                  <a:pt x="323348" y="105862"/>
                </a:cubicBezTo>
                <a:cubicBezTo>
                  <a:pt x="319016" y="113135"/>
                  <a:pt x="318186" y="122064"/>
                  <a:pt x="321228" y="129981"/>
                </a:cubicBezTo>
                <a:cubicBezTo>
                  <a:pt x="324270" y="137805"/>
                  <a:pt x="330815" y="143881"/>
                  <a:pt x="339019" y="146366"/>
                </a:cubicBezTo>
                <a:cubicBezTo>
                  <a:pt x="354412" y="151061"/>
                  <a:pt x="365105" y="165145"/>
                  <a:pt x="365474" y="181347"/>
                </a:cubicBezTo>
                <a:cubicBezTo>
                  <a:pt x="365750" y="197456"/>
                  <a:pt x="355611" y="211909"/>
                  <a:pt x="340217" y="217156"/>
                </a:cubicBezTo>
                <a:cubicBezTo>
                  <a:pt x="332197" y="219918"/>
                  <a:pt x="325929" y="226269"/>
                  <a:pt x="323164" y="234278"/>
                </a:cubicBezTo>
                <a:cubicBezTo>
                  <a:pt x="320399" y="242287"/>
                  <a:pt x="321505" y="251124"/>
                  <a:pt x="326114" y="258212"/>
                </a:cubicBezTo>
                <a:cubicBezTo>
                  <a:pt x="335055" y="271744"/>
                  <a:pt x="334133" y="289418"/>
                  <a:pt x="323901" y="302030"/>
                </a:cubicBezTo>
                <a:cubicBezTo>
                  <a:pt x="316712" y="310867"/>
                  <a:pt x="306019" y="315838"/>
                  <a:pt x="294958" y="315838"/>
                </a:cubicBezTo>
                <a:cubicBezTo>
                  <a:pt x="290441" y="315838"/>
                  <a:pt x="285924" y="315010"/>
                  <a:pt x="281592" y="313353"/>
                </a:cubicBezTo>
                <a:lnTo>
                  <a:pt x="281592" y="313260"/>
                </a:lnTo>
                <a:cubicBezTo>
                  <a:pt x="278366" y="312064"/>
                  <a:pt x="274955" y="311419"/>
                  <a:pt x="271637" y="311419"/>
                </a:cubicBezTo>
                <a:cubicBezTo>
                  <a:pt x="266751" y="311419"/>
                  <a:pt x="261774" y="312800"/>
                  <a:pt x="257441" y="315378"/>
                </a:cubicBezTo>
                <a:cubicBezTo>
                  <a:pt x="250159" y="319796"/>
                  <a:pt x="245366" y="327253"/>
                  <a:pt x="244352" y="335722"/>
                </a:cubicBezTo>
                <a:cubicBezTo>
                  <a:pt x="242416" y="351739"/>
                  <a:pt x="230341" y="364719"/>
                  <a:pt x="214486" y="367757"/>
                </a:cubicBezTo>
                <a:cubicBezTo>
                  <a:pt x="212090" y="368217"/>
                  <a:pt x="209693" y="368493"/>
                  <a:pt x="207297" y="368493"/>
                </a:cubicBezTo>
                <a:cubicBezTo>
                  <a:pt x="194023" y="368493"/>
                  <a:pt x="181395" y="361313"/>
                  <a:pt x="174758" y="349254"/>
                </a:cubicBezTo>
                <a:lnTo>
                  <a:pt x="174666" y="349254"/>
                </a:lnTo>
                <a:cubicBezTo>
                  <a:pt x="170610" y="341797"/>
                  <a:pt x="163328" y="336734"/>
                  <a:pt x="154940" y="335354"/>
                </a:cubicBezTo>
                <a:cubicBezTo>
                  <a:pt x="153465" y="335169"/>
                  <a:pt x="152082" y="335077"/>
                  <a:pt x="150607" y="335077"/>
                </a:cubicBezTo>
                <a:cubicBezTo>
                  <a:pt x="143694" y="335077"/>
                  <a:pt x="136965" y="337655"/>
                  <a:pt x="131803" y="342534"/>
                </a:cubicBezTo>
                <a:cubicBezTo>
                  <a:pt x="124705" y="349162"/>
                  <a:pt x="115488" y="352568"/>
                  <a:pt x="106270" y="352568"/>
                </a:cubicBezTo>
                <a:cubicBezTo>
                  <a:pt x="100094" y="352568"/>
                  <a:pt x="93918" y="351095"/>
                  <a:pt x="88295" y="347965"/>
                </a:cubicBezTo>
                <a:cubicBezTo>
                  <a:pt x="74100" y="340140"/>
                  <a:pt x="66541" y="324491"/>
                  <a:pt x="69675" y="308658"/>
                </a:cubicBezTo>
                <a:cubicBezTo>
                  <a:pt x="71335" y="300373"/>
                  <a:pt x="69030" y="291260"/>
                  <a:pt x="63500" y="284908"/>
                </a:cubicBezTo>
                <a:cubicBezTo>
                  <a:pt x="58245" y="278924"/>
                  <a:pt x="50687" y="275426"/>
                  <a:pt x="42760" y="275426"/>
                </a:cubicBezTo>
                <a:cubicBezTo>
                  <a:pt x="42207" y="275426"/>
                  <a:pt x="41746" y="275426"/>
                  <a:pt x="41193" y="275518"/>
                </a:cubicBezTo>
                <a:cubicBezTo>
                  <a:pt x="40547" y="275518"/>
                  <a:pt x="39810" y="275518"/>
                  <a:pt x="39165" y="275518"/>
                </a:cubicBezTo>
                <a:cubicBezTo>
                  <a:pt x="23771" y="275518"/>
                  <a:pt x="9944" y="266129"/>
                  <a:pt x="4414" y="251676"/>
                </a:cubicBezTo>
                <a:cubicBezTo>
                  <a:pt x="-1394" y="236671"/>
                  <a:pt x="3123" y="219549"/>
                  <a:pt x="15752" y="209423"/>
                </a:cubicBezTo>
                <a:cubicBezTo>
                  <a:pt x="22388" y="204084"/>
                  <a:pt x="26168" y="195983"/>
                  <a:pt x="25983" y="187514"/>
                </a:cubicBezTo>
                <a:cubicBezTo>
                  <a:pt x="25799" y="179045"/>
                  <a:pt x="21743" y="171129"/>
                  <a:pt x="15014" y="166066"/>
                </a:cubicBezTo>
                <a:lnTo>
                  <a:pt x="14922" y="165974"/>
                </a:lnTo>
                <a:cubicBezTo>
                  <a:pt x="2017" y="156308"/>
                  <a:pt x="-3237" y="139370"/>
                  <a:pt x="2017" y="124089"/>
                </a:cubicBezTo>
                <a:cubicBezTo>
                  <a:pt x="7179" y="109084"/>
                  <a:pt x="21374" y="99050"/>
                  <a:pt x="37229" y="99050"/>
                </a:cubicBezTo>
                <a:cubicBezTo>
                  <a:pt x="37505" y="99050"/>
                  <a:pt x="37782" y="99050"/>
                  <a:pt x="37966" y="99050"/>
                </a:cubicBezTo>
                <a:lnTo>
                  <a:pt x="38519" y="99050"/>
                </a:lnTo>
                <a:cubicBezTo>
                  <a:pt x="46815" y="99050"/>
                  <a:pt x="54650" y="95276"/>
                  <a:pt x="59905" y="88832"/>
                </a:cubicBezTo>
                <a:cubicBezTo>
                  <a:pt x="65251" y="82204"/>
                  <a:pt x="67279" y="73551"/>
                  <a:pt x="65343" y="65266"/>
                </a:cubicBezTo>
                <a:cubicBezTo>
                  <a:pt x="61656" y="49525"/>
                  <a:pt x="68477" y="33232"/>
                  <a:pt x="82304" y="24947"/>
                </a:cubicBezTo>
                <a:cubicBezTo>
                  <a:pt x="88295" y="21357"/>
                  <a:pt x="94932" y="19608"/>
                  <a:pt x="101569" y="19608"/>
                </a:cubicBezTo>
                <a:cubicBezTo>
                  <a:pt x="110326" y="19608"/>
                  <a:pt x="119083" y="22645"/>
                  <a:pt x="126088" y="28721"/>
                </a:cubicBezTo>
                <a:cubicBezTo>
                  <a:pt x="131158" y="33140"/>
                  <a:pt x="137518" y="35533"/>
                  <a:pt x="144155" y="35533"/>
                </a:cubicBezTo>
                <a:cubicBezTo>
                  <a:pt x="145906" y="35533"/>
                  <a:pt x="147658" y="35349"/>
                  <a:pt x="149409" y="34981"/>
                </a:cubicBezTo>
                <a:cubicBezTo>
                  <a:pt x="157705" y="33416"/>
                  <a:pt x="164895" y="27985"/>
                  <a:pt x="168674" y="20436"/>
                </a:cubicBezTo>
                <a:cubicBezTo>
                  <a:pt x="175127" y="7733"/>
                  <a:pt x="188031" y="0"/>
                  <a:pt x="201950" y="0"/>
                </a:cubicBezTo>
                <a:close/>
              </a:path>
            </a:pathLst>
          </a:custGeom>
          <a:solidFill>
            <a:srgbClr val="90B3D7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8090384" y="4907017"/>
            <a:ext cx="714694" cy="714694"/>
            <a:chOff x="8332523" y="5156790"/>
            <a:chExt cx="714694" cy="714694"/>
          </a:xfrm>
        </p:grpSpPr>
        <p:sp>
          <p:nvSpPr>
            <p:cNvPr id="29" name="椭圆 28"/>
            <p:cNvSpPr/>
            <p:nvPr/>
          </p:nvSpPr>
          <p:spPr>
            <a:xfrm>
              <a:off x="8332523" y="5156790"/>
              <a:ext cx="714694" cy="714694"/>
            </a:xfrm>
            <a:prstGeom prst="ellipse">
              <a:avLst/>
            </a:prstGeom>
            <a:solidFill>
              <a:srgbClr val="FFD4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400" dirty="0">
                <a:cs typeface="+mn-ea"/>
                <a:sym typeface="+mn-lt"/>
              </a:endParaRPr>
            </a:p>
          </p:txBody>
        </p:sp>
        <p:sp>
          <p:nvSpPr>
            <p:cNvPr id="30" name="arrow-pointing-left-circular-button_20407"/>
            <p:cNvSpPr>
              <a:spLocks noChangeAspect="1"/>
            </p:cNvSpPr>
            <p:nvPr/>
          </p:nvSpPr>
          <p:spPr bwMode="auto">
            <a:xfrm>
              <a:off x="8522764" y="5311575"/>
              <a:ext cx="334214" cy="405123"/>
            </a:xfrm>
            <a:custGeom>
              <a:avLst/>
              <a:gdLst>
                <a:gd name="T0" fmla="*/ 3371 w 4233"/>
                <a:gd name="T1" fmla="*/ 2445 h 5139"/>
                <a:gd name="T2" fmla="*/ 4052 w 4233"/>
                <a:gd name="T3" fmla="*/ 1697 h 5139"/>
                <a:gd name="T4" fmla="*/ 4097 w 4233"/>
                <a:gd name="T5" fmla="*/ 839 h 5139"/>
                <a:gd name="T6" fmla="*/ 3603 w 4233"/>
                <a:gd name="T7" fmla="*/ 495 h 5139"/>
                <a:gd name="T8" fmla="*/ 3287 w 4233"/>
                <a:gd name="T9" fmla="*/ 517 h 5139"/>
                <a:gd name="T10" fmla="*/ 3287 w 4233"/>
                <a:gd name="T11" fmla="*/ 160 h 5139"/>
                <a:gd name="T12" fmla="*/ 3126 w 4233"/>
                <a:gd name="T13" fmla="*/ 0 h 5139"/>
                <a:gd name="T14" fmla="*/ 1106 w 4233"/>
                <a:gd name="T15" fmla="*/ 0 h 5139"/>
                <a:gd name="T16" fmla="*/ 946 w 4233"/>
                <a:gd name="T17" fmla="*/ 160 h 5139"/>
                <a:gd name="T18" fmla="*/ 946 w 4233"/>
                <a:gd name="T19" fmla="*/ 517 h 5139"/>
                <a:gd name="T20" fmla="*/ 630 w 4233"/>
                <a:gd name="T21" fmla="*/ 495 h 5139"/>
                <a:gd name="T22" fmla="*/ 136 w 4233"/>
                <a:gd name="T23" fmla="*/ 839 h 5139"/>
                <a:gd name="T24" fmla="*/ 181 w 4233"/>
                <a:gd name="T25" fmla="*/ 1697 h 5139"/>
                <a:gd name="T26" fmla="*/ 862 w 4233"/>
                <a:gd name="T27" fmla="*/ 2445 h 5139"/>
                <a:gd name="T28" fmla="*/ 927 w 4233"/>
                <a:gd name="T29" fmla="*/ 2568 h 5139"/>
                <a:gd name="T30" fmla="*/ 868 w 4233"/>
                <a:gd name="T31" fmla="*/ 2643 h 5139"/>
                <a:gd name="T32" fmla="*/ 630 w 4233"/>
                <a:gd name="T33" fmla="*/ 2514 h 5139"/>
                <a:gd name="T34" fmla="*/ 340 w 4233"/>
                <a:gd name="T35" fmla="*/ 2502 h 5139"/>
                <a:gd name="T36" fmla="*/ 328 w 4233"/>
                <a:gd name="T37" fmla="*/ 2792 h 5139"/>
                <a:gd name="T38" fmla="*/ 846 w 4233"/>
                <a:gd name="T39" fmla="*/ 3056 h 5139"/>
                <a:gd name="T40" fmla="*/ 987 w 4233"/>
                <a:gd name="T41" fmla="*/ 3036 h 5139"/>
                <a:gd name="T42" fmla="*/ 1170 w 4233"/>
                <a:gd name="T43" fmla="*/ 2933 h 5139"/>
                <a:gd name="T44" fmla="*/ 1783 w 4233"/>
                <a:gd name="T45" fmla="*/ 3368 h 5139"/>
                <a:gd name="T46" fmla="*/ 1783 w 4233"/>
                <a:gd name="T47" fmla="*/ 3958 h 5139"/>
                <a:gd name="T48" fmla="*/ 1285 w 4233"/>
                <a:gd name="T49" fmla="*/ 3958 h 5139"/>
                <a:gd name="T50" fmla="*/ 858 w 4233"/>
                <a:gd name="T51" fmla="*/ 4384 h 5139"/>
                <a:gd name="T52" fmla="*/ 858 w 4233"/>
                <a:gd name="T53" fmla="*/ 4939 h 5139"/>
                <a:gd name="T54" fmla="*/ 1058 w 4233"/>
                <a:gd name="T55" fmla="*/ 5139 h 5139"/>
                <a:gd name="T56" fmla="*/ 3175 w 4233"/>
                <a:gd name="T57" fmla="*/ 5139 h 5139"/>
                <a:gd name="T58" fmla="*/ 3375 w 4233"/>
                <a:gd name="T59" fmla="*/ 4939 h 5139"/>
                <a:gd name="T60" fmla="*/ 3375 w 4233"/>
                <a:gd name="T61" fmla="*/ 4384 h 5139"/>
                <a:gd name="T62" fmla="*/ 2948 w 4233"/>
                <a:gd name="T63" fmla="*/ 3958 h 5139"/>
                <a:gd name="T64" fmla="*/ 2450 w 4233"/>
                <a:gd name="T65" fmla="*/ 3958 h 5139"/>
                <a:gd name="T66" fmla="*/ 2450 w 4233"/>
                <a:gd name="T67" fmla="*/ 3368 h 5139"/>
                <a:gd name="T68" fmla="*/ 3063 w 4233"/>
                <a:gd name="T69" fmla="*/ 2933 h 5139"/>
                <a:gd name="T70" fmla="*/ 3246 w 4233"/>
                <a:gd name="T71" fmla="*/ 3036 h 5139"/>
                <a:gd name="T72" fmla="*/ 3387 w 4233"/>
                <a:gd name="T73" fmla="*/ 3056 h 5139"/>
                <a:gd name="T74" fmla="*/ 3905 w 4233"/>
                <a:gd name="T75" fmla="*/ 2792 h 5139"/>
                <a:gd name="T76" fmla="*/ 3893 w 4233"/>
                <a:gd name="T77" fmla="*/ 2502 h 5139"/>
                <a:gd name="T78" fmla="*/ 3603 w 4233"/>
                <a:gd name="T79" fmla="*/ 2514 h 5139"/>
                <a:gd name="T80" fmla="*/ 3365 w 4233"/>
                <a:gd name="T81" fmla="*/ 2643 h 5139"/>
                <a:gd name="T82" fmla="*/ 3305 w 4233"/>
                <a:gd name="T83" fmla="*/ 2568 h 5139"/>
                <a:gd name="T84" fmla="*/ 3371 w 4233"/>
                <a:gd name="T85" fmla="*/ 2445 h 5139"/>
                <a:gd name="T86" fmla="*/ 2975 w 4233"/>
                <a:gd name="T87" fmla="*/ 4384 h 5139"/>
                <a:gd name="T88" fmla="*/ 2975 w 4233"/>
                <a:gd name="T89" fmla="*/ 4739 h 5139"/>
                <a:gd name="T90" fmla="*/ 1258 w 4233"/>
                <a:gd name="T91" fmla="*/ 4739 h 5139"/>
                <a:gd name="T92" fmla="*/ 1258 w 4233"/>
                <a:gd name="T93" fmla="*/ 4384 h 5139"/>
                <a:gd name="T94" fmla="*/ 1285 w 4233"/>
                <a:gd name="T95" fmla="*/ 4358 h 5139"/>
                <a:gd name="T96" fmla="*/ 2948 w 4233"/>
                <a:gd name="T97" fmla="*/ 4358 h 5139"/>
                <a:gd name="T98" fmla="*/ 2975 w 4233"/>
                <a:gd name="T99" fmla="*/ 4384 h 5139"/>
                <a:gd name="T100" fmla="*/ 546 w 4233"/>
                <a:gd name="T101" fmla="*/ 1508 h 5139"/>
                <a:gd name="T102" fmla="*/ 492 w 4233"/>
                <a:gd name="T103" fmla="*/ 1044 h 5139"/>
                <a:gd name="T104" fmla="*/ 687 w 4233"/>
                <a:gd name="T105" fmla="*/ 902 h 5139"/>
                <a:gd name="T106" fmla="*/ 946 w 4233"/>
                <a:gd name="T107" fmla="*/ 954 h 5139"/>
                <a:gd name="T108" fmla="*/ 946 w 4233"/>
                <a:gd name="T109" fmla="*/ 1991 h 5139"/>
                <a:gd name="T110" fmla="*/ 546 w 4233"/>
                <a:gd name="T111" fmla="*/ 1508 h 5139"/>
                <a:gd name="T112" fmla="*/ 3287 w 4233"/>
                <a:gd name="T113" fmla="*/ 1991 h 5139"/>
                <a:gd name="T114" fmla="*/ 3287 w 4233"/>
                <a:gd name="T115" fmla="*/ 954 h 5139"/>
                <a:gd name="T116" fmla="*/ 3545 w 4233"/>
                <a:gd name="T117" fmla="*/ 902 h 5139"/>
                <a:gd name="T118" fmla="*/ 3741 w 4233"/>
                <a:gd name="T119" fmla="*/ 1044 h 5139"/>
                <a:gd name="T120" fmla="*/ 3687 w 4233"/>
                <a:gd name="T121" fmla="*/ 1508 h 5139"/>
                <a:gd name="T122" fmla="*/ 3287 w 4233"/>
                <a:gd name="T123" fmla="*/ 1991 h 5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233" h="5139">
                  <a:moveTo>
                    <a:pt x="3371" y="2445"/>
                  </a:moveTo>
                  <a:cubicBezTo>
                    <a:pt x="3668" y="2237"/>
                    <a:pt x="3910" y="1972"/>
                    <a:pt x="4052" y="1697"/>
                  </a:cubicBezTo>
                  <a:cubicBezTo>
                    <a:pt x="4217" y="1379"/>
                    <a:pt x="4233" y="1074"/>
                    <a:pt x="4097" y="839"/>
                  </a:cubicBezTo>
                  <a:cubicBezTo>
                    <a:pt x="3986" y="646"/>
                    <a:pt x="3811" y="524"/>
                    <a:pt x="3603" y="495"/>
                  </a:cubicBezTo>
                  <a:cubicBezTo>
                    <a:pt x="3500" y="481"/>
                    <a:pt x="3393" y="489"/>
                    <a:pt x="3287" y="517"/>
                  </a:cubicBezTo>
                  <a:lnTo>
                    <a:pt x="3287" y="160"/>
                  </a:lnTo>
                  <a:cubicBezTo>
                    <a:pt x="3287" y="72"/>
                    <a:pt x="3215" y="0"/>
                    <a:pt x="3126" y="0"/>
                  </a:cubicBezTo>
                  <a:lnTo>
                    <a:pt x="1106" y="0"/>
                  </a:lnTo>
                  <a:cubicBezTo>
                    <a:pt x="1018" y="0"/>
                    <a:pt x="946" y="72"/>
                    <a:pt x="946" y="160"/>
                  </a:cubicBezTo>
                  <a:lnTo>
                    <a:pt x="946" y="517"/>
                  </a:lnTo>
                  <a:cubicBezTo>
                    <a:pt x="840" y="489"/>
                    <a:pt x="733" y="481"/>
                    <a:pt x="630" y="495"/>
                  </a:cubicBezTo>
                  <a:cubicBezTo>
                    <a:pt x="422" y="524"/>
                    <a:pt x="247" y="646"/>
                    <a:pt x="136" y="839"/>
                  </a:cubicBezTo>
                  <a:cubicBezTo>
                    <a:pt x="0" y="1074"/>
                    <a:pt x="16" y="1379"/>
                    <a:pt x="181" y="1697"/>
                  </a:cubicBezTo>
                  <a:cubicBezTo>
                    <a:pt x="323" y="1972"/>
                    <a:pt x="565" y="2237"/>
                    <a:pt x="862" y="2445"/>
                  </a:cubicBezTo>
                  <a:cubicBezTo>
                    <a:pt x="925" y="2489"/>
                    <a:pt x="933" y="2536"/>
                    <a:pt x="927" y="2568"/>
                  </a:cubicBezTo>
                  <a:cubicBezTo>
                    <a:pt x="922" y="2604"/>
                    <a:pt x="898" y="2634"/>
                    <a:pt x="868" y="2643"/>
                  </a:cubicBezTo>
                  <a:cubicBezTo>
                    <a:pt x="823" y="2656"/>
                    <a:pt x="737" y="2630"/>
                    <a:pt x="630" y="2514"/>
                  </a:cubicBezTo>
                  <a:cubicBezTo>
                    <a:pt x="554" y="2430"/>
                    <a:pt x="424" y="2425"/>
                    <a:pt x="340" y="2502"/>
                  </a:cubicBezTo>
                  <a:cubicBezTo>
                    <a:pt x="257" y="2578"/>
                    <a:pt x="251" y="2708"/>
                    <a:pt x="328" y="2792"/>
                  </a:cubicBezTo>
                  <a:cubicBezTo>
                    <a:pt x="525" y="3007"/>
                    <a:pt x="714" y="3056"/>
                    <a:pt x="846" y="3056"/>
                  </a:cubicBezTo>
                  <a:cubicBezTo>
                    <a:pt x="906" y="3056"/>
                    <a:pt x="955" y="3046"/>
                    <a:pt x="987" y="3036"/>
                  </a:cubicBezTo>
                  <a:cubicBezTo>
                    <a:pt x="1055" y="3016"/>
                    <a:pt x="1117" y="2980"/>
                    <a:pt x="1170" y="2933"/>
                  </a:cubicBezTo>
                  <a:cubicBezTo>
                    <a:pt x="1319" y="3138"/>
                    <a:pt x="1534" y="3294"/>
                    <a:pt x="1783" y="3368"/>
                  </a:cubicBezTo>
                  <a:lnTo>
                    <a:pt x="1783" y="3958"/>
                  </a:lnTo>
                  <a:lnTo>
                    <a:pt x="1285" y="3958"/>
                  </a:lnTo>
                  <a:cubicBezTo>
                    <a:pt x="1049" y="3958"/>
                    <a:pt x="858" y="4149"/>
                    <a:pt x="858" y="4384"/>
                  </a:cubicBezTo>
                  <a:lnTo>
                    <a:pt x="858" y="4939"/>
                  </a:lnTo>
                  <a:cubicBezTo>
                    <a:pt x="858" y="5049"/>
                    <a:pt x="948" y="5139"/>
                    <a:pt x="1058" y="5139"/>
                  </a:cubicBezTo>
                  <a:lnTo>
                    <a:pt x="3175" y="5139"/>
                  </a:lnTo>
                  <a:cubicBezTo>
                    <a:pt x="3285" y="5139"/>
                    <a:pt x="3375" y="5049"/>
                    <a:pt x="3375" y="4939"/>
                  </a:cubicBezTo>
                  <a:lnTo>
                    <a:pt x="3375" y="4384"/>
                  </a:lnTo>
                  <a:cubicBezTo>
                    <a:pt x="3375" y="4149"/>
                    <a:pt x="3184" y="3958"/>
                    <a:pt x="2948" y="3958"/>
                  </a:cubicBezTo>
                  <a:lnTo>
                    <a:pt x="2450" y="3958"/>
                  </a:lnTo>
                  <a:lnTo>
                    <a:pt x="2450" y="3368"/>
                  </a:lnTo>
                  <a:cubicBezTo>
                    <a:pt x="2699" y="3294"/>
                    <a:pt x="2914" y="3138"/>
                    <a:pt x="3063" y="2933"/>
                  </a:cubicBezTo>
                  <a:cubicBezTo>
                    <a:pt x="3116" y="2980"/>
                    <a:pt x="3178" y="3016"/>
                    <a:pt x="3246" y="3036"/>
                  </a:cubicBezTo>
                  <a:cubicBezTo>
                    <a:pt x="3278" y="3046"/>
                    <a:pt x="3327" y="3056"/>
                    <a:pt x="3387" y="3056"/>
                  </a:cubicBezTo>
                  <a:cubicBezTo>
                    <a:pt x="3519" y="3056"/>
                    <a:pt x="3708" y="3007"/>
                    <a:pt x="3905" y="2792"/>
                  </a:cubicBezTo>
                  <a:cubicBezTo>
                    <a:pt x="3982" y="2708"/>
                    <a:pt x="3976" y="2578"/>
                    <a:pt x="3893" y="2502"/>
                  </a:cubicBezTo>
                  <a:cubicBezTo>
                    <a:pt x="3809" y="2425"/>
                    <a:pt x="3679" y="2430"/>
                    <a:pt x="3603" y="2514"/>
                  </a:cubicBezTo>
                  <a:cubicBezTo>
                    <a:pt x="3496" y="2630"/>
                    <a:pt x="3410" y="2656"/>
                    <a:pt x="3365" y="2643"/>
                  </a:cubicBezTo>
                  <a:cubicBezTo>
                    <a:pt x="3334" y="2634"/>
                    <a:pt x="3311" y="2604"/>
                    <a:pt x="3305" y="2568"/>
                  </a:cubicBezTo>
                  <a:cubicBezTo>
                    <a:pt x="3300" y="2536"/>
                    <a:pt x="3308" y="2489"/>
                    <a:pt x="3371" y="2445"/>
                  </a:cubicBezTo>
                  <a:close/>
                  <a:moveTo>
                    <a:pt x="2975" y="4384"/>
                  </a:moveTo>
                  <a:lnTo>
                    <a:pt x="2975" y="4739"/>
                  </a:lnTo>
                  <a:lnTo>
                    <a:pt x="1258" y="4739"/>
                  </a:lnTo>
                  <a:lnTo>
                    <a:pt x="1258" y="4384"/>
                  </a:lnTo>
                  <a:cubicBezTo>
                    <a:pt x="1258" y="4370"/>
                    <a:pt x="1270" y="4358"/>
                    <a:pt x="1285" y="4358"/>
                  </a:cubicBezTo>
                  <a:lnTo>
                    <a:pt x="2948" y="4358"/>
                  </a:lnTo>
                  <a:cubicBezTo>
                    <a:pt x="2963" y="4358"/>
                    <a:pt x="2975" y="4370"/>
                    <a:pt x="2975" y="4384"/>
                  </a:cubicBezTo>
                  <a:close/>
                  <a:moveTo>
                    <a:pt x="546" y="1508"/>
                  </a:moveTo>
                  <a:cubicBezTo>
                    <a:pt x="489" y="1399"/>
                    <a:pt x="406" y="1192"/>
                    <a:pt x="492" y="1044"/>
                  </a:cubicBezTo>
                  <a:cubicBezTo>
                    <a:pt x="540" y="960"/>
                    <a:pt x="604" y="913"/>
                    <a:pt x="687" y="902"/>
                  </a:cubicBezTo>
                  <a:cubicBezTo>
                    <a:pt x="765" y="891"/>
                    <a:pt x="857" y="911"/>
                    <a:pt x="946" y="954"/>
                  </a:cubicBezTo>
                  <a:lnTo>
                    <a:pt x="946" y="1991"/>
                  </a:lnTo>
                  <a:cubicBezTo>
                    <a:pt x="774" y="1845"/>
                    <a:pt x="632" y="1675"/>
                    <a:pt x="546" y="1508"/>
                  </a:cubicBezTo>
                  <a:close/>
                  <a:moveTo>
                    <a:pt x="3287" y="1991"/>
                  </a:moveTo>
                  <a:lnTo>
                    <a:pt x="3287" y="954"/>
                  </a:lnTo>
                  <a:cubicBezTo>
                    <a:pt x="3376" y="910"/>
                    <a:pt x="3467" y="891"/>
                    <a:pt x="3545" y="902"/>
                  </a:cubicBezTo>
                  <a:cubicBezTo>
                    <a:pt x="3629" y="913"/>
                    <a:pt x="3693" y="960"/>
                    <a:pt x="3741" y="1044"/>
                  </a:cubicBezTo>
                  <a:cubicBezTo>
                    <a:pt x="3827" y="1192"/>
                    <a:pt x="3744" y="1399"/>
                    <a:pt x="3687" y="1508"/>
                  </a:cubicBezTo>
                  <a:cubicBezTo>
                    <a:pt x="3601" y="1675"/>
                    <a:pt x="3459" y="1845"/>
                    <a:pt x="3287" y="1991"/>
                  </a:cubicBezTo>
                  <a:close/>
                </a:path>
              </a:pathLst>
            </a:custGeom>
            <a:solidFill>
              <a:srgbClr val="C88F00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cs typeface="+mn-ea"/>
                <a:sym typeface="+mn-lt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4218740" y="1153319"/>
            <a:ext cx="3709601" cy="1011668"/>
            <a:chOff x="5711735" y="308037"/>
            <a:chExt cx="3709601" cy="1011668"/>
          </a:xfrm>
        </p:grpSpPr>
        <p:sp>
          <p:nvSpPr>
            <p:cNvPr id="26" name="文本框 25"/>
            <p:cNvSpPr txBox="1"/>
            <p:nvPr/>
          </p:nvSpPr>
          <p:spPr>
            <a:xfrm>
              <a:off x="6100639" y="308037"/>
              <a:ext cx="300595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400" dirty="0">
                  <a:solidFill>
                    <a:srgbClr val="64454B"/>
                  </a:solidFill>
                  <a:cs typeface="+mn-ea"/>
                  <a:sym typeface="+mn-lt"/>
                </a:rPr>
                <a:t>知识点讲解</a:t>
              </a:r>
              <a:endParaRPr lang="zh-CN" altLang="en-US" sz="4400" dirty="0">
                <a:solidFill>
                  <a:srgbClr val="64454B"/>
                </a:solidFill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5830812" y="950373"/>
              <a:ext cx="34163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7AB2DC"/>
                  </a:solidFill>
                  <a:cs typeface="+mn-ea"/>
                  <a:sym typeface="+mn-lt"/>
                </a:rPr>
                <a:t>本节课程内容的详细讲解及说明</a:t>
              </a:r>
              <a:endParaRPr lang="zh-CN" altLang="en-US" dirty="0">
                <a:solidFill>
                  <a:srgbClr val="7AB2DC"/>
                </a:solidFill>
                <a:cs typeface="+mn-ea"/>
                <a:sym typeface="+mn-lt"/>
              </a:endParaRPr>
            </a:p>
          </p:txBody>
        </p:sp>
        <p:grpSp>
          <p:nvGrpSpPr>
            <p:cNvPr id="33" name="组合 32"/>
            <p:cNvGrpSpPr/>
            <p:nvPr/>
          </p:nvGrpSpPr>
          <p:grpSpPr>
            <a:xfrm>
              <a:off x="5711735" y="323266"/>
              <a:ext cx="3709601" cy="548871"/>
              <a:chOff x="5711735" y="323266"/>
              <a:chExt cx="3709601" cy="548871"/>
            </a:xfrm>
          </p:grpSpPr>
          <p:grpSp>
            <p:nvGrpSpPr>
              <p:cNvPr id="34" name="组合 33"/>
              <p:cNvGrpSpPr/>
              <p:nvPr/>
            </p:nvGrpSpPr>
            <p:grpSpPr>
              <a:xfrm>
                <a:off x="9076800" y="323266"/>
                <a:ext cx="344536" cy="548871"/>
                <a:chOff x="8363753" y="2120741"/>
                <a:chExt cx="553198" cy="881284"/>
              </a:xfrm>
            </p:grpSpPr>
            <p:sp>
              <p:nvSpPr>
                <p:cNvPr id="42" name="任意多边形: 形状 41"/>
                <p:cNvSpPr/>
                <p:nvPr/>
              </p:nvSpPr>
              <p:spPr>
                <a:xfrm>
                  <a:off x="8363753" y="2120741"/>
                  <a:ext cx="356491" cy="291674"/>
                </a:xfrm>
                <a:custGeom>
                  <a:avLst/>
                  <a:gdLst>
                    <a:gd name="connsiteX0" fmla="*/ 28470 w 314325"/>
                    <a:gd name="connsiteY0" fmla="*/ 252359 h 257175"/>
                    <a:gd name="connsiteX1" fmla="*/ 240687 w 314325"/>
                    <a:gd name="connsiteY1" fmla="*/ 77480 h 257175"/>
                    <a:gd name="connsiteX2" fmla="*/ 301742 w 314325"/>
                    <a:gd name="connsiteY2" fmla="*/ 30521 h 257175"/>
                    <a:gd name="connsiteX3" fmla="*/ 306219 w 314325"/>
                    <a:gd name="connsiteY3" fmla="*/ 13472 h 257175"/>
                    <a:gd name="connsiteX4" fmla="*/ 289169 w 314325"/>
                    <a:gd name="connsiteY4" fmla="*/ 8995 h 257175"/>
                    <a:gd name="connsiteX5" fmla="*/ 70856 w 314325"/>
                    <a:gd name="connsiteY5" fmla="*/ 183302 h 257175"/>
                    <a:gd name="connsiteX6" fmla="*/ 10754 w 314325"/>
                    <a:gd name="connsiteY6" fmla="*/ 234737 h 257175"/>
                    <a:gd name="connsiteX7" fmla="*/ 10754 w 314325"/>
                    <a:gd name="connsiteY7" fmla="*/ 252359 h 257175"/>
                    <a:gd name="connsiteX8" fmla="*/ 28470 w 314325"/>
                    <a:gd name="connsiteY8" fmla="*/ 252359 h 257175"/>
                    <a:gd name="connsiteX9" fmla="*/ 28470 w 314325"/>
                    <a:gd name="connsiteY9" fmla="*/ 252359 h 2571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14325" h="257175">
                      <a:moveTo>
                        <a:pt x="28470" y="252359"/>
                      </a:moveTo>
                      <a:cubicBezTo>
                        <a:pt x="97717" y="192256"/>
                        <a:pt x="168488" y="133868"/>
                        <a:pt x="240687" y="77480"/>
                      </a:cubicBezTo>
                      <a:cubicBezTo>
                        <a:pt x="260880" y="61668"/>
                        <a:pt x="281263" y="46047"/>
                        <a:pt x="301742" y="30521"/>
                      </a:cubicBezTo>
                      <a:cubicBezTo>
                        <a:pt x="307076" y="26426"/>
                        <a:pt x="309934" y="19758"/>
                        <a:pt x="306219" y="13472"/>
                      </a:cubicBezTo>
                      <a:cubicBezTo>
                        <a:pt x="303171" y="8138"/>
                        <a:pt x="294503" y="4899"/>
                        <a:pt x="289169" y="8995"/>
                      </a:cubicBezTo>
                      <a:cubicBezTo>
                        <a:pt x="214874" y="65192"/>
                        <a:pt x="142103" y="123295"/>
                        <a:pt x="70856" y="183302"/>
                      </a:cubicBezTo>
                      <a:cubicBezTo>
                        <a:pt x="50663" y="200257"/>
                        <a:pt x="30661" y="217402"/>
                        <a:pt x="10754" y="234737"/>
                      </a:cubicBezTo>
                      <a:cubicBezTo>
                        <a:pt x="5705" y="239119"/>
                        <a:pt x="6182" y="247882"/>
                        <a:pt x="10754" y="252359"/>
                      </a:cubicBezTo>
                      <a:cubicBezTo>
                        <a:pt x="15897" y="257407"/>
                        <a:pt x="23422" y="256740"/>
                        <a:pt x="28470" y="252359"/>
                      </a:cubicBezTo>
                      <a:lnTo>
                        <a:pt x="28470" y="252359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3" name="任意多边形: 形状 42"/>
                <p:cNvSpPr/>
                <p:nvPr/>
              </p:nvSpPr>
              <p:spPr>
                <a:xfrm>
                  <a:off x="8442217" y="2469929"/>
                  <a:ext cx="237660" cy="97225"/>
                </a:xfrm>
                <a:custGeom>
                  <a:avLst/>
                  <a:gdLst>
                    <a:gd name="connsiteX0" fmla="*/ 22534 w 209550"/>
                    <a:gd name="connsiteY0" fmla="*/ 82965 h 85725"/>
                    <a:gd name="connsiteX1" fmla="*/ 193793 w 209550"/>
                    <a:gd name="connsiteY1" fmla="*/ 31816 h 85725"/>
                    <a:gd name="connsiteX2" fmla="*/ 187126 w 209550"/>
                    <a:gd name="connsiteY2" fmla="*/ 7718 h 85725"/>
                    <a:gd name="connsiteX3" fmla="*/ 15866 w 209550"/>
                    <a:gd name="connsiteY3" fmla="*/ 58867 h 85725"/>
                    <a:gd name="connsiteX4" fmla="*/ 22534 w 209550"/>
                    <a:gd name="connsiteY4" fmla="*/ 82965 h 85725"/>
                    <a:gd name="connsiteX5" fmla="*/ 22534 w 209550"/>
                    <a:gd name="connsiteY5" fmla="*/ 82965 h 857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9550" h="85725">
                      <a:moveTo>
                        <a:pt x="22534" y="82965"/>
                      </a:moveTo>
                      <a:cubicBezTo>
                        <a:pt x="79588" y="65916"/>
                        <a:pt x="136643" y="48866"/>
                        <a:pt x="193793" y="31816"/>
                      </a:cubicBezTo>
                      <a:cubicBezTo>
                        <a:pt x="209128" y="27244"/>
                        <a:pt x="202651" y="3146"/>
                        <a:pt x="187126" y="7718"/>
                      </a:cubicBezTo>
                      <a:cubicBezTo>
                        <a:pt x="130071" y="24768"/>
                        <a:pt x="73016" y="41817"/>
                        <a:pt x="15866" y="58867"/>
                      </a:cubicBezTo>
                      <a:cubicBezTo>
                        <a:pt x="531" y="63439"/>
                        <a:pt x="7103" y="87633"/>
                        <a:pt x="22534" y="82965"/>
                      </a:cubicBezTo>
                      <a:lnTo>
                        <a:pt x="22534" y="82965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4" name="任意多边形: 形状 43"/>
                <p:cNvSpPr/>
                <p:nvPr/>
              </p:nvSpPr>
              <p:spPr>
                <a:xfrm>
                  <a:off x="8441630" y="2679373"/>
                  <a:ext cx="475321" cy="64816"/>
                </a:xfrm>
                <a:custGeom>
                  <a:avLst/>
                  <a:gdLst>
                    <a:gd name="connsiteX0" fmla="*/ 19145 w 419100"/>
                    <a:gd name="connsiteY0" fmla="*/ 52409 h 57150"/>
                    <a:gd name="connsiteX1" fmla="*/ 150971 w 419100"/>
                    <a:gd name="connsiteY1" fmla="*/ 45551 h 57150"/>
                    <a:gd name="connsiteX2" fmla="*/ 359664 w 419100"/>
                    <a:gd name="connsiteY2" fmla="*/ 34597 h 57150"/>
                    <a:gd name="connsiteX3" fmla="*/ 407765 w 419100"/>
                    <a:gd name="connsiteY3" fmla="*/ 32121 h 57150"/>
                    <a:gd name="connsiteX4" fmla="*/ 407765 w 419100"/>
                    <a:gd name="connsiteY4" fmla="*/ 7165 h 57150"/>
                    <a:gd name="connsiteX5" fmla="*/ 275939 w 419100"/>
                    <a:gd name="connsiteY5" fmla="*/ 14023 h 57150"/>
                    <a:gd name="connsiteX6" fmla="*/ 67247 w 419100"/>
                    <a:gd name="connsiteY6" fmla="*/ 24977 h 57150"/>
                    <a:gd name="connsiteX7" fmla="*/ 19145 w 419100"/>
                    <a:gd name="connsiteY7" fmla="*/ 27454 h 57150"/>
                    <a:gd name="connsiteX8" fmla="*/ 19145 w 419100"/>
                    <a:gd name="connsiteY8" fmla="*/ 52409 h 57150"/>
                    <a:gd name="connsiteX9" fmla="*/ 19145 w 419100"/>
                    <a:gd name="connsiteY9" fmla="*/ 52409 h 57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19100" h="57150">
                      <a:moveTo>
                        <a:pt x="19145" y="52409"/>
                      </a:moveTo>
                      <a:cubicBezTo>
                        <a:pt x="63056" y="50123"/>
                        <a:pt x="107061" y="47837"/>
                        <a:pt x="150971" y="45551"/>
                      </a:cubicBezTo>
                      <a:cubicBezTo>
                        <a:pt x="220504" y="41932"/>
                        <a:pt x="290132" y="38312"/>
                        <a:pt x="359664" y="34597"/>
                      </a:cubicBezTo>
                      <a:cubicBezTo>
                        <a:pt x="375666" y="33740"/>
                        <a:pt x="391763" y="32883"/>
                        <a:pt x="407765" y="32121"/>
                      </a:cubicBezTo>
                      <a:cubicBezTo>
                        <a:pt x="423767" y="31264"/>
                        <a:pt x="423863" y="6308"/>
                        <a:pt x="407765" y="7165"/>
                      </a:cubicBezTo>
                      <a:cubicBezTo>
                        <a:pt x="363855" y="9451"/>
                        <a:pt x="319850" y="11737"/>
                        <a:pt x="275939" y="14023"/>
                      </a:cubicBezTo>
                      <a:cubicBezTo>
                        <a:pt x="206407" y="17643"/>
                        <a:pt x="136779" y="21262"/>
                        <a:pt x="67247" y="24977"/>
                      </a:cubicBezTo>
                      <a:cubicBezTo>
                        <a:pt x="51245" y="25834"/>
                        <a:pt x="35147" y="26692"/>
                        <a:pt x="19145" y="27454"/>
                      </a:cubicBezTo>
                      <a:cubicBezTo>
                        <a:pt x="3239" y="28311"/>
                        <a:pt x="3048" y="53266"/>
                        <a:pt x="19145" y="52409"/>
                      </a:cubicBezTo>
                      <a:lnTo>
                        <a:pt x="19145" y="52409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5" name="任意多边形: 形状 44"/>
                <p:cNvSpPr/>
                <p:nvPr/>
              </p:nvSpPr>
              <p:spPr>
                <a:xfrm>
                  <a:off x="8684731" y="2441089"/>
                  <a:ext cx="64816" cy="54014"/>
                </a:xfrm>
                <a:custGeom>
                  <a:avLst/>
                  <a:gdLst>
                    <a:gd name="connsiteX0" fmla="*/ 22921 w 57150"/>
                    <a:gd name="connsiteY0" fmla="*/ 40100 h 47625"/>
                    <a:gd name="connsiteX1" fmla="*/ 49115 w 57150"/>
                    <a:gd name="connsiteY1" fmla="*/ 30385 h 47625"/>
                    <a:gd name="connsiteX2" fmla="*/ 54830 w 57150"/>
                    <a:gd name="connsiteY2" fmla="*/ 22955 h 47625"/>
                    <a:gd name="connsiteX3" fmla="*/ 53591 w 57150"/>
                    <a:gd name="connsiteY3" fmla="*/ 13335 h 47625"/>
                    <a:gd name="connsiteX4" fmla="*/ 46162 w 57150"/>
                    <a:gd name="connsiteY4" fmla="*/ 7620 h 47625"/>
                    <a:gd name="connsiteX5" fmla="*/ 42828 w 57150"/>
                    <a:gd name="connsiteY5" fmla="*/ 7144 h 47625"/>
                    <a:gd name="connsiteX6" fmla="*/ 36542 w 57150"/>
                    <a:gd name="connsiteY6" fmla="*/ 8858 h 47625"/>
                    <a:gd name="connsiteX7" fmla="*/ 31017 w 57150"/>
                    <a:gd name="connsiteY7" fmla="*/ 11335 h 47625"/>
                    <a:gd name="connsiteX8" fmla="*/ 33970 w 57150"/>
                    <a:gd name="connsiteY8" fmla="*/ 10097 h 47625"/>
                    <a:gd name="connsiteX9" fmla="*/ 16253 w 57150"/>
                    <a:gd name="connsiteY9" fmla="*/ 16002 h 47625"/>
                    <a:gd name="connsiteX10" fmla="*/ 8824 w 57150"/>
                    <a:gd name="connsiteY10" fmla="*/ 21717 h 47625"/>
                    <a:gd name="connsiteX11" fmla="*/ 7586 w 57150"/>
                    <a:gd name="connsiteY11" fmla="*/ 31337 h 47625"/>
                    <a:gd name="connsiteX12" fmla="*/ 13301 w 57150"/>
                    <a:gd name="connsiteY12" fmla="*/ 38767 h 47625"/>
                    <a:gd name="connsiteX13" fmla="*/ 22921 w 57150"/>
                    <a:gd name="connsiteY13" fmla="*/ 40100 h 47625"/>
                    <a:gd name="connsiteX14" fmla="*/ 22921 w 57150"/>
                    <a:gd name="connsiteY14" fmla="*/ 40100 h 476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7150" h="47625">
                      <a:moveTo>
                        <a:pt x="22921" y="40100"/>
                      </a:moveTo>
                      <a:cubicBezTo>
                        <a:pt x="31970" y="37814"/>
                        <a:pt x="40733" y="34480"/>
                        <a:pt x="49115" y="30385"/>
                      </a:cubicBezTo>
                      <a:cubicBezTo>
                        <a:pt x="51782" y="29051"/>
                        <a:pt x="54068" y="25718"/>
                        <a:pt x="54830" y="22955"/>
                      </a:cubicBezTo>
                      <a:cubicBezTo>
                        <a:pt x="55687" y="20002"/>
                        <a:pt x="55306" y="16002"/>
                        <a:pt x="53591" y="13335"/>
                      </a:cubicBezTo>
                      <a:cubicBezTo>
                        <a:pt x="51877" y="10668"/>
                        <a:pt x="49305" y="8287"/>
                        <a:pt x="46162" y="7620"/>
                      </a:cubicBezTo>
                      <a:cubicBezTo>
                        <a:pt x="45019" y="7429"/>
                        <a:pt x="43971" y="7334"/>
                        <a:pt x="42828" y="7144"/>
                      </a:cubicBezTo>
                      <a:cubicBezTo>
                        <a:pt x="40542" y="7144"/>
                        <a:pt x="38447" y="7715"/>
                        <a:pt x="36542" y="8858"/>
                      </a:cubicBezTo>
                      <a:cubicBezTo>
                        <a:pt x="34732" y="9716"/>
                        <a:pt x="32827" y="10573"/>
                        <a:pt x="31017" y="11335"/>
                      </a:cubicBezTo>
                      <a:cubicBezTo>
                        <a:pt x="31970" y="10954"/>
                        <a:pt x="33017" y="10477"/>
                        <a:pt x="33970" y="10097"/>
                      </a:cubicBezTo>
                      <a:cubicBezTo>
                        <a:pt x="28255" y="12478"/>
                        <a:pt x="22349" y="14478"/>
                        <a:pt x="16253" y="16002"/>
                      </a:cubicBezTo>
                      <a:cubicBezTo>
                        <a:pt x="13205" y="16764"/>
                        <a:pt x="10348" y="19050"/>
                        <a:pt x="8824" y="21717"/>
                      </a:cubicBezTo>
                      <a:cubicBezTo>
                        <a:pt x="7300" y="24384"/>
                        <a:pt x="6633" y="28384"/>
                        <a:pt x="7586" y="31337"/>
                      </a:cubicBezTo>
                      <a:cubicBezTo>
                        <a:pt x="8538" y="34385"/>
                        <a:pt x="10443" y="37243"/>
                        <a:pt x="13301" y="38767"/>
                      </a:cubicBezTo>
                      <a:cubicBezTo>
                        <a:pt x="16349" y="40386"/>
                        <a:pt x="19587" y="40957"/>
                        <a:pt x="22921" y="40100"/>
                      </a:cubicBezTo>
                      <a:lnTo>
                        <a:pt x="22921" y="40100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6" name="任意多边形: 形状 45"/>
                <p:cNvSpPr/>
                <p:nvPr/>
              </p:nvSpPr>
              <p:spPr>
                <a:xfrm>
                  <a:off x="8436266" y="2863921"/>
                  <a:ext cx="226858" cy="118830"/>
                </a:xfrm>
                <a:custGeom>
                  <a:avLst/>
                  <a:gdLst>
                    <a:gd name="connsiteX0" fmla="*/ 16350 w 200025"/>
                    <a:gd name="connsiteY0" fmla="*/ 31897 h 104775"/>
                    <a:gd name="connsiteX1" fmla="*/ 181037 w 200025"/>
                    <a:gd name="connsiteY1" fmla="*/ 101239 h 104775"/>
                    <a:gd name="connsiteX2" fmla="*/ 196373 w 200025"/>
                    <a:gd name="connsiteY2" fmla="*/ 92476 h 104775"/>
                    <a:gd name="connsiteX3" fmla="*/ 187610 w 200025"/>
                    <a:gd name="connsiteY3" fmla="*/ 77141 h 104775"/>
                    <a:gd name="connsiteX4" fmla="*/ 22922 w 200025"/>
                    <a:gd name="connsiteY4" fmla="*/ 7799 h 104775"/>
                    <a:gd name="connsiteX5" fmla="*/ 7587 w 200025"/>
                    <a:gd name="connsiteY5" fmla="*/ 16562 h 104775"/>
                    <a:gd name="connsiteX6" fmla="*/ 16350 w 200025"/>
                    <a:gd name="connsiteY6" fmla="*/ 31897 h 104775"/>
                    <a:gd name="connsiteX7" fmla="*/ 16350 w 200025"/>
                    <a:gd name="connsiteY7" fmla="*/ 31897 h 104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00025" h="104775">
                      <a:moveTo>
                        <a:pt x="16350" y="31897"/>
                      </a:moveTo>
                      <a:cubicBezTo>
                        <a:pt x="71214" y="55043"/>
                        <a:pt x="126173" y="78094"/>
                        <a:pt x="181037" y="101239"/>
                      </a:cubicBezTo>
                      <a:cubicBezTo>
                        <a:pt x="187229" y="103811"/>
                        <a:pt x="194753" y="98382"/>
                        <a:pt x="196373" y="92476"/>
                      </a:cubicBezTo>
                      <a:cubicBezTo>
                        <a:pt x="198373" y="85237"/>
                        <a:pt x="193896" y="79713"/>
                        <a:pt x="187610" y="77141"/>
                      </a:cubicBezTo>
                      <a:cubicBezTo>
                        <a:pt x="132746" y="53995"/>
                        <a:pt x="77786" y="30945"/>
                        <a:pt x="22922" y="7799"/>
                      </a:cubicBezTo>
                      <a:cubicBezTo>
                        <a:pt x="16731" y="5227"/>
                        <a:pt x="9206" y="10657"/>
                        <a:pt x="7587" y="16562"/>
                      </a:cubicBezTo>
                      <a:cubicBezTo>
                        <a:pt x="5682" y="23801"/>
                        <a:pt x="10159" y="29326"/>
                        <a:pt x="16350" y="31897"/>
                      </a:cubicBezTo>
                      <a:lnTo>
                        <a:pt x="16350" y="31897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7" name="任意多边形: 形状 46"/>
                <p:cNvSpPr/>
                <p:nvPr/>
              </p:nvSpPr>
              <p:spPr>
                <a:xfrm>
                  <a:off x="8673232" y="2958814"/>
                  <a:ext cx="64816" cy="43211"/>
                </a:xfrm>
                <a:custGeom>
                  <a:avLst/>
                  <a:gdLst>
                    <a:gd name="connsiteX0" fmla="*/ 13343 w 57150"/>
                    <a:gd name="connsiteY0" fmla="*/ 30334 h 38100"/>
                    <a:gd name="connsiteX1" fmla="*/ 39632 w 57150"/>
                    <a:gd name="connsiteY1" fmla="*/ 39859 h 38100"/>
                    <a:gd name="connsiteX2" fmla="*/ 49252 w 57150"/>
                    <a:gd name="connsiteY2" fmla="*/ 38621 h 38100"/>
                    <a:gd name="connsiteX3" fmla="*/ 54967 w 57150"/>
                    <a:gd name="connsiteY3" fmla="*/ 31191 h 38100"/>
                    <a:gd name="connsiteX4" fmla="*/ 53729 w 57150"/>
                    <a:gd name="connsiteY4" fmla="*/ 21571 h 38100"/>
                    <a:gd name="connsiteX5" fmla="*/ 46300 w 57150"/>
                    <a:gd name="connsiteY5" fmla="*/ 15856 h 38100"/>
                    <a:gd name="connsiteX6" fmla="*/ 27726 w 57150"/>
                    <a:gd name="connsiteY6" fmla="*/ 9760 h 38100"/>
                    <a:gd name="connsiteX7" fmla="*/ 30679 w 57150"/>
                    <a:gd name="connsiteY7" fmla="*/ 10998 h 38100"/>
                    <a:gd name="connsiteX8" fmla="*/ 25916 w 57150"/>
                    <a:gd name="connsiteY8" fmla="*/ 8903 h 38100"/>
                    <a:gd name="connsiteX9" fmla="*/ 21249 w 57150"/>
                    <a:gd name="connsiteY9" fmla="*/ 7379 h 38100"/>
                    <a:gd name="connsiteX10" fmla="*/ 16296 w 57150"/>
                    <a:gd name="connsiteY10" fmla="*/ 7569 h 38100"/>
                    <a:gd name="connsiteX11" fmla="*/ 8866 w 57150"/>
                    <a:gd name="connsiteY11" fmla="*/ 13284 h 38100"/>
                    <a:gd name="connsiteX12" fmla="*/ 7628 w 57150"/>
                    <a:gd name="connsiteY12" fmla="*/ 22905 h 38100"/>
                    <a:gd name="connsiteX13" fmla="*/ 13343 w 57150"/>
                    <a:gd name="connsiteY13" fmla="*/ 30334 h 38100"/>
                    <a:gd name="connsiteX14" fmla="*/ 13343 w 57150"/>
                    <a:gd name="connsiteY14" fmla="*/ 30334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7150" h="38100">
                      <a:moveTo>
                        <a:pt x="13343" y="30334"/>
                      </a:moveTo>
                      <a:cubicBezTo>
                        <a:pt x="21820" y="34335"/>
                        <a:pt x="30583" y="37668"/>
                        <a:pt x="39632" y="39859"/>
                      </a:cubicBezTo>
                      <a:cubicBezTo>
                        <a:pt x="42871" y="40621"/>
                        <a:pt x="46395" y="40240"/>
                        <a:pt x="49252" y="38621"/>
                      </a:cubicBezTo>
                      <a:cubicBezTo>
                        <a:pt x="51824" y="37097"/>
                        <a:pt x="54301" y="34144"/>
                        <a:pt x="54967" y="31191"/>
                      </a:cubicBezTo>
                      <a:cubicBezTo>
                        <a:pt x="55729" y="27953"/>
                        <a:pt x="55539" y="24429"/>
                        <a:pt x="53729" y="21571"/>
                      </a:cubicBezTo>
                      <a:cubicBezTo>
                        <a:pt x="52015" y="18904"/>
                        <a:pt x="49443" y="16618"/>
                        <a:pt x="46300" y="15856"/>
                      </a:cubicBezTo>
                      <a:cubicBezTo>
                        <a:pt x="39918" y="14332"/>
                        <a:pt x="33727" y="12237"/>
                        <a:pt x="27726" y="9760"/>
                      </a:cubicBezTo>
                      <a:cubicBezTo>
                        <a:pt x="28678" y="10141"/>
                        <a:pt x="29726" y="10617"/>
                        <a:pt x="30679" y="10998"/>
                      </a:cubicBezTo>
                      <a:cubicBezTo>
                        <a:pt x="29059" y="10332"/>
                        <a:pt x="27535" y="9570"/>
                        <a:pt x="25916" y="8903"/>
                      </a:cubicBezTo>
                      <a:cubicBezTo>
                        <a:pt x="24487" y="7950"/>
                        <a:pt x="22963" y="7474"/>
                        <a:pt x="21249" y="7379"/>
                      </a:cubicBezTo>
                      <a:cubicBezTo>
                        <a:pt x="19630" y="6998"/>
                        <a:pt x="17915" y="7093"/>
                        <a:pt x="16296" y="7569"/>
                      </a:cubicBezTo>
                      <a:cubicBezTo>
                        <a:pt x="13438" y="8331"/>
                        <a:pt x="10295" y="10617"/>
                        <a:pt x="8866" y="13284"/>
                      </a:cubicBezTo>
                      <a:cubicBezTo>
                        <a:pt x="7342" y="16142"/>
                        <a:pt x="6580" y="19666"/>
                        <a:pt x="7628" y="22905"/>
                      </a:cubicBezTo>
                      <a:cubicBezTo>
                        <a:pt x="8485" y="25857"/>
                        <a:pt x="10390" y="29001"/>
                        <a:pt x="13343" y="30334"/>
                      </a:cubicBezTo>
                      <a:lnTo>
                        <a:pt x="13343" y="30334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5" name="组合 34"/>
              <p:cNvGrpSpPr/>
              <p:nvPr/>
            </p:nvGrpSpPr>
            <p:grpSpPr>
              <a:xfrm>
                <a:off x="5711735" y="329427"/>
                <a:ext cx="361806" cy="536548"/>
                <a:chOff x="3553322" y="2130634"/>
                <a:chExt cx="580927" cy="861498"/>
              </a:xfrm>
            </p:grpSpPr>
            <p:sp>
              <p:nvSpPr>
                <p:cNvPr id="36" name="任意多边形: 形状 35"/>
                <p:cNvSpPr/>
                <p:nvPr/>
              </p:nvSpPr>
              <p:spPr>
                <a:xfrm>
                  <a:off x="3810167" y="2130634"/>
                  <a:ext cx="324082" cy="324082"/>
                </a:xfrm>
                <a:custGeom>
                  <a:avLst/>
                  <a:gdLst>
                    <a:gd name="connsiteX0" fmla="*/ 282173 w 285750"/>
                    <a:gd name="connsiteY0" fmla="*/ 259439 h 285750"/>
                    <a:gd name="connsiteX1" fmla="*/ 85767 w 285750"/>
                    <a:gd name="connsiteY1" fmla="*/ 63700 h 285750"/>
                    <a:gd name="connsiteX2" fmla="*/ 28712 w 285750"/>
                    <a:gd name="connsiteY2" fmla="*/ 10550 h 285750"/>
                    <a:gd name="connsiteX3" fmla="*/ 11091 w 285750"/>
                    <a:gd name="connsiteY3" fmla="*/ 28172 h 285750"/>
                    <a:gd name="connsiteX4" fmla="*/ 210354 w 285750"/>
                    <a:gd name="connsiteY4" fmla="*/ 221053 h 285750"/>
                    <a:gd name="connsiteX5" fmla="*/ 264456 w 285750"/>
                    <a:gd name="connsiteY5" fmla="*/ 277155 h 285750"/>
                    <a:gd name="connsiteX6" fmla="*/ 282173 w 285750"/>
                    <a:gd name="connsiteY6" fmla="*/ 259439 h 285750"/>
                    <a:gd name="connsiteX7" fmla="*/ 282173 w 285750"/>
                    <a:gd name="connsiteY7" fmla="*/ 259439 h 2857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85750" h="285750">
                      <a:moveTo>
                        <a:pt x="282173" y="259439"/>
                      </a:moveTo>
                      <a:cubicBezTo>
                        <a:pt x="218450" y="192478"/>
                        <a:pt x="152918" y="127232"/>
                        <a:pt x="85767" y="63700"/>
                      </a:cubicBezTo>
                      <a:cubicBezTo>
                        <a:pt x="66908" y="45888"/>
                        <a:pt x="47858" y="28172"/>
                        <a:pt x="28712" y="10550"/>
                      </a:cubicBezTo>
                      <a:cubicBezTo>
                        <a:pt x="16901" y="-308"/>
                        <a:pt x="-815" y="17313"/>
                        <a:pt x="11091" y="28172"/>
                      </a:cubicBezTo>
                      <a:cubicBezTo>
                        <a:pt x="79195" y="90656"/>
                        <a:pt x="145679" y="154949"/>
                        <a:pt x="210354" y="221053"/>
                      </a:cubicBezTo>
                      <a:cubicBezTo>
                        <a:pt x="228547" y="239627"/>
                        <a:pt x="246549" y="258296"/>
                        <a:pt x="264456" y="277155"/>
                      </a:cubicBezTo>
                      <a:cubicBezTo>
                        <a:pt x="275600" y="288776"/>
                        <a:pt x="293222" y="271154"/>
                        <a:pt x="282173" y="259439"/>
                      </a:cubicBezTo>
                      <a:lnTo>
                        <a:pt x="282173" y="259439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7" name="任意多边形: 形状 36"/>
                <p:cNvSpPr/>
                <p:nvPr/>
              </p:nvSpPr>
              <p:spPr>
                <a:xfrm>
                  <a:off x="3817878" y="2481702"/>
                  <a:ext cx="226858" cy="118830"/>
                </a:xfrm>
                <a:custGeom>
                  <a:avLst/>
                  <a:gdLst>
                    <a:gd name="connsiteX0" fmla="*/ 188601 w 200025"/>
                    <a:gd name="connsiteY0" fmla="*/ 74862 h 104775"/>
                    <a:gd name="connsiteX1" fmla="*/ 22961 w 200025"/>
                    <a:gd name="connsiteY1" fmla="*/ 7806 h 104775"/>
                    <a:gd name="connsiteX2" fmla="*/ 7626 w 200025"/>
                    <a:gd name="connsiteY2" fmla="*/ 16569 h 104775"/>
                    <a:gd name="connsiteX3" fmla="*/ 16389 w 200025"/>
                    <a:gd name="connsiteY3" fmla="*/ 31905 h 104775"/>
                    <a:gd name="connsiteX4" fmla="*/ 182029 w 200025"/>
                    <a:gd name="connsiteY4" fmla="*/ 98961 h 104775"/>
                    <a:gd name="connsiteX5" fmla="*/ 197364 w 200025"/>
                    <a:gd name="connsiteY5" fmla="*/ 90198 h 104775"/>
                    <a:gd name="connsiteX6" fmla="*/ 188601 w 200025"/>
                    <a:gd name="connsiteY6" fmla="*/ 74862 h 104775"/>
                    <a:gd name="connsiteX7" fmla="*/ 188601 w 200025"/>
                    <a:gd name="connsiteY7" fmla="*/ 74862 h 104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00025" h="104775">
                      <a:moveTo>
                        <a:pt x="188601" y="74862"/>
                      </a:moveTo>
                      <a:cubicBezTo>
                        <a:pt x="133356" y="52479"/>
                        <a:pt x="78206" y="30095"/>
                        <a:pt x="22961" y="7806"/>
                      </a:cubicBezTo>
                      <a:cubicBezTo>
                        <a:pt x="16675" y="5235"/>
                        <a:pt x="9245" y="10569"/>
                        <a:pt x="7626" y="16569"/>
                      </a:cubicBezTo>
                      <a:cubicBezTo>
                        <a:pt x="5626" y="23713"/>
                        <a:pt x="10102" y="29428"/>
                        <a:pt x="16389" y="31905"/>
                      </a:cubicBezTo>
                      <a:cubicBezTo>
                        <a:pt x="71634" y="54288"/>
                        <a:pt x="126784" y="76672"/>
                        <a:pt x="182029" y="98961"/>
                      </a:cubicBezTo>
                      <a:cubicBezTo>
                        <a:pt x="188315" y="101532"/>
                        <a:pt x="195745" y="96198"/>
                        <a:pt x="197364" y="90198"/>
                      </a:cubicBezTo>
                      <a:cubicBezTo>
                        <a:pt x="199269" y="83149"/>
                        <a:pt x="194887" y="77434"/>
                        <a:pt x="188601" y="74862"/>
                      </a:cubicBezTo>
                      <a:lnTo>
                        <a:pt x="188601" y="74862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8" name="任意多边形: 形状 37"/>
                <p:cNvSpPr/>
                <p:nvPr/>
              </p:nvSpPr>
              <p:spPr>
                <a:xfrm>
                  <a:off x="3553322" y="2667181"/>
                  <a:ext cx="475321" cy="108027"/>
                </a:xfrm>
                <a:custGeom>
                  <a:avLst/>
                  <a:gdLst>
                    <a:gd name="connsiteX0" fmla="*/ 407863 w 419100"/>
                    <a:gd name="connsiteY0" fmla="*/ 64389 h 95250"/>
                    <a:gd name="connsiteX1" fmla="*/ 277275 w 419100"/>
                    <a:gd name="connsiteY1" fmla="*/ 45053 h 95250"/>
                    <a:gd name="connsiteX2" fmla="*/ 70487 w 419100"/>
                    <a:gd name="connsiteY2" fmla="*/ 14383 h 95250"/>
                    <a:gd name="connsiteX3" fmla="*/ 22862 w 419100"/>
                    <a:gd name="connsiteY3" fmla="*/ 7334 h 95250"/>
                    <a:gd name="connsiteX4" fmla="*/ 7527 w 419100"/>
                    <a:gd name="connsiteY4" fmla="*/ 16097 h 95250"/>
                    <a:gd name="connsiteX5" fmla="*/ 16290 w 419100"/>
                    <a:gd name="connsiteY5" fmla="*/ 31433 h 95250"/>
                    <a:gd name="connsiteX6" fmla="*/ 146878 w 419100"/>
                    <a:gd name="connsiteY6" fmla="*/ 50768 h 95250"/>
                    <a:gd name="connsiteX7" fmla="*/ 353666 w 419100"/>
                    <a:gd name="connsiteY7" fmla="*/ 81439 h 95250"/>
                    <a:gd name="connsiteX8" fmla="*/ 401386 w 419100"/>
                    <a:gd name="connsiteY8" fmla="*/ 88487 h 95250"/>
                    <a:gd name="connsiteX9" fmla="*/ 416721 w 419100"/>
                    <a:gd name="connsiteY9" fmla="*/ 79724 h 95250"/>
                    <a:gd name="connsiteX10" fmla="*/ 407863 w 419100"/>
                    <a:gd name="connsiteY10" fmla="*/ 64389 h 95250"/>
                    <a:gd name="connsiteX11" fmla="*/ 407863 w 419100"/>
                    <a:gd name="connsiteY11" fmla="*/ 64389 h 952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419100" h="95250">
                      <a:moveTo>
                        <a:pt x="407863" y="64389"/>
                      </a:moveTo>
                      <a:cubicBezTo>
                        <a:pt x="364334" y="57912"/>
                        <a:pt x="320804" y="51530"/>
                        <a:pt x="277275" y="45053"/>
                      </a:cubicBezTo>
                      <a:cubicBezTo>
                        <a:pt x="208314" y="34862"/>
                        <a:pt x="139448" y="24670"/>
                        <a:pt x="70487" y="14383"/>
                      </a:cubicBezTo>
                      <a:cubicBezTo>
                        <a:pt x="54676" y="12097"/>
                        <a:pt x="38769" y="9716"/>
                        <a:pt x="22862" y="7334"/>
                      </a:cubicBezTo>
                      <a:cubicBezTo>
                        <a:pt x="16195" y="6382"/>
                        <a:pt x="9432" y="8954"/>
                        <a:pt x="7527" y="16097"/>
                      </a:cubicBezTo>
                      <a:cubicBezTo>
                        <a:pt x="5908" y="22003"/>
                        <a:pt x="9527" y="30480"/>
                        <a:pt x="16290" y="31433"/>
                      </a:cubicBezTo>
                      <a:cubicBezTo>
                        <a:pt x="59819" y="37910"/>
                        <a:pt x="103349" y="44291"/>
                        <a:pt x="146878" y="50768"/>
                      </a:cubicBezTo>
                      <a:cubicBezTo>
                        <a:pt x="215839" y="60960"/>
                        <a:pt x="284705" y="71152"/>
                        <a:pt x="353666" y="81439"/>
                      </a:cubicBezTo>
                      <a:cubicBezTo>
                        <a:pt x="369573" y="83820"/>
                        <a:pt x="385479" y="86106"/>
                        <a:pt x="401386" y="88487"/>
                      </a:cubicBezTo>
                      <a:cubicBezTo>
                        <a:pt x="408053" y="89440"/>
                        <a:pt x="414816" y="86868"/>
                        <a:pt x="416721" y="79724"/>
                      </a:cubicBezTo>
                      <a:cubicBezTo>
                        <a:pt x="418245" y="73914"/>
                        <a:pt x="414530" y="65437"/>
                        <a:pt x="407863" y="64389"/>
                      </a:cubicBezTo>
                      <a:lnTo>
                        <a:pt x="407863" y="64389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9" name="任意多边形: 形状 38"/>
                <p:cNvSpPr/>
                <p:nvPr/>
              </p:nvSpPr>
              <p:spPr>
                <a:xfrm>
                  <a:off x="3745821" y="2445788"/>
                  <a:ext cx="64816" cy="54014"/>
                </a:xfrm>
                <a:custGeom>
                  <a:avLst/>
                  <a:gdLst>
                    <a:gd name="connsiteX0" fmla="*/ 45347 w 57150"/>
                    <a:gd name="connsiteY0" fmla="*/ 18232 h 47625"/>
                    <a:gd name="connsiteX1" fmla="*/ 38775 w 57150"/>
                    <a:gd name="connsiteY1" fmla="*/ 15660 h 47625"/>
                    <a:gd name="connsiteX2" fmla="*/ 41727 w 57150"/>
                    <a:gd name="connsiteY2" fmla="*/ 16898 h 47625"/>
                    <a:gd name="connsiteX3" fmla="*/ 25916 w 57150"/>
                    <a:gd name="connsiteY3" fmla="*/ 8802 h 47625"/>
                    <a:gd name="connsiteX4" fmla="*/ 16296 w 57150"/>
                    <a:gd name="connsiteY4" fmla="*/ 7564 h 47625"/>
                    <a:gd name="connsiteX5" fmla="*/ 8866 w 57150"/>
                    <a:gd name="connsiteY5" fmla="*/ 13279 h 47625"/>
                    <a:gd name="connsiteX6" fmla="*/ 7628 w 57150"/>
                    <a:gd name="connsiteY6" fmla="*/ 22899 h 47625"/>
                    <a:gd name="connsiteX7" fmla="*/ 13343 w 57150"/>
                    <a:gd name="connsiteY7" fmla="*/ 30328 h 47625"/>
                    <a:gd name="connsiteX8" fmla="*/ 38679 w 57150"/>
                    <a:gd name="connsiteY8" fmla="*/ 42139 h 47625"/>
                    <a:gd name="connsiteX9" fmla="*/ 48300 w 57150"/>
                    <a:gd name="connsiteY9" fmla="*/ 40901 h 47625"/>
                    <a:gd name="connsiteX10" fmla="*/ 54015 w 57150"/>
                    <a:gd name="connsiteY10" fmla="*/ 33472 h 47625"/>
                    <a:gd name="connsiteX11" fmla="*/ 52776 w 57150"/>
                    <a:gd name="connsiteY11" fmla="*/ 23851 h 47625"/>
                    <a:gd name="connsiteX12" fmla="*/ 50871 w 57150"/>
                    <a:gd name="connsiteY12" fmla="*/ 21280 h 47625"/>
                    <a:gd name="connsiteX13" fmla="*/ 45347 w 57150"/>
                    <a:gd name="connsiteY13" fmla="*/ 18232 h 47625"/>
                    <a:gd name="connsiteX14" fmla="*/ 45347 w 57150"/>
                    <a:gd name="connsiteY14" fmla="*/ 18232 h 476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7150" h="47625">
                      <a:moveTo>
                        <a:pt x="45347" y="18232"/>
                      </a:moveTo>
                      <a:cubicBezTo>
                        <a:pt x="43156" y="17470"/>
                        <a:pt x="40965" y="16612"/>
                        <a:pt x="38775" y="15660"/>
                      </a:cubicBezTo>
                      <a:cubicBezTo>
                        <a:pt x="39727" y="16041"/>
                        <a:pt x="40775" y="16517"/>
                        <a:pt x="41727" y="16898"/>
                      </a:cubicBezTo>
                      <a:cubicBezTo>
                        <a:pt x="36298" y="14612"/>
                        <a:pt x="30964" y="11945"/>
                        <a:pt x="25916" y="8802"/>
                      </a:cubicBezTo>
                      <a:cubicBezTo>
                        <a:pt x="23154" y="7183"/>
                        <a:pt x="19344" y="6706"/>
                        <a:pt x="16296" y="7564"/>
                      </a:cubicBezTo>
                      <a:cubicBezTo>
                        <a:pt x="13438" y="8326"/>
                        <a:pt x="10295" y="10612"/>
                        <a:pt x="8866" y="13279"/>
                      </a:cubicBezTo>
                      <a:cubicBezTo>
                        <a:pt x="7342" y="16136"/>
                        <a:pt x="6580" y="19660"/>
                        <a:pt x="7628" y="22899"/>
                      </a:cubicBezTo>
                      <a:cubicBezTo>
                        <a:pt x="8676" y="26042"/>
                        <a:pt x="10485" y="28614"/>
                        <a:pt x="13343" y="30328"/>
                      </a:cubicBezTo>
                      <a:cubicBezTo>
                        <a:pt x="21344" y="35186"/>
                        <a:pt x="29916" y="39091"/>
                        <a:pt x="38679" y="42139"/>
                      </a:cubicBezTo>
                      <a:cubicBezTo>
                        <a:pt x="41632" y="43187"/>
                        <a:pt x="45728" y="42425"/>
                        <a:pt x="48300" y="40901"/>
                      </a:cubicBezTo>
                      <a:cubicBezTo>
                        <a:pt x="50871" y="39377"/>
                        <a:pt x="53348" y="36424"/>
                        <a:pt x="54015" y="33472"/>
                      </a:cubicBezTo>
                      <a:cubicBezTo>
                        <a:pt x="54777" y="30233"/>
                        <a:pt x="54586" y="26709"/>
                        <a:pt x="52776" y="23851"/>
                      </a:cubicBezTo>
                      <a:cubicBezTo>
                        <a:pt x="52110" y="22994"/>
                        <a:pt x="51443" y="22137"/>
                        <a:pt x="50871" y="21280"/>
                      </a:cubicBezTo>
                      <a:cubicBezTo>
                        <a:pt x="49252" y="19946"/>
                        <a:pt x="47442" y="18803"/>
                        <a:pt x="45347" y="18232"/>
                      </a:cubicBezTo>
                      <a:lnTo>
                        <a:pt x="45347" y="18232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0" name="任意多边形: 形状 39"/>
                <p:cNvSpPr/>
                <p:nvPr/>
              </p:nvSpPr>
              <p:spPr>
                <a:xfrm>
                  <a:off x="3824694" y="2909318"/>
                  <a:ext cx="237660" cy="75619"/>
                </a:xfrm>
                <a:custGeom>
                  <a:avLst/>
                  <a:gdLst>
                    <a:gd name="connsiteX0" fmla="*/ 192211 w 209550"/>
                    <a:gd name="connsiteY0" fmla="*/ 7388 h 66675"/>
                    <a:gd name="connsiteX1" fmla="*/ 16284 w 209550"/>
                    <a:gd name="connsiteY1" fmla="*/ 38535 h 66675"/>
                    <a:gd name="connsiteX2" fmla="*/ 7521 w 209550"/>
                    <a:gd name="connsiteY2" fmla="*/ 53870 h 66675"/>
                    <a:gd name="connsiteX3" fmla="*/ 22856 w 209550"/>
                    <a:gd name="connsiteY3" fmla="*/ 62633 h 66675"/>
                    <a:gd name="connsiteX4" fmla="*/ 198783 w 209550"/>
                    <a:gd name="connsiteY4" fmla="*/ 31486 h 66675"/>
                    <a:gd name="connsiteX5" fmla="*/ 207546 w 209550"/>
                    <a:gd name="connsiteY5" fmla="*/ 16151 h 66675"/>
                    <a:gd name="connsiteX6" fmla="*/ 192211 w 209550"/>
                    <a:gd name="connsiteY6" fmla="*/ 7388 h 66675"/>
                    <a:gd name="connsiteX7" fmla="*/ 192211 w 209550"/>
                    <a:gd name="connsiteY7" fmla="*/ 7388 h 66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09550" h="66675">
                      <a:moveTo>
                        <a:pt x="192211" y="7388"/>
                      </a:moveTo>
                      <a:cubicBezTo>
                        <a:pt x="133537" y="17770"/>
                        <a:pt x="74958" y="28153"/>
                        <a:pt x="16284" y="38535"/>
                      </a:cubicBezTo>
                      <a:cubicBezTo>
                        <a:pt x="9617" y="39678"/>
                        <a:pt x="5902" y="47869"/>
                        <a:pt x="7521" y="53870"/>
                      </a:cubicBezTo>
                      <a:cubicBezTo>
                        <a:pt x="9426" y="60919"/>
                        <a:pt x="16189" y="63776"/>
                        <a:pt x="22856" y="62633"/>
                      </a:cubicBezTo>
                      <a:cubicBezTo>
                        <a:pt x="81530" y="52251"/>
                        <a:pt x="140109" y="41869"/>
                        <a:pt x="198783" y="31486"/>
                      </a:cubicBezTo>
                      <a:cubicBezTo>
                        <a:pt x="205451" y="30343"/>
                        <a:pt x="209165" y="22152"/>
                        <a:pt x="207546" y="16151"/>
                      </a:cubicBezTo>
                      <a:cubicBezTo>
                        <a:pt x="205641" y="9103"/>
                        <a:pt x="198878" y="6245"/>
                        <a:pt x="192211" y="7388"/>
                      </a:cubicBezTo>
                      <a:lnTo>
                        <a:pt x="192211" y="7388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1" name="任意多边形: 形状 40"/>
                <p:cNvSpPr/>
                <p:nvPr/>
              </p:nvSpPr>
              <p:spPr>
                <a:xfrm>
                  <a:off x="3744516" y="2948921"/>
                  <a:ext cx="64816" cy="43211"/>
                </a:xfrm>
                <a:custGeom>
                  <a:avLst/>
                  <a:gdLst>
                    <a:gd name="connsiteX0" fmla="*/ 40782 w 57150"/>
                    <a:gd name="connsiteY0" fmla="*/ 7521 h 38100"/>
                    <a:gd name="connsiteX1" fmla="*/ 30495 w 57150"/>
                    <a:gd name="connsiteY1" fmla="*/ 9331 h 38100"/>
                    <a:gd name="connsiteX2" fmla="*/ 33829 w 57150"/>
                    <a:gd name="connsiteY2" fmla="*/ 8855 h 38100"/>
                    <a:gd name="connsiteX3" fmla="*/ 19637 w 57150"/>
                    <a:gd name="connsiteY3" fmla="*/ 9903 h 38100"/>
                    <a:gd name="connsiteX4" fmla="*/ 10778 w 57150"/>
                    <a:gd name="connsiteY4" fmla="*/ 13522 h 38100"/>
                    <a:gd name="connsiteX5" fmla="*/ 7159 w 57150"/>
                    <a:gd name="connsiteY5" fmla="*/ 22380 h 38100"/>
                    <a:gd name="connsiteX6" fmla="*/ 10778 w 57150"/>
                    <a:gd name="connsiteY6" fmla="*/ 31239 h 38100"/>
                    <a:gd name="connsiteX7" fmla="*/ 19637 w 57150"/>
                    <a:gd name="connsiteY7" fmla="*/ 34858 h 38100"/>
                    <a:gd name="connsiteX8" fmla="*/ 47545 w 57150"/>
                    <a:gd name="connsiteY8" fmla="*/ 31524 h 38100"/>
                    <a:gd name="connsiteX9" fmla="*/ 54974 w 57150"/>
                    <a:gd name="connsiteY9" fmla="*/ 25809 h 38100"/>
                    <a:gd name="connsiteX10" fmla="*/ 56213 w 57150"/>
                    <a:gd name="connsiteY10" fmla="*/ 16189 h 38100"/>
                    <a:gd name="connsiteX11" fmla="*/ 50498 w 57150"/>
                    <a:gd name="connsiteY11" fmla="*/ 8760 h 38100"/>
                    <a:gd name="connsiteX12" fmla="*/ 40782 w 57150"/>
                    <a:gd name="connsiteY12" fmla="*/ 7521 h 38100"/>
                    <a:gd name="connsiteX13" fmla="*/ 40782 w 57150"/>
                    <a:gd name="connsiteY13" fmla="*/ 7521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57150" h="38100">
                      <a:moveTo>
                        <a:pt x="40782" y="7521"/>
                      </a:moveTo>
                      <a:cubicBezTo>
                        <a:pt x="37353" y="8283"/>
                        <a:pt x="33924" y="8855"/>
                        <a:pt x="30495" y="9331"/>
                      </a:cubicBezTo>
                      <a:cubicBezTo>
                        <a:pt x="31638" y="9141"/>
                        <a:pt x="32686" y="9045"/>
                        <a:pt x="33829" y="8855"/>
                      </a:cubicBezTo>
                      <a:cubicBezTo>
                        <a:pt x="29066" y="9522"/>
                        <a:pt x="24399" y="9807"/>
                        <a:pt x="19637" y="9903"/>
                      </a:cubicBezTo>
                      <a:cubicBezTo>
                        <a:pt x="16398" y="9998"/>
                        <a:pt x="13064" y="11236"/>
                        <a:pt x="10778" y="13522"/>
                      </a:cubicBezTo>
                      <a:cubicBezTo>
                        <a:pt x="8588" y="15713"/>
                        <a:pt x="6968" y="19237"/>
                        <a:pt x="7159" y="22380"/>
                      </a:cubicBezTo>
                      <a:cubicBezTo>
                        <a:pt x="7349" y="25619"/>
                        <a:pt x="8397" y="28953"/>
                        <a:pt x="10778" y="31239"/>
                      </a:cubicBezTo>
                      <a:cubicBezTo>
                        <a:pt x="13160" y="33429"/>
                        <a:pt x="16208" y="34953"/>
                        <a:pt x="19637" y="34858"/>
                      </a:cubicBezTo>
                      <a:cubicBezTo>
                        <a:pt x="28971" y="34668"/>
                        <a:pt x="38401" y="33525"/>
                        <a:pt x="47545" y="31524"/>
                      </a:cubicBezTo>
                      <a:cubicBezTo>
                        <a:pt x="50498" y="30858"/>
                        <a:pt x="53546" y="28381"/>
                        <a:pt x="54974" y="25809"/>
                      </a:cubicBezTo>
                      <a:cubicBezTo>
                        <a:pt x="56498" y="23142"/>
                        <a:pt x="57165" y="19142"/>
                        <a:pt x="56213" y="16189"/>
                      </a:cubicBezTo>
                      <a:cubicBezTo>
                        <a:pt x="55260" y="13141"/>
                        <a:pt x="53355" y="10284"/>
                        <a:pt x="50498" y="8760"/>
                      </a:cubicBezTo>
                      <a:cubicBezTo>
                        <a:pt x="47354" y="7140"/>
                        <a:pt x="44116" y="6759"/>
                        <a:pt x="40782" y="7521"/>
                      </a:cubicBezTo>
                      <a:lnTo>
                        <a:pt x="40782" y="7521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</p:grpSp>
      </p:grpSp>
      <p:sp>
        <p:nvSpPr>
          <p:cNvPr id="48" name="任意多边形: 形状 47"/>
          <p:cNvSpPr/>
          <p:nvPr/>
        </p:nvSpPr>
        <p:spPr>
          <a:xfrm>
            <a:off x="5986942" y="3390470"/>
            <a:ext cx="207320" cy="216894"/>
          </a:xfrm>
          <a:custGeom>
            <a:avLst/>
            <a:gdLst>
              <a:gd name="connsiteX0" fmla="*/ 63291 w 93745"/>
              <a:gd name="connsiteY0" fmla="*/ 10879 h 107137"/>
              <a:gd name="connsiteX1" fmla="*/ 29274 w 93745"/>
              <a:gd name="connsiteY1" fmla="*/ 15834 h 107137"/>
              <a:gd name="connsiteX2" fmla="*/ 18561 w 93745"/>
              <a:gd name="connsiteY2" fmla="*/ 30164 h 107137"/>
              <a:gd name="connsiteX3" fmla="*/ 16686 w 93745"/>
              <a:gd name="connsiteY3" fmla="*/ 87884 h 107137"/>
              <a:gd name="connsiteX4" fmla="*/ 64094 w 93745"/>
              <a:gd name="connsiteY4" fmla="*/ 104357 h 107137"/>
              <a:gd name="connsiteX5" fmla="*/ 95030 w 93745"/>
              <a:gd name="connsiteY5" fmla="*/ 64046 h 107137"/>
              <a:gd name="connsiteX6" fmla="*/ 63291 w 93745"/>
              <a:gd name="connsiteY6" fmla="*/ 10879 h 107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3745" h="107137">
                <a:moveTo>
                  <a:pt x="63291" y="10879"/>
                </a:moveTo>
                <a:cubicBezTo>
                  <a:pt x="51639" y="9674"/>
                  <a:pt x="38649" y="8737"/>
                  <a:pt x="29274" y="15834"/>
                </a:cubicBezTo>
                <a:cubicBezTo>
                  <a:pt x="24453" y="19450"/>
                  <a:pt x="21239" y="24807"/>
                  <a:pt x="18561" y="30164"/>
                </a:cubicBezTo>
                <a:cubicBezTo>
                  <a:pt x="9588" y="48243"/>
                  <a:pt x="5838" y="70876"/>
                  <a:pt x="16686" y="87884"/>
                </a:cubicBezTo>
                <a:cubicBezTo>
                  <a:pt x="26462" y="103018"/>
                  <a:pt x="46952" y="109848"/>
                  <a:pt x="64094" y="104357"/>
                </a:cubicBezTo>
                <a:cubicBezTo>
                  <a:pt x="81236" y="98866"/>
                  <a:pt x="93825" y="81992"/>
                  <a:pt x="95030" y="64046"/>
                </a:cubicBezTo>
                <a:cubicBezTo>
                  <a:pt x="96369" y="46101"/>
                  <a:pt x="83111" y="14093"/>
                  <a:pt x="63291" y="10879"/>
                </a:cubicBezTo>
              </a:path>
            </a:pathLst>
          </a:custGeom>
          <a:solidFill>
            <a:srgbClr val="FFBDB5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圆角矩形 16"/>
          <p:cNvSpPr/>
          <p:nvPr/>
        </p:nvSpPr>
        <p:spPr>
          <a:xfrm>
            <a:off x="7163425" y="1879843"/>
            <a:ext cx="3627438" cy="1524846"/>
          </a:xfrm>
          <a:prstGeom prst="roundRect">
            <a:avLst>
              <a:gd name="adj" fmla="val 8731"/>
            </a:avLst>
          </a:prstGeom>
          <a:solidFill>
            <a:srgbClr val="7AB2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372770" y="2204719"/>
            <a:ext cx="3272902" cy="846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600" dirty="0">
                <a:solidFill>
                  <a:schemeClr val="bg1"/>
                </a:solidFill>
                <a:cs typeface="+mn-ea"/>
                <a:sym typeface="+mn-lt"/>
              </a:rPr>
              <a:t>单击此处添加简短说明，请您在此修改您的内容。单击此处添加简短说明，请您在此修改您的内容。</a:t>
            </a:r>
            <a:endParaRPr lang="en-US" altLang="zh-CN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6148010" y="1965505"/>
            <a:ext cx="714694" cy="714694"/>
          </a:xfrm>
          <a:prstGeom prst="ellipse">
            <a:avLst/>
          </a:prstGeom>
          <a:solidFill>
            <a:srgbClr val="7AB2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dirty="0">
              <a:cs typeface="+mn-ea"/>
              <a:sym typeface="+mn-lt"/>
            </a:endParaRPr>
          </a:p>
        </p:txBody>
      </p:sp>
      <p:sp>
        <p:nvSpPr>
          <p:cNvPr id="26" name="arrow-pointing-left-circular-button_20407"/>
          <p:cNvSpPr>
            <a:spLocks noChangeAspect="1"/>
          </p:cNvSpPr>
          <p:nvPr/>
        </p:nvSpPr>
        <p:spPr bwMode="auto">
          <a:xfrm>
            <a:off x="6358869" y="2120291"/>
            <a:ext cx="292977" cy="405123"/>
          </a:xfrm>
          <a:custGeom>
            <a:avLst/>
            <a:gdLst>
              <a:gd name="T0" fmla="*/ 7232 w 7232"/>
              <a:gd name="T1" fmla="*/ 3121 h 10000"/>
              <a:gd name="T2" fmla="*/ 7111 w 7232"/>
              <a:gd name="T3" fmla="*/ 3910 h 10000"/>
              <a:gd name="T4" fmla="*/ 6839 w 7232"/>
              <a:gd name="T5" fmla="*/ 4509 h 10000"/>
              <a:gd name="T6" fmla="*/ 6407 w 7232"/>
              <a:gd name="T7" fmla="*/ 4974 h 10000"/>
              <a:gd name="T8" fmla="*/ 5959 w 7232"/>
              <a:gd name="T9" fmla="*/ 5314 h 10000"/>
              <a:gd name="T10" fmla="*/ 5482 w 7232"/>
              <a:gd name="T11" fmla="*/ 5591 h 10000"/>
              <a:gd name="T12" fmla="*/ 4946 w 7232"/>
              <a:gd name="T13" fmla="*/ 6099 h 10000"/>
              <a:gd name="T14" fmla="*/ 4731 w 7232"/>
              <a:gd name="T15" fmla="*/ 6624 h 10000"/>
              <a:gd name="T16" fmla="*/ 4637 w 7232"/>
              <a:gd name="T17" fmla="*/ 6879 h 10000"/>
              <a:gd name="T18" fmla="*/ 4418 w 7232"/>
              <a:gd name="T19" fmla="*/ 7000 h 10000"/>
              <a:gd name="T20" fmla="*/ 2543 w 7232"/>
              <a:gd name="T21" fmla="*/ 7000 h 10000"/>
              <a:gd name="T22" fmla="*/ 2345 w 7232"/>
              <a:gd name="T23" fmla="*/ 6855 h 10000"/>
              <a:gd name="T24" fmla="*/ 2262 w 7232"/>
              <a:gd name="T25" fmla="*/ 6563 h 10000"/>
              <a:gd name="T26" fmla="*/ 2262 w 7232"/>
              <a:gd name="T27" fmla="*/ 6213 h 10000"/>
              <a:gd name="T28" fmla="*/ 2770 w 7232"/>
              <a:gd name="T29" fmla="*/ 4990 h 10000"/>
              <a:gd name="T30" fmla="*/ 3887 w 7232"/>
              <a:gd name="T31" fmla="*/ 4141 h 10000"/>
              <a:gd name="T32" fmla="*/ 4543 w 7232"/>
              <a:gd name="T33" fmla="*/ 3704 h 10000"/>
              <a:gd name="T34" fmla="*/ 4740 w 7232"/>
              <a:gd name="T35" fmla="*/ 3110 h 10000"/>
              <a:gd name="T36" fmla="*/ 4376 w 7232"/>
              <a:gd name="T37" fmla="*/ 2531 h 10000"/>
              <a:gd name="T38" fmla="*/ 3536 w 7232"/>
              <a:gd name="T39" fmla="*/ 2281 h 10000"/>
              <a:gd name="T40" fmla="*/ 2691 w 7232"/>
              <a:gd name="T41" fmla="*/ 2508 h 10000"/>
              <a:gd name="T42" fmla="*/ 1855 w 7232"/>
              <a:gd name="T43" fmla="*/ 3406 h 10000"/>
              <a:gd name="T44" fmla="*/ 1614 w 7232"/>
              <a:gd name="T45" fmla="*/ 3531 h 10000"/>
              <a:gd name="T46" fmla="*/ 1417 w 7232"/>
              <a:gd name="T47" fmla="*/ 3469 h 10000"/>
              <a:gd name="T48" fmla="*/ 135 w 7232"/>
              <a:gd name="T49" fmla="*/ 2493 h 10000"/>
              <a:gd name="T50" fmla="*/ 14 w 7232"/>
              <a:gd name="T51" fmla="*/ 2296 h 10000"/>
              <a:gd name="T52" fmla="*/ 56 w 7232"/>
              <a:gd name="T53" fmla="*/ 2078 h 10000"/>
              <a:gd name="T54" fmla="*/ 3684 w 7232"/>
              <a:gd name="T55" fmla="*/ 0 h 10000"/>
              <a:gd name="T56" fmla="*/ 4942 w 7232"/>
              <a:gd name="T57" fmla="*/ 241 h 10000"/>
              <a:gd name="T58" fmla="*/ 6084 w 7232"/>
              <a:gd name="T59" fmla="*/ 890 h 10000"/>
              <a:gd name="T60" fmla="*/ 6912 w 7232"/>
              <a:gd name="T61" fmla="*/ 1886 h 10000"/>
              <a:gd name="T62" fmla="*/ 7232 w 7232"/>
              <a:gd name="T63" fmla="*/ 3121 h 10000"/>
              <a:gd name="T64" fmla="*/ 4764 w 7232"/>
              <a:gd name="T65" fmla="*/ 7813 h 10000"/>
              <a:gd name="T66" fmla="*/ 4764 w 7232"/>
              <a:gd name="T67" fmla="*/ 9688 h 10000"/>
              <a:gd name="T68" fmla="*/ 4670 w 7232"/>
              <a:gd name="T69" fmla="*/ 9906 h 10000"/>
              <a:gd name="T70" fmla="*/ 4451 w 7232"/>
              <a:gd name="T71" fmla="*/ 10000 h 10000"/>
              <a:gd name="T72" fmla="*/ 2575 w 7232"/>
              <a:gd name="T73" fmla="*/ 10000 h 10000"/>
              <a:gd name="T74" fmla="*/ 2356 w 7232"/>
              <a:gd name="T75" fmla="*/ 9906 h 10000"/>
              <a:gd name="T76" fmla="*/ 2262 w 7232"/>
              <a:gd name="T77" fmla="*/ 9688 h 10000"/>
              <a:gd name="T78" fmla="*/ 2262 w 7232"/>
              <a:gd name="T79" fmla="*/ 7813 h 10000"/>
              <a:gd name="T80" fmla="*/ 2356 w 7232"/>
              <a:gd name="T81" fmla="*/ 7594 h 10000"/>
              <a:gd name="T82" fmla="*/ 2575 w 7232"/>
              <a:gd name="T83" fmla="*/ 7500 h 10000"/>
              <a:gd name="T84" fmla="*/ 4451 w 7232"/>
              <a:gd name="T85" fmla="*/ 7500 h 10000"/>
              <a:gd name="T86" fmla="*/ 4670 w 7232"/>
              <a:gd name="T87" fmla="*/ 7594 h 10000"/>
              <a:gd name="T88" fmla="*/ 4764 w 7232"/>
              <a:gd name="T89" fmla="*/ 7813 h 1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7232" h="10000">
                <a:moveTo>
                  <a:pt x="7232" y="3121"/>
                </a:moveTo>
                <a:cubicBezTo>
                  <a:pt x="7232" y="3403"/>
                  <a:pt x="7191" y="3665"/>
                  <a:pt x="7111" y="3910"/>
                </a:cubicBezTo>
                <a:cubicBezTo>
                  <a:pt x="7031" y="4155"/>
                  <a:pt x="6939" y="4354"/>
                  <a:pt x="6839" y="4509"/>
                </a:cubicBezTo>
                <a:cubicBezTo>
                  <a:pt x="6736" y="4664"/>
                  <a:pt x="6594" y="4818"/>
                  <a:pt x="6407" y="4974"/>
                </a:cubicBezTo>
                <a:cubicBezTo>
                  <a:pt x="6221" y="5130"/>
                  <a:pt x="6072" y="5244"/>
                  <a:pt x="5959" y="5314"/>
                </a:cubicBezTo>
                <a:cubicBezTo>
                  <a:pt x="5844" y="5385"/>
                  <a:pt x="5686" y="5476"/>
                  <a:pt x="5482" y="5591"/>
                </a:cubicBezTo>
                <a:cubicBezTo>
                  <a:pt x="5268" y="5711"/>
                  <a:pt x="5090" y="5880"/>
                  <a:pt x="4946" y="6099"/>
                </a:cubicBezTo>
                <a:cubicBezTo>
                  <a:pt x="4804" y="6318"/>
                  <a:pt x="4731" y="6491"/>
                  <a:pt x="4731" y="6624"/>
                </a:cubicBezTo>
                <a:cubicBezTo>
                  <a:pt x="4731" y="6713"/>
                  <a:pt x="4700" y="6796"/>
                  <a:pt x="4637" y="6879"/>
                </a:cubicBezTo>
                <a:cubicBezTo>
                  <a:pt x="4575" y="6959"/>
                  <a:pt x="4502" y="7000"/>
                  <a:pt x="4418" y="7000"/>
                </a:cubicBezTo>
                <a:lnTo>
                  <a:pt x="2543" y="7000"/>
                </a:lnTo>
                <a:cubicBezTo>
                  <a:pt x="2465" y="7000"/>
                  <a:pt x="2398" y="6953"/>
                  <a:pt x="2345" y="6855"/>
                </a:cubicBezTo>
                <a:cubicBezTo>
                  <a:pt x="2291" y="6758"/>
                  <a:pt x="2262" y="6661"/>
                  <a:pt x="2262" y="6563"/>
                </a:cubicBezTo>
                <a:lnTo>
                  <a:pt x="2262" y="6213"/>
                </a:lnTo>
                <a:cubicBezTo>
                  <a:pt x="2262" y="5780"/>
                  <a:pt x="2431" y="5373"/>
                  <a:pt x="2770" y="4990"/>
                </a:cubicBezTo>
                <a:cubicBezTo>
                  <a:pt x="3109" y="4608"/>
                  <a:pt x="3481" y="4324"/>
                  <a:pt x="3887" y="4141"/>
                </a:cubicBezTo>
                <a:cubicBezTo>
                  <a:pt x="4195" y="4000"/>
                  <a:pt x="4414" y="3855"/>
                  <a:pt x="4543" y="3704"/>
                </a:cubicBezTo>
                <a:cubicBezTo>
                  <a:pt x="4673" y="3553"/>
                  <a:pt x="4740" y="3355"/>
                  <a:pt x="4740" y="3110"/>
                </a:cubicBezTo>
                <a:cubicBezTo>
                  <a:pt x="4740" y="2891"/>
                  <a:pt x="4618" y="2699"/>
                  <a:pt x="4376" y="2531"/>
                </a:cubicBezTo>
                <a:cubicBezTo>
                  <a:pt x="4135" y="2365"/>
                  <a:pt x="3854" y="2281"/>
                  <a:pt x="3536" y="2281"/>
                </a:cubicBezTo>
                <a:cubicBezTo>
                  <a:pt x="3197" y="2281"/>
                  <a:pt x="2916" y="2356"/>
                  <a:pt x="2691" y="2508"/>
                </a:cubicBezTo>
                <a:cubicBezTo>
                  <a:pt x="2509" y="2638"/>
                  <a:pt x="2229" y="2939"/>
                  <a:pt x="1855" y="3406"/>
                </a:cubicBezTo>
                <a:cubicBezTo>
                  <a:pt x="1787" y="3490"/>
                  <a:pt x="1707" y="3531"/>
                  <a:pt x="1614" y="3531"/>
                </a:cubicBezTo>
                <a:cubicBezTo>
                  <a:pt x="1551" y="3531"/>
                  <a:pt x="1485" y="3510"/>
                  <a:pt x="1417" y="3469"/>
                </a:cubicBezTo>
                <a:lnTo>
                  <a:pt x="135" y="2493"/>
                </a:lnTo>
                <a:cubicBezTo>
                  <a:pt x="67" y="2440"/>
                  <a:pt x="26" y="2376"/>
                  <a:pt x="14" y="2296"/>
                </a:cubicBezTo>
                <a:cubicBezTo>
                  <a:pt x="0" y="2218"/>
                  <a:pt x="15" y="2145"/>
                  <a:pt x="56" y="2078"/>
                </a:cubicBezTo>
                <a:cubicBezTo>
                  <a:pt x="890" y="694"/>
                  <a:pt x="2100" y="0"/>
                  <a:pt x="3684" y="0"/>
                </a:cubicBezTo>
                <a:cubicBezTo>
                  <a:pt x="4101" y="0"/>
                  <a:pt x="4520" y="80"/>
                  <a:pt x="4942" y="241"/>
                </a:cubicBezTo>
                <a:cubicBezTo>
                  <a:pt x="5365" y="403"/>
                  <a:pt x="5745" y="619"/>
                  <a:pt x="6084" y="890"/>
                </a:cubicBezTo>
                <a:cubicBezTo>
                  <a:pt x="6422" y="1161"/>
                  <a:pt x="6699" y="1494"/>
                  <a:pt x="6912" y="1886"/>
                </a:cubicBezTo>
                <a:cubicBezTo>
                  <a:pt x="7126" y="2276"/>
                  <a:pt x="7232" y="2690"/>
                  <a:pt x="7232" y="3121"/>
                </a:cubicBezTo>
                <a:close/>
                <a:moveTo>
                  <a:pt x="4764" y="7813"/>
                </a:moveTo>
                <a:lnTo>
                  <a:pt x="4764" y="9688"/>
                </a:lnTo>
                <a:cubicBezTo>
                  <a:pt x="4764" y="9771"/>
                  <a:pt x="4732" y="9844"/>
                  <a:pt x="4670" y="9906"/>
                </a:cubicBezTo>
                <a:cubicBezTo>
                  <a:pt x="4607" y="9969"/>
                  <a:pt x="4535" y="10000"/>
                  <a:pt x="4451" y="10000"/>
                </a:cubicBezTo>
                <a:lnTo>
                  <a:pt x="2575" y="10000"/>
                </a:lnTo>
                <a:cubicBezTo>
                  <a:pt x="2491" y="10000"/>
                  <a:pt x="2419" y="9969"/>
                  <a:pt x="2356" y="9906"/>
                </a:cubicBezTo>
                <a:cubicBezTo>
                  <a:pt x="2294" y="9844"/>
                  <a:pt x="2262" y="9771"/>
                  <a:pt x="2262" y="9688"/>
                </a:cubicBezTo>
                <a:lnTo>
                  <a:pt x="2262" y="7813"/>
                </a:lnTo>
                <a:cubicBezTo>
                  <a:pt x="2262" y="7729"/>
                  <a:pt x="2294" y="7656"/>
                  <a:pt x="2356" y="7594"/>
                </a:cubicBezTo>
                <a:cubicBezTo>
                  <a:pt x="2419" y="7531"/>
                  <a:pt x="2491" y="7500"/>
                  <a:pt x="2575" y="7500"/>
                </a:cubicBezTo>
                <a:lnTo>
                  <a:pt x="4451" y="7500"/>
                </a:lnTo>
                <a:cubicBezTo>
                  <a:pt x="4535" y="7500"/>
                  <a:pt x="4607" y="7531"/>
                  <a:pt x="4670" y="7594"/>
                </a:cubicBezTo>
                <a:cubicBezTo>
                  <a:pt x="4732" y="7656"/>
                  <a:pt x="4764" y="7728"/>
                  <a:pt x="4764" y="781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4" name="圆角矩形 16"/>
          <p:cNvSpPr/>
          <p:nvPr/>
        </p:nvSpPr>
        <p:spPr>
          <a:xfrm>
            <a:off x="6148010" y="3806832"/>
            <a:ext cx="3627438" cy="1524846"/>
          </a:xfrm>
          <a:prstGeom prst="roundRect">
            <a:avLst>
              <a:gd name="adj" fmla="val 8731"/>
            </a:avLst>
          </a:prstGeom>
          <a:solidFill>
            <a:srgbClr val="FFD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6357355" y="4131708"/>
            <a:ext cx="3272902" cy="859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600" dirty="0">
                <a:solidFill>
                  <a:srgbClr val="64454B"/>
                </a:solidFill>
                <a:cs typeface="+mn-ea"/>
                <a:sym typeface="+mn-lt"/>
              </a:rPr>
              <a:t>单击此处添加简短说明，请您在此修改您的内容。单击此处添加简短说明，请您在此修改您的内容。</a:t>
            </a:r>
            <a:endParaRPr lang="en-US" altLang="zh-CN" sz="1600" dirty="0">
              <a:solidFill>
                <a:srgbClr val="64454B"/>
              </a:solidFill>
              <a:cs typeface="+mn-ea"/>
              <a:sym typeface="+mn-lt"/>
            </a:endParaRPr>
          </a:p>
        </p:txBody>
      </p:sp>
      <p:sp>
        <p:nvSpPr>
          <p:cNvPr id="38" name="Oval 28"/>
          <p:cNvSpPr/>
          <p:nvPr/>
        </p:nvSpPr>
        <p:spPr>
          <a:xfrm>
            <a:off x="10057729" y="3892494"/>
            <a:ext cx="714694" cy="714694"/>
          </a:xfrm>
          <a:custGeom>
            <a:avLst/>
            <a:gdLst>
              <a:gd name="T0" fmla="*/ 4503 w 9137"/>
              <a:gd name="T1" fmla="*/ 2924 h 9137"/>
              <a:gd name="T2" fmla="*/ 4279 w 9137"/>
              <a:gd name="T3" fmla="*/ 3719 h 9137"/>
              <a:gd name="T4" fmla="*/ 3822 w 9137"/>
              <a:gd name="T5" fmla="*/ 4941 h 9137"/>
              <a:gd name="T6" fmla="*/ 5233 w 9137"/>
              <a:gd name="T7" fmla="*/ 4941 h 9137"/>
              <a:gd name="T8" fmla="*/ 4799 w 9137"/>
              <a:gd name="T9" fmla="*/ 3788 h 9137"/>
              <a:gd name="T10" fmla="*/ 4503 w 9137"/>
              <a:gd name="T11" fmla="*/ 2924 h 9137"/>
              <a:gd name="T12" fmla="*/ 4569 w 9137"/>
              <a:gd name="T13" fmla="*/ 0 h 9137"/>
              <a:gd name="T14" fmla="*/ 0 w 9137"/>
              <a:gd name="T15" fmla="*/ 4569 h 9137"/>
              <a:gd name="T16" fmla="*/ 4569 w 9137"/>
              <a:gd name="T17" fmla="*/ 9137 h 9137"/>
              <a:gd name="T18" fmla="*/ 9137 w 9137"/>
              <a:gd name="T19" fmla="*/ 4569 h 9137"/>
              <a:gd name="T20" fmla="*/ 4569 w 9137"/>
              <a:gd name="T21" fmla="*/ 0 h 9137"/>
              <a:gd name="T22" fmla="*/ 5889 w 9137"/>
              <a:gd name="T23" fmla="*/ 6650 h 9137"/>
              <a:gd name="T24" fmla="*/ 5404 w 9137"/>
              <a:gd name="T25" fmla="*/ 5390 h 9137"/>
              <a:gd name="T26" fmla="*/ 3663 w 9137"/>
              <a:gd name="T27" fmla="*/ 5390 h 9137"/>
              <a:gd name="T28" fmla="*/ 3205 w 9137"/>
              <a:gd name="T29" fmla="*/ 6650 h 9137"/>
              <a:gd name="T30" fmla="*/ 2621 w 9137"/>
              <a:gd name="T31" fmla="*/ 6650 h 9137"/>
              <a:gd name="T32" fmla="*/ 4219 w 9137"/>
              <a:gd name="T33" fmla="*/ 2487 h 9137"/>
              <a:gd name="T34" fmla="*/ 4813 w 9137"/>
              <a:gd name="T35" fmla="*/ 2487 h 9137"/>
              <a:gd name="T36" fmla="*/ 6517 w 9137"/>
              <a:gd name="T37" fmla="*/ 6650 h 9137"/>
              <a:gd name="T38" fmla="*/ 5889 w 9137"/>
              <a:gd name="T39" fmla="*/ 6650 h 9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9137" h="9137">
                <a:moveTo>
                  <a:pt x="4503" y="2924"/>
                </a:moveTo>
                <a:cubicBezTo>
                  <a:pt x="4450" y="3191"/>
                  <a:pt x="4376" y="3456"/>
                  <a:pt x="4279" y="3719"/>
                </a:cubicBezTo>
                <a:lnTo>
                  <a:pt x="3822" y="4941"/>
                </a:lnTo>
                <a:lnTo>
                  <a:pt x="5233" y="4941"/>
                </a:lnTo>
                <a:lnTo>
                  <a:pt x="4799" y="3788"/>
                </a:lnTo>
                <a:cubicBezTo>
                  <a:pt x="4666" y="3438"/>
                  <a:pt x="4568" y="3150"/>
                  <a:pt x="4503" y="2924"/>
                </a:cubicBezTo>
                <a:close/>
                <a:moveTo>
                  <a:pt x="4569" y="0"/>
                </a:moveTo>
                <a:cubicBezTo>
                  <a:pt x="2045" y="0"/>
                  <a:pt x="0" y="2046"/>
                  <a:pt x="0" y="4569"/>
                </a:cubicBezTo>
                <a:cubicBezTo>
                  <a:pt x="0" y="7092"/>
                  <a:pt x="2045" y="9137"/>
                  <a:pt x="4569" y="9137"/>
                </a:cubicBezTo>
                <a:cubicBezTo>
                  <a:pt x="7092" y="9137"/>
                  <a:pt x="9137" y="7092"/>
                  <a:pt x="9137" y="4569"/>
                </a:cubicBezTo>
                <a:cubicBezTo>
                  <a:pt x="9137" y="2046"/>
                  <a:pt x="7092" y="0"/>
                  <a:pt x="4569" y="0"/>
                </a:cubicBezTo>
                <a:close/>
                <a:moveTo>
                  <a:pt x="5889" y="6650"/>
                </a:moveTo>
                <a:lnTo>
                  <a:pt x="5404" y="5390"/>
                </a:lnTo>
                <a:lnTo>
                  <a:pt x="3663" y="5390"/>
                </a:lnTo>
                <a:lnTo>
                  <a:pt x="3205" y="6650"/>
                </a:lnTo>
                <a:lnTo>
                  <a:pt x="2621" y="6650"/>
                </a:lnTo>
                <a:lnTo>
                  <a:pt x="4219" y="2487"/>
                </a:lnTo>
                <a:lnTo>
                  <a:pt x="4813" y="2487"/>
                </a:lnTo>
                <a:lnTo>
                  <a:pt x="6517" y="6650"/>
                </a:lnTo>
                <a:lnTo>
                  <a:pt x="5889" y="6650"/>
                </a:lnTo>
                <a:close/>
              </a:path>
            </a:pathLst>
          </a:custGeom>
          <a:solidFill>
            <a:srgbClr val="FFD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5400" dirty="0">
              <a:cs typeface="+mn-ea"/>
              <a:sym typeface="+mn-lt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532993" y="2752772"/>
            <a:ext cx="3868282" cy="2122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正文内容，本段适应大段文字章节。如果文字较多的内容描述比较适合放在这里。</a:t>
            </a:r>
            <a:b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</a:b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  <a:p>
            <a:pPr>
              <a:lnSpc>
                <a:spcPts val="2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请您在此修改您的内容，或者将内容粘贴到记事本后，复制到此段落中。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  <a:p>
            <a:pPr>
              <a:lnSpc>
                <a:spcPts val="2000"/>
              </a:lnSpc>
            </a:pP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  <a:p>
            <a:pPr>
              <a:lnSpc>
                <a:spcPts val="2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如果文字过多，您可右键修改“段落”调节合适的行间距。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1575311" y="1595278"/>
            <a:ext cx="3709601" cy="1011668"/>
            <a:chOff x="5711735" y="308037"/>
            <a:chExt cx="3709601" cy="1011668"/>
          </a:xfrm>
        </p:grpSpPr>
        <p:sp>
          <p:nvSpPr>
            <p:cNvPr id="47" name="文本框 46"/>
            <p:cNvSpPr txBox="1"/>
            <p:nvPr/>
          </p:nvSpPr>
          <p:spPr>
            <a:xfrm>
              <a:off x="6100639" y="308037"/>
              <a:ext cx="300595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400" dirty="0">
                  <a:solidFill>
                    <a:srgbClr val="64454B"/>
                  </a:solidFill>
                  <a:cs typeface="+mn-ea"/>
                  <a:sym typeface="+mn-lt"/>
                </a:rPr>
                <a:t>知识点讲解</a:t>
              </a:r>
              <a:endParaRPr lang="zh-CN" altLang="en-US" sz="4400" dirty="0">
                <a:solidFill>
                  <a:srgbClr val="64454B"/>
                </a:solidFill>
                <a:cs typeface="+mn-ea"/>
                <a:sym typeface="+mn-lt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5830812" y="950373"/>
              <a:ext cx="34163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7AB2DC"/>
                  </a:solidFill>
                  <a:cs typeface="+mn-ea"/>
                  <a:sym typeface="+mn-lt"/>
                </a:rPr>
                <a:t>本节课程内容的详细讲解及说明</a:t>
              </a:r>
              <a:endParaRPr lang="zh-CN" altLang="en-US" dirty="0">
                <a:solidFill>
                  <a:srgbClr val="7AB2DC"/>
                </a:solidFill>
                <a:cs typeface="+mn-ea"/>
                <a:sym typeface="+mn-lt"/>
              </a:endParaRPr>
            </a:p>
          </p:txBody>
        </p:sp>
        <p:grpSp>
          <p:nvGrpSpPr>
            <p:cNvPr id="49" name="组合 48"/>
            <p:cNvGrpSpPr/>
            <p:nvPr/>
          </p:nvGrpSpPr>
          <p:grpSpPr>
            <a:xfrm>
              <a:off x="5711735" y="323266"/>
              <a:ext cx="3709601" cy="548871"/>
              <a:chOff x="5711735" y="323266"/>
              <a:chExt cx="3709601" cy="548871"/>
            </a:xfrm>
          </p:grpSpPr>
          <p:grpSp>
            <p:nvGrpSpPr>
              <p:cNvPr id="50" name="组合 49"/>
              <p:cNvGrpSpPr/>
              <p:nvPr/>
            </p:nvGrpSpPr>
            <p:grpSpPr>
              <a:xfrm>
                <a:off x="9076800" y="323266"/>
                <a:ext cx="344536" cy="548871"/>
                <a:chOff x="8363753" y="2120741"/>
                <a:chExt cx="553198" cy="881284"/>
              </a:xfrm>
            </p:grpSpPr>
            <p:sp>
              <p:nvSpPr>
                <p:cNvPr id="58" name="任意多边形: 形状 57"/>
                <p:cNvSpPr/>
                <p:nvPr/>
              </p:nvSpPr>
              <p:spPr>
                <a:xfrm>
                  <a:off x="8363753" y="2120741"/>
                  <a:ext cx="356491" cy="291674"/>
                </a:xfrm>
                <a:custGeom>
                  <a:avLst/>
                  <a:gdLst>
                    <a:gd name="connsiteX0" fmla="*/ 28470 w 314325"/>
                    <a:gd name="connsiteY0" fmla="*/ 252359 h 257175"/>
                    <a:gd name="connsiteX1" fmla="*/ 240687 w 314325"/>
                    <a:gd name="connsiteY1" fmla="*/ 77480 h 257175"/>
                    <a:gd name="connsiteX2" fmla="*/ 301742 w 314325"/>
                    <a:gd name="connsiteY2" fmla="*/ 30521 h 257175"/>
                    <a:gd name="connsiteX3" fmla="*/ 306219 w 314325"/>
                    <a:gd name="connsiteY3" fmla="*/ 13472 h 257175"/>
                    <a:gd name="connsiteX4" fmla="*/ 289169 w 314325"/>
                    <a:gd name="connsiteY4" fmla="*/ 8995 h 257175"/>
                    <a:gd name="connsiteX5" fmla="*/ 70856 w 314325"/>
                    <a:gd name="connsiteY5" fmla="*/ 183302 h 257175"/>
                    <a:gd name="connsiteX6" fmla="*/ 10754 w 314325"/>
                    <a:gd name="connsiteY6" fmla="*/ 234737 h 257175"/>
                    <a:gd name="connsiteX7" fmla="*/ 10754 w 314325"/>
                    <a:gd name="connsiteY7" fmla="*/ 252359 h 257175"/>
                    <a:gd name="connsiteX8" fmla="*/ 28470 w 314325"/>
                    <a:gd name="connsiteY8" fmla="*/ 252359 h 257175"/>
                    <a:gd name="connsiteX9" fmla="*/ 28470 w 314325"/>
                    <a:gd name="connsiteY9" fmla="*/ 252359 h 2571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14325" h="257175">
                      <a:moveTo>
                        <a:pt x="28470" y="252359"/>
                      </a:moveTo>
                      <a:cubicBezTo>
                        <a:pt x="97717" y="192256"/>
                        <a:pt x="168488" y="133868"/>
                        <a:pt x="240687" y="77480"/>
                      </a:cubicBezTo>
                      <a:cubicBezTo>
                        <a:pt x="260880" y="61668"/>
                        <a:pt x="281263" y="46047"/>
                        <a:pt x="301742" y="30521"/>
                      </a:cubicBezTo>
                      <a:cubicBezTo>
                        <a:pt x="307076" y="26426"/>
                        <a:pt x="309934" y="19758"/>
                        <a:pt x="306219" y="13472"/>
                      </a:cubicBezTo>
                      <a:cubicBezTo>
                        <a:pt x="303171" y="8138"/>
                        <a:pt x="294503" y="4899"/>
                        <a:pt x="289169" y="8995"/>
                      </a:cubicBezTo>
                      <a:cubicBezTo>
                        <a:pt x="214874" y="65192"/>
                        <a:pt x="142103" y="123295"/>
                        <a:pt x="70856" y="183302"/>
                      </a:cubicBezTo>
                      <a:cubicBezTo>
                        <a:pt x="50663" y="200257"/>
                        <a:pt x="30661" y="217402"/>
                        <a:pt x="10754" y="234737"/>
                      </a:cubicBezTo>
                      <a:cubicBezTo>
                        <a:pt x="5705" y="239119"/>
                        <a:pt x="6182" y="247882"/>
                        <a:pt x="10754" y="252359"/>
                      </a:cubicBezTo>
                      <a:cubicBezTo>
                        <a:pt x="15897" y="257407"/>
                        <a:pt x="23422" y="256740"/>
                        <a:pt x="28470" y="252359"/>
                      </a:cubicBezTo>
                      <a:lnTo>
                        <a:pt x="28470" y="252359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59" name="任意多边形: 形状 58"/>
                <p:cNvSpPr/>
                <p:nvPr/>
              </p:nvSpPr>
              <p:spPr>
                <a:xfrm>
                  <a:off x="8442217" y="2469929"/>
                  <a:ext cx="237660" cy="97225"/>
                </a:xfrm>
                <a:custGeom>
                  <a:avLst/>
                  <a:gdLst>
                    <a:gd name="connsiteX0" fmla="*/ 22534 w 209550"/>
                    <a:gd name="connsiteY0" fmla="*/ 82965 h 85725"/>
                    <a:gd name="connsiteX1" fmla="*/ 193793 w 209550"/>
                    <a:gd name="connsiteY1" fmla="*/ 31816 h 85725"/>
                    <a:gd name="connsiteX2" fmla="*/ 187126 w 209550"/>
                    <a:gd name="connsiteY2" fmla="*/ 7718 h 85725"/>
                    <a:gd name="connsiteX3" fmla="*/ 15866 w 209550"/>
                    <a:gd name="connsiteY3" fmla="*/ 58867 h 85725"/>
                    <a:gd name="connsiteX4" fmla="*/ 22534 w 209550"/>
                    <a:gd name="connsiteY4" fmla="*/ 82965 h 85725"/>
                    <a:gd name="connsiteX5" fmla="*/ 22534 w 209550"/>
                    <a:gd name="connsiteY5" fmla="*/ 82965 h 857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9550" h="85725">
                      <a:moveTo>
                        <a:pt x="22534" y="82965"/>
                      </a:moveTo>
                      <a:cubicBezTo>
                        <a:pt x="79588" y="65916"/>
                        <a:pt x="136643" y="48866"/>
                        <a:pt x="193793" y="31816"/>
                      </a:cubicBezTo>
                      <a:cubicBezTo>
                        <a:pt x="209128" y="27244"/>
                        <a:pt x="202651" y="3146"/>
                        <a:pt x="187126" y="7718"/>
                      </a:cubicBezTo>
                      <a:cubicBezTo>
                        <a:pt x="130071" y="24768"/>
                        <a:pt x="73016" y="41817"/>
                        <a:pt x="15866" y="58867"/>
                      </a:cubicBezTo>
                      <a:cubicBezTo>
                        <a:pt x="531" y="63439"/>
                        <a:pt x="7103" y="87633"/>
                        <a:pt x="22534" y="82965"/>
                      </a:cubicBezTo>
                      <a:lnTo>
                        <a:pt x="22534" y="82965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0" name="任意多边形: 形状 59"/>
                <p:cNvSpPr/>
                <p:nvPr/>
              </p:nvSpPr>
              <p:spPr>
                <a:xfrm>
                  <a:off x="8441630" y="2679373"/>
                  <a:ext cx="475321" cy="64816"/>
                </a:xfrm>
                <a:custGeom>
                  <a:avLst/>
                  <a:gdLst>
                    <a:gd name="connsiteX0" fmla="*/ 19145 w 419100"/>
                    <a:gd name="connsiteY0" fmla="*/ 52409 h 57150"/>
                    <a:gd name="connsiteX1" fmla="*/ 150971 w 419100"/>
                    <a:gd name="connsiteY1" fmla="*/ 45551 h 57150"/>
                    <a:gd name="connsiteX2" fmla="*/ 359664 w 419100"/>
                    <a:gd name="connsiteY2" fmla="*/ 34597 h 57150"/>
                    <a:gd name="connsiteX3" fmla="*/ 407765 w 419100"/>
                    <a:gd name="connsiteY3" fmla="*/ 32121 h 57150"/>
                    <a:gd name="connsiteX4" fmla="*/ 407765 w 419100"/>
                    <a:gd name="connsiteY4" fmla="*/ 7165 h 57150"/>
                    <a:gd name="connsiteX5" fmla="*/ 275939 w 419100"/>
                    <a:gd name="connsiteY5" fmla="*/ 14023 h 57150"/>
                    <a:gd name="connsiteX6" fmla="*/ 67247 w 419100"/>
                    <a:gd name="connsiteY6" fmla="*/ 24977 h 57150"/>
                    <a:gd name="connsiteX7" fmla="*/ 19145 w 419100"/>
                    <a:gd name="connsiteY7" fmla="*/ 27454 h 57150"/>
                    <a:gd name="connsiteX8" fmla="*/ 19145 w 419100"/>
                    <a:gd name="connsiteY8" fmla="*/ 52409 h 57150"/>
                    <a:gd name="connsiteX9" fmla="*/ 19145 w 419100"/>
                    <a:gd name="connsiteY9" fmla="*/ 52409 h 57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19100" h="57150">
                      <a:moveTo>
                        <a:pt x="19145" y="52409"/>
                      </a:moveTo>
                      <a:cubicBezTo>
                        <a:pt x="63056" y="50123"/>
                        <a:pt x="107061" y="47837"/>
                        <a:pt x="150971" y="45551"/>
                      </a:cubicBezTo>
                      <a:cubicBezTo>
                        <a:pt x="220504" y="41932"/>
                        <a:pt x="290132" y="38312"/>
                        <a:pt x="359664" y="34597"/>
                      </a:cubicBezTo>
                      <a:cubicBezTo>
                        <a:pt x="375666" y="33740"/>
                        <a:pt x="391763" y="32883"/>
                        <a:pt x="407765" y="32121"/>
                      </a:cubicBezTo>
                      <a:cubicBezTo>
                        <a:pt x="423767" y="31264"/>
                        <a:pt x="423863" y="6308"/>
                        <a:pt x="407765" y="7165"/>
                      </a:cubicBezTo>
                      <a:cubicBezTo>
                        <a:pt x="363855" y="9451"/>
                        <a:pt x="319850" y="11737"/>
                        <a:pt x="275939" y="14023"/>
                      </a:cubicBezTo>
                      <a:cubicBezTo>
                        <a:pt x="206407" y="17643"/>
                        <a:pt x="136779" y="21262"/>
                        <a:pt x="67247" y="24977"/>
                      </a:cubicBezTo>
                      <a:cubicBezTo>
                        <a:pt x="51245" y="25834"/>
                        <a:pt x="35147" y="26692"/>
                        <a:pt x="19145" y="27454"/>
                      </a:cubicBezTo>
                      <a:cubicBezTo>
                        <a:pt x="3239" y="28311"/>
                        <a:pt x="3048" y="53266"/>
                        <a:pt x="19145" y="52409"/>
                      </a:cubicBezTo>
                      <a:lnTo>
                        <a:pt x="19145" y="52409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1" name="任意多边形: 形状 60"/>
                <p:cNvSpPr/>
                <p:nvPr/>
              </p:nvSpPr>
              <p:spPr>
                <a:xfrm>
                  <a:off x="8684731" y="2441089"/>
                  <a:ext cx="64816" cy="54014"/>
                </a:xfrm>
                <a:custGeom>
                  <a:avLst/>
                  <a:gdLst>
                    <a:gd name="connsiteX0" fmla="*/ 22921 w 57150"/>
                    <a:gd name="connsiteY0" fmla="*/ 40100 h 47625"/>
                    <a:gd name="connsiteX1" fmla="*/ 49115 w 57150"/>
                    <a:gd name="connsiteY1" fmla="*/ 30385 h 47625"/>
                    <a:gd name="connsiteX2" fmla="*/ 54830 w 57150"/>
                    <a:gd name="connsiteY2" fmla="*/ 22955 h 47625"/>
                    <a:gd name="connsiteX3" fmla="*/ 53591 w 57150"/>
                    <a:gd name="connsiteY3" fmla="*/ 13335 h 47625"/>
                    <a:gd name="connsiteX4" fmla="*/ 46162 w 57150"/>
                    <a:gd name="connsiteY4" fmla="*/ 7620 h 47625"/>
                    <a:gd name="connsiteX5" fmla="*/ 42828 w 57150"/>
                    <a:gd name="connsiteY5" fmla="*/ 7144 h 47625"/>
                    <a:gd name="connsiteX6" fmla="*/ 36542 w 57150"/>
                    <a:gd name="connsiteY6" fmla="*/ 8858 h 47625"/>
                    <a:gd name="connsiteX7" fmla="*/ 31017 w 57150"/>
                    <a:gd name="connsiteY7" fmla="*/ 11335 h 47625"/>
                    <a:gd name="connsiteX8" fmla="*/ 33970 w 57150"/>
                    <a:gd name="connsiteY8" fmla="*/ 10097 h 47625"/>
                    <a:gd name="connsiteX9" fmla="*/ 16253 w 57150"/>
                    <a:gd name="connsiteY9" fmla="*/ 16002 h 47625"/>
                    <a:gd name="connsiteX10" fmla="*/ 8824 w 57150"/>
                    <a:gd name="connsiteY10" fmla="*/ 21717 h 47625"/>
                    <a:gd name="connsiteX11" fmla="*/ 7586 w 57150"/>
                    <a:gd name="connsiteY11" fmla="*/ 31337 h 47625"/>
                    <a:gd name="connsiteX12" fmla="*/ 13301 w 57150"/>
                    <a:gd name="connsiteY12" fmla="*/ 38767 h 47625"/>
                    <a:gd name="connsiteX13" fmla="*/ 22921 w 57150"/>
                    <a:gd name="connsiteY13" fmla="*/ 40100 h 47625"/>
                    <a:gd name="connsiteX14" fmla="*/ 22921 w 57150"/>
                    <a:gd name="connsiteY14" fmla="*/ 40100 h 476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7150" h="47625">
                      <a:moveTo>
                        <a:pt x="22921" y="40100"/>
                      </a:moveTo>
                      <a:cubicBezTo>
                        <a:pt x="31970" y="37814"/>
                        <a:pt x="40733" y="34480"/>
                        <a:pt x="49115" y="30385"/>
                      </a:cubicBezTo>
                      <a:cubicBezTo>
                        <a:pt x="51782" y="29051"/>
                        <a:pt x="54068" y="25718"/>
                        <a:pt x="54830" y="22955"/>
                      </a:cubicBezTo>
                      <a:cubicBezTo>
                        <a:pt x="55687" y="20002"/>
                        <a:pt x="55306" y="16002"/>
                        <a:pt x="53591" y="13335"/>
                      </a:cubicBezTo>
                      <a:cubicBezTo>
                        <a:pt x="51877" y="10668"/>
                        <a:pt x="49305" y="8287"/>
                        <a:pt x="46162" y="7620"/>
                      </a:cubicBezTo>
                      <a:cubicBezTo>
                        <a:pt x="45019" y="7429"/>
                        <a:pt x="43971" y="7334"/>
                        <a:pt x="42828" y="7144"/>
                      </a:cubicBezTo>
                      <a:cubicBezTo>
                        <a:pt x="40542" y="7144"/>
                        <a:pt x="38447" y="7715"/>
                        <a:pt x="36542" y="8858"/>
                      </a:cubicBezTo>
                      <a:cubicBezTo>
                        <a:pt x="34732" y="9716"/>
                        <a:pt x="32827" y="10573"/>
                        <a:pt x="31017" y="11335"/>
                      </a:cubicBezTo>
                      <a:cubicBezTo>
                        <a:pt x="31970" y="10954"/>
                        <a:pt x="33017" y="10477"/>
                        <a:pt x="33970" y="10097"/>
                      </a:cubicBezTo>
                      <a:cubicBezTo>
                        <a:pt x="28255" y="12478"/>
                        <a:pt x="22349" y="14478"/>
                        <a:pt x="16253" y="16002"/>
                      </a:cubicBezTo>
                      <a:cubicBezTo>
                        <a:pt x="13205" y="16764"/>
                        <a:pt x="10348" y="19050"/>
                        <a:pt x="8824" y="21717"/>
                      </a:cubicBezTo>
                      <a:cubicBezTo>
                        <a:pt x="7300" y="24384"/>
                        <a:pt x="6633" y="28384"/>
                        <a:pt x="7586" y="31337"/>
                      </a:cubicBezTo>
                      <a:cubicBezTo>
                        <a:pt x="8538" y="34385"/>
                        <a:pt x="10443" y="37243"/>
                        <a:pt x="13301" y="38767"/>
                      </a:cubicBezTo>
                      <a:cubicBezTo>
                        <a:pt x="16349" y="40386"/>
                        <a:pt x="19587" y="40957"/>
                        <a:pt x="22921" y="40100"/>
                      </a:cubicBezTo>
                      <a:lnTo>
                        <a:pt x="22921" y="40100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2" name="任意多边形: 形状 61"/>
                <p:cNvSpPr/>
                <p:nvPr/>
              </p:nvSpPr>
              <p:spPr>
                <a:xfrm>
                  <a:off x="8436266" y="2863921"/>
                  <a:ext cx="226858" cy="118830"/>
                </a:xfrm>
                <a:custGeom>
                  <a:avLst/>
                  <a:gdLst>
                    <a:gd name="connsiteX0" fmla="*/ 16350 w 200025"/>
                    <a:gd name="connsiteY0" fmla="*/ 31897 h 104775"/>
                    <a:gd name="connsiteX1" fmla="*/ 181037 w 200025"/>
                    <a:gd name="connsiteY1" fmla="*/ 101239 h 104775"/>
                    <a:gd name="connsiteX2" fmla="*/ 196373 w 200025"/>
                    <a:gd name="connsiteY2" fmla="*/ 92476 h 104775"/>
                    <a:gd name="connsiteX3" fmla="*/ 187610 w 200025"/>
                    <a:gd name="connsiteY3" fmla="*/ 77141 h 104775"/>
                    <a:gd name="connsiteX4" fmla="*/ 22922 w 200025"/>
                    <a:gd name="connsiteY4" fmla="*/ 7799 h 104775"/>
                    <a:gd name="connsiteX5" fmla="*/ 7587 w 200025"/>
                    <a:gd name="connsiteY5" fmla="*/ 16562 h 104775"/>
                    <a:gd name="connsiteX6" fmla="*/ 16350 w 200025"/>
                    <a:gd name="connsiteY6" fmla="*/ 31897 h 104775"/>
                    <a:gd name="connsiteX7" fmla="*/ 16350 w 200025"/>
                    <a:gd name="connsiteY7" fmla="*/ 31897 h 104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00025" h="104775">
                      <a:moveTo>
                        <a:pt x="16350" y="31897"/>
                      </a:moveTo>
                      <a:cubicBezTo>
                        <a:pt x="71214" y="55043"/>
                        <a:pt x="126173" y="78094"/>
                        <a:pt x="181037" y="101239"/>
                      </a:cubicBezTo>
                      <a:cubicBezTo>
                        <a:pt x="187229" y="103811"/>
                        <a:pt x="194753" y="98382"/>
                        <a:pt x="196373" y="92476"/>
                      </a:cubicBezTo>
                      <a:cubicBezTo>
                        <a:pt x="198373" y="85237"/>
                        <a:pt x="193896" y="79713"/>
                        <a:pt x="187610" y="77141"/>
                      </a:cubicBezTo>
                      <a:cubicBezTo>
                        <a:pt x="132746" y="53995"/>
                        <a:pt x="77786" y="30945"/>
                        <a:pt x="22922" y="7799"/>
                      </a:cubicBezTo>
                      <a:cubicBezTo>
                        <a:pt x="16731" y="5227"/>
                        <a:pt x="9206" y="10657"/>
                        <a:pt x="7587" y="16562"/>
                      </a:cubicBezTo>
                      <a:cubicBezTo>
                        <a:pt x="5682" y="23801"/>
                        <a:pt x="10159" y="29326"/>
                        <a:pt x="16350" y="31897"/>
                      </a:cubicBezTo>
                      <a:lnTo>
                        <a:pt x="16350" y="31897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3" name="任意多边形: 形状 62"/>
                <p:cNvSpPr/>
                <p:nvPr/>
              </p:nvSpPr>
              <p:spPr>
                <a:xfrm>
                  <a:off x="8673232" y="2958814"/>
                  <a:ext cx="64816" cy="43211"/>
                </a:xfrm>
                <a:custGeom>
                  <a:avLst/>
                  <a:gdLst>
                    <a:gd name="connsiteX0" fmla="*/ 13343 w 57150"/>
                    <a:gd name="connsiteY0" fmla="*/ 30334 h 38100"/>
                    <a:gd name="connsiteX1" fmla="*/ 39632 w 57150"/>
                    <a:gd name="connsiteY1" fmla="*/ 39859 h 38100"/>
                    <a:gd name="connsiteX2" fmla="*/ 49252 w 57150"/>
                    <a:gd name="connsiteY2" fmla="*/ 38621 h 38100"/>
                    <a:gd name="connsiteX3" fmla="*/ 54967 w 57150"/>
                    <a:gd name="connsiteY3" fmla="*/ 31191 h 38100"/>
                    <a:gd name="connsiteX4" fmla="*/ 53729 w 57150"/>
                    <a:gd name="connsiteY4" fmla="*/ 21571 h 38100"/>
                    <a:gd name="connsiteX5" fmla="*/ 46300 w 57150"/>
                    <a:gd name="connsiteY5" fmla="*/ 15856 h 38100"/>
                    <a:gd name="connsiteX6" fmla="*/ 27726 w 57150"/>
                    <a:gd name="connsiteY6" fmla="*/ 9760 h 38100"/>
                    <a:gd name="connsiteX7" fmla="*/ 30679 w 57150"/>
                    <a:gd name="connsiteY7" fmla="*/ 10998 h 38100"/>
                    <a:gd name="connsiteX8" fmla="*/ 25916 w 57150"/>
                    <a:gd name="connsiteY8" fmla="*/ 8903 h 38100"/>
                    <a:gd name="connsiteX9" fmla="*/ 21249 w 57150"/>
                    <a:gd name="connsiteY9" fmla="*/ 7379 h 38100"/>
                    <a:gd name="connsiteX10" fmla="*/ 16296 w 57150"/>
                    <a:gd name="connsiteY10" fmla="*/ 7569 h 38100"/>
                    <a:gd name="connsiteX11" fmla="*/ 8866 w 57150"/>
                    <a:gd name="connsiteY11" fmla="*/ 13284 h 38100"/>
                    <a:gd name="connsiteX12" fmla="*/ 7628 w 57150"/>
                    <a:gd name="connsiteY12" fmla="*/ 22905 h 38100"/>
                    <a:gd name="connsiteX13" fmla="*/ 13343 w 57150"/>
                    <a:gd name="connsiteY13" fmla="*/ 30334 h 38100"/>
                    <a:gd name="connsiteX14" fmla="*/ 13343 w 57150"/>
                    <a:gd name="connsiteY14" fmla="*/ 30334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7150" h="38100">
                      <a:moveTo>
                        <a:pt x="13343" y="30334"/>
                      </a:moveTo>
                      <a:cubicBezTo>
                        <a:pt x="21820" y="34335"/>
                        <a:pt x="30583" y="37668"/>
                        <a:pt x="39632" y="39859"/>
                      </a:cubicBezTo>
                      <a:cubicBezTo>
                        <a:pt x="42871" y="40621"/>
                        <a:pt x="46395" y="40240"/>
                        <a:pt x="49252" y="38621"/>
                      </a:cubicBezTo>
                      <a:cubicBezTo>
                        <a:pt x="51824" y="37097"/>
                        <a:pt x="54301" y="34144"/>
                        <a:pt x="54967" y="31191"/>
                      </a:cubicBezTo>
                      <a:cubicBezTo>
                        <a:pt x="55729" y="27953"/>
                        <a:pt x="55539" y="24429"/>
                        <a:pt x="53729" y="21571"/>
                      </a:cubicBezTo>
                      <a:cubicBezTo>
                        <a:pt x="52015" y="18904"/>
                        <a:pt x="49443" y="16618"/>
                        <a:pt x="46300" y="15856"/>
                      </a:cubicBezTo>
                      <a:cubicBezTo>
                        <a:pt x="39918" y="14332"/>
                        <a:pt x="33727" y="12237"/>
                        <a:pt x="27726" y="9760"/>
                      </a:cubicBezTo>
                      <a:cubicBezTo>
                        <a:pt x="28678" y="10141"/>
                        <a:pt x="29726" y="10617"/>
                        <a:pt x="30679" y="10998"/>
                      </a:cubicBezTo>
                      <a:cubicBezTo>
                        <a:pt x="29059" y="10332"/>
                        <a:pt x="27535" y="9570"/>
                        <a:pt x="25916" y="8903"/>
                      </a:cubicBezTo>
                      <a:cubicBezTo>
                        <a:pt x="24487" y="7950"/>
                        <a:pt x="22963" y="7474"/>
                        <a:pt x="21249" y="7379"/>
                      </a:cubicBezTo>
                      <a:cubicBezTo>
                        <a:pt x="19630" y="6998"/>
                        <a:pt x="17915" y="7093"/>
                        <a:pt x="16296" y="7569"/>
                      </a:cubicBezTo>
                      <a:cubicBezTo>
                        <a:pt x="13438" y="8331"/>
                        <a:pt x="10295" y="10617"/>
                        <a:pt x="8866" y="13284"/>
                      </a:cubicBezTo>
                      <a:cubicBezTo>
                        <a:pt x="7342" y="16142"/>
                        <a:pt x="6580" y="19666"/>
                        <a:pt x="7628" y="22905"/>
                      </a:cubicBezTo>
                      <a:cubicBezTo>
                        <a:pt x="8485" y="25857"/>
                        <a:pt x="10390" y="29001"/>
                        <a:pt x="13343" y="30334"/>
                      </a:cubicBezTo>
                      <a:lnTo>
                        <a:pt x="13343" y="30334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51" name="组合 50"/>
              <p:cNvGrpSpPr/>
              <p:nvPr/>
            </p:nvGrpSpPr>
            <p:grpSpPr>
              <a:xfrm>
                <a:off x="5711735" y="329427"/>
                <a:ext cx="361806" cy="536548"/>
                <a:chOff x="3553322" y="2130634"/>
                <a:chExt cx="580927" cy="861498"/>
              </a:xfrm>
            </p:grpSpPr>
            <p:sp>
              <p:nvSpPr>
                <p:cNvPr id="52" name="任意多边形: 形状 51"/>
                <p:cNvSpPr/>
                <p:nvPr/>
              </p:nvSpPr>
              <p:spPr>
                <a:xfrm>
                  <a:off x="3810167" y="2130634"/>
                  <a:ext cx="324082" cy="324082"/>
                </a:xfrm>
                <a:custGeom>
                  <a:avLst/>
                  <a:gdLst>
                    <a:gd name="connsiteX0" fmla="*/ 282173 w 285750"/>
                    <a:gd name="connsiteY0" fmla="*/ 259439 h 285750"/>
                    <a:gd name="connsiteX1" fmla="*/ 85767 w 285750"/>
                    <a:gd name="connsiteY1" fmla="*/ 63700 h 285750"/>
                    <a:gd name="connsiteX2" fmla="*/ 28712 w 285750"/>
                    <a:gd name="connsiteY2" fmla="*/ 10550 h 285750"/>
                    <a:gd name="connsiteX3" fmla="*/ 11091 w 285750"/>
                    <a:gd name="connsiteY3" fmla="*/ 28172 h 285750"/>
                    <a:gd name="connsiteX4" fmla="*/ 210354 w 285750"/>
                    <a:gd name="connsiteY4" fmla="*/ 221053 h 285750"/>
                    <a:gd name="connsiteX5" fmla="*/ 264456 w 285750"/>
                    <a:gd name="connsiteY5" fmla="*/ 277155 h 285750"/>
                    <a:gd name="connsiteX6" fmla="*/ 282173 w 285750"/>
                    <a:gd name="connsiteY6" fmla="*/ 259439 h 285750"/>
                    <a:gd name="connsiteX7" fmla="*/ 282173 w 285750"/>
                    <a:gd name="connsiteY7" fmla="*/ 259439 h 2857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85750" h="285750">
                      <a:moveTo>
                        <a:pt x="282173" y="259439"/>
                      </a:moveTo>
                      <a:cubicBezTo>
                        <a:pt x="218450" y="192478"/>
                        <a:pt x="152918" y="127232"/>
                        <a:pt x="85767" y="63700"/>
                      </a:cubicBezTo>
                      <a:cubicBezTo>
                        <a:pt x="66908" y="45888"/>
                        <a:pt x="47858" y="28172"/>
                        <a:pt x="28712" y="10550"/>
                      </a:cubicBezTo>
                      <a:cubicBezTo>
                        <a:pt x="16901" y="-308"/>
                        <a:pt x="-815" y="17313"/>
                        <a:pt x="11091" y="28172"/>
                      </a:cubicBezTo>
                      <a:cubicBezTo>
                        <a:pt x="79195" y="90656"/>
                        <a:pt x="145679" y="154949"/>
                        <a:pt x="210354" y="221053"/>
                      </a:cubicBezTo>
                      <a:cubicBezTo>
                        <a:pt x="228547" y="239627"/>
                        <a:pt x="246549" y="258296"/>
                        <a:pt x="264456" y="277155"/>
                      </a:cubicBezTo>
                      <a:cubicBezTo>
                        <a:pt x="275600" y="288776"/>
                        <a:pt x="293222" y="271154"/>
                        <a:pt x="282173" y="259439"/>
                      </a:cubicBezTo>
                      <a:lnTo>
                        <a:pt x="282173" y="259439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53" name="任意多边形: 形状 52"/>
                <p:cNvSpPr/>
                <p:nvPr/>
              </p:nvSpPr>
              <p:spPr>
                <a:xfrm>
                  <a:off x="3817878" y="2481702"/>
                  <a:ext cx="226858" cy="118830"/>
                </a:xfrm>
                <a:custGeom>
                  <a:avLst/>
                  <a:gdLst>
                    <a:gd name="connsiteX0" fmla="*/ 188601 w 200025"/>
                    <a:gd name="connsiteY0" fmla="*/ 74862 h 104775"/>
                    <a:gd name="connsiteX1" fmla="*/ 22961 w 200025"/>
                    <a:gd name="connsiteY1" fmla="*/ 7806 h 104775"/>
                    <a:gd name="connsiteX2" fmla="*/ 7626 w 200025"/>
                    <a:gd name="connsiteY2" fmla="*/ 16569 h 104775"/>
                    <a:gd name="connsiteX3" fmla="*/ 16389 w 200025"/>
                    <a:gd name="connsiteY3" fmla="*/ 31905 h 104775"/>
                    <a:gd name="connsiteX4" fmla="*/ 182029 w 200025"/>
                    <a:gd name="connsiteY4" fmla="*/ 98961 h 104775"/>
                    <a:gd name="connsiteX5" fmla="*/ 197364 w 200025"/>
                    <a:gd name="connsiteY5" fmla="*/ 90198 h 104775"/>
                    <a:gd name="connsiteX6" fmla="*/ 188601 w 200025"/>
                    <a:gd name="connsiteY6" fmla="*/ 74862 h 104775"/>
                    <a:gd name="connsiteX7" fmla="*/ 188601 w 200025"/>
                    <a:gd name="connsiteY7" fmla="*/ 74862 h 104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00025" h="104775">
                      <a:moveTo>
                        <a:pt x="188601" y="74862"/>
                      </a:moveTo>
                      <a:cubicBezTo>
                        <a:pt x="133356" y="52479"/>
                        <a:pt x="78206" y="30095"/>
                        <a:pt x="22961" y="7806"/>
                      </a:cubicBezTo>
                      <a:cubicBezTo>
                        <a:pt x="16675" y="5235"/>
                        <a:pt x="9245" y="10569"/>
                        <a:pt x="7626" y="16569"/>
                      </a:cubicBezTo>
                      <a:cubicBezTo>
                        <a:pt x="5626" y="23713"/>
                        <a:pt x="10102" y="29428"/>
                        <a:pt x="16389" y="31905"/>
                      </a:cubicBezTo>
                      <a:cubicBezTo>
                        <a:pt x="71634" y="54288"/>
                        <a:pt x="126784" y="76672"/>
                        <a:pt x="182029" y="98961"/>
                      </a:cubicBezTo>
                      <a:cubicBezTo>
                        <a:pt x="188315" y="101532"/>
                        <a:pt x="195745" y="96198"/>
                        <a:pt x="197364" y="90198"/>
                      </a:cubicBezTo>
                      <a:cubicBezTo>
                        <a:pt x="199269" y="83149"/>
                        <a:pt x="194887" y="77434"/>
                        <a:pt x="188601" y="74862"/>
                      </a:cubicBezTo>
                      <a:lnTo>
                        <a:pt x="188601" y="74862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54" name="任意多边形: 形状 53"/>
                <p:cNvSpPr/>
                <p:nvPr/>
              </p:nvSpPr>
              <p:spPr>
                <a:xfrm>
                  <a:off x="3553322" y="2667181"/>
                  <a:ext cx="475321" cy="108027"/>
                </a:xfrm>
                <a:custGeom>
                  <a:avLst/>
                  <a:gdLst>
                    <a:gd name="connsiteX0" fmla="*/ 407863 w 419100"/>
                    <a:gd name="connsiteY0" fmla="*/ 64389 h 95250"/>
                    <a:gd name="connsiteX1" fmla="*/ 277275 w 419100"/>
                    <a:gd name="connsiteY1" fmla="*/ 45053 h 95250"/>
                    <a:gd name="connsiteX2" fmla="*/ 70487 w 419100"/>
                    <a:gd name="connsiteY2" fmla="*/ 14383 h 95250"/>
                    <a:gd name="connsiteX3" fmla="*/ 22862 w 419100"/>
                    <a:gd name="connsiteY3" fmla="*/ 7334 h 95250"/>
                    <a:gd name="connsiteX4" fmla="*/ 7527 w 419100"/>
                    <a:gd name="connsiteY4" fmla="*/ 16097 h 95250"/>
                    <a:gd name="connsiteX5" fmla="*/ 16290 w 419100"/>
                    <a:gd name="connsiteY5" fmla="*/ 31433 h 95250"/>
                    <a:gd name="connsiteX6" fmla="*/ 146878 w 419100"/>
                    <a:gd name="connsiteY6" fmla="*/ 50768 h 95250"/>
                    <a:gd name="connsiteX7" fmla="*/ 353666 w 419100"/>
                    <a:gd name="connsiteY7" fmla="*/ 81439 h 95250"/>
                    <a:gd name="connsiteX8" fmla="*/ 401386 w 419100"/>
                    <a:gd name="connsiteY8" fmla="*/ 88487 h 95250"/>
                    <a:gd name="connsiteX9" fmla="*/ 416721 w 419100"/>
                    <a:gd name="connsiteY9" fmla="*/ 79724 h 95250"/>
                    <a:gd name="connsiteX10" fmla="*/ 407863 w 419100"/>
                    <a:gd name="connsiteY10" fmla="*/ 64389 h 95250"/>
                    <a:gd name="connsiteX11" fmla="*/ 407863 w 419100"/>
                    <a:gd name="connsiteY11" fmla="*/ 64389 h 952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419100" h="95250">
                      <a:moveTo>
                        <a:pt x="407863" y="64389"/>
                      </a:moveTo>
                      <a:cubicBezTo>
                        <a:pt x="364334" y="57912"/>
                        <a:pt x="320804" y="51530"/>
                        <a:pt x="277275" y="45053"/>
                      </a:cubicBezTo>
                      <a:cubicBezTo>
                        <a:pt x="208314" y="34862"/>
                        <a:pt x="139448" y="24670"/>
                        <a:pt x="70487" y="14383"/>
                      </a:cubicBezTo>
                      <a:cubicBezTo>
                        <a:pt x="54676" y="12097"/>
                        <a:pt x="38769" y="9716"/>
                        <a:pt x="22862" y="7334"/>
                      </a:cubicBezTo>
                      <a:cubicBezTo>
                        <a:pt x="16195" y="6382"/>
                        <a:pt x="9432" y="8954"/>
                        <a:pt x="7527" y="16097"/>
                      </a:cubicBezTo>
                      <a:cubicBezTo>
                        <a:pt x="5908" y="22003"/>
                        <a:pt x="9527" y="30480"/>
                        <a:pt x="16290" y="31433"/>
                      </a:cubicBezTo>
                      <a:cubicBezTo>
                        <a:pt x="59819" y="37910"/>
                        <a:pt x="103349" y="44291"/>
                        <a:pt x="146878" y="50768"/>
                      </a:cubicBezTo>
                      <a:cubicBezTo>
                        <a:pt x="215839" y="60960"/>
                        <a:pt x="284705" y="71152"/>
                        <a:pt x="353666" y="81439"/>
                      </a:cubicBezTo>
                      <a:cubicBezTo>
                        <a:pt x="369573" y="83820"/>
                        <a:pt x="385479" y="86106"/>
                        <a:pt x="401386" y="88487"/>
                      </a:cubicBezTo>
                      <a:cubicBezTo>
                        <a:pt x="408053" y="89440"/>
                        <a:pt x="414816" y="86868"/>
                        <a:pt x="416721" y="79724"/>
                      </a:cubicBezTo>
                      <a:cubicBezTo>
                        <a:pt x="418245" y="73914"/>
                        <a:pt x="414530" y="65437"/>
                        <a:pt x="407863" y="64389"/>
                      </a:cubicBezTo>
                      <a:lnTo>
                        <a:pt x="407863" y="64389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55" name="任意多边形: 形状 54"/>
                <p:cNvSpPr/>
                <p:nvPr/>
              </p:nvSpPr>
              <p:spPr>
                <a:xfrm>
                  <a:off x="3745821" y="2445788"/>
                  <a:ext cx="64816" cy="54014"/>
                </a:xfrm>
                <a:custGeom>
                  <a:avLst/>
                  <a:gdLst>
                    <a:gd name="connsiteX0" fmla="*/ 45347 w 57150"/>
                    <a:gd name="connsiteY0" fmla="*/ 18232 h 47625"/>
                    <a:gd name="connsiteX1" fmla="*/ 38775 w 57150"/>
                    <a:gd name="connsiteY1" fmla="*/ 15660 h 47625"/>
                    <a:gd name="connsiteX2" fmla="*/ 41727 w 57150"/>
                    <a:gd name="connsiteY2" fmla="*/ 16898 h 47625"/>
                    <a:gd name="connsiteX3" fmla="*/ 25916 w 57150"/>
                    <a:gd name="connsiteY3" fmla="*/ 8802 h 47625"/>
                    <a:gd name="connsiteX4" fmla="*/ 16296 w 57150"/>
                    <a:gd name="connsiteY4" fmla="*/ 7564 h 47625"/>
                    <a:gd name="connsiteX5" fmla="*/ 8866 w 57150"/>
                    <a:gd name="connsiteY5" fmla="*/ 13279 h 47625"/>
                    <a:gd name="connsiteX6" fmla="*/ 7628 w 57150"/>
                    <a:gd name="connsiteY6" fmla="*/ 22899 h 47625"/>
                    <a:gd name="connsiteX7" fmla="*/ 13343 w 57150"/>
                    <a:gd name="connsiteY7" fmla="*/ 30328 h 47625"/>
                    <a:gd name="connsiteX8" fmla="*/ 38679 w 57150"/>
                    <a:gd name="connsiteY8" fmla="*/ 42139 h 47625"/>
                    <a:gd name="connsiteX9" fmla="*/ 48300 w 57150"/>
                    <a:gd name="connsiteY9" fmla="*/ 40901 h 47625"/>
                    <a:gd name="connsiteX10" fmla="*/ 54015 w 57150"/>
                    <a:gd name="connsiteY10" fmla="*/ 33472 h 47625"/>
                    <a:gd name="connsiteX11" fmla="*/ 52776 w 57150"/>
                    <a:gd name="connsiteY11" fmla="*/ 23851 h 47625"/>
                    <a:gd name="connsiteX12" fmla="*/ 50871 w 57150"/>
                    <a:gd name="connsiteY12" fmla="*/ 21280 h 47625"/>
                    <a:gd name="connsiteX13" fmla="*/ 45347 w 57150"/>
                    <a:gd name="connsiteY13" fmla="*/ 18232 h 47625"/>
                    <a:gd name="connsiteX14" fmla="*/ 45347 w 57150"/>
                    <a:gd name="connsiteY14" fmla="*/ 18232 h 476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7150" h="47625">
                      <a:moveTo>
                        <a:pt x="45347" y="18232"/>
                      </a:moveTo>
                      <a:cubicBezTo>
                        <a:pt x="43156" y="17470"/>
                        <a:pt x="40965" y="16612"/>
                        <a:pt x="38775" y="15660"/>
                      </a:cubicBezTo>
                      <a:cubicBezTo>
                        <a:pt x="39727" y="16041"/>
                        <a:pt x="40775" y="16517"/>
                        <a:pt x="41727" y="16898"/>
                      </a:cubicBezTo>
                      <a:cubicBezTo>
                        <a:pt x="36298" y="14612"/>
                        <a:pt x="30964" y="11945"/>
                        <a:pt x="25916" y="8802"/>
                      </a:cubicBezTo>
                      <a:cubicBezTo>
                        <a:pt x="23154" y="7183"/>
                        <a:pt x="19344" y="6706"/>
                        <a:pt x="16296" y="7564"/>
                      </a:cubicBezTo>
                      <a:cubicBezTo>
                        <a:pt x="13438" y="8326"/>
                        <a:pt x="10295" y="10612"/>
                        <a:pt x="8866" y="13279"/>
                      </a:cubicBezTo>
                      <a:cubicBezTo>
                        <a:pt x="7342" y="16136"/>
                        <a:pt x="6580" y="19660"/>
                        <a:pt x="7628" y="22899"/>
                      </a:cubicBezTo>
                      <a:cubicBezTo>
                        <a:pt x="8676" y="26042"/>
                        <a:pt x="10485" y="28614"/>
                        <a:pt x="13343" y="30328"/>
                      </a:cubicBezTo>
                      <a:cubicBezTo>
                        <a:pt x="21344" y="35186"/>
                        <a:pt x="29916" y="39091"/>
                        <a:pt x="38679" y="42139"/>
                      </a:cubicBezTo>
                      <a:cubicBezTo>
                        <a:pt x="41632" y="43187"/>
                        <a:pt x="45728" y="42425"/>
                        <a:pt x="48300" y="40901"/>
                      </a:cubicBezTo>
                      <a:cubicBezTo>
                        <a:pt x="50871" y="39377"/>
                        <a:pt x="53348" y="36424"/>
                        <a:pt x="54015" y="33472"/>
                      </a:cubicBezTo>
                      <a:cubicBezTo>
                        <a:pt x="54777" y="30233"/>
                        <a:pt x="54586" y="26709"/>
                        <a:pt x="52776" y="23851"/>
                      </a:cubicBezTo>
                      <a:cubicBezTo>
                        <a:pt x="52110" y="22994"/>
                        <a:pt x="51443" y="22137"/>
                        <a:pt x="50871" y="21280"/>
                      </a:cubicBezTo>
                      <a:cubicBezTo>
                        <a:pt x="49252" y="19946"/>
                        <a:pt x="47442" y="18803"/>
                        <a:pt x="45347" y="18232"/>
                      </a:cubicBezTo>
                      <a:lnTo>
                        <a:pt x="45347" y="18232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56" name="任意多边形: 形状 55"/>
                <p:cNvSpPr/>
                <p:nvPr/>
              </p:nvSpPr>
              <p:spPr>
                <a:xfrm>
                  <a:off x="3824694" y="2909318"/>
                  <a:ext cx="237660" cy="75619"/>
                </a:xfrm>
                <a:custGeom>
                  <a:avLst/>
                  <a:gdLst>
                    <a:gd name="connsiteX0" fmla="*/ 192211 w 209550"/>
                    <a:gd name="connsiteY0" fmla="*/ 7388 h 66675"/>
                    <a:gd name="connsiteX1" fmla="*/ 16284 w 209550"/>
                    <a:gd name="connsiteY1" fmla="*/ 38535 h 66675"/>
                    <a:gd name="connsiteX2" fmla="*/ 7521 w 209550"/>
                    <a:gd name="connsiteY2" fmla="*/ 53870 h 66675"/>
                    <a:gd name="connsiteX3" fmla="*/ 22856 w 209550"/>
                    <a:gd name="connsiteY3" fmla="*/ 62633 h 66675"/>
                    <a:gd name="connsiteX4" fmla="*/ 198783 w 209550"/>
                    <a:gd name="connsiteY4" fmla="*/ 31486 h 66675"/>
                    <a:gd name="connsiteX5" fmla="*/ 207546 w 209550"/>
                    <a:gd name="connsiteY5" fmla="*/ 16151 h 66675"/>
                    <a:gd name="connsiteX6" fmla="*/ 192211 w 209550"/>
                    <a:gd name="connsiteY6" fmla="*/ 7388 h 66675"/>
                    <a:gd name="connsiteX7" fmla="*/ 192211 w 209550"/>
                    <a:gd name="connsiteY7" fmla="*/ 7388 h 66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09550" h="66675">
                      <a:moveTo>
                        <a:pt x="192211" y="7388"/>
                      </a:moveTo>
                      <a:cubicBezTo>
                        <a:pt x="133537" y="17770"/>
                        <a:pt x="74958" y="28153"/>
                        <a:pt x="16284" y="38535"/>
                      </a:cubicBezTo>
                      <a:cubicBezTo>
                        <a:pt x="9617" y="39678"/>
                        <a:pt x="5902" y="47869"/>
                        <a:pt x="7521" y="53870"/>
                      </a:cubicBezTo>
                      <a:cubicBezTo>
                        <a:pt x="9426" y="60919"/>
                        <a:pt x="16189" y="63776"/>
                        <a:pt x="22856" y="62633"/>
                      </a:cubicBezTo>
                      <a:cubicBezTo>
                        <a:pt x="81530" y="52251"/>
                        <a:pt x="140109" y="41869"/>
                        <a:pt x="198783" y="31486"/>
                      </a:cubicBezTo>
                      <a:cubicBezTo>
                        <a:pt x="205451" y="30343"/>
                        <a:pt x="209165" y="22152"/>
                        <a:pt x="207546" y="16151"/>
                      </a:cubicBezTo>
                      <a:cubicBezTo>
                        <a:pt x="205641" y="9103"/>
                        <a:pt x="198878" y="6245"/>
                        <a:pt x="192211" y="7388"/>
                      </a:cubicBezTo>
                      <a:lnTo>
                        <a:pt x="192211" y="7388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57" name="任意多边形: 形状 56"/>
                <p:cNvSpPr/>
                <p:nvPr/>
              </p:nvSpPr>
              <p:spPr>
                <a:xfrm>
                  <a:off x="3744516" y="2948921"/>
                  <a:ext cx="64816" cy="43211"/>
                </a:xfrm>
                <a:custGeom>
                  <a:avLst/>
                  <a:gdLst>
                    <a:gd name="connsiteX0" fmla="*/ 40782 w 57150"/>
                    <a:gd name="connsiteY0" fmla="*/ 7521 h 38100"/>
                    <a:gd name="connsiteX1" fmla="*/ 30495 w 57150"/>
                    <a:gd name="connsiteY1" fmla="*/ 9331 h 38100"/>
                    <a:gd name="connsiteX2" fmla="*/ 33829 w 57150"/>
                    <a:gd name="connsiteY2" fmla="*/ 8855 h 38100"/>
                    <a:gd name="connsiteX3" fmla="*/ 19637 w 57150"/>
                    <a:gd name="connsiteY3" fmla="*/ 9903 h 38100"/>
                    <a:gd name="connsiteX4" fmla="*/ 10778 w 57150"/>
                    <a:gd name="connsiteY4" fmla="*/ 13522 h 38100"/>
                    <a:gd name="connsiteX5" fmla="*/ 7159 w 57150"/>
                    <a:gd name="connsiteY5" fmla="*/ 22380 h 38100"/>
                    <a:gd name="connsiteX6" fmla="*/ 10778 w 57150"/>
                    <a:gd name="connsiteY6" fmla="*/ 31239 h 38100"/>
                    <a:gd name="connsiteX7" fmla="*/ 19637 w 57150"/>
                    <a:gd name="connsiteY7" fmla="*/ 34858 h 38100"/>
                    <a:gd name="connsiteX8" fmla="*/ 47545 w 57150"/>
                    <a:gd name="connsiteY8" fmla="*/ 31524 h 38100"/>
                    <a:gd name="connsiteX9" fmla="*/ 54974 w 57150"/>
                    <a:gd name="connsiteY9" fmla="*/ 25809 h 38100"/>
                    <a:gd name="connsiteX10" fmla="*/ 56213 w 57150"/>
                    <a:gd name="connsiteY10" fmla="*/ 16189 h 38100"/>
                    <a:gd name="connsiteX11" fmla="*/ 50498 w 57150"/>
                    <a:gd name="connsiteY11" fmla="*/ 8760 h 38100"/>
                    <a:gd name="connsiteX12" fmla="*/ 40782 w 57150"/>
                    <a:gd name="connsiteY12" fmla="*/ 7521 h 38100"/>
                    <a:gd name="connsiteX13" fmla="*/ 40782 w 57150"/>
                    <a:gd name="connsiteY13" fmla="*/ 7521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57150" h="38100">
                      <a:moveTo>
                        <a:pt x="40782" y="7521"/>
                      </a:moveTo>
                      <a:cubicBezTo>
                        <a:pt x="37353" y="8283"/>
                        <a:pt x="33924" y="8855"/>
                        <a:pt x="30495" y="9331"/>
                      </a:cubicBezTo>
                      <a:cubicBezTo>
                        <a:pt x="31638" y="9141"/>
                        <a:pt x="32686" y="9045"/>
                        <a:pt x="33829" y="8855"/>
                      </a:cubicBezTo>
                      <a:cubicBezTo>
                        <a:pt x="29066" y="9522"/>
                        <a:pt x="24399" y="9807"/>
                        <a:pt x="19637" y="9903"/>
                      </a:cubicBezTo>
                      <a:cubicBezTo>
                        <a:pt x="16398" y="9998"/>
                        <a:pt x="13064" y="11236"/>
                        <a:pt x="10778" y="13522"/>
                      </a:cubicBezTo>
                      <a:cubicBezTo>
                        <a:pt x="8588" y="15713"/>
                        <a:pt x="6968" y="19237"/>
                        <a:pt x="7159" y="22380"/>
                      </a:cubicBezTo>
                      <a:cubicBezTo>
                        <a:pt x="7349" y="25619"/>
                        <a:pt x="8397" y="28953"/>
                        <a:pt x="10778" y="31239"/>
                      </a:cubicBezTo>
                      <a:cubicBezTo>
                        <a:pt x="13160" y="33429"/>
                        <a:pt x="16208" y="34953"/>
                        <a:pt x="19637" y="34858"/>
                      </a:cubicBezTo>
                      <a:cubicBezTo>
                        <a:pt x="28971" y="34668"/>
                        <a:pt x="38401" y="33525"/>
                        <a:pt x="47545" y="31524"/>
                      </a:cubicBezTo>
                      <a:cubicBezTo>
                        <a:pt x="50498" y="30858"/>
                        <a:pt x="53546" y="28381"/>
                        <a:pt x="54974" y="25809"/>
                      </a:cubicBezTo>
                      <a:cubicBezTo>
                        <a:pt x="56498" y="23142"/>
                        <a:pt x="57165" y="19142"/>
                        <a:pt x="56213" y="16189"/>
                      </a:cubicBezTo>
                      <a:cubicBezTo>
                        <a:pt x="55260" y="13141"/>
                        <a:pt x="53355" y="10284"/>
                        <a:pt x="50498" y="8760"/>
                      </a:cubicBezTo>
                      <a:cubicBezTo>
                        <a:pt x="47354" y="7140"/>
                        <a:pt x="44116" y="6759"/>
                        <a:pt x="40782" y="7521"/>
                      </a:cubicBezTo>
                      <a:lnTo>
                        <a:pt x="40782" y="7521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</p:grpSp>
      </p:grpSp>
      <p:grpSp>
        <p:nvGrpSpPr>
          <p:cNvPr id="66" name="组合 65"/>
          <p:cNvGrpSpPr/>
          <p:nvPr/>
        </p:nvGrpSpPr>
        <p:grpSpPr>
          <a:xfrm>
            <a:off x="1669801" y="5122916"/>
            <a:ext cx="1427959" cy="477549"/>
            <a:chOff x="6271690" y="4922582"/>
            <a:chExt cx="1138762" cy="477549"/>
          </a:xfrm>
        </p:grpSpPr>
        <p:grpSp>
          <p:nvGrpSpPr>
            <p:cNvPr id="67" name="组合 66"/>
            <p:cNvGrpSpPr/>
            <p:nvPr/>
          </p:nvGrpSpPr>
          <p:grpSpPr>
            <a:xfrm rot="10366">
              <a:off x="6271690" y="4922582"/>
              <a:ext cx="1138762" cy="477549"/>
              <a:chOff x="1007320" y="3891219"/>
              <a:chExt cx="1676400" cy="586561"/>
            </a:xfrm>
          </p:grpSpPr>
          <p:sp>
            <p:nvSpPr>
              <p:cNvPr id="69" name="任意多边形: 形状 68"/>
              <p:cNvSpPr/>
              <p:nvPr/>
            </p:nvSpPr>
            <p:spPr>
              <a:xfrm>
                <a:off x="1016286" y="3891219"/>
                <a:ext cx="1657350" cy="552450"/>
              </a:xfrm>
              <a:custGeom>
                <a:avLst/>
                <a:gdLst>
                  <a:gd name="connsiteX0" fmla="*/ 1476947 w 1657350"/>
                  <a:gd name="connsiteY0" fmla="*/ 21562 h 552450"/>
                  <a:gd name="connsiteX1" fmla="*/ 810007 w 1657350"/>
                  <a:gd name="connsiteY1" fmla="*/ 11656 h 552450"/>
                  <a:gd name="connsiteX2" fmla="*/ 437293 w 1657350"/>
                  <a:gd name="connsiteY2" fmla="*/ 26515 h 552450"/>
                  <a:gd name="connsiteX3" fmla="*/ 77439 w 1657350"/>
                  <a:gd name="connsiteY3" fmla="*/ 156912 h 552450"/>
                  <a:gd name="connsiteX4" fmla="*/ 118492 w 1657350"/>
                  <a:gd name="connsiteY4" fmla="*/ 510671 h 552450"/>
                  <a:gd name="connsiteX5" fmla="*/ 310040 w 1657350"/>
                  <a:gd name="connsiteY5" fmla="*/ 543437 h 552450"/>
                  <a:gd name="connsiteX6" fmla="*/ 943547 w 1657350"/>
                  <a:gd name="connsiteY6" fmla="*/ 550390 h 552450"/>
                  <a:gd name="connsiteX7" fmla="*/ 1290162 w 1657350"/>
                  <a:gd name="connsiteY7" fmla="*/ 531340 h 552450"/>
                  <a:gd name="connsiteX8" fmla="*/ 1596105 w 1657350"/>
                  <a:gd name="connsiteY8" fmla="*/ 402562 h 552450"/>
                  <a:gd name="connsiteX9" fmla="*/ 1476947 w 1657350"/>
                  <a:gd name="connsiteY9" fmla="*/ 21562 h 55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57350" h="552450">
                    <a:moveTo>
                      <a:pt x="1476947" y="21562"/>
                    </a:moveTo>
                    <a:cubicBezTo>
                      <a:pt x="1244156" y="-917"/>
                      <a:pt x="1043941" y="8894"/>
                      <a:pt x="810007" y="11656"/>
                    </a:cubicBezTo>
                    <a:cubicBezTo>
                      <a:pt x="685706" y="13085"/>
                      <a:pt x="561119" y="14609"/>
                      <a:pt x="437293" y="26515"/>
                    </a:cubicBezTo>
                    <a:cubicBezTo>
                      <a:pt x="312421" y="38612"/>
                      <a:pt x="167165" y="62234"/>
                      <a:pt x="77439" y="156912"/>
                    </a:cubicBezTo>
                    <a:cubicBezTo>
                      <a:pt x="-19621" y="259306"/>
                      <a:pt x="-25336" y="443234"/>
                      <a:pt x="118492" y="510671"/>
                    </a:cubicBezTo>
                    <a:cubicBezTo>
                      <a:pt x="178023" y="538579"/>
                      <a:pt x="244984" y="541246"/>
                      <a:pt x="310040" y="543437"/>
                    </a:cubicBezTo>
                    <a:cubicBezTo>
                      <a:pt x="521114" y="550676"/>
                      <a:pt x="732473" y="554581"/>
                      <a:pt x="943547" y="550390"/>
                    </a:cubicBezTo>
                    <a:cubicBezTo>
                      <a:pt x="1059181" y="548104"/>
                      <a:pt x="1175195" y="544199"/>
                      <a:pt x="1290162" y="531340"/>
                    </a:cubicBezTo>
                    <a:cubicBezTo>
                      <a:pt x="1403700" y="518672"/>
                      <a:pt x="1523239" y="496765"/>
                      <a:pt x="1596105" y="402562"/>
                    </a:cubicBezTo>
                    <a:cubicBezTo>
                      <a:pt x="1693546" y="276832"/>
                      <a:pt x="1669924" y="39850"/>
                      <a:pt x="1476947" y="21562"/>
                    </a:cubicBezTo>
                  </a:path>
                </a:pathLst>
              </a:custGeom>
              <a:solidFill>
                <a:srgbClr val="FF988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0" name="任意多边形: 形状 69"/>
              <p:cNvSpPr/>
              <p:nvPr/>
            </p:nvSpPr>
            <p:spPr>
              <a:xfrm>
                <a:off x="1007320" y="3906280"/>
                <a:ext cx="1676400" cy="571500"/>
              </a:xfrm>
              <a:custGeom>
                <a:avLst/>
                <a:gdLst>
                  <a:gd name="connsiteX0" fmla="*/ 1485913 w 1676400"/>
                  <a:gd name="connsiteY0" fmla="*/ 21449 h 571500"/>
                  <a:gd name="connsiteX1" fmla="*/ 1030999 w 1676400"/>
                  <a:gd name="connsiteY1" fmla="*/ 8114 h 571500"/>
                  <a:gd name="connsiteX2" fmla="*/ 799446 w 1676400"/>
                  <a:gd name="connsiteY2" fmla="*/ 11829 h 571500"/>
                  <a:gd name="connsiteX3" fmla="*/ 560274 w 1676400"/>
                  <a:gd name="connsiteY3" fmla="*/ 18115 h 571500"/>
                  <a:gd name="connsiteX4" fmla="*/ 352152 w 1676400"/>
                  <a:gd name="connsiteY4" fmla="*/ 38213 h 571500"/>
                  <a:gd name="connsiteX5" fmla="*/ 176416 w 1676400"/>
                  <a:gd name="connsiteY5" fmla="*/ 90029 h 571500"/>
                  <a:gd name="connsiteX6" fmla="*/ 49924 w 1676400"/>
                  <a:gd name="connsiteY6" fmla="*/ 197852 h 571500"/>
                  <a:gd name="connsiteX7" fmla="*/ 7252 w 1676400"/>
                  <a:gd name="connsiteY7" fmla="*/ 333774 h 571500"/>
                  <a:gd name="connsiteX8" fmla="*/ 46781 w 1676400"/>
                  <a:gd name="connsiteY8" fmla="*/ 465886 h 571500"/>
                  <a:gd name="connsiteX9" fmla="*/ 194704 w 1676400"/>
                  <a:gd name="connsiteY9" fmla="*/ 550182 h 571500"/>
                  <a:gd name="connsiteX10" fmla="*/ 302718 w 1676400"/>
                  <a:gd name="connsiteY10" fmla="*/ 560659 h 571500"/>
                  <a:gd name="connsiteX11" fmla="*/ 420542 w 1676400"/>
                  <a:gd name="connsiteY11" fmla="*/ 564469 h 571500"/>
                  <a:gd name="connsiteX12" fmla="*/ 661524 w 1676400"/>
                  <a:gd name="connsiteY12" fmla="*/ 569327 h 571500"/>
                  <a:gd name="connsiteX13" fmla="*/ 1144061 w 1676400"/>
                  <a:gd name="connsiteY13" fmla="*/ 561802 h 571500"/>
                  <a:gd name="connsiteX14" fmla="*/ 1361517 w 1676400"/>
                  <a:gd name="connsiteY14" fmla="*/ 541038 h 571500"/>
                  <a:gd name="connsiteX15" fmla="*/ 1531443 w 1676400"/>
                  <a:gd name="connsiteY15" fmla="*/ 487031 h 571500"/>
                  <a:gd name="connsiteX16" fmla="*/ 1639551 w 1676400"/>
                  <a:gd name="connsiteY16" fmla="*/ 372731 h 571500"/>
                  <a:gd name="connsiteX17" fmla="*/ 1669841 w 1676400"/>
                  <a:gd name="connsiteY17" fmla="*/ 245763 h 571500"/>
                  <a:gd name="connsiteX18" fmla="*/ 1553731 w 1676400"/>
                  <a:gd name="connsiteY18" fmla="*/ 38689 h 571500"/>
                  <a:gd name="connsiteX19" fmla="*/ 1485913 w 1676400"/>
                  <a:gd name="connsiteY19" fmla="*/ 21449 h 571500"/>
                  <a:gd name="connsiteX20" fmla="*/ 1485913 w 1676400"/>
                  <a:gd name="connsiteY20" fmla="*/ 39261 h 571500"/>
                  <a:gd name="connsiteX21" fmla="*/ 1599261 w 1676400"/>
                  <a:gd name="connsiteY21" fmla="*/ 92220 h 571500"/>
                  <a:gd name="connsiteX22" fmla="*/ 1648600 w 1676400"/>
                  <a:gd name="connsiteY22" fmla="*/ 196900 h 571500"/>
                  <a:gd name="connsiteX23" fmla="*/ 1572495 w 1676400"/>
                  <a:gd name="connsiteY23" fmla="*/ 434358 h 571500"/>
                  <a:gd name="connsiteX24" fmla="*/ 1420667 w 1676400"/>
                  <a:gd name="connsiteY24" fmla="*/ 511129 h 571500"/>
                  <a:gd name="connsiteX25" fmla="*/ 1227690 w 1676400"/>
                  <a:gd name="connsiteY25" fmla="*/ 538276 h 571500"/>
                  <a:gd name="connsiteX26" fmla="*/ 763061 w 1676400"/>
                  <a:gd name="connsiteY26" fmla="*/ 552087 h 571500"/>
                  <a:gd name="connsiteX27" fmla="*/ 297193 w 1676400"/>
                  <a:gd name="connsiteY27" fmla="*/ 542657 h 571500"/>
                  <a:gd name="connsiteX28" fmla="*/ 104121 w 1676400"/>
                  <a:gd name="connsiteY28" fmla="*/ 496270 h 571500"/>
                  <a:gd name="connsiteX29" fmla="*/ 29922 w 1676400"/>
                  <a:gd name="connsiteY29" fmla="*/ 387019 h 571500"/>
                  <a:gd name="connsiteX30" fmla="*/ 133173 w 1676400"/>
                  <a:gd name="connsiteY30" fmla="*/ 136606 h 571500"/>
                  <a:gd name="connsiteX31" fmla="*/ 476073 w 1676400"/>
                  <a:gd name="connsiteY31" fmla="*/ 41737 h 571500"/>
                  <a:gd name="connsiteX32" fmla="*/ 938130 w 1676400"/>
                  <a:gd name="connsiteY32" fmla="*/ 27640 h 571500"/>
                  <a:gd name="connsiteX33" fmla="*/ 1374185 w 1676400"/>
                  <a:gd name="connsiteY33" fmla="*/ 30784 h 571500"/>
                  <a:gd name="connsiteX34" fmla="*/ 1485723 w 1676400"/>
                  <a:gd name="connsiteY34" fmla="*/ 39356 h 571500"/>
                  <a:gd name="connsiteX35" fmla="*/ 1485913 w 1676400"/>
                  <a:gd name="connsiteY35" fmla="*/ 21449 h 571500"/>
                  <a:gd name="connsiteX36" fmla="*/ 1485913 w 1676400"/>
                  <a:gd name="connsiteY36" fmla="*/ 21449 h 57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1676400" h="571500">
                    <a:moveTo>
                      <a:pt x="1485913" y="21449"/>
                    </a:moveTo>
                    <a:cubicBezTo>
                      <a:pt x="1334656" y="6876"/>
                      <a:pt x="1182828" y="5733"/>
                      <a:pt x="1030999" y="8114"/>
                    </a:cubicBezTo>
                    <a:cubicBezTo>
                      <a:pt x="953847" y="9257"/>
                      <a:pt x="876599" y="10876"/>
                      <a:pt x="799446" y="11829"/>
                    </a:cubicBezTo>
                    <a:cubicBezTo>
                      <a:pt x="719722" y="12781"/>
                      <a:pt x="639903" y="13924"/>
                      <a:pt x="560274" y="18115"/>
                    </a:cubicBezTo>
                    <a:cubicBezTo>
                      <a:pt x="490741" y="21735"/>
                      <a:pt x="420923" y="27069"/>
                      <a:pt x="352152" y="38213"/>
                    </a:cubicBezTo>
                    <a:cubicBezTo>
                      <a:pt x="291764" y="47929"/>
                      <a:pt x="231566" y="62978"/>
                      <a:pt x="176416" y="90029"/>
                    </a:cubicBezTo>
                    <a:cubicBezTo>
                      <a:pt x="126124" y="114699"/>
                      <a:pt x="80595" y="150513"/>
                      <a:pt x="49924" y="197852"/>
                    </a:cubicBezTo>
                    <a:cubicBezTo>
                      <a:pt x="23921" y="238143"/>
                      <a:pt x="8681" y="285768"/>
                      <a:pt x="7252" y="333774"/>
                    </a:cubicBezTo>
                    <a:cubicBezTo>
                      <a:pt x="5823" y="380542"/>
                      <a:pt x="18492" y="428167"/>
                      <a:pt x="46781" y="465886"/>
                    </a:cubicBezTo>
                    <a:cubicBezTo>
                      <a:pt x="82595" y="513415"/>
                      <a:pt x="137364" y="538942"/>
                      <a:pt x="194704" y="550182"/>
                    </a:cubicBezTo>
                    <a:cubicBezTo>
                      <a:pt x="230232" y="557135"/>
                      <a:pt x="266618" y="559326"/>
                      <a:pt x="302718" y="560659"/>
                    </a:cubicBezTo>
                    <a:cubicBezTo>
                      <a:pt x="341961" y="562183"/>
                      <a:pt x="381299" y="563326"/>
                      <a:pt x="420542" y="564469"/>
                    </a:cubicBezTo>
                    <a:cubicBezTo>
                      <a:pt x="500838" y="566755"/>
                      <a:pt x="581229" y="568470"/>
                      <a:pt x="661524" y="569327"/>
                    </a:cubicBezTo>
                    <a:cubicBezTo>
                      <a:pt x="822306" y="571042"/>
                      <a:pt x="983469" y="570565"/>
                      <a:pt x="1144061" y="561802"/>
                    </a:cubicBezTo>
                    <a:cubicBezTo>
                      <a:pt x="1216737" y="557802"/>
                      <a:pt x="1289603" y="552373"/>
                      <a:pt x="1361517" y="541038"/>
                    </a:cubicBezTo>
                    <a:cubicBezTo>
                      <a:pt x="1420286" y="531799"/>
                      <a:pt x="1479531" y="517130"/>
                      <a:pt x="1531443" y="487031"/>
                    </a:cubicBezTo>
                    <a:cubicBezTo>
                      <a:pt x="1577639" y="460171"/>
                      <a:pt x="1616120" y="420832"/>
                      <a:pt x="1639551" y="372731"/>
                    </a:cubicBezTo>
                    <a:cubicBezTo>
                      <a:pt x="1658792" y="333298"/>
                      <a:pt x="1669079" y="289578"/>
                      <a:pt x="1669841" y="245763"/>
                    </a:cubicBezTo>
                    <a:cubicBezTo>
                      <a:pt x="1671270" y="161752"/>
                      <a:pt x="1634218" y="74122"/>
                      <a:pt x="1553731" y="38689"/>
                    </a:cubicBezTo>
                    <a:cubicBezTo>
                      <a:pt x="1532205" y="29164"/>
                      <a:pt x="1509440" y="23830"/>
                      <a:pt x="1485913" y="21449"/>
                    </a:cubicBezTo>
                    <a:cubicBezTo>
                      <a:pt x="1474483" y="20306"/>
                      <a:pt x="1474578" y="38118"/>
                      <a:pt x="1485913" y="39261"/>
                    </a:cubicBezTo>
                    <a:cubicBezTo>
                      <a:pt x="1528776" y="43547"/>
                      <a:pt x="1569447" y="60692"/>
                      <a:pt x="1599261" y="92220"/>
                    </a:cubicBezTo>
                    <a:cubicBezTo>
                      <a:pt x="1626312" y="120890"/>
                      <a:pt x="1641933" y="158419"/>
                      <a:pt x="1648600" y="196900"/>
                    </a:cubicBezTo>
                    <a:cubicBezTo>
                      <a:pt x="1663173" y="281767"/>
                      <a:pt x="1635170" y="374731"/>
                      <a:pt x="1572495" y="434358"/>
                    </a:cubicBezTo>
                    <a:cubicBezTo>
                      <a:pt x="1530490" y="474268"/>
                      <a:pt x="1476198" y="497223"/>
                      <a:pt x="1420667" y="511129"/>
                    </a:cubicBezTo>
                    <a:cubicBezTo>
                      <a:pt x="1357707" y="526941"/>
                      <a:pt x="1292270" y="532942"/>
                      <a:pt x="1227690" y="538276"/>
                    </a:cubicBezTo>
                    <a:cubicBezTo>
                      <a:pt x="1073385" y="550944"/>
                      <a:pt x="917937" y="552277"/>
                      <a:pt x="763061" y="552087"/>
                    </a:cubicBezTo>
                    <a:cubicBezTo>
                      <a:pt x="607803" y="551896"/>
                      <a:pt x="452355" y="548848"/>
                      <a:pt x="297193" y="542657"/>
                    </a:cubicBezTo>
                    <a:cubicBezTo>
                      <a:pt x="231185" y="539990"/>
                      <a:pt x="160605" y="534085"/>
                      <a:pt x="104121" y="496270"/>
                    </a:cubicBezTo>
                    <a:cubicBezTo>
                      <a:pt x="66021" y="470743"/>
                      <a:pt x="40113" y="431500"/>
                      <a:pt x="29922" y="387019"/>
                    </a:cubicBezTo>
                    <a:cubicBezTo>
                      <a:pt x="8205" y="291483"/>
                      <a:pt x="55830" y="192423"/>
                      <a:pt x="133173" y="136606"/>
                    </a:cubicBezTo>
                    <a:cubicBezTo>
                      <a:pt x="231090" y="65931"/>
                      <a:pt x="359106" y="51453"/>
                      <a:pt x="476073" y="41737"/>
                    </a:cubicBezTo>
                    <a:cubicBezTo>
                      <a:pt x="629711" y="28974"/>
                      <a:pt x="784111" y="30403"/>
                      <a:pt x="938130" y="27640"/>
                    </a:cubicBezTo>
                    <a:cubicBezTo>
                      <a:pt x="1083482" y="25069"/>
                      <a:pt x="1229024" y="22402"/>
                      <a:pt x="1374185" y="30784"/>
                    </a:cubicBezTo>
                    <a:cubicBezTo>
                      <a:pt x="1411428" y="32974"/>
                      <a:pt x="1448670" y="35832"/>
                      <a:pt x="1485723" y="39356"/>
                    </a:cubicBezTo>
                    <a:cubicBezTo>
                      <a:pt x="1497343" y="40404"/>
                      <a:pt x="1497248" y="22592"/>
                      <a:pt x="1485913" y="21449"/>
                    </a:cubicBezTo>
                    <a:lnTo>
                      <a:pt x="1485913" y="21449"/>
                    </a:lnTo>
                    <a:close/>
                  </a:path>
                </a:pathLst>
              </a:custGeom>
              <a:solidFill>
                <a:srgbClr val="F7858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68" name="文本框 67"/>
            <p:cNvSpPr txBox="1"/>
            <p:nvPr/>
          </p:nvSpPr>
          <p:spPr>
            <a:xfrm rot="10366">
              <a:off x="6358030" y="4980054"/>
              <a:ext cx="9654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  <a:cs typeface="+mn-ea"/>
                  <a:sym typeface="+mn-lt"/>
                </a:rPr>
                <a:t>是重点哦</a:t>
              </a:r>
              <a:endParaRPr lang="zh-CN" altLang="en-US" sz="20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5516487" y="2011769"/>
            <a:ext cx="1159026" cy="1159026"/>
          </a:xfrm>
          <a:prstGeom prst="ellipse">
            <a:avLst/>
          </a:prstGeom>
          <a:solidFill>
            <a:srgbClr val="C3EA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6000" dirty="0">
                <a:solidFill>
                  <a:srgbClr val="90B3D7"/>
                </a:solidFill>
                <a:cs typeface="+mn-ea"/>
                <a:sym typeface="+mn-lt"/>
              </a:rPr>
              <a:t>二</a:t>
            </a:r>
            <a:endParaRPr lang="zh-CN" altLang="en-US" sz="6000" dirty="0">
              <a:solidFill>
                <a:srgbClr val="90B3D7"/>
              </a:solidFill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721265" y="3488015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rgbClr val="64454B"/>
                </a:solidFill>
                <a:cs typeface="+mn-ea"/>
                <a:sym typeface="+mn-lt"/>
              </a:rPr>
              <a:t>总结与归纳</a:t>
            </a:r>
            <a:endParaRPr lang="zh-CN" altLang="en-US" sz="4000" dirty="0">
              <a:solidFill>
                <a:srgbClr val="64454B"/>
              </a:solidFill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387840" y="4160555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7AB2DC"/>
                </a:solidFill>
                <a:cs typeface="+mn-ea"/>
                <a:sym typeface="+mn-lt"/>
              </a:rPr>
              <a:t>总结本节课程的重点知识与内容</a:t>
            </a:r>
            <a:endParaRPr lang="zh-CN" altLang="en-US" dirty="0">
              <a:solidFill>
                <a:srgbClr val="7AB2DC"/>
              </a:solidFill>
              <a:cs typeface="+mn-ea"/>
              <a:sym typeface="+mn-lt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7524857" y="3491545"/>
            <a:ext cx="344536" cy="548871"/>
            <a:chOff x="8363753" y="2120741"/>
            <a:chExt cx="553198" cy="881284"/>
          </a:xfrm>
        </p:grpSpPr>
        <p:sp>
          <p:nvSpPr>
            <p:cNvPr id="59" name="任意多边形: 形状 58"/>
            <p:cNvSpPr/>
            <p:nvPr/>
          </p:nvSpPr>
          <p:spPr>
            <a:xfrm>
              <a:off x="8363753" y="2120741"/>
              <a:ext cx="356491" cy="291674"/>
            </a:xfrm>
            <a:custGeom>
              <a:avLst/>
              <a:gdLst>
                <a:gd name="connsiteX0" fmla="*/ 28470 w 314325"/>
                <a:gd name="connsiteY0" fmla="*/ 252359 h 257175"/>
                <a:gd name="connsiteX1" fmla="*/ 240687 w 314325"/>
                <a:gd name="connsiteY1" fmla="*/ 77480 h 257175"/>
                <a:gd name="connsiteX2" fmla="*/ 301742 w 314325"/>
                <a:gd name="connsiteY2" fmla="*/ 30521 h 257175"/>
                <a:gd name="connsiteX3" fmla="*/ 306219 w 314325"/>
                <a:gd name="connsiteY3" fmla="*/ 13472 h 257175"/>
                <a:gd name="connsiteX4" fmla="*/ 289169 w 314325"/>
                <a:gd name="connsiteY4" fmla="*/ 8995 h 257175"/>
                <a:gd name="connsiteX5" fmla="*/ 70856 w 314325"/>
                <a:gd name="connsiteY5" fmla="*/ 183302 h 257175"/>
                <a:gd name="connsiteX6" fmla="*/ 10754 w 314325"/>
                <a:gd name="connsiteY6" fmla="*/ 234737 h 257175"/>
                <a:gd name="connsiteX7" fmla="*/ 10754 w 314325"/>
                <a:gd name="connsiteY7" fmla="*/ 252359 h 257175"/>
                <a:gd name="connsiteX8" fmla="*/ 28470 w 314325"/>
                <a:gd name="connsiteY8" fmla="*/ 252359 h 257175"/>
                <a:gd name="connsiteX9" fmla="*/ 28470 w 314325"/>
                <a:gd name="connsiteY9" fmla="*/ 252359 h 257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4325" h="257175">
                  <a:moveTo>
                    <a:pt x="28470" y="252359"/>
                  </a:moveTo>
                  <a:cubicBezTo>
                    <a:pt x="97717" y="192256"/>
                    <a:pt x="168488" y="133868"/>
                    <a:pt x="240687" y="77480"/>
                  </a:cubicBezTo>
                  <a:cubicBezTo>
                    <a:pt x="260880" y="61668"/>
                    <a:pt x="281263" y="46047"/>
                    <a:pt x="301742" y="30521"/>
                  </a:cubicBezTo>
                  <a:cubicBezTo>
                    <a:pt x="307076" y="26426"/>
                    <a:pt x="309934" y="19758"/>
                    <a:pt x="306219" y="13472"/>
                  </a:cubicBezTo>
                  <a:cubicBezTo>
                    <a:pt x="303171" y="8138"/>
                    <a:pt x="294503" y="4899"/>
                    <a:pt x="289169" y="8995"/>
                  </a:cubicBezTo>
                  <a:cubicBezTo>
                    <a:pt x="214874" y="65192"/>
                    <a:pt x="142103" y="123295"/>
                    <a:pt x="70856" y="183302"/>
                  </a:cubicBezTo>
                  <a:cubicBezTo>
                    <a:pt x="50663" y="200257"/>
                    <a:pt x="30661" y="217402"/>
                    <a:pt x="10754" y="234737"/>
                  </a:cubicBezTo>
                  <a:cubicBezTo>
                    <a:pt x="5705" y="239119"/>
                    <a:pt x="6182" y="247882"/>
                    <a:pt x="10754" y="252359"/>
                  </a:cubicBezTo>
                  <a:cubicBezTo>
                    <a:pt x="15897" y="257407"/>
                    <a:pt x="23422" y="256740"/>
                    <a:pt x="28470" y="252359"/>
                  </a:cubicBezTo>
                  <a:lnTo>
                    <a:pt x="28470" y="252359"/>
                  </a:lnTo>
                  <a:close/>
                </a:path>
              </a:pathLst>
            </a:custGeom>
            <a:solidFill>
              <a:srgbClr val="5D47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0" name="任意多边形: 形状 59"/>
            <p:cNvSpPr/>
            <p:nvPr/>
          </p:nvSpPr>
          <p:spPr>
            <a:xfrm>
              <a:off x="8442217" y="2469929"/>
              <a:ext cx="237660" cy="97225"/>
            </a:xfrm>
            <a:custGeom>
              <a:avLst/>
              <a:gdLst>
                <a:gd name="connsiteX0" fmla="*/ 22534 w 209550"/>
                <a:gd name="connsiteY0" fmla="*/ 82965 h 85725"/>
                <a:gd name="connsiteX1" fmla="*/ 193793 w 209550"/>
                <a:gd name="connsiteY1" fmla="*/ 31816 h 85725"/>
                <a:gd name="connsiteX2" fmla="*/ 187126 w 209550"/>
                <a:gd name="connsiteY2" fmla="*/ 7718 h 85725"/>
                <a:gd name="connsiteX3" fmla="*/ 15866 w 209550"/>
                <a:gd name="connsiteY3" fmla="*/ 58867 h 85725"/>
                <a:gd name="connsiteX4" fmla="*/ 22534 w 209550"/>
                <a:gd name="connsiteY4" fmla="*/ 82965 h 85725"/>
                <a:gd name="connsiteX5" fmla="*/ 22534 w 209550"/>
                <a:gd name="connsiteY5" fmla="*/ 82965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9550" h="85725">
                  <a:moveTo>
                    <a:pt x="22534" y="82965"/>
                  </a:moveTo>
                  <a:cubicBezTo>
                    <a:pt x="79588" y="65916"/>
                    <a:pt x="136643" y="48866"/>
                    <a:pt x="193793" y="31816"/>
                  </a:cubicBezTo>
                  <a:cubicBezTo>
                    <a:pt x="209128" y="27244"/>
                    <a:pt x="202651" y="3146"/>
                    <a:pt x="187126" y="7718"/>
                  </a:cubicBezTo>
                  <a:cubicBezTo>
                    <a:pt x="130071" y="24768"/>
                    <a:pt x="73016" y="41817"/>
                    <a:pt x="15866" y="58867"/>
                  </a:cubicBezTo>
                  <a:cubicBezTo>
                    <a:pt x="531" y="63439"/>
                    <a:pt x="7103" y="87633"/>
                    <a:pt x="22534" y="82965"/>
                  </a:cubicBezTo>
                  <a:lnTo>
                    <a:pt x="22534" y="82965"/>
                  </a:lnTo>
                  <a:close/>
                </a:path>
              </a:pathLst>
            </a:custGeom>
            <a:solidFill>
              <a:srgbClr val="5D47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1" name="任意多边形: 形状 60"/>
            <p:cNvSpPr/>
            <p:nvPr/>
          </p:nvSpPr>
          <p:spPr>
            <a:xfrm>
              <a:off x="8441630" y="2679373"/>
              <a:ext cx="475321" cy="64816"/>
            </a:xfrm>
            <a:custGeom>
              <a:avLst/>
              <a:gdLst>
                <a:gd name="connsiteX0" fmla="*/ 19145 w 419100"/>
                <a:gd name="connsiteY0" fmla="*/ 52409 h 57150"/>
                <a:gd name="connsiteX1" fmla="*/ 150971 w 419100"/>
                <a:gd name="connsiteY1" fmla="*/ 45551 h 57150"/>
                <a:gd name="connsiteX2" fmla="*/ 359664 w 419100"/>
                <a:gd name="connsiteY2" fmla="*/ 34597 h 57150"/>
                <a:gd name="connsiteX3" fmla="*/ 407765 w 419100"/>
                <a:gd name="connsiteY3" fmla="*/ 32121 h 57150"/>
                <a:gd name="connsiteX4" fmla="*/ 407765 w 419100"/>
                <a:gd name="connsiteY4" fmla="*/ 7165 h 57150"/>
                <a:gd name="connsiteX5" fmla="*/ 275939 w 419100"/>
                <a:gd name="connsiteY5" fmla="*/ 14023 h 57150"/>
                <a:gd name="connsiteX6" fmla="*/ 67247 w 419100"/>
                <a:gd name="connsiteY6" fmla="*/ 24977 h 57150"/>
                <a:gd name="connsiteX7" fmla="*/ 19145 w 419100"/>
                <a:gd name="connsiteY7" fmla="*/ 27454 h 57150"/>
                <a:gd name="connsiteX8" fmla="*/ 19145 w 419100"/>
                <a:gd name="connsiteY8" fmla="*/ 52409 h 57150"/>
                <a:gd name="connsiteX9" fmla="*/ 19145 w 419100"/>
                <a:gd name="connsiteY9" fmla="*/ 5240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9100" h="57150">
                  <a:moveTo>
                    <a:pt x="19145" y="52409"/>
                  </a:moveTo>
                  <a:cubicBezTo>
                    <a:pt x="63056" y="50123"/>
                    <a:pt x="107061" y="47837"/>
                    <a:pt x="150971" y="45551"/>
                  </a:cubicBezTo>
                  <a:cubicBezTo>
                    <a:pt x="220504" y="41932"/>
                    <a:pt x="290132" y="38312"/>
                    <a:pt x="359664" y="34597"/>
                  </a:cubicBezTo>
                  <a:cubicBezTo>
                    <a:pt x="375666" y="33740"/>
                    <a:pt x="391763" y="32883"/>
                    <a:pt x="407765" y="32121"/>
                  </a:cubicBezTo>
                  <a:cubicBezTo>
                    <a:pt x="423767" y="31264"/>
                    <a:pt x="423863" y="6308"/>
                    <a:pt x="407765" y="7165"/>
                  </a:cubicBezTo>
                  <a:cubicBezTo>
                    <a:pt x="363855" y="9451"/>
                    <a:pt x="319850" y="11737"/>
                    <a:pt x="275939" y="14023"/>
                  </a:cubicBezTo>
                  <a:cubicBezTo>
                    <a:pt x="206407" y="17643"/>
                    <a:pt x="136779" y="21262"/>
                    <a:pt x="67247" y="24977"/>
                  </a:cubicBezTo>
                  <a:cubicBezTo>
                    <a:pt x="51245" y="25834"/>
                    <a:pt x="35147" y="26692"/>
                    <a:pt x="19145" y="27454"/>
                  </a:cubicBezTo>
                  <a:cubicBezTo>
                    <a:pt x="3239" y="28311"/>
                    <a:pt x="3048" y="53266"/>
                    <a:pt x="19145" y="52409"/>
                  </a:cubicBezTo>
                  <a:lnTo>
                    <a:pt x="19145" y="52409"/>
                  </a:lnTo>
                  <a:close/>
                </a:path>
              </a:pathLst>
            </a:custGeom>
            <a:solidFill>
              <a:srgbClr val="5D47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3" name="任意多边形: 形状 62"/>
            <p:cNvSpPr/>
            <p:nvPr/>
          </p:nvSpPr>
          <p:spPr>
            <a:xfrm>
              <a:off x="8684731" y="2441089"/>
              <a:ext cx="64816" cy="54014"/>
            </a:xfrm>
            <a:custGeom>
              <a:avLst/>
              <a:gdLst>
                <a:gd name="connsiteX0" fmla="*/ 22921 w 57150"/>
                <a:gd name="connsiteY0" fmla="*/ 40100 h 47625"/>
                <a:gd name="connsiteX1" fmla="*/ 49115 w 57150"/>
                <a:gd name="connsiteY1" fmla="*/ 30385 h 47625"/>
                <a:gd name="connsiteX2" fmla="*/ 54830 w 57150"/>
                <a:gd name="connsiteY2" fmla="*/ 22955 h 47625"/>
                <a:gd name="connsiteX3" fmla="*/ 53591 w 57150"/>
                <a:gd name="connsiteY3" fmla="*/ 13335 h 47625"/>
                <a:gd name="connsiteX4" fmla="*/ 46162 w 57150"/>
                <a:gd name="connsiteY4" fmla="*/ 7620 h 47625"/>
                <a:gd name="connsiteX5" fmla="*/ 42828 w 57150"/>
                <a:gd name="connsiteY5" fmla="*/ 7144 h 47625"/>
                <a:gd name="connsiteX6" fmla="*/ 36542 w 57150"/>
                <a:gd name="connsiteY6" fmla="*/ 8858 h 47625"/>
                <a:gd name="connsiteX7" fmla="*/ 31017 w 57150"/>
                <a:gd name="connsiteY7" fmla="*/ 11335 h 47625"/>
                <a:gd name="connsiteX8" fmla="*/ 33970 w 57150"/>
                <a:gd name="connsiteY8" fmla="*/ 10097 h 47625"/>
                <a:gd name="connsiteX9" fmla="*/ 16253 w 57150"/>
                <a:gd name="connsiteY9" fmla="*/ 16002 h 47625"/>
                <a:gd name="connsiteX10" fmla="*/ 8824 w 57150"/>
                <a:gd name="connsiteY10" fmla="*/ 21717 h 47625"/>
                <a:gd name="connsiteX11" fmla="*/ 7586 w 57150"/>
                <a:gd name="connsiteY11" fmla="*/ 31337 h 47625"/>
                <a:gd name="connsiteX12" fmla="*/ 13301 w 57150"/>
                <a:gd name="connsiteY12" fmla="*/ 38767 h 47625"/>
                <a:gd name="connsiteX13" fmla="*/ 22921 w 57150"/>
                <a:gd name="connsiteY13" fmla="*/ 40100 h 47625"/>
                <a:gd name="connsiteX14" fmla="*/ 22921 w 57150"/>
                <a:gd name="connsiteY14" fmla="*/ 4010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7150" h="47625">
                  <a:moveTo>
                    <a:pt x="22921" y="40100"/>
                  </a:moveTo>
                  <a:cubicBezTo>
                    <a:pt x="31970" y="37814"/>
                    <a:pt x="40733" y="34480"/>
                    <a:pt x="49115" y="30385"/>
                  </a:cubicBezTo>
                  <a:cubicBezTo>
                    <a:pt x="51782" y="29051"/>
                    <a:pt x="54068" y="25718"/>
                    <a:pt x="54830" y="22955"/>
                  </a:cubicBezTo>
                  <a:cubicBezTo>
                    <a:pt x="55687" y="20002"/>
                    <a:pt x="55306" y="16002"/>
                    <a:pt x="53591" y="13335"/>
                  </a:cubicBezTo>
                  <a:cubicBezTo>
                    <a:pt x="51877" y="10668"/>
                    <a:pt x="49305" y="8287"/>
                    <a:pt x="46162" y="7620"/>
                  </a:cubicBezTo>
                  <a:cubicBezTo>
                    <a:pt x="45019" y="7429"/>
                    <a:pt x="43971" y="7334"/>
                    <a:pt x="42828" y="7144"/>
                  </a:cubicBezTo>
                  <a:cubicBezTo>
                    <a:pt x="40542" y="7144"/>
                    <a:pt x="38447" y="7715"/>
                    <a:pt x="36542" y="8858"/>
                  </a:cubicBezTo>
                  <a:cubicBezTo>
                    <a:pt x="34732" y="9716"/>
                    <a:pt x="32827" y="10573"/>
                    <a:pt x="31017" y="11335"/>
                  </a:cubicBezTo>
                  <a:cubicBezTo>
                    <a:pt x="31970" y="10954"/>
                    <a:pt x="33017" y="10477"/>
                    <a:pt x="33970" y="10097"/>
                  </a:cubicBezTo>
                  <a:cubicBezTo>
                    <a:pt x="28255" y="12478"/>
                    <a:pt x="22349" y="14478"/>
                    <a:pt x="16253" y="16002"/>
                  </a:cubicBezTo>
                  <a:cubicBezTo>
                    <a:pt x="13205" y="16764"/>
                    <a:pt x="10348" y="19050"/>
                    <a:pt x="8824" y="21717"/>
                  </a:cubicBezTo>
                  <a:cubicBezTo>
                    <a:pt x="7300" y="24384"/>
                    <a:pt x="6633" y="28384"/>
                    <a:pt x="7586" y="31337"/>
                  </a:cubicBezTo>
                  <a:cubicBezTo>
                    <a:pt x="8538" y="34385"/>
                    <a:pt x="10443" y="37243"/>
                    <a:pt x="13301" y="38767"/>
                  </a:cubicBezTo>
                  <a:cubicBezTo>
                    <a:pt x="16349" y="40386"/>
                    <a:pt x="19587" y="40957"/>
                    <a:pt x="22921" y="40100"/>
                  </a:cubicBezTo>
                  <a:lnTo>
                    <a:pt x="22921" y="40100"/>
                  </a:lnTo>
                  <a:close/>
                </a:path>
              </a:pathLst>
            </a:custGeom>
            <a:solidFill>
              <a:srgbClr val="5D47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4" name="任意多边形: 形状 63"/>
            <p:cNvSpPr/>
            <p:nvPr/>
          </p:nvSpPr>
          <p:spPr>
            <a:xfrm>
              <a:off x="8436266" y="2863921"/>
              <a:ext cx="226858" cy="118830"/>
            </a:xfrm>
            <a:custGeom>
              <a:avLst/>
              <a:gdLst>
                <a:gd name="connsiteX0" fmla="*/ 16350 w 200025"/>
                <a:gd name="connsiteY0" fmla="*/ 31897 h 104775"/>
                <a:gd name="connsiteX1" fmla="*/ 181037 w 200025"/>
                <a:gd name="connsiteY1" fmla="*/ 101239 h 104775"/>
                <a:gd name="connsiteX2" fmla="*/ 196373 w 200025"/>
                <a:gd name="connsiteY2" fmla="*/ 92476 h 104775"/>
                <a:gd name="connsiteX3" fmla="*/ 187610 w 200025"/>
                <a:gd name="connsiteY3" fmla="*/ 77141 h 104775"/>
                <a:gd name="connsiteX4" fmla="*/ 22922 w 200025"/>
                <a:gd name="connsiteY4" fmla="*/ 7799 h 104775"/>
                <a:gd name="connsiteX5" fmla="*/ 7587 w 200025"/>
                <a:gd name="connsiteY5" fmla="*/ 16562 h 104775"/>
                <a:gd name="connsiteX6" fmla="*/ 16350 w 200025"/>
                <a:gd name="connsiteY6" fmla="*/ 31897 h 104775"/>
                <a:gd name="connsiteX7" fmla="*/ 16350 w 200025"/>
                <a:gd name="connsiteY7" fmla="*/ 31897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0025" h="104775">
                  <a:moveTo>
                    <a:pt x="16350" y="31897"/>
                  </a:moveTo>
                  <a:cubicBezTo>
                    <a:pt x="71214" y="55043"/>
                    <a:pt x="126173" y="78094"/>
                    <a:pt x="181037" y="101239"/>
                  </a:cubicBezTo>
                  <a:cubicBezTo>
                    <a:pt x="187229" y="103811"/>
                    <a:pt x="194753" y="98382"/>
                    <a:pt x="196373" y="92476"/>
                  </a:cubicBezTo>
                  <a:cubicBezTo>
                    <a:pt x="198373" y="85237"/>
                    <a:pt x="193896" y="79713"/>
                    <a:pt x="187610" y="77141"/>
                  </a:cubicBezTo>
                  <a:cubicBezTo>
                    <a:pt x="132746" y="53995"/>
                    <a:pt x="77786" y="30945"/>
                    <a:pt x="22922" y="7799"/>
                  </a:cubicBezTo>
                  <a:cubicBezTo>
                    <a:pt x="16731" y="5227"/>
                    <a:pt x="9206" y="10657"/>
                    <a:pt x="7587" y="16562"/>
                  </a:cubicBezTo>
                  <a:cubicBezTo>
                    <a:pt x="5682" y="23801"/>
                    <a:pt x="10159" y="29326"/>
                    <a:pt x="16350" y="31897"/>
                  </a:cubicBezTo>
                  <a:lnTo>
                    <a:pt x="16350" y="31897"/>
                  </a:lnTo>
                  <a:close/>
                </a:path>
              </a:pathLst>
            </a:custGeom>
            <a:solidFill>
              <a:srgbClr val="5D47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5" name="任意多边形: 形状 64"/>
            <p:cNvSpPr/>
            <p:nvPr/>
          </p:nvSpPr>
          <p:spPr>
            <a:xfrm>
              <a:off x="8673232" y="2958814"/>
              <a:ext cx="64816" cy="43211"/>
            </a:xfrm>
            <a:custGeom>
              <a:avLst/>
              <a:gdLst>
                <a:gd name="connsiteX0" fmla="*/ 13343 w 57150"/>
                <a:gd name="connsiteY0" fmla="*/ 30334 h 38100"/>
                <a:gd name="connsiteX1" fmla="*/ 39632 w 57150"/>
                <a:gd name="connsiteY1" fmla="*/ 39859 h 38100"/>
                <a:gd name="connsiteX2" fmla="*/ 49252 w 57150"/>
                <a:gd name="connsiteY2" fmla="*/ 38621 h 38100"/>
                <a:gd name="connsiteX3" fmla="*/ 54967 w 57150"/>
                <a:gd name="connsiteY3" fmla="*/ 31191 h 38100"/>
                <a:gd name="connsiteX4" fmla="*/ 53729 w 57150"/>
                <a:gd name="connsiteY4" fmla="*/ 21571 h 38100"/>
                <a:gd name="connsiteX5" fmla="*/ 46300 w 57150"/>
                <a:gd name="connsiteY5" fmla="*/ 15856 h 38100"/>
                <a:gd name="connsiteX6" fmla="*/ 27726 w 57150"/>
                <a:gd name="connsiteY6" fmla="*/ 9760 h 38100"/>
                <a:gd name="connsiteX7" fmla="*/ 30679 w 57150"/>
                <a:gd name="connsiteY7" fmla="*/ 10998 h 38100"/>
                <a:gd name="connsiteX8" fmla="*/ 25916 w 57150"/>
                <a:gd name="connsiteY8" fmla="*/ 8903 h 38100"/>
                <a:gd name="connsiteX9" fmla="*/ 21249 w 57150"/>
                <a:gd name="connsiteY9" fmla="*/ 7379 h 38100"/>
                <a:gd name="connsiteX10" fmla="*/ 16296 w 57150"/>
                <a:gd name="connsiteY10" fmla="*/ 7569 h 38100"/>
                <a:gd name="connsiteX11" fmla="*/ 8866 w 57150"/>
                <a:gd name="connsiteY11" fmla="*/ 13284 h 38100"/>
                <a:gd name="connsiteX12" fmla="*/ 7628 w 57150"/>
                <a:gd name="connsiteY12" fmla="*/ 22905 h 38100"/>
                <a:gd name="connsiteX13" fmla="*/ 13343 w 57150"/>
                <a:gd name="connsiteY13" fmla="*/ 30334 h 38100"/>
                <a:gd name="connsiteX14" fmla="*/ 13343 w 57150"/>
                <a:gd name="connsiteY14" fmla="*/ 30334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7150" h="38100">
                  <a:moveTo>
                    <a:pt x="13343" y="30334"/>
                  </a:moveTo>
                  <a:cubicBezTo>
                    <a:pt x="21820" y="34335"/>
                    <a:pt x="30583" y="37668"/>
                    <a:pt x="39632" y="39859"/>
                  </a:cubicBezTo>
                  <a:cubicBezTo>
                    <a:pt x="42871" y="40621"/>
                    <a:pt x="46395" y="40240"/>
                    <a:pt x="49252" y="38621"/>
                  </a:cubicBezTo>
                  <a:cubicBezTo>
                    <a:pt x="51824" y="37097"/>
                    <a:pt x="54301" y="34144"/>
                    <a:pt x="54967" y="31191"/>
                  </a:cubicBezTo>
                  <a:cubicBezTo>
                    <a:pt x="55729" y="27953"/>
                    <a:pt x="55539" y="24429"/>
                    <a:pt x="53729" y="21571"/>
                  </a:cubicBezTo>
                  <a:cubicBezTo>
                    <a:pt x="52015" y="18904"/>
                    <a:pt x="49443" y="16618"/>
                    <a:pt x="46300" y="15856"/>
                  </a:cubicBezTo>
                  <a:cubicBezTo>
                    <a:pt x="39918" y="14332"/>
                    <a:pt x="33727" y="12237"/>
                    <a:pt x="27726" y="9760"/>
                  </a:cubicBezTo>
                  <a:cubicBezTo>
                    <a:pt x="28678" y="10141"/>
                    <a:pt x="29726" y="10617"/>
                    <a:pt x="30679" y="10998"/>
                  </a:cubicBezTo>
                  <a:cubicBezTo>
                    <a:pt x="29059" y="10332"/>
                    <a:pt x="27535" y="9570"/>
                    <a:pt x="25916" y="8903"/>
                  </a:cubicBezTo>
                  <a:cubicBezTo>
                    <a:pt x="24487" y="7950"/>
                    <a:pt x="22963" y="7474"/>
                    <a:pt x="21249" y="7379"/>
                  </a:cubicBezTo>
                  <a:cubicBezTo>
                    <a:pt x="19630" y="6998"/>
                    <a:pt x="17915" y="7093"/>
                    <a:pt x="16296" y="7569"/>
                  </a:cubicBezTo>
                  <a:cubicBezTo>
                    <a:pt x="13438" y="8331"/>
                    <a:pt x="10295" y="10617"/>
                    <a:pt x="8866" y="13284"/>
                  </a:cubicBezTo>
                  <a:cubicBezTo>
                    <a:pt x="7342" y="16142"/>
                    <a:pt x="6580" y="19666"/>
                    <a:pt x="7628" y="22905"/>
                  </a:cubicBezTo>
                  <a:cubicBezTo>
                    <a:pt x="8485" y="25857"/>
                    <a:pt x="10390" y="29001"/>
                    <a:pt x="13343" y="30334"/>
                  </a:cubicBezTo>
                  <a:lnTo>
                    <a:pt x="13343" y="30334"/>
                  </a:lnTo>
                  <a:close/>
                </a:path>
              </a:pathLst>
            </a:custGeom>
            <a:solidFill>
              <a:srgbClr val="5D47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4300153" y="3497706"/>
            <a:ext cx="361806" cy="536548"/>
            <a:chOff x="3553322" y="2130634"/>
            <a:chExt cx="580927" cy="861498"/>
          </a:xfrm>
        </p:grpSpPr>
        <p:sp>
          <p:nvSpPr>
            <p:cNvPr id="53" name="任意多边形: 形状 52"/>
            <p:cNvSpPr/>
            <p:nvPr/>
          </p:nvSpPr>
          <p:spPr>
            <a:xfrm>
              <a:off x="3810167" y="2130634"/>
              <a:ext cx="324082" cy="324082"/>
            </a:xfrm>
            <a:custGeom>
              <a:avLst/>
              <a:gdLst>
                <a:gd name="connsiteX0" fmla="*/ 282173 w 285750"/>
                <a:gd name="connsiteY0" fmla="*/ 259439 h 285750"/>
                <a:gd name="connsiteX1" fmla="*/ 85767 w 285750"/>
                <a:gd name="connsiteY1" fmla="*/ 63700 h 285750"/>
                <a:gd name="connsiteX2" fmla="*/ 28712 w 285750"/>
                <a:gd name="connsiteY2" fmla="*/ 10550 h 285750"/>
                <a:gd name="connsiteX3" fmla="*/ 11091 w 285750"/>
                <a:gd name="connsiteY3" fmla="*/ 28172 h 285750"/>
                <a:gd name="connsiteX4" fmla="*/ 210354 w 285750"/>
                <a:gd name="connsiteY4" fmla="*/ 221053 h 285750"/>
                <a:gd name="connsiteX5" fmla="*/ 264456 w 285750"/>
                <a:gd name="connsiteY5" fmla="*/ 277155 h 285750"/>
                <a:gd name="connsiteX6" fmla="*/ 282173 w 285750"/>
                <a:gd name="connsiteY6" fmla="*/ 259439 h 285750"/>
                <a:gd name="connsiteX7" fmla="*/ 282173 w 285750"/>
                <a:gd name="connsiteY7" fmla="*/ 259439 h 28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5750" h="285750">
                  <a:moveTo>
                    <a:pt x="282173" y="259439"/>
                  </a:moveTo>
                  <a:cubicBezTo>
                    <a:pt x="218450" y="192478"/>
                    <a:pt x="152918" y="127232"/>
                    <a:pt x="85767" y="63700"/>
                  </a:cubicBezTo>
                  <a:cubicBezTo>
                    <a:pt x="66908" y="45888"/>
                    <a:pt x="47858" y="28172"/>
                    <a:pt x="28712" y="10550"/>
                  </a:cubicBezTo>
                  <a:cubicBezTo>
                    <a:pt x="16901" y="-308"/>
                    <a:pt x="-815" y="17313"/>
                    <a:pt x="11091" y="28172"/>
                  </a:cubicBezTo>
                  <a:cubicBezTo>
                    <a:pt x="79195" y="90656"/>
                    <a:pt x="145679" y="154949"/>
                    <a:pt x="210354" y="221053"/>
                  </a:cubicBezTo>
                  <a:cubicBezTo>
                    <a:pt x="228547" y="239627"/>
                    <a:pt x="246549" y="258296"/>
                    <a:pt x="264456" y="277155"/>
                  </a:cubicBezTo>
                  <a:cubicBezTo>
                    <a:pt x="275600" y="288776"/>
                    <a:pt x="293222" y="271154"/>
                    <a:pt x="282173" y="259439"/>
                  </a:cubicBezTo>
                  <a:lnTo>
                    <a:pt x="282173" y="259439"/>
                  </a:lnTo>
                  <a:close/>
                </a:path>
              </a:pathLst>
            </a:custGeom>
            <a:solidFill>
              <a:srgbClr val="5D47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4" name="任意多边形: 形状 53"/>
            <p:cNvSpPr/>
            <p:nvPr/>
          </p:nvSpPr>
          <p:spPr>
            <a:xfrm>
              <a:off x="3817878" y="2481702"/>
              <a:ext cx="226858" cy="118830"/>
            </a:xfrm>
            <a:custGeom>
              <a:avLst/>
              <a:gdLst>
                <a:gd name="connsiteX0" fmla="*/ 188601 w 200025"/>
                <a:gd name="connsiteY0" fmla="*/ 74862 h 104775"/>
                <a:gd name="connsiteX1" fmla="*/ 22961 w 200025"/>
                <a:gd name="connsiteY1" fmla="*/ 7806 h 104775"/>
                <a:gd name="connsiteX2" fmla="*/ 7626 w 200025"/>
                <a:gd name="connsiteY2" fmla="*/ 16569 h 104775"/>
                <a:gd name="connsiteX3" fmla="*/ 16389 w 200025"/>
                <a:gd name="connsiteY3" fmla="*/ 31905 h 104775"/>
                <a:gd name="connsiteX4" fmla="*/ 182029 w 200025"/>
                <a:gd name="connsiteY4" fmla="*/ 98961 h 104775"/>
                <a:gd name="connsiteX5" fmla="*/ 197364 w 200025"/>
                <a:gd name="connsiteY5" fmla="*/ 90198 h 104775"/>
                <a:gd name="connsiteX6" fmla="*/ 188601 w 200025"/>
                <a:gd name="connsiteY6" fmla="*/ 74862 h 104775"/>
                <a:gd name="connsiteX7" fmla="*/ 188601 w 200025"/>
                <a:gd name="connsiteY7" fmla="*/ 74862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0025" h="104775">
                  <a:moveTo>
                    <a:pt x="188601" y="74862"/>
                  </a:moveTo>
                  <a:cubicBezTo>
                    <a:pt x="133356" y="52479"/>
                    <a:pt x="78206" y="30095"/>
                    <a:pt x="22961" y="7806"/>
                  </a:cubicBezTo>
                  <a:cubicBezTo>
                    <a:pt x="16675" y="5235"/>
                    <a:pt x="9245" y="10569"/>
                    <a:pt x="7626" y="16569"/>
                  </a:cubicBezTo>
                  <a:cubicBezTo>
                    <a:pt x="5626" y="23713"/>
                    <a:pt x="10102" y="29428"/>
                    <a:pt x="16389" y="31905"/>
                  </a:cubicBezTo>
                  <a:cubicBezTo>
                    <a:pt x="71634" y="54288"/>
                    <a:pt x="126784" y="76672"/>
                    <a:pt x="182029" y="98961"/>
                  </a:cubicBezTo>
                  <a:cubicBezTo>
                    <a:pt x="188315" y="101532"/>
                    <a:pt x="195745" y="96198"/>
                    <a:pt x="197364" y="90198"/>
                  </a:cubicBezTo>
                  <a:cubicBezTo>
                    <a:pt x="199269" y="83149"/>
                    <a:pt x="194887" y="77434"/>
                    <a:pt x="188601" y="74862"/>
                  </a:cubicBezTo>
                  <a:lnTo>
                    <a:pt x="188601" y="74862"/>
                  </a:lnTo>
                  <a:close/>
                </a:path>
              </a:pathLst>
            </a:custGeom>
            <a:solidFill>
              <a:srgbClr val="5D47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5" name="任意多边形: 形状 54"/>
            <p:cNvSpPr/>
            <p:nvPr/>
          </p:nvSpPr>
          <p:spPr>
            <a:xfrm>
              <a:off x="3553322" y="2667181"/>
              <a:ext cx="475321" cy="108027"/>
            </a:xfrm>
            <a:custGeom>
              <a:avLst/>
              <a:gdLst>
                <a:gd name="connsiteX0" fmla="*/ 407863 w 419100"/>
                <a:gd name="connsiteY0" fmla="*/ 64389 h 95250"/>
                <a:gd name="connsiteX1" fmla="*/ 277275 w 419100"/>
                <a:gd name="connsiteY1" fmla="*/ 45053 h 95250"/>
                <a:gd name="connsiteX2" fmla="*/ 70487 w 419100"/>
                <a:gd name="connsiteY2" fmla="*/ 14383 h 95250"/>
                <a:gd name="connsiteX3" fmla="*/ 22862 w 419100"/>
                <a:gd name="connsiteY3" fmla="*/ 7334 h 95250"/>
                <a:gd name="connsiteX4" fmla="*/ 7527 w 419100"/>
                <a:gd name="connsiteY4" fmla="*/ 16097 h 95250"/>
                <a:gd name="connsiteX5" fmla="*/ 16290 w 419100"/>
                <a:gd name="connsiteY5" fmla="*/ 31433 h 95250"/>
                <a:gd name="connsiteX6" fmla="*/ 146878 w 419100"/>
                <a:gd name="connsiteY6" fmla="*/ 50768 h 95250"/>
                <a:gd name="connsiteX7" fmla="*/ 353666 w 419100"/>
                <a:gd name="connsiteY7" fmla="*/ 81439 h 95250"/>
                <a:gd name="connsiteX8" fmla="*/ 401386 w 419100"/>
                <a:gd name="connsiteY8" fmla="*/ 88487 h 95250"/>
                <a:gd name="connsiteX9" fmla="*/ 416721 w 419100"/>
                <a:gd name="connsiteY9" fmla="*/ 79724 h 95250"/>
                <a:gd name="connsiteX10" fmla="*/ 407863 w 419100"/>
                <a:gd name="connsiteY10" fmla="*/ 64389 h 95250"/>
                <a:gd name="connsiteX11" fmla="*/ 407863 w 419100"/>
                <a:gd name="connsiteY11" fmla="*/ 64389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9100" h="95250">
                  <a:moveTo>
                    <a:pt x="407863" y="64389"/>
                  </a:moveTo>
                  <a:cubicBezTo>
                    <a:pt x="364334" y="57912"/>
                    <a:pt x="320804" y="51530"/>
                    <a:pt x="277275" y="45053"/>
                  </a:cubicBezTo>
                  <a:cubicBezTo>
                    <a:pt x="208314" y="34862"/>
                    <a:pt x="139448" y="24670"/>
                    <a:pt x="70487" y="14383"/>
                  </a:cubicBezTo>
                  <a:cubicBezTo>
                    <a:pt x="54676" y="12097"/>
                    <a:pt x="38769" y="9716"/>
                    <a:pt x="22862" y="7334"/>
                  </a:cubicBezTo>
                  <a:cubicBezTo>
                    <a:pt x="16195" y="6382"/>
                    <a:pt x="9432" y="8954"/>
                    <a:pt x="7527" y="16097"/>
                  </a:cubicBezTo>
                  <a:cubicBezTo>
                    <a:pt x="5908" y="22003"/>
                    <a:pt x="9527" y="30480"/>
                    <a:pt x="16290" y="31433"/>
                  </a:cubicBezTo>
                  <a:cubicBezTo>
                    <a:pt x="59819" y="37910"/>
                    <a:pt x="103349" y="44291"/>
                    <a:pt x="146878" y="50768"/>
                  </a:cubicBezTo>
                  <a:cubicBezTo>
                    <a:pt x="215839" y="60960"/>
                    <a:pt x="284705" y="71152"/>
                    <a:pt x="353666" y="81439"/>
                  </a:cubicBezTo>
                  <a:cubicBezTo>
                    <a:pt x="369573" y="83820"/>
                    <a:pt x="385479" y="86106"/>
                    <a:pt x="401386" y="88487"/>
                  </a:cubicBezTo>
                  <a:cubicBezTo>
                    <a:pt x="408053" y="89440"/>
                    <a:pt x="414816" y="86868"/>
                    <a:pt x="416721" y="79724"/>
                  </a:cubicBezTo>
                  <a:cubicBezTo>
                    <a:pt x="418245" y="73914"/>
                    <a:pt x="414530" y="65437"/>
                    <a:pt x="407863" y="64389"/>
                  </a:cubicBezTo>
                  <a:lnTo>
                    <a:pt x="407863" y="64389"/>
                  </a:lnTo>
                  <a:close/>
                </a:path>
              </a:pathLst>
            </a:custGeom>
            <a:solidFill>
              <a:srgbClr val="5D47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6" name="任意多边形: 形状 55"/>
            <p:cNvSpPr/>
            <p:nvPr/>
          </p:nvSpPr>
          <p:spPr>
            <a:xfrm>
              <a:off x="3745821" y="2445788"/>
              <a:ext cx="64816" cy="54014"/>
            </a:xfrm>
            <a:custGeom>
              <a:avLst/>
              <a:gdLst>
                <a:gd name="connsiteX0" fmla="*/ 45347 w 57150"/>
                <a:gd name="connsiteY0" fmla="*/ 18232 h 47625"/>
                <a:gd name="connsiteX1" fmla="*/ 38775 w 57150"/>
                <a:gd name="connsiteY1" fmla="*/ 15660 h 47625"/>
                <a:gd name="connsiteX2" fmla="*/ 41727 w 57150"/>
                <a:gd name="connsiteY2" fmla="*/ 16898 h 47625"/>
                <a:gd name="connsiteX3" fmla="*/ 25916 w 57150"/>
                <a:gd name="connsiteY3" fmla="*/ 8802 h 47625"/>
                <a:gd name="connsiteX4" fmla="*/ 16296 w 57150"/>
                <a:gd name="connsiteY4" fmla="*/ 7564 h 47625"/>
                <a:gd name="connsiteX5" fmla="*/ 8866 w 57150"/>
                <a:gd name="connsiteY5" fmla="*/ 13279 h 47625"/>
                <a:gd name="connsiteX6" fmla="*/ 7628 w 57150"/>
                <a:gd name="connsiteY6" fmla="*/ 22899 h 47625"/>
                <a:gd name="connsiteX7" fmla="*/ 13343 w 57150"/>
                <a:gd name="connsiteY7" fmla="*/ 30328 h 47625"/>
                <a:gd name="connsiteX8" fmla="*/ 38679 w 57150"/>
                <a:gd name="connsiteY8" fmla="*/ 42139 h 47625"/>
                <a:gd name="connsiteX9" fmla="*/ 48300 w 57150"/>
                <a:gd name="connsiteY9" fmla="*/ 40901 h 47625"/>
                <a:gd name="connsiteX10" fmla="*/ 54015 w 57150"/>
                <a:gd name="connsiteY10" fmla="*/ 33472 h 47625"/>
                <a:gd name="connsiteX11" fmla="*/ 52776 w 57150"/>
                <a:gd name="connsiteY11" fmla="*/ 23851 h 47625"/>
                <a:gd name="connsiteX12" fmla="*/ 50871 w 57150"/>
                <a:gd name="connsiteY12" fmla="*/ 21280 h 47625"/>
                <a:gd name="connsiteX13" fmla="*/ 45347 w 57150"/>
                <a:gd name="connsiteY13" fmla="*/ 18232 h 47625"/>
                <a:gd name="connsiteX14" fmla="*/ 45347 w 57150"/>
                <a:gd name="connsiteY14" fmla="*/ 18232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7150" h="47625">
                  <a:moveTo>
                    <a:pt x="45347" y="18232"/>
                  </a:moveTo>
                  <a:cubicBezTo>
                    <a:pt x="43156" y="17470"/>
                    <a:pt x="40965" y="16612"/>
                    <a:pt x="38775" y="15660"/>
                  </a:cubicBezTo>
                  <a:cubicBezTo>
                    <a:pt x="39727" y="16041"/>
                    <a:pt x="40775" y="16517"/>
                    <a:pt x="41727" y="16898"/>
                  </a:cubicBezTo>
                  <a:cubicBezTo>
                    <a:pt x="36298" y="14612"/>
                    <a:pt x="30964" y="11945"/>
                    <a:pt x="25916" y="8802"/>
                  </a:cubicBezTo>
                  <a:cubicBezTo>
                    <a:pt x="23154" y="7183"/>
                    <a:pt x="19344" y="6706"/>
                    <a:pt x="16296" y="7564"/>
                  </a:cubicBezTo>
                  <a:cubicBezTo>
                    <a:pt x="13438" y="8326"/>
                    <a:pt x="10295" y="10612"/>
                    <a:pt x="8866" y="13279"/>
                  </a:cubicBezTo>
                  <a:cubicBezTo>
                    <a:pt x="7342" y="16136"/>
                    <a:pt x="6580" y="19660"/>
                    <a:pt x="7628" y="22899"/>
                  </a:cubicBezTo>
                  <a:cubicBezTo>
                    <a:pt x="8676" y="26042"/>
                    <a:pt x="10485" y="28614"/>
                    <a:pt x="13343" y="30328"/>
                  </a:cubicBezTo>
                  <a:cubicBezTo>
                    <a:pt x="21344" y="35186"/>
                    <a:pt x="29916" y="39091"/>
                    <a:pt x="38679" y="42139"/>
                  </a:cubicBezTo>
                  <a:cubicBezTo>
                    <a:pt x="41632" y="43187"/>
                    <a:pt x="45728" y="42425"/>
                    <a:pt x="48300" y="40901"/>
                  </a:cubicBezTo>
                  <a:cubicBezTo>
                    <a:pt x="50871" y="39377"/>
                    <a:pt x="53348" y="36424"/>
                    <a:pt x="54015" y="33472"/>
                  </a:cubicBezTo>
                  <a:cubicBezTo>
                    <a:pt x="54777" y="30233"/>
                    <a:pt x="54586" y="26709"/>
                    <a:pt x="52776" y="23851"/>
                  </a:cubicBezTo>
                  <a:cubicBezTo>
                    <a:pt x="52110" y="22994"/>
                    <a:pt x="51443" y="22137"/>
                    <a:pt x="50871" y="21280"/>
                  </a:cubicBezTo>
                  <a:cubicBezTo>
                    <a:pt x="49252" y="19946"/>
                    <a:pt x="47442" y="18803"/>
                    <a:pt x="45347" y="18232"/>
                  </a:cubicBezTo>
                  <a:lnTo>
                    <a:pt x="45347" y="18232"/>
                  </a:lnTo>
                  <a:close/>
                </a:path>
              </a:pathLst>
            </a:custGeom>
            <a:solidFill>
              <a:srgbClr val="5D47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7" name="任意多边形: 形状 56"/>
            <p:cNvSpPr/>
            <p:nvPr/>
          </p:nvSpPr>
          <p:spPr>
            <a:xfrm>
              <a:off x="3824694" y="2909318"/>
              <a:ext cx="237660" cy="75619"/>
            </a:xfrm>
            <a:custGeom>
              <a:avLst/>
              <a:gdLst>
                <a:gd name="connsiteX0" fmla="*/ 192211 w 209550"/>
                <a:gd name="connsiteY0" fmla="*/ 7388 h 66675"/>
                <a:gd name="connsiteX1" fmla="*/ 16284 w 209550"/>
                <a:gd name="connsiteY1" fmla="*/ 38535 h 66675"/>
                <a:gd name="connsiteX2" fmla="*/ 7521 w 209550"/>
                <a:gd name="connsiteY2" fmla="*/ 53870 h 66675"/>
                <a:gd name="connsiteX3" fmla="*/ 22856 w 209550"/>
                <a:gd name="connsiteY3" fmla="*/ 62633 h 66675"/>
                <a:gd name="connsiteX4" fmla="*/ 198783 w 209550"/>
                <a:gd name="connsiteY4" fmla="*/ 31486 h 66675"/>
                <a:gd name="connsiteX5" fmla="*/ 207546 w 209550"/>
                <a:gd name="connsiteY5" fmla="*/ 16151 h 66675"/>
                <a:gd name="connsiteX6" fmla="*/ 192211 w 209550"/>
                <a:gd name="connsiteY6" fmla="*/ 7388 h 66675"/>
                <a:gd name="connsiteX7" fmla="*/ 192211 w 209550"/>
                <a:gd name="connsiteY7" fmla="*/ 738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9550" h="66675">
                  <a:moveTo>
                    <a:pt x="192211" y="7388"/>
                  </a:moveTo>
                  <a:cubicBezTo>
                    <a:pt x="133537" y="17770"/>
                    <a:pt x="74958" y="28153"/>
                    <a:pt x="16284" y="38535"/>
                  </a:cubicBezTo>
                  <a:cubicBezTo>
                    <a:pt x="9617" y="39678"/>
                    <a:pt x="5902" y="47869"/>
                    <a:pt x="7521" y="53870"/>
                  </a:cubicBezTo>
                  <a:cubicBezTo>
                    <a:pt x="9426" y="60919"/>
                    <a:pt x="16189" y="63776"/>
                    <a:pt x="22856" y="62633"/>
                  </a:cubicBezTo>
                  <a:cubicBezTo>
                    <a:pt x="81530" y="52251"/>
                    <a:pt x="140109" y="41869"/>
                    <a:pt x="198783" y="31486"/>
                  </a:cubicBezTo>
                  <a:cubicBezTo>
                    <a:pt x="205451" y="30343"/>
                    <a:pt x="209165" y="22152"/>
                    <a:pt x="207546" y="16151"/>
                  </a:cubicBezTo>
                  <a:cubicBezTo>
                    <a:pt x="205641" y="9103"/>
                    <a:pt x="198878" y="6245"/>
                    <a:pt x="192211" y="7388"/>
                  </a:cubicBezTo>
                  <a:lnTo>
                    <a:pt x="192211" y="7388"/>
                  </a:lnTo>
                  <a:close/>
                </a:path>
              </a:pathLst>
            </a:custGeom>
            <a:solidFill>
              <a:srgbClr val="5D47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8" name="任意多边形: 形状 57"/>
            <p:cNvSpPr/>
            <p:nvPr/>
          </p:nvSpPr>
          <p:spPr>
            <a:xfrm>
              <a:off x="3744516" y="2948921"/>
              <a:ext cx="64816" cy="43211"/>
            </a:xfrm>
            <a:custGeom>
              <a:avLst/>
              <a:gdLst>
                <a:gd name="connsiteX0" fmla="*/ 40782 w 57150"/>
                <a:gd name="connsiteY0" fmla="*/ 7521 h 38100"/>
                <a:gd name="connsiteX1" fmla="*/ 30495 w 57150"/>
                <a:gd name="connsiteY1" fmla="*/ 9331 h 38100"/>
                <a:gd name="connsiteX2" fmla="*/ 33829 w 57150"/>
                <a:gd name="connsiteY2" fmla="*/ 8855 h 38100"/>
                <a:gd name="connsiteX3" fmla="*/ 19637 w 57150"/>
                <a:gd name="connsiteY3" fmla="*/ 9903 h 38100"/>
                <a:gd name="connsiteX4" fmla="*/ 10778 w 57150"/>
                <a:gd name="connsiteY4" fmla="*/ 13522 h 38100"/>
                <a:gd name="connsiteX5" fmla="*/ 7159 w 57150"/>
                <a:gd name="connsiteY5" fmla="*/ 22380 h 38100"/>
                <a:gd name="connsiteX6" fmla="*/ 10778 w 57150"/>
                <a:gd name="connsiteY6" fmla="*/ 31239 h 38100"/>
                <a:gd name="connsiteX7" fmla="*/ 19637 w 57150"/>
                <a:gd name="connsiteY7" fmla="*/ 34858 h 38100"/>
                <a:gd name="connsiteX8" fmla="*/ 47545 w 57150"/>
                <a:gd name="connsiteY8" fmla="*/ 31524 h 38100"/>
                <a:gd name="connsiteX9" fmla="*/ 54974 w 57150"/>
                <a:gd name="connsiteY9" fmla="*/ 25809 h 38100"/>
                <a:gd name="connsiteX10" fmla="*/ 56213 w 57150"/>
                <a:gd name="connsiteY10" fmla="*/ 16189 h 38100"/>
                <a:gd name="connsiteX11" fmla="*/ 50498 w 57150"/>
                <a:gd name="connsiteY11" fmla="*/ 8760 h 38100"/>
                <a:gd name="connsiteX12" fmla="*/ 40782 w 57150"/>
                <a:gd name="connsiteY12" fmla="*/ 7521 h 38100"/>
                <a:gd name="connsiteX13" fmla="*/ 40782 w 57150"/>
                <a:gd name="connsiteY13" fmla="*/ 7521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7150" h="38100">
                  <a:moveTo>
                    <a:pt x="40782" y="7521"/>
                  </a:moveTo>
                  <a:cubicBezTo>
                    <a:pt x="37353" y="8283"/>
                    <a:pt x="33924" y="8855"/>
                    <a:pt x="30495" y="9331"/>
                  </a:cubicBezTo>
                  <a:cubicBezTo>
                    <a:pt x="31638" y="9141"/>
                    <a:pt x="32686" y="9045"/>
                    <a:pt x="33829" y="8855"/>
                  </a:cubicBezTo>
                  <a:cubicBezTo>
                    <a:pt x="29066" y="9522"/>
                    <a:pt x="24399" y="9807"/>
                    <a:pt x="19637" y="9903"/>
                  </a:cubicBezTo>
                  <a:cubicBezTo>
                    <a:pt x="16398" y="9998"/>
                    <a:pt x="13064" y="11236"/>
                    <a:pt x="10778" y="13522"/>
                  </a:cubicBezTo>
                  <a:cubicBezTo>
                    <a:pt x="8588" y="15713"/>
                    <a:pt x="6968" y="19237"/>
                    <a:pt x="7159" y="22380"/>
                  </a:cubicBezTo>
                  <a:cubicBezTo>
                    <a:pt x="7349" y="25619"/>
                    <a:pt x="8397" y="28953"/>
                    <a:pt x="10778" y="31239"/>
                  </a:cubicBezTo>
                  <a:cubicBezTo>
                    <a:pt x="13160" y="33429"/>
                    <a:pt x="16208" y="34953"/>
                    <a:pt x="19637" y="34858"/>
                  </a:cubicBezTo>
                  <a:cubicBezTo>
                    <a:pt x="28971" y="34668"/>
                    <a:pt x="38401" y="33525"/>
                    <a:pt x="47545" y="31524"/>
                  </a:cubicBezTo>
                  <a:cubicBezTo>
                    <a:pt x="50498" y="30858"/>
                    <a:pt x="53546" y="28381"/>
                    <a:pt x="54974" y="25809"/>
                  </a:cubicBezTo>
                  <a:cubicBezTo>
                    <a:pt x="56498" y="23142"/>
                    <a:pt x="57165" y="19142"/>
                    <a:pt x="56213" y="16189"/>
                  </a:cubicBezTo>
                  <a:cubicBezTo>
                    <a:pt x="55260" y="13141"/>
                    <a:pt x="53355" y="10284"/>
                    <a:pt x="50498" y="8760"/>
                  </a:cubicBezTo>
                  <a:cubicBezTo>
                    <a:pt x="47354" y="7140"/>
                    <a:pt x="44116" y="6759"/>
                    <a:pt x="40782" y="7521"/>
                  </a:cubicBezTo>
                  <a:lnTo>
                    <a:pt x="40782" y="7521"/>
                  </a:lnTo>
                  <a:close/>
                </a:path>
              </a:pathLst>
            </a:custGeom>
            <a:solidFill>
              <a:srgbClr val="5D47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9152854" y="2198886"/>
            <a:ext cx="511971" cy="1850772"/>
            <a:chOff x="2709165" y="3485769"/>
            <a:chExt cx="255175" cy="922457"/>
          </a:xfrm>
        </p:grpSpPr>
        <p:sp>
          <p:nvSpPr>
            <p:cNvPr id="69" name="任意多边形: 形状 68"/>
            <p:cNvSpPr/>
            <p:nvPr/>
          </p:nvSpPr>
          <p:spPr>
            <a:xfrm>
              <a:off x="2736499" y="3589076"/>
              <a:ext cx="123825" cy="819150"/>
            </a:xfrm>
            <a:custGeom>
              <a:avLst/>
              <a:gdLst>
                <a:gd name="connsiteX0" fmla="*/ 42294 w 123825"/>
                <a:gd name="connsiteY0" fmla="*/ 13755 h 819150"/>
                <a:gd name="connsiteX1" fmla="*/ 109731 w 123825"/>
                <a:gd name="connsiteY1" fmla="*/ 331985 h 819150"/>
                <a:gd name="connsiteX2" fmla="*/ 108969 w 123825"/>
                <a:gd name="connsiteY2" fmla="*/ 493243 h 819150"/>
                <a:gd name="connsiteX3" fmla="*/ 74489 w 123825"/>
                <a:gd name="connsiteY3" fmla="*/ 642976 h 819150"/>
                <a:gd name="connsiteX4" fmla="*/ 7718 w 123825"/>
                <a:gd name="connsiteY4" fmla="*/ 803854 h 819150"/>
                <a:gd name="connsiteX5" fmla="*/ 16958 w 123825"/>
                <a:gd name="connsiteY5" fmla="*/ 809283 h 819150"/>
                <a:gd name="connsiteX6" fmla="*/ 116875 w 123825"/>
                <a:gd name="connsiteY6" fmla="*/ 514198 h 819150"/>
                <a:gd name="connsiteX7" fmla="*/ 98206 w 123825"/>
                <a:gd name="connsiteY7" fmla="*/ 191777 h 819150"/>
                <a:gd name="connsiteX8" fmla="*/ 52676 w 123825"/>
                <a:gd name="connsiteY8" fmla="*/ 10897 h 819150"/>
                <a:gd name="connsiteX9" fmla="*/ 42294 w 123825"/>
                <a:gd name="connsiteY9" fmla="*/ 13755 h 819150"/>
                <a:gd name="connsiteX10" fmla="*/ 42294 w 123825"/>
                <a:gd name="connsiteY10" fmla="*/ 13755 h 81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3825" h="819150">
                  <a:moveTo>
                    <a:pt x="42294" y="13755"/>
                  </a:moveTo>
                  <a:cubicBezTo>
                    <a:pt x="70774" y="118339"/>
                    <a:pt x="99349" y="223781"/>
                    <a:pt x="109731" y="331985"/>
                  </a:cubicBezTo>
                  <a:cubicBezTo>
                    <a:pt x="114875" y="385611"/>
                    <a:pt x="115351" y="439713"/>
                    <a:pt x="108969" y="493243"/>
                  </a:cubicBezTo>
                  <a:cubicBezTo>
                    <a:pt x="102968" y="544202"/>
                    <a:pt x="90586" y="594304"/>
                    <a:pt x="74489" y="642976"/>
                  </a:cubicBezTo>
                  <a:cubicBezTo>
                    <a:pt x="56201" y="698126"/>
                    <a:pt x="33055" y="751562"/>
                    <a:pt x="7718" y="803854"/>
                  </a:cubicBezTo>
                  <a:cubicBezTo>
                    <a:pt x="4766" y="810045"/>
                    <a:pt x="14005" y="815474"/>
                    <a:pt x="16958" y="809283"/>
                  </a:cubicBezTo>
                  <a:cubicBezTo>
                    <a:pt x="62106" y="715652"/>
                    <a:pt x="101444" y="617640"/>
                    <a:pt x="116875" y="514198"/>
                  </a:cubicBezTo>
                  <a:cubicBezTo>
                    <a:pt x="132972" y="406566"/>
                    <a:pt x="120685" y="297600"/>
                    <a:pt x="98206" y="191777"/>
                  </a:cubicBezTo>
                  <a:cubicBezTo>
                    <a:pt x="85252" y="130912"/>
                    <a:pt x="69060" y="70905"/>
                    <a:pt x="52676" y="10897"/>
                  </a:cubicBezTo>
                  <a:cubicBezTo>
                    <a:pt x="50771" y="4325"/>
                    <a:pt x="40485" y="7087"/>
                    <a:pt x="42294" y="13755"/>
                  </a:cubicBezTo>
                  <a:lnTo>
                    <a:pt x="42294" y="13755"/>
                  </a:lnTo>
                  <a:close/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0" name="任意多边形: 形状 69"/>
            <p:cNvSpPr/>
            <p:nvPr/>
          </p:nvSpPr>
          <p:spPr>
            <a:xfrm>
              <a:off x="2753428" y="3485769"/>
              <a:ext cx="66675" cy="200025"/>
            </a:xfrm>
            <a:custGeom>
              <a:avLst/>
              <a:gdLst>
                <a:gd name="connsiteX0" fmla="*/ 50892 w 66675"/>
                <a:gd name="connsiteY0" fmla="*/ 199073 h 200025"/>
                <a:gd name="connsiteX1" fmla="*/ 7172 w 66675"/>
                <a:gd name="connsiteY1" fmla="*/ 91250 h 200025"/>
                <a:gd name="connsiteX2" fmla="*/ 14697 w 66675"/>
                <a:gd name="connsiteY2" fmla="*/ 7144 h 200025"/>
                <a:gd name="connsiteX3" fmla="*/ 58702 w 66675"/>
                <a:gd name="connsiteY3" fmla="*/ 99441 h 200025"/>
                <a:gd name="connsiteX4" fmla="*/ 50892 w 66675"/>
                <a:gd name="connsiteY4" fmla="*/ 199073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200025">
                  <a:moveTo>
                    <a:pt x="50892" y="199073"/>
                  </a:moveTo>
                  <a:cubicBezTo>
                    <a:pt x="20983" y="164782"/>
                    <a:pt x="6410" y="136684"/>
                    <a:pt x="7172" y="91250"/>
                  </a:cubicBezTo>
                  <a:cubicBezTo>
                    <a:pt x="7648" y="63056"/>
                    <a:pt x="14602" y="35243"/>
                    <a:pt x="14697" y="7144"/>
                  </a:cubicBezTo>
                  <a:cubicBezTo>
                    <a:pt x="32032" y="36576"/>
                    <a:pt x="49558" y="66485"/>
                    <a:pt x="58702" y="99441"/>
                  </a:cubicBezTo>
                  <a:cubicBezTo>
                    <a:pt x="67846" y="132302"/>
                    <a:pt x="67751" y="169259"/>
                    <a:pt x="50892" y="199073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1" name="任意多边形: 形状 70"/>
            <p:cNvSpPr/>
            <p:nvPr/>
          </p:nvSpPr>
          <p:spPr>
            <a:xfrm>
              <a:off x="2843468" y="3746945"/>
              <a:ext cx="104775" cy="180975"/>
            </a:xfrm>
            <a:custGeom>
              <a:avLst/>
              <a:gdLst>
                <a:gd name="connsiteX0" fmla="*/ 7144 w 104775"/>
                <a:gd name="connsiteY0" fmla="*/ 175641 h 180975"/>
                <a:gd name="connsiteX1" fmla="*/ 45148 w 104775"/>
                <a:gd name="connsiteY1" fmla="*/ 65627 h 180975"/>
                <a:gd name="connsiteX2" fmla="*/ 106108 w 104775"/>
                <a:gd name="connsiteY2" fmla="*/ 7144 h 180975"/>
                <a:gd name="connsiteX3" fmla="*/ 78486 w 104775"/>
                <a:gd name="connsiteY3" fmla="*/ 105632 h 180975"/>
                <a:gd name="connsiteX4" fmla="*/ 7144 w 104775"/>
                <a:gd name="connsiteY4" fmla="*/ 175641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180975">
                  <a:moveTo>
                    <a:pt x="7144" y="175641"/>
                  </a:moveTo>
                  <a:cubicBezTo>
                    <a:pt x="7144" y="130207"/>
                    <a:pt x="14668" y="99346"/>
                    <a:pt x="45148" y="65627"/>
                  </a:cubicBezTo>
                  <a:cubicBezTo>
                    <a:pt x="64103" y="44767"/>
                    <a:pt x="87535" y="28384"/>
                    <a:pt x="106108" y="7144"/>
                  </a:cubicBezTo>
                  <a:cubicBezTo>
                    <a:pt x="99822" y="40767"/>
                    <a:pt x="93345" y="74771"/>
                    <a:pt x="78486" y="105632"/>
                  </a:cubicBezTo>
                  <a:cubicBezTo>
                    <a:pt x="63817" y="136588"/>
                    <a:pt x="39433" y="164306"/>
                    <a:pt x="7144" y="175641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2" name="任意多边形: 形状 71"/>
            <p:cNvSpPr/>
            <p:nvPr/>
          </p:nvSpPr>
          <p:spPr>
            <a:xfrm>
              <a:off x="2839182" y="3973163"/>
              <a:ext cx="104775" cy="152400"/>
            </a:xfrm>
            <a:custGeom>
              <a:avLst/>
              <a:gdLst>
                <a:gd name="connsiteX0" fmla="*/ 7144 w 104775"/>
                <a:gd name="connsiteY0" fmla="*/ 146971 h 152400"/>
                <a:gd name="connsiteX1" fmla="*/ 44958 w 104775"/>
                <a:gd name="connsiteY1" fmla="*/ 54388 h 152400"/>
                <a:gd name="connsiteX2" fmla="*/ 100108 w 104775"/>
                <a:gd name="connsiteY2" fmla="*/ 7144 h 152400"/>
                <a:gd name="connsiteX3" fmla="*/ 71818 w 104775"/>
                <a:gd name="connsiteY3" fmla="*/ 90392 h 152400"/>
                <a:gd name="connsiteX4" fmla="*/ 7144 w 104775"/>
                <a:gd name="connsiteY4" fmla="*/ 14697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152400">
                  <a:moveTo>
                    <a:pt x="7144" y="146971"/>
                  </a:moveTo>
                  <a:cubicBezTo>
                    <a:pt x="9334" y="107918"/>
                    <a:pt x="17145" y="81820"/>
                    <a:pt x="44958" y="54388"/>
                  </a:cubicBezTo>
                  <a:cubicBezTo>
                    <a:pt x="62198" y="37338"/>
                    <a:pt x="83153" y="24384"/>
                    <a:pt x="100108" y="7144"/>
                  </a:cubicBezTo>
                  <a:cubicBezTo>
                    <a:pt x="93059" y="35719"/>
                    <a:pt x="85915" y="64579"/>
                    <a:pt x="71818" y="90392"/>
                  </a:cubicBezTo>
                  <a:cubicBezTo>
                    <a:pt x="57531" y="116014"/>
                    <a:pt x="35338" y="138684"/>
                    <a:pt x="7144" y="146971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3" name="任意多边形: 形状 72"/>
            <p:cNvSpPr/>
            <p:nvPr/>
          </p:nvSpPr>
          <p:spPr>
            <a:xfrm>
              <a:off x="2757933" y="4288875"/>
              <a:ext cx="152400" cy="76200"/>
            </a:xfrm>
            <a:custGeom>
              <a:avLst/>
              <a:gdLst>
                <a:gd name="connsiteX0" fmla="*/ 7144 w 152400"/>
                <a:gd name="connsiteY0" fmla="*/ 69955 h 76200"/>
                <a:gd name="connsiteX1" fmla="*/ 89630 w 152400"/>
                <a:gd name="connsiteY1" fmla="*/ 13282 h 76200"/>
                <a:gd name="connsiteX2" fmla="*/ 141637 w 152400"/>
                <a:gd name="connsiteY2" fmla="*/ 7186 h 76200"/>
                <a:gd name="connsiteX3" fmla="*/ 146494 w 152400"/>
                <a:gd name="connsiteY3" fmla="*/ 17949 h 76200"/>
                <a:gd name="connsiteX4" fmla="*/ 92297 w 152400"/>
                <a:gd name="connsiteY4" fmla="*/ 57954 h 76200"/>
                <a:gd name="connsiteX5" fmla="*/ 7144 w 152400"/>
                <a:gd name="connsiteY5" fmla="*/ 69955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400" h="76200">
                  <a:moveTo>
                    <a:pt x="7144" y="69955"/>
                  </a:moveTo>
                  <a:cubicBezTo>
                    <a:pt x="30385" y="38523"/>
                    <a:pt x="51340" y="21092"/>
                    <a:pt x="89630" y="13282"/>
                  </a:cubicBezTo>
                  <a:cubicBezTo>
                    <a:pt x="106775" y="9853"/>
                    <a:pt x="124301" y="9186"/>
                    <a:pt x="141637" y="7186"/>
                  </a:cubicBezTo>
                  <a:cubicBezTo>
                    <a:pt x="147638" y="6519"/>
                    <a:pt x="150971" y="13949"/>
                    <a:pt x="146494" y="17949"/>
                  </a:cubicBezTo>
                  <a:cubicBezTo>
                    <a:pt x="129730" y="33094"/>
                    <a:pt x="112204" y="47476"/>
                    <a:pt x="92297" y="57954"/>
                  </a:cubicBezTo>
                  <a:cubicBezTo>
                    <a:pt x="66294" y="71861"/>
                    <a:pt x="35242" y="78623"/>
                    <a:pt x="7144" y="69955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4" name="任意多边形: 形状 73"/>
            <p:cNvSpPr/>
            <p:nvPr/>
          </p:nvSpPr>
          <p:spPr>
            <a:xfrm>
              <a:off x="2811940" y="4169802"/>
              <a:ext cx="152400" cy="57150"/>
            </a:xfrm>
            <a:custGeom>
              <a:avLst/>
              <a:gdLst>
                <a:gd name="connsiteX0" fmla="*/ 7144 w 152400"/>
                <a:gd name="connsiteY0" fmla="*/ 47106 h 57150"/>
                <a:gd name="connsiteX1" fmla="*/ 98869 w 152400"/>
                <a:gd name="connsiteY1" fmla="*/ 7196 h 57150"/>
                <a:gd name="connsiteX2" fmla="*/ 128206 w 152400"/>
                <a:gd name="connsiteY2" fmla="*/ 9006 h 57150"/>
                <a:gd name="connsiteX3" fmla="*/ 148400 w 152400"/>
                <a:gd name="connsiteY3" fmla="*/ 15673 h 57150"/>
                <a:gd name="connsiteX4" fmla="*/ 131064 w 152400"/>
                <a:gd name="connsiteY4" fmla="*/ 35485 h 57150"/>
                <a:gd name="connsiteX5" fmla="*/ 92869 w 152400"/>
                <a:gd name="connsiteY5" fmla="*/ 51582 h 57150"/>
                <a:gd name="connsiteX6" fmla="*/ 7144 w 152400"/>
                <a:gd name="connsiteY6" fmla="*/ 47106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2400" h="57150">
                  <a:moveTo>
                    <a:pt x="7144" y="47106"/>
                  </a:moveTo>
                  <a:cubicBezTo>
                    <a:pt x="35909" y="20626"/>
                    <a:pt x="59817" y="7482"/>
                    <a:pt x="98869" y="7196"/>
                  </a:cubicBezTo>
                  <a:cubicBezTo>
                    <a:pt x="108299" y="7101"/>
                    <a:pt x="119063" y="6910"/>
                    <a:pt x="128206" y="9006"/>
                  </a:cubicBezTo>
                  <a:cubicBezTo>
                    <a:pt x="132683" y="10053"/>
                    <a:pt x="146399" y="11958"/>
                    <a:pt x="148400" y="15673"/>
                  </a:cubicBezTo>
                  <a:cubicBezTo>
                    <a:pt x="152019" y="22531"/>
                    <a:pt x="135636" y="33104"/>
                    <a:pt x="131064" y="35485"/>
                  </a:cubicBezTo>
                  <a:cubicBezTo>
                    <a:pt x="118872" y="41962"/>
                    <a:pt x="106108" y="47582"/>
                    <a:pt x="92869" y="51582"/>
                  </a:cubicBezTo>
                  <a:cubicBezTo>
                    <a:pt x="64865" y="60250"/>
                    <a:pt x="33147" y="60917"/>
                    <a:pt x="7144" y="47106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5" name="任意多边形: 形状 74"/>
            <p:cNvSpPr/>
            <p:nvPr/>
          </p:nvSpPr>
          <p:spPr>
            <a:xfrm>
              <a:off x="2817259" y="3610356"/>
              <a:ext cx="47625" cy="180975"/>
            </a:xfrm>
            <a:custGeom>
              <a:avLst/>
              <a:gdLst>
                <a:gd name="connsiteX0" fmla="*/ 14017 w 47625"/>
                <a:gd name="connsiteY0" fmla="*/ 176022 h 180975"/>
                <a:gd name="connsiteX1" fmla="*/ 14779 w 47625"/>
                <a:gd name="connsiteY1" fmla="*/ 80296 h 180975"/>
                <a:gd name="connsiteX2" fmla="*/ 47069 w 47625"/>
                <a:gd name="connsiteY2" fmla="*/ 7144 h 180975"/>
                <a:gd name="connsiteX3" fmla="*/ 46212 w 47625"/>
                <a:gd name="connsiteY3" fmla="*/ 84392 h 180975"/>
                <a:gd name="connsiteX4" fmla="*/ 14017 w 47625"/>
                <a:gd name="connsiteY4" fmla="*/ 176022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180975">
                  <a:moveTo>
                    <a:pt x="14017" y="176022"/>
                  </a:moveTo>
                  <a:cubicBezTo>
                    <a:pt x="5540" y="145256"/>
                    <a:pt x="3921" y="110395"/>
                    <a:pt x="14779" y="80296"/>
                  </a:cubicBezTo>
                  <a:cubicBezTo>
                    <a:pt x="23828" y="55245"/>
                    <a:pt x="39258" y="32671"/>
                    <a:pt x="47069" y="7144"/>
                  </a:cubicBezTo>
                  <a:cubicBezTo>
                    <a:pt x="48307" y="32861"/>
                    <a:pt x="48021" y="58674"/>
                    <a:pt x="46212" y="84392"/>
                  </a:cubicBezTo>
                  <a:cubicBezTo>
                    <a:pt x="43926" y="117539"/>
                    <a:pt x="37925" y="153067"/>
                    <a:pt x="14017" y="176022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6" name="任意多边形: 形状 75"/>
            <p:cNvSpPr/>
            <p:nvPr/>
          </p:nvSpPr>
          <p:spPr>
            <a:xfrm>
              <a:off x="2709165" y="3763468"/>
              <a:ext cx="133350" cy="95250"/>
            </a:xfrm>
            <a:custGeom>
              <a:avLst/>
              <a:gdLst>
                <a:gd name="connsiteX0" fmla="*/ 135065 w 133350"/>
                <a:gd name="connsiteY0" fmla="*/ 87490 h 95250"/>
                <a:gd name="connsiteX1" fmla="*/ 60103 w 133350"/>
                <a:gd name="connsiteY1" fmla="*/ 9480 h 95250"/>
                <a:gd name="connsiteX2" fmla="*/ 7144 w 133350"/>
                <a:gd name="connsiteY2" fmla="*/ 8528 h 95250"/>
                <a:gd name="connsiteX3" fmla="*/ 25146 w 133350"/>
                <a:gd name="connsiteY3" fmla="*/ 35293 h 95250"/>
                <a:gd name="connsiteX4" fmla="*/ 135065 w 133350"/>
                <a:gd name="connsiteY4" fmla="*/ 8749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95250">
                  <a:moveTo>
                    <a:pt x="135065" y="87490"/>
                  </a:moveTo>
                  <a:cubicBezTo>
                    <a:pt x="128778" y="49676"/>
                    <a:pt x="97631" y="17291"/>
                    <a:pt x="60103" y="9480"/>
                  </a:cubicBezTo>
                  <a:cubicBezTo>
                    <a:pt x="42767" y="5861"/>
                    <a:pt x="24765" y="7194"/>
                    <a:pt x="7144" y="8528"/>
                  </a:cubicBezTo>
                  <a:cubicBezTo>
                    <a:pt x="11811" y="18243"/>
                    <a:pt x="17812" y="27387"/>
                    <a:pt x="25146" y="35293"/>
                  </a:cubicBezTo>
                  <a:cubicBezTo>
                    <a:pt x="84201" y="98063"/>
                    <a:pt x="126397" y="88633"/>
                    <a:pt x="135065" y="87490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7" name="任意多边形: 形状 76"/>
            <p:cNvSpPr/>
            <p:nvPr/>
          </p:nvSpPr>
          <p:spPr>
            <a:xfrm>
              <a:off x="2761838" y="3929443"/>
              <a:ext cx="95250" cy="104775"/>
            </a:xfrm>
            <a:custGeom>
              <a:avLst/>
              <a:gdLst>
                <a:gd name="connsiteX0" fmla="*/ 95155 w 95250"/>
                <a:gd name="connsiteY0" fmla="*/ 99346 h 104775"/>
                <a:gd name="connsiteX1" fmla="*/ 50387 w 95250"/>
                <a:gd name="connsiteY1" fmla="*/ 19336 h 104775"/>
                <a:gd name="connsiteX2" fmla="*/ 7144 w 95250"/>
                <a:gd name="connsiteY2" fmla="*/ 7144 h 104775"/>
                <a:gd name="connsiteX3" fmla="*/ 16193 w 95250"/>
                <a:gd name="connsiteY3" fmla="*/ 32957 h 104775"/>
                <a:gd name="connsiteX4" fmla="*/ 95155 w 95250"/>
                <a:gd name="connsiteY4" fmla="*/ 99346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95155" y="99346"/>
                  </a:moveTo>
                  <a:cubicBezTo>
                    <a:pt x="98108" y="66961"/>
                    <a:pt x="79534" y="33719"/>
                    <a:pt x="50387" y="19336"/>
                  </a:cubicBezTo>
                  <a:cubicBezTo>
                    <a:pt x="36957" y="12668"/>
                    <a:pt x="21908" y="9906"/>
                    <a:pt x="7144" y="7144"/>
                  </a:cubicBezTo>
                  <a:cubicBezTo>
                    <a:pt x="8858" y="16097"/>
                    <a:pt x="11811" y="24860"/>
                    <a:pt x="16193" y="32957"/>
                  </a:cubicBezTo>
                  <a:cubicBezTo>
                    <a:pt x="51149" y="97060"/>
                    <a:pt x="87725" y="98393"/>
                    <a:pt x="95155" y="99346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8" name="任意多边形: 形状 77"/>
            <p:cNvSpPr/>
            <p:nvPr/>
          </p:nvSpPr>
          <p:spPr>
            <a:xfrm>
              <a:off x="2729728" y="4193191"/>
              <a:ext cx="66675" cy="133350"/>
            </a:xfrm>
            <a:custGeom>
              <a:avLst/>
              <a:gdLst>
                <a:gd name="connsiteX0" fmla="*/ 49922 w 66675"/>
                <a:gd name="connsiteY0" fmla="*/ 128207 h 133350"/>
                <a:gd name="connsiteX1" fmla="*/ 44017 w 66675"/>
                <a:gd name="connsiteY1" fmla="*/ 36767 h 133350"/>
                <a:gd name="connsiteX2" fmla="*/ 10203 w 66675"/>
                <a:gd name="connsiteY2" fmla="*/ 7144 h 133350"/>
                <a:gd name="connsiteX3" fmla="*/ 7250 w 66675"/>
                <a:gd name="connsiteY3" fmla="*/ 34290 h 133350"/>
                <a:gd name="connsiteX4" fmla="*/ 49922 w 66675"/>
                <a:gd name="connsiteY4" fmla="*/ 128207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133350">
                  <a:moveTo>
                    <a:pt x="49922" y="128207"/>
                  </a:moveTo>
                  <a:cubicBezTo>
                    <a:pt x="66496" y="100298"/>
                    <a:pt x="64019" y="62294"/>
                    <a:pt x="44017" y="36767"/>
                  </a:cubicBezTo>
                  <a:cubicBezTo>
                    <a:pt x="34778" y="24956"/>
                    <a:pt x="22395" y="16002"/>
                    <a:pt x="10203" y="7144"/>
                  </a:cubicBezTo>
                  <a:cubicBezTo>
                    <a:pt x="7917" y="16002"/>
                    <a:pt x="6774" y="25146"/>
                    <a:pt x="7250" y="34290"/>
                  </a:cubicBezTo>
                  <a:cubicBezTo>
                    <a:pt x="11251" y="107252"/>
                    <a:pt x="43636" y="124206"/>
                    <a:pt x="49922" y="128207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9" name="任意多边形: 形状 78"/>
            <p:cNvSpPr/>
            <p:nvPr/>
          </p:nvSpPr>
          <p:spPr>
            <a:xfrm>
              <a:off x="2771483" y="4072318"/>
              <a:ext cx="66675" cy="123825"/>
            </a:xfrm>
            <a:custGeom>
              <a:avLst/>
              <a:gdLst>
                <a:gd name="connsiteX0" fmla="*/ 55031 w 66675"/>
                <a:gd name="connsiteY0" fmla="*/ 126016 h 123825"/>
                <a:gd name="connsiteX1" fmla="*/ 44363 w 66675"/>
                <a:gd name="connsiteY1" fmla="*/ 34957 h 123825"/>
                <a:gd name="connsiteX2" fmla="*/ 9120 w 66675"/>
                <a:gd name="connsiteY2" fmla="*/ 7144 h 123825"/>
                <a:gd name="connsiteX3" fmla="*/ 7596 w 66675"/>
                <a:gd name="connsiteY3" fmla="*/ 34385 h 123825"/>
                <a:gd name="connsiteX4" fmla="*/ 55031 w 66675"/>
                <a:gd name="connsiteY4" fmla="*/ 126016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123825">
                  <a:moveTo>
                    <a:pt x="55031" y="126016"/>
                  </a:moveTo>
                  <a:cubicBezTo>
                    <a:pt x="70175" y="97250"/>
                    <a:pt x="65699" y="59436"/>
                    <a:pt x="44363" y="34957"/>
                  </a:cubicBezTo>
                  <a:cubicBezTo>
                    <a:pt x="34457" y="23622"/>
                    <a:pt x="21693" y="15335"/>
                    <a:pt x="9120" y="7144"/>
                  </a:cubicBezTo>
                  <a:cubicBezTo>
                    <a:pt x="7215" y="16097"/>
                    <a:pt x="6644" y="25337"/>
                    <a:pt x="7596" y="34385"/>
                  </a:cubicBezTo>
                  <a:cubicBezTo>
                    <a:pt x="15312" y="107061"/>
                    <a:pt x="48554" y="122301"/>
                    <a:pt x="55031" y="126016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2474069" y="2199814"/>
            <a:ext cx="559514" cy="1848917"/>
            <a:chOff x="776659" y="3485864"/>
            <a:chExt cx="278871" cy="921532"/>
          </a:xfrm>
        </p:grpSpPr>
        <p:sp>
          <p:nvSpPr>
            <p:cNvPr id="81" name="任意多边形: 形状 80"/>
            <p:cNvSpPr/>
            <p:nvPr/>
          </p:nvSpPr>
          <p:spPr>
            <a:xfrm>
              <a:off x="886295" y="3588246"/>
              <a:ext cx="114300" cy="819150"/>
            </a:xfrm>
            <a:custGeom>
              <a:avLst/>
              <a:gdLst>
                <a:gd name="connsiteX0" fmla="*/ 103132 w 114300"/>
                <a:gd name="connsiteY0" fmla="*/ 10870 h 819150"/>
                <a:gd name="connsiteX1" fmla="*/ 17502 w 114300"/>
                <a:gd name="connsiteY1" fmla="*/ 323481 h 819150"/>
                <a:gd name="connsiteX2" fmla="*/ 8072 w 114300"/>
                <a:gd name="connsiteY2" fmla="*/ 484072 h 819150"/>
                <a:gd name="connsiteX3" fmla="*/ 33504 w 114300"/>
                <a:gd name="connsiteY3" fmla="*/ 639520 h 819150"/>
                <a:gd name="connsiteX4" fmla="*/ 92083 w 114300"/>
                <a:gd name="connsiteY4" fmla="*/ 808684 h 819150"/>
                <a:gd name="connsiteX5" fmla="*/ 102370 w 114300"/>
                <a:gd name="connsiteY5" fmla="*/ 805827 h 819150"/>
                <a:gd name="connsiteX6" fmla="*/ 19883 w 114300"/>
                <a:gd name="connsiteY6" fmla="*/ 501789 h 819150"/>
                <a:gd name="connsiteX7" fmla="*/ 58745 w 114300"/>
                <a:gd name="connsiteY7" fmla="*/ 187178 h 819150"/>
                <a:gd name="connsiteX8" fmla="*/ 113419 w 114300"/>
                <a:gd name="connsiteY8" fmla="*/ 13728 h 819150"/>
                <a:gd name="connsiteX9" fmla="*/ 103132 w 114300"/>
                <a:gd name="connsiteY9" fmla="*/ 10870 h 819150"/>
                <a:gd name="connsiteX10" fmla="*/ 103132 w 114300"/>
                <a:gd name="connsiteY10" fmla="*/ 10870 h 81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4300" h="819150">
                  <a:moveTo>
                    <a:pt x="103132" y="10870"/>
                  </a:moveTo>
                  <a:cubicBezTo>
                    <a:pt x="68746" y="113264"/>
                    <a:pt x="34266" y="216420"/>
                    <a:pt x="17502" y="323481"/>
                  </a:cubicBezTo>
                  <a:cubicBezTo>
                    <a:pt x="9120" y="376535"/>
                    <a:pt x="5215" y="430351"/>
                    <a:pt x="8072" y="484072"/>
                  </a:cubicBezTo>
                  <a:cubicBezTo>
                    <a:pt x="10834" y="536650"/>
                    <a:pt x="20074" y="588657"/>
                    <a:pt x="33504" y="639520"/>
                  </a:cubicBezTo>
                  <a:cubicBezTo>
                    <a:pt x="48744" y="697337"/>
                    <a:pt x="69318" y="753535"/>
                    <a:pt x="92083" y="808684"/>
                  </a:cubicBezTo>
                  <a:cubicBezTo>
                    <a:pt x="94654" y="814971"/>
                    <a:pt x="105037" y="812209"/>
                    <a:pt x="102370" y="805827"/>
                  </a:cubicBezTo>
                  <a:cubicBezTo>
                    <a:pt x="62269" y="708672"/>
                    <a:pt x="28360" y="607231"/>
                    <a:pt x="19883" y="501789"/>
                  </a:cubicBezTo>
                  <a:cubicBezTo>
                    <a:pt x="11311" y="395394"/>
                    <a:pt x="30361" y="289381"/>
                    <a:pt x="58745" y="187178"/>
                  </a:cubicBezTo>
                  <a:cubicBezTo>
                    <a:pt x="74938" y="128694"/>
                    <a:pt x="94178" y="71164"/>
                    <a:pt x="113419" y="13728"/>
                  </a:cubicBezTo>
                  <a:cubicBezTo>
                    <a:pt x="115609" y="7156"/>
                    <a:pt x="105322" y="4298"/>
                    <a:pt x="103132" y="10870"/>
                  </a:cubicBezTo>
                  <a:lnTo>
                    <a:pt x="103132" y="10870"/>
                  </a:lnTo>
                  <a:close/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2" name="任意多边形: 形状 81"/>
            <p:cNvSpPr/>
            <p:nvPr/>
          </p:nvSpPr>
          <p:spPr>
            <a:xfrm>
              <a:off x="951434" y="3485864"/>
              <a:ext cx="66675" cy="200025"/>
            </a:xfrm>
            <a:custGeom>
              <a:avLst/>
              <a:gdLst>
                <a:gd name="connsiteX0" fmla="*/ 17895 w 66675"/>
                <a:gd name="connsiteY0" fmla="*/ 196691 h 200025"/>
                <a:gd name="connsiteX1" fmla="*/ 67806 w 66675"/>
                <a:gd name="connsiteY1" fmla="*/ 91535 h 200025"/>
                <a:gd name="connsiteX2" fmla="*/ 65234 w 66675"/>
                <a:gd name="connsiteY2" fmla="*/ 7144 h 200025"/>
                <a:gd name="connsiteX3" fmla="*/ 15895 w 66675"/>
                <a:gd name="connsiteY3" fmla="*/ 96774 h 200025"/>
                <a:gd name="connsiteX4" fmla="*/ 17895 w 66675"/>
                <a:gd name="connsiteY4" fmla="*/ 196691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200025">
                  <a:moveTo>
                    <a:pt x="17895" y="196691"/>
                  </a:moveTo>
                  <a:cubicBezTo>
                    <a:pt x="49709" y="164211"/>
                    <a:pt x="65996" y="136970"/>
                    <a:pt x="67806" y="91535"/>
                  </a:cubicBezTo>
                  <a:cubicBezTo>
                    <a:pt x="68949" y="63341"/>
                    <a:pt x="63615" y="35242"/>
                    <a:pt x="65234" y="7144"/>
                  </a:cubicBezTo>
                  <a:cubicBezTo>
                    <a:pt x="46184" y="35528"/>
                    <a:pt x="26944" y="64389"/>
                    <a:pt x="15895" y="96774"/>
                  </a:cubicBezTo>
                  <a:cubicBezTo>
                    <a:pt x="4941" y="129159"/>
                    <a:pt x="2846" y="166021"/>
                    <a:pt x="17895" y="196691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3" name="任意多边形: 形状 82"/>
            <p:cNvSpPr/>
            <p:nvPr/>
          </p:nvSpPr>
          <p:spPr>
            <a:xfrm>
              <a:off x="813024" y="3736181"/>
              <a:ext cx="95250" cy="180975"/>
            </a:xfrm>
            <a:custGeom>
              <a:avLst/>
              <a:gdLst>
                <a:gd name="connsiteX0" fmla="*/ 96298 w 95250"/>
                <a:gd name="connsiteY0" fmla="*/ 181070 h 180975"/>
                <a:gd name="connsiteX1" fmla="*/ 64675 w 95250"/>
                <a:gd name="connsiteY1" fmla="*/ 69056 h 180975"/>
                <a:gd name="connsiteX2" fmla="*/ 7144 w 95250"/>
                <a:gd name="connsiteY2" fmla="*/ 7144 h 180975"/>
                <a:gd name="connsiteX3" fmla="*/ 28956 w 95250"/>
                <a:gd name="connsiteY3" fmla="*/ 107061 h 180975"/>
                <a:gd name="connsiteX4" fmla="*/ 96298 w 95250"/>
                <a:gd name="connsiteY4" fmla="*/ 18107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80975">
                  <a:moveTo>
                    <a:pt x="96298" y="181070"/>
                  </a:moveTo>
                  <a:cubicBezTo>
                    <a:pt x="98965" y="135636"/>
                    <a:pt x="93250" y="104489"/>
                    <a:pt x="64675" y="69056"/>
                  </a:cubicBezTo>
                  <a:cubicBezTo>
                    <a:pt x="47053" y="47149"/>
                    <a:pt x="24479" y="29337"/>
                    <a:pt x="7144" y="7144"/>
                  </a:cubicBezTo>
                  <a:cubicBezTo>
                    <a:pt x="11525" y="41053"/>
                    <a:pt x="16002" y="75438"/>
                    <a:pt x="28956" y="107061"/>
                  </a:cubicBezTo>
                  <a:cubicBezTo>
                    <a:pt x="42005" y="138779"/>
                    <a:pt x="64770" y="167926"/>
                    <a:pt x="96298" y="181070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4" name="任意多边形: 形状 83"/>
            <p:cNvSpPr/>
            <p:nvPr/>
          </p:nvSpPr>
          <p:spPr>
            <a:xfrm>
              <a:off x="810356" y="3962495"/>
              <a:ext cx="95250" cy="152400"/>
            </a:xfrm>
            <a:custGeom>
              <a:avLst/>
              <a:gdLst>
                <a:gd name="connsiteX0" fmla="*/ 91821 w 95250"/>
                <a:gd name="connsiteY0" fmla="*/ 152210 h 152400"/>
                <a:gd name="connsiteX1" fmla="*/ 59436 w 95250"/>
                <a:gd name="connsiteY1" fmla="*/ 57531 h 152400"/>
                <a:gd name="connsiteX2" fmla="*/ 7144 w 95250"/>
                <a:gd name="connsiteY2" fmla="*/ 7144 h 152400"/>
                <a:gd name="connsiteX3" fmla="*/ 30575 w 95250"/>
                <a:gd name="connsiteY3" fmla="*/ 91916 h 152400"/>
                <a:gd name="connsiteX4" fmla="*/ 91821 w 95250"/>
                <a:gd name="connsiteY4" fmla="*/ 15221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52400">
                  <a:moveTo>
                    <a:pt x="91821" y="152210"/>
                  </a:moveTo>
                  <a:cubicBezTo>
                    <a:pt x="91916" y="113157"/>
                    <a:pt x="85534" y="86582"/>
                    <a:pt x="59436" y="57531"/>
                  </a:cubicBezTo>
                  <a:cubicBezTo>
                    <a:pt x="43244" y="39529"/>
                    <a:pt x="23051" y="25337"/>
                    <a:pt x="7144" y="7144"/>
                  </a:cubicBezTo>
                  <a:cubicBezTo>
                    <a:pt x="12478" y="36004"/>
                    <a:pt x="17907" y="65342"/>
                    <a:pt x="30575" y="91916"/>
                  </a:cubicBezTo>
                  <a:cubicBezTo>
                    <a:pt x="43244" y="118491"/>
                    <a:pt x="64103" y="142399"/>
                    <a:pt x="91821" y="152210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5" name="任意多边形: 形状 84"/>
            <p:cNvSpPr/>
            <p:nvPr/>
          </p:nvSpPr>
          <p:spPr>
            <a:xfrm>
              <a:off x="824334" y="4280147"/>
              <a:ext cx="142875" cy="85725"/>
            </a:xfrm>
            <a:custGeom>
              <a:avLst/>
              <a:gdLst>
                <a:gd name="connsiteX0" fmla="*/ 144995 w 142875"/>
                <a:gd name="connsiteY0" fmla="*/ 77636 h 85725"/>
                <a:gd name="connsiteX1" fmla="*/ 65937 w 142875"/>
                <a:gd name="connsiteY1" fmla="*/ 16295 h 85725"/>
                <a:gd name="connsiteX2" fmla="*/ 14407 w 142875"/>
                <a:gd name="connsiteY2" fmla="*/ 7246 h 85725"/>
                <a:gd name="connsiteX3" fmla="*/ 8978 w 142875"/>
                <a:gd name="connsiteY3" fmla="*/ 17724 h 85725"/>
                <a:gd name="connsiteX4" fmla="*/ 60794 w 142875"/>
                <a:gd name="connsiteY4" fmla="*/ 60872 h 85725"/>
                <a:gd name="connsiteX5" fmla="*/ 144995 w 142875"/>
                <a:gd name="connsiteY5" fmla="*/ 77636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2875" h="85725">
                  <a:moveTo>
                    <a:pt x="144995" y="77636"/>
                  </a:moveTo>
                  <a:cubicBezTo>
                    <a:pt x="123659" y="44870"/>
                    <a:pt x="103751" y="26201"/>
                    <a:pt x="65937" y="16295"/>
                  </a:cubicBezTo>
                  <a:cubicBezTo>
                    <a:pt x="49078" y="11818"/>
                    <a:pt x="31552" y="10199"/>
                    <a:pt x="14407" y="7246"/>
                  </a:cubicBezTo>
                  <a:cubicBezTo>
                    <a:pt x="8501" y="6198"/>
                    <a:pt x="4691" y="13437"/>
                    <a:pt x="8978" y="17724"/>
                  </a:cubicBezTo>
                  <a:cubicBezTo>
                    <a:pt x="24884" y="33821"/>
                    <a:pt x="41458" y="49156"/>
                    <a:pt x="60794" y="60872"/>
                  </a:cubicBezTo>
                  <a:cubicBezTo>
                    <a:pt x="85844" y="76017"/>
                    <a:pt x="116420" y="84589"/>
                    <a:pt x="144995" y="77636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6" name="任意多边形: 形状 85"/>
            <p:cNvSpPr/>
            <p:nvPr/>
          </p:nvSpPr>
          <p:spPr>
            <a:xfrm>
              <a:off x="776659" y="4159853"/>
              <a:ext cx="152400" cy="66675"/>
            </a:xfrm>
            <a:custGeom>
              <a:avLst/>
              <a:gdLst>
                <a:gd name="connsiteX0" fmla="*/ 147045 w 152400"/>
                <a:gd name="connsiteY0" fmla="*/ 53055 h 66675"/>
                <a:gd name="connsiteX1" fmla="*/ 57796 w 152400"/>
                <a:gd name="connsiteY1" fmla="*/ 7906 h 66675"/>
                <a:gd name="connsiteX2" fmla="*/ 28363 w 152400"/>
                <a:gd name="connsiteY2" fmla="*/ 8001 h 66675"/>
                <a:gd name="connsiteX3" fmla="*/ 7789 w 152400"/>
                <a:gd name="connsiteY3" fmla="*/ 13526 h 66675"/>
                <a:gd name="connsiteX4" fmla="*/ 23982 w 152400"/>
                <a:gd name="connsiteY4" fmla="*/ 34290 h 66675"/>
                <a:gd name="connsiteX5" fmla="*/ 61129 w 152400"/>
                <a:gd name="connsiteY5" fmla="*/ 52578 h 66675"/>
                <a:gd name="connsiteX6" fmla="*/ 147045 w 152400"/>
                <a:gd name="connsiteY6" fmla="*/ 53055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2400" h="66675">
                  <a:moveTo>
                    <a:pt x="147045" y="53055"/>
                  </a:moveTo>
                  <a:cubicBezTo>
                    <a:pt x="119803" y="24956"/>
                    <a:pt x="96753" y="10478"/>
                    <a:pt x="57796" y="7906"/>
                  </a:cubicBezTo>
                  <a:cubicBezTo>
                    <a:pt x="48366" y="7335"/>
                    <a:pt x="37698" y="6477"/>
                    <a:pt x="28363" y="8001"/>
                  </a:cubicBezTo>
                  <a:cubicBezTo>
                    <a:pt x="23887" y="8763"/>
                    <a:pt x="10075" y="9906"/>
                    <a:pt x="7789" y="13526"/>
                  </a:cubicBezTo>
                  <a:cubicBezTo>
                    <a:pt x="3789" y="20193"/>
                    <a:pt x="19505" y="31719"/>
                    <a:pt x="23982" y="34290"/>
                  </a:cubicBezTo>
                  <a:cubicBezTo>
                    <a:pt x="35793" y="41434"/>
                    <a:pt x="48175" y="47816"/>
                    <a:pt x="61129" y="52578"/>
                  </a:cubicBezTo>
                  <a:cubicBezTo>
                    <a:pt x="88657" y="62770"/>
                    <a:pt x="120280" y="65342"/>
                    <a:pt x="147045" y="53055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7" name="任意多边形: 形状 86"/>
            <p:cNvSpPr/>
            <p:nvPr/>
          </p:nvSpPr>
          <p:spPr>
            <a:xfrm>
              <a:off x="902613" y="3604927"/>
              <a:ext cx="47625" cy="180975"/>
            </a:xfrm>
            <a:custGeom>
              <a:avLst/>
              <a:gdLst>
                <a:gd name="connsiteX0" fmla="*/ 33949 w 47625"/>
                <a:gd name="connsiteY0" fmla="*/ 177546 h 180975"/>
                <a:gd name="connsiteX1" fmla="*/ 38807 w 47625"/>
                <a:gd name="connsiteY1" fmla="*/ 82010 h 180975"/>
                <a:gd name="connsiteX2" fmla="*/ 10804 w 47625"/>
                <a:gd name="connsiteY2" fmla="*/ 7144 h 180975"/>
                <a:gd name="connsiteX3" fmla="*/ 7184 w 47625"/>
                <a:gd name="connsiteY3" fmla="*/ 84296 h 180975"/>
                <a:gd name="connsiteX4" fmla="*/ 33949 w 47625"/>
                <a:gd name="connsiteY4" fmla="*/ 177546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180975">
                  <a:moveTo>
                    <a:pt x="33949" y="177546"/>
                  </a:moveTo>
                  <a:cubicBezTo>
                    <a:pt x="44141" y="147256"/>
                    <a:pt x="47856" y="112585"/>
                    <a:pt x="38807" y="82010"/>
                  </a:cubicBezTo>
                  <a:cubicBezTo>
                    <a:pt x="31187" y="56388"/>
                    <a:pt x="17185" y="33052"/>
                    <a:pt x="10804" y="7144"/>
                  </a:cubicBezTo>
                  <a:cubicBezTo>
                    <a:pt x="8137" y="32766"/>
                    <a:pt x="6898" y="58579"/>
                    <a:pt x="7184" y="84296"/>
                  </a:cubicBezTo>
                  <a:cubicBezTo>
                    <a:pt x="7470" y="117348"/>
                    <a:pt x="11470" y="153162"/>
                    <a:pt x="33949" y="177546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8" name="任意多边形: 形状 87"/>
            <p:cNvSpPr/>
            <p:nvPr/>
          </p:nvSpPr>
          <p:spPr>
            <a:xfrm>
              <a:off x="912655" y="3764385"/>
              <a:ext cx="142875" cy="85725"/>
            </a:xfrm>
            <a:custGeom>
              <a:avLst/>
              <a:gdLst>
                <a:gd name="connsiteX0" fmla="*/ 7144 w 142875"/>
                <a:gd name="connsiteY0" fmla="*/ 81810 h 85725"/>
                <a:gd name="connsiteX1" fmla="*/ 86487 w 142875"/>
                <a:gd name="connsiteY1" fmla="*/ 8277 h 85725"/>
                <a:gd name="connsiteX2" fmla="*/ 139446 w 142875"/>
                <a:gd name="connsiteY2" fmla="*/ 10372 h 85725"/>
                <a:gd name="connsiteX3" fmla="*/ 119920 w 142875"/>
                <a:gd name="connsiteY3" fmla="*/ 35995 h 85725"/>
                <a:gd name="connsiteX4" fmla="*/ 7144 w 142875"/>
                <a:gd name="connsiteY4" fmla="*/ 81810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85725">
                  <a:moveTo>
                    <a:pt x="7144" y="81810"/>
                  </a:moveTo>
                  <a:cubicBezTo>
                    <a:pt x="15621" y="44472"/>
                    <a:pt x="48578" y="13897"/>
                    <a:pt x="86487" y="8277"/>
                  </a:cubicBezTo>
                  <a:cubicBezTo>
                    <a:pt x="104013" y="5705"/>
                    <a:pt x="121920" y="7991"/>
                    <a:pt x="139446" y="10372"/>
                  </a:cubicBezTo>
                  <a:cubicBezTo>
                    <a:pt x="134303" y="19802"/>
                    <a:pt x="127730" y="28565"/>
                    <a:pt x="119920" y="35995"/>
                  </a:cubicBezTo>
                  <a:cubicBezTo>
                    <a:pt x="57341" y="95240"/>
                    <a:pt x="15811" y="83429"/>
                    <a:pt x="7144" y="81810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9" name="任意多边形: 形状 88"/>
            <p:cNvSpPr/>
            <p:nvPr/>
          </p:nvSpPr>
          <p:spPr>
            <a:xfrm>
              <a:off x="889661" y="3928872"/>
              <a:ext cx="104775" cy="95250"/>
            </a:xfrm>
            <a:custGeom>
              <a:avLst/>
              <a:gdLst>
                <a:gd name="connsiteX0" fmla="*/ 7182 w 104775"/>
                <a:gd name="connsiteY0" fmla="*/ 94012 h 95250"/>
                <a:gd name="connsiteX1" fmla="*/ 56522 w 104775"/>
                <a:gd name="connsiteY1" fmla="*/ 16764 h 95250"/>
                <a:gd name="connsiteX2" fmla="*/ 100432 w 104775"/>
                <a:gd name="connsiteY2" fmla="*/ 7144 h 95250"/>
                <a:gd name="connsiteX3" fmla="*/ 89859 w 104775"/>
                <a:gd name="connsiteY3" fmla="*/ 32385 h 95250"/>
                <a:gd name="connsiteX4" fmla="*/ 7182 w 104775"/>
                <a:gd name="connsiteY4" fmla="*/ 94012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95250">
                  <a:moveTo>
                    <a:pt x="7182" y="94012"/>
                  </a:moveTo>
                  <a:cubicBezTo>
                    <a:pt x="6134" y="61532"/>
                    <a:pt x="26613" y="29432"/>
                    <a:pt x="56522" y="16764"/>
                  </a:cubicBezTo>
                  <a:cubicBezTo>
                    <a:pt x="70333" y="10858"/>
                    <a:pt x="85478" y="8954"/>
                    <a:pt x="100432" y="7144"/>
                  </a:cubicBezTo>
                  <a:cubicBezTo>
                    <a:pt x="98241" y="16002"/>
                    <a:pt x="94717" y="24575"/>
                    <a:pt x="89859" y="32385"/>
                  </a:cubicBezTo>
                  <a:cubicBezTo>
                    <a:pt x="51188" y="94298"/>
                    <a:pt x="14612" y="93536"/>
                    <a:pt x="7182" y="94012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0" name="任意多边形: 形状 89"/>
            <p:cNvSpPr/>
            <p:nvPr/>
          </p:nvSpPr>
          <p:spPr>
            <a:xfrm>
              <a:off x="941095" y="4193762"/>
              <a:ext cx="66675" cy="123825"/>
            </a:xfrm>
            <a:custGeom>
              <a:avLst/>
              <a:gdLst>
                <a:gd name="connsiteX0" fmla="*/ 15851 w 66675"/>
                <a:gd name="connsiteY0" fmla="*/ 125730 h 123825"/>
                <a:gd name="connsiteX1" fmla="*/ 27090 w 66675"/>
                <a:gd name="connsiteY1" fmla="*/ 34766 h 123825"/>
                <a:gd name="connsiteX2" fmla="*/ 62523 w 66675"/>
                <a:gd name="connsiteY2" fmla="*/ 7144 h 123825"/>
                <a:gd name="connsiteX3" fmla="*/ 63857 w 66675"/>
                <a:gd name="connsiteY3" fmla="*/ 34385 h 123825"/>
                <a:gd name="connsiteX4" fmla="*/ 15851 w 66675"/>
                <a:gd name="connsiteY4" fmla="*/ 125730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123825">
                  <a:moveTo>
                    <a:pt x="15851" y="125730"/>
                  </a:moveTo>
                  <a:cubicBezTo>
                    <a:pt x="897" y="96869"/>
                    <a:pt x="5564" y="59055"/>
                    <a:pt x="27090" y="34766"/>
                  </a:cubicBezTo>
                  <a:cubicBezTo>
                    <a:pt x="36996" y="23527"/>
                    <a:pt x="49855" y="15240"/>
                    <a:pt x="62523" y="7144"/>
                  </a:cubicBezTo>
                  <a:cubicBezTo>
                    <a:pt x="64333" y="16097"/>
                    <a:pt x="64905" y="25337"/>
                    <a:pt x="63857" y="34385"/>
                  </a:cubicBezTo>
                  <a:cubicBezTo>
                    <a:pt x="55761" y="107061"/>
                    <a:pt x="22328" y="122111"/>
                    <a:pt x="15851" y="125730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1" name="任意多边形: 形状 90"/>
            <p:cNvSpPr/>
            <p:nvPr/>
          </p:nvSpPr>
          <p:spPr>
            <a:xfrm>
              <a:off x="903286" y="4070795"/>
              <a:ext cx="66675" cy="123825"/>
            </a:xfrm>
            <a:custGeom>
              <a:avLst/>
              <a:gdLst>
                <a:gd name="connsiteX0" fmla="*/ 14036 w 66675"/>
                <a:gd name="connsiteY0" fmla="*/ 123158 h 123825"/>
                <a:gd name="connsiteX1" fmla="*/ 29943 w 66675"/>
                <a:gd name="connsiteY1" fmla="*/ 32861 h 123825"/>
                <a:gd name="connsiteX2" fmla="*/ 66804 w 66675"/>
                <a:gd name="connsiteY2" fmla="*/ 7144 h 123825"/>
                <a:gd name="connsiteX3" fmla="*/ 66709 w 66675"/>
                <a:gd name="connsiteY3" fmla="*/ 34480 h 123825"/>
                <a:gd name="connsiteX4" fmla="*/ 14036 w 66675"/>
                <a:gd name="connsiteY4" fmla="*/ 123158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123825">
                  <a:moveTo>
                    <a:pt x="14036" y="123158"/>
                  </a:moveTo>
                  <a:cubicBezTo>
                    <a:pt x="606" y="93631"/>
                    <a:pt x="7273" y="56102"/>
                    <a:pt x="29943" y="32861"/>
                  </a:cubicBezTo>
                  <a:cubicBezTo>
                    <a:pt x="40420" y="22098"/>
                    <a:pt x="53755" y="14573"/>
                    <a:pt x="66804" y="7144"/>
                  </a:cubicBezTo>
                  <a:cubicBezTo>
                    <a:pt x="68138" y="16192"/>
                    <a:pt x="68233" y="25432"/>
                    <a:pt x="66709" y="34480"/>
                  </a:cubicBezTo>
                  <a:cubicBezTo>
                    <a:pt x="54803" y="106489"/>
                    <a:pt x="20799" y="119825"/>
                    <a:pt x="14036" y="123158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5516487" y="4656909"/>
            <a:ext cx="1138762" cy="477549"/>
            <a:chOff x="6271690" y="4922582"/>
            <a:chExt cx="1138762" cy="477549"/>
          </a:xfrm>
        </p:grpSpPr>
        <p:grpSp>
          <p:nvGrpSpPr>
            <p:cNvPr id="95" name="组合 94"/>
            <p:cNvGrpSpPr/>
            <p:nvPr/>
          </p:nvGrpSpPr>
          <p:grpSpPr>
            <a:xfrm rot="10366">
              <a:off x="6271690" y="4922582"/>
              <a:ext cx="1138762" cy="477549"/>
              <a:chOff x="1007320" y="3891219"/>
              <a:chExt cx="1676400" cy="586561"/>
            </a:xfrm>
          </p:grpSpPr>
          <p:sp>
            <p:nvSpPr>
              <p:cNvPr id="114" name="任意多边形: 形状 113"/>
              <p:cNvSpPr/>
              <p:nvPr/>
            </p:nvSpPr>
            <p:spPr>
              <a:xfrm>
                <a:off x="1016286" y="3891219"/>
                <a:ext cx="1657350" cy="552450"/>
              </a:xfrm>
              <a:custGeom>
                <a:avLst/>
                <a:gdLst>
                  <a:gd name="connsiteX0" fmla="*/ 1476947 w 1657350"/>
                  <a:gd name="connsiteY0" fmla="*/ 21562 h 552450"/>
                  <a:gd name="connsiteX1" fmla="*/ 810007 w 1657350"/>
                  <a:gd name="connsiteY1" fmla="*/ 11656 h 552450"/>
                  <a:gd name="connsiteX2" fmla="*/ 437293 w 1657350"/>
                  <a:gd name="connsiteY2" fmla="*/ 26515 h 552450"/>
                  <a:gd name="connsiteX3" fmla="*/ 77439 w 1657350"/>
                  <a:gd name="connsiteY3" fmla="*/ 156912 h 552450"/>
                  <a:gd name="connsiteX4" fmla="*/ 118492 w 1657350"/>
                  <a:gd name="connsiteY4" fmla="*/ 510671 h 552450"/>
                  <a:gd name="connsiteX5" fmla="*/ 310040 w 1657350"/>
                  <a:gd name="connsiteY5" fmla="*/ 543437 h 552450"/>
                  <a:gd name="connsiteX6" fmla="*/ 943547 w 1657350"/>
                  <a:gd name="connsiteY6" fmla="*/ 550390 h 552450"/>
                  <a:gd name="connsiteX7" fmla="*/ 1290162 w 1657350"/>
                  <a:gd name="connsiteY7" fmla="*/ 531340 h 552450"/>
                  <a:gd name="connsiteX8" fmla="*/ 1596105 w 1657350"/>
                  <a:gd name="connsiteY8" fmla="*/ 402562 h 552450"/>
                  <a:gd name="connsiteX9" fmla="*/ 1476947 w 1657350"/>
                  <a:gd name="connsiteY9" fmla="*/ 21562 h 55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57350" h="552450">
                    <a:moveTo>
                      <a:pt x="1476947" y="21562"/>
                    </a:moveTo>
                    <a:cubicBezTo>
                      <a:pt x="1244156" y="-917"/>
                      <a:pt x="1043941" y="8894"/>
                      <a:pt x="810007" y="11656"/>
                    </a:cubicBezTo>
                    <a:cubicBezTo>
                      <a:pt x="685706" y="13085"/>
                      <a:pt x="561119" y="14609"/>
                      <a:pt x="437293" y="26515"/>
                    </a:cubicBezTo>
                    <a:cubicBezTo>
                      <a:pt x="312421" y="38612"/>
                      <a:pt x="167165" y="62234"/>
                      <a:pt x="77439" y="156912"/>
                    </a:cubicBezTo>
                    <a:cubicBezTo>
                      <a:pt x="-19621" y="259306"/>
                      <a:pt x="-25336" y="443234"/>
                      <a:pt x="118492" y="510671"/>
                    </a:cubicBezTo>
                    <a:cubicBezTo>
                      <a:pt x="178023" y="538579"/>
                      <a:pt x="244984" y="541246"/>
                      <a:pt x="310040" y="543437"/>
                    </a:cubicBezTo>
                    <a:cubicBezTo>
                      <a:pt x="521114" y="550676"/>
                      <a:pt x="732473" y="554581"/>
                      <a:pt x="943547" y="550390"/>
                    </a:cubicBezTo>
                    <a:cubicBezTo>
                      <a:pt x="1059181" y="548104"/>
                      <a:pt x="1175195" y="544199"/>
                      <a:pt x="1290162" y="531340"/>
                    </a:cubicBezTo>
                    <a:cubicBezTo>
                      <a:pt x="1403700" y="518672"/>
                      <a:pt x="1523239" y="496765"/>
                      <a:pt x="1596105" y="402562"/>
                    </a:cubicBezTo>
                    <a:cubicBezTo>
                      <a:pt x="1693546" y="276832"/>
                      <a:pt x="1669924" y="39850"/>
                      <a:pt x="1476947" y="21562"/>
                    </a:cubicBezTo>
                  </a:path>
                </a:pathLst>
              </a:custGeom>
              <a:solidFill>
                <a:srgbClr val="FF988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6" name="任意多边形: 形状 115"/>
              <p:cNvSpPr/>
              <p:nvPr/>
            </p:nvSpPr>
            <p:spPr>
              <a:xfrm>
                <a:off x="1007320" y="3906280"/>
                <a:ext cx="1676400" cy="571500"/>
              </a:xfrm>
              <a:custGeom>
                <a:avLst/>
                <a:gdLst>
                  <a:gd name="connsiteX0" fmla="*/ 1485913 w 1676400"/>
                  <a:gd name="connsiteY0" fmla="*/ 21449 h 571500"/>
                  <a:gd name="connsiteX1" fmla="*/ 1030999 w 1676400"/>
                  <a:gd name="connsiteY1" fmla="*/ 8114 h 571500"/>
                  <a:gd name="connsiteX2" fmla="*/ 799446 w 1676400"/>
                  <a:gd name="connsiteY2" fmla="*/ 11829 h 571500"/>
                  <a:gd name="connsiteX3" fmla="*/ 560274 w 1676400"/>
                  <a:gd name="connsiteY3" fmla="*/ 18115 h 571500"/>
                  <a:gd name="connsiteX4" fmla="*/ 352152 w 1676400"/>
                  <a:gd name="connsiteY4" fmla="*/ 38213 h 571500"/>
                  <a:gd name="connsiteX5" fmla="*/ 176416 w 1676400"/>
                  <a:gd name="connsiteY5" fmla="*/ 90029 h 571500"/>
                  <a:gd name="connsiteX6" fmla="*/ 49924 w 1676400"/>
                  <a:gd name="connsiteY6" fmla="*/ 197852 h 571500"/>
                  <a:gd name="connsiteX7" fmla="*/ 7252 w 1676400"/>
                  <a:gd name="connsiteY7" fmla="*/ 333774 h 571500"/>
                  <a:gd name="connsiteX8" fmla="*/ 46781 w 1676400"/>
                  <a:gd name="connsiteY8" fmla="*/ 465886 h 571500"/>
                  <a:gd name="connsiteX9" fmla="*/ 194704 w 1676400"/>
                  <a:gd name="connsiteY9" fmla="*/ 550182 h 571500"/>
                  <a:gd name="connsiteX10" fmla="*/ 302718 w 1676400"/>
                  <a:gd name="connsiteY10" fmla="*/ 560659 h 571500"/>
                  <a:gd name="connsiteX11" fmla="*/ 420542 w 1676400"/>
                  <a:gd name="connsiteY11" fmla="*/ 564469 h 571500"/>
                  <a:gd name="connsiteX12" fmla="*/ 661524 w 1676400"/>
                  <a:gd name="connsiteY12" fmla="*/ 569327 h 571500"/>
                  <a:gd name="connsiteX13" fmla="*/ 1144061 w 1676400"/>
                  <a:gd name="connsiteY13" fmla="*/ 561802 h 571500"/>
                  <a:gd name="connsiteX14" fmla="*/ 1361517 w 1676400"/>
                  <a:gd name="connsiteY14" fmla="*/ 541038 h 571500"/>
                  <a:gd name="connsiteX15" fmla="*/ 1531443 w 1676400"/>
                  <a:gd name="connsiteY15" fmla="*/ 487031 h 571500"/>
                  <a:gd name="connsiteX16" fmla="*/ 1639551 w 1676400"/>
                  <a:gd name="connsiteY16" fmla="*/ 372731 h 571500"/>
                  <a:gd name="connsiteX17" fmla="*/ 1669841 w 1676400"/>
                  <a:gd name="connsiteY17" fmla="*/ 245763 h 571500"/>
                  <a:gd name="connsiteX18" fmla="*/ 1553731 w 1676400"/>
                  <a:gd name="connsiteY18" fmla="*/ 38689 h 571500"/>
                  <a:gd name="connsiteX19" fmla="*/ 1485913 w 1676400"/>
                  <a:gd name="connsiteY19" fmla="*/ 21449 h 571500"/>
                  <a:gd name="connsiteX20" fmla="*/ 1485913 w 1676400"/>
                  <a:gd name="connsiteY20" fmla="*/ 39261 h 571500"/>
                  <a:gd name="connsiteX21" fmla="*/ 1599261 w 1676400"/>
                  <a:gd name="connsiteY21" fmla="*/ 92220 h 571500"/>
                  <a:gd name="connsiteX22" fmla="*/ 1648600 w 1676400"/>
                  <a:gd name="connsiteY22" fmla="*/ 196900 h 571500"/>
                  <a:gd name="connsiteX23" fmla="*/ 1572495 w 1676400"/>
                  <a:gd name="connsiteY23" fmla="*/ 434358 h 571500"/>
                  <a:gd name="connsiteX24" fmla="*/ 1420667 w 1676400"/>
                  <a:gd name="connsiteY24" fmla="*/ 511129 h 571500"/>
                  <a:gd name="connsiteX25" fmla="*/ 1227690 w 1676400"/>
                  <a:gd name="connsiteY25" fmla="*/ 538276 h 571500"/>
                  <a:gd name="connsiteX26" fmla="*/ 763061 w 1676400"/>
                  <a:gd name="connsiteY26" fmla="*/ 552087 h 571500"/>
                  <a:gd name="connsiteX27" fmla="*/ 297193 w 1676400"/>
                  <a:gd name="connsiteY27" fmla="*/ 542657 h 571500"/>
                  <a:gd name="connsiteX28" fmla="*/ 104121 w 1676400"/>
                  <a:gd name="connsiteY28" fmla="*/ 496270 h 571500"/>
                  <a:gd name="connsiteX29" fmla="*/ 29922 w 1676400"/>
                  <a:gd name="connsiteY29" fmla="*/ 387019 h 571500"/>
                  <a:gd name="connsiteX30" fmla="*/ 133173 w 1676400"/>
                  <a:gd name="connsiteY30" fmla="*/ 136606 h 571500"/>
                  <a:gd name="connsiteX31" fmla="*/ 476073 w 1676400"/>
                  <a:gd name="connsiteY31" fmla="*/ 41737 h 571500"/>
                  <a:gd name="connsiteX32" fmla="*/ 938130 w 1676400"/>
                  <a:gd name="connsiteY32" fmla="*/ 27640 h 571500"/>
                  <a:gd name="connsiteX33" fmla="*/ 1374185 w 1676400"/>
                  <a:gd name="connsiteY33" fmla="*/ 30784 h 571500"/>
                  <a:gd name="connsiteX34" fmla="*/ 1485723 w 1676400"/>
                  <a:gd name="connsiteY34" fmla="*/ 39356 h 571500"/>
                  <a:gd name="connsiteX35" fmla="*/ 1485913 w 1676400"/>
                  <a:gd name="connsiteY35" fmla="*/ 21449 h 571500"/>
                  <a:gd name="connsiteX36" fmla="*/ 1485913 w 1676400"/>
                  <a:gd name="connsiteY36" fmla="*/ 21449 h 57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1676400" h="571500">
                    <a:moveTo>
                      <a:pt x="1485913" y="21449"/>
                    </a:moveTo>
                    <a:cubicBezTo>
                      <a:pt x="1334656" y="6876"/>
                      <a:pt x="1182828" y="5733"/>
                      <a:pt x="1030999" y="8114"/>
                    </a:cubicBezTo>
                    <a:cubicBezTo>
                      <a:pt x="953847" y="9257"/>
                      <a:pt x="876599" y="10876"/>
                      <a:pt x="799446" y="11829"/>
                    </a:cubicBezTo>
                    <a:cubicBezTo>
                      <a:pt x="719722" y="12781"/>
                      <a:pt x="639903" y="13924"/>
                      <a:pt x="560274" y="18115"/>
                    </a:cubicBezTo>
                    <a:cubicBezTo>
                      <a:pt x="490741" y="21735"/>
                      <a:pt x="420923" y="27069"/>
                      <a:pt x="352152" y="38213"/>
                    </a:cubicBezTo>
                    <a:cubicBezTo>
                      <a:pt x="291764" y="47929"/>
                      <a:pt x="231566" y="62978"/>
                      <a:pt x="176416" y="90029"/>
                    </a:cubicBezTo>
                    <a:cubicBezTo>
                      <a:pt x="126124" y="114699"/>
                      <a:pt x="80595" y="150513"/>
                      <a:pt x="49924" y="197852"/>
                    </a:cubicBezTo>
                    <a:cubicBezTo>
                      <a:pt x="23921" y="238143"/>
                      <a:pt x="8681" y="285768"/>
                      <a:pt x="7252" y="333774"/>
                    </a:cubicBezTo>
                    <a:cubicBezTo>
                      <a:pt x="5823" y="380542"/>
                      <a:pt x="18492" y="428167"/>
                      <a:pt x="46781" y="465886"/>
                    </a:cubicBezTo>
                    <a:cubicBezTo>
                      <a:pt x="82595" y="513415"/>
                      <a:pt x="137364" y="538942"/>
                      <a:pt x="194704" y="550182"/>
                    </a:cubicBezTo>
                    <a:cubicBezTo>
                      <a:pt x="230232" y="557135"/>
                      <a:pt x="266618" y="559326"/>
                      <a:pt x="302718" y="560659"/>
                    </a:cubicBezTo>
                    <a:cubicBezTo>
                      <a:pt x="341961" y="562183"/>
                      <a:pt x="381299" y="563326"/>
                      <a:pt x="420542" y="564469"/>
                    </a:cubicBezTo>
                    <a:cubicBezTo>
                      <a:pt x="500838" y="566755"/>
                      <a:pt x="581229" y="568470"/>
                      <a:pt x="661524" y="569327"/>
                    </a:cubicBezTo>
                    <a:cubicBezTo>
                      <a:pt x="822306" y="571042"/>
                      <a:pt x="983469" y="570565"/>
                      <a:pt x="1144061" y="561802"/>
                    </a:cubicBezTo>
                    <a:cubicBezTo>
                      <a:pt x="1216737" y="557802"/>
                      <a:pt x="1289603" y="552373"/>
                      <a:pt x="1361517" y="541038"/>
                    </a:cubicBezTo>
                    <a:cubicBezTo>
                      <a:pt x="1420286" y="531799"/>
                      <a:pt x="1479531" y="517130"/>
                      <a:pt x="1531443" y="487031"/>
                    </a:cubicBezTo>
                    <a:cubicBezTo>
                      <a:pt x="1577639" y="460171"/>
                      <a:pt x="1616120" y="420832"/>
                      <a:pt x="1639551" y="372731"/>
                    </a:cubicBezTo>
                    <a:cubicBezTo>
                      <a:pt x="1658792" y="333298"/>
                      <a:pt x="1669079" y="289578"/>
                      <a:pt x="1669841" y="245763"/>
                    </a:cubicBezTo>
                    <a:cubicBezTo>
                      <a:pt x="1671270" y="161752"/>
                      <a:pt x="1634218" y="74122"/>
                      <a:pt x="1553731" y="38689"/>
                    </a:cubicBezTo>
                    <a:cubicBezTo>
                      <a:pt x="1532205" y="29164"/>
                      <a:pt x="1509440" y="23830"/>
                      <a:pt x="1485913" y="21449"/>
                    </a:cubicBezTo>
                    <a:cubicBezTo>
                      <a:pt x="1474483" y="20306"/>
                      <a:pt x="1474578" y="38118"/>
                      <a:pt x="1485913" y="39261"/>
                    </a:cubicBezTo>
                    <a:cubicBezTo>
                      <a:pt x="1528776" y="43547"/>
                      <a:pt x="1569447" y="60692"/>
                      <a:pt x="1599261" y="92220"/>
                    </a:cubicBezTo>
                    <a:cubicBezTo>
                      <a:pt x="1626312" y="120890"/>
                      <a:pt x="1641933" y="158419"/>
                      <a:pt x="1648600" y="196900"/>
                    </a:cubicBezTo>
                    <a:cubicBezTo>
                      <a:pt x="1663173" y="281767"/>
                      <a:pt x="1635170" y="374731"/>
                      <a:pt x="1572495" y="434358"/>
                    </a:cubicBezTo>
                    <a:cubicBezTo>
                      <a:pt x="1530490" y="474268"/>
                      <a:pt x="1476198" y="497223"/>
                      <a:pt x="1420667" y="511129"/>
                    </a:cubicBezTo>
                    <a:cubicBezTo>
                      <a:pt x="1357707" y="526941"/>
                      <a:pt x="1292270" y="532942"/>
                      <a:pt x="1227690" y="538276"/>
                    </a:cubicBezTo>
                    <a:cubicBezTo>
                      <a:pt x="1073385" y="550944"/>
                      <a:pt x="917937" y="552277"/>
                      <a:pt x="763061" y="552087"/>
                    </a:cubicBezTo>
                    <a:cubicBezTo>
                      <a:pt x="607803" y="551896"/>
                      <a:pt x="452355" y="548848"/>
                      <a:pt x="297193" y="542657"/>
                    </a:cubicBezTo>
                    <a:cubicBezTo>
                      <a:pt x="231185" y="539990"/>
                      <a:pt x="160605" y="534085"/>
                      <a:pt x="104121" y="496270"/>
                    </a:cubicBezTo>
                    <a:cubicBezTo>
                      <a:pt x="66021" y="470743"/>
                      <a:pt x="40113" y="431500"/>
                      <a:pt x="29922" y="387019"/>
                    </a:cubicBezTo>
                    <a:cubicBezTo>
                      <a:pt x="8205" y="291483"/>
                      <a:pt x="55830" y="192423"/>
                      <a:pt x="133173" y="136606"/>
                    </a:cubicBezTo>
                    <a:cubicBezTo>
                      <a:pt x="231090" y="65931"/>
                      <a:pt x="359106" y="51453"/>
                      <a:pt x="476073" y="41737"/>
                    </a:cubicBezTo>
                    <a:cubicBezTo>
                      <a:pt x="629711" y="28974"/>
                      <a:pt x="784111" y="30403"/>
                      <a:pt x="938130" y="27640"/>
                    </a:cubicBezTo>
                    <a:cubicBezTo>
                      <a:pt x="1083482" y="25069"/>
                      <a:pt x="1229024" y="22402"/>
                      <a:pt x="1374185" y="30784"/>
                    </a:cubicBezTo>
                    <a:cubicBezTo>
                      <a:pt x="1411428" y="32974"/>
                      <a:pt x="1448670" y="35832"/>
                      <a:pt x="1485723" y="39356"/>
                    </a:cubicBezTo>
                    <a:cubicBezTo>
                      <a:pt x="1497343" y="40404"/>
                      <a:pt x="1497248" y="22592"/>
                      <a:pt x="1485913" y="21449"/>
                    </a:cubicBezTo>
                    <a:lnTo>
                      <a:pt x="1485913" y="21449"/>
                    </a:lnTo>
                    <a:close/>
                  </a:path>
                </a:pathLst>
              </a:custGeom>
              <a:solidFill>
                <a:srgbClr val="F7858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122" name="文本框 121"/>
            <p:cNvSpPr txBox="1"/>
            <p:nvPr/>
          </p:nvSpPr>
          <p:spPr>
            <a:xfrm rot="10366">
              <a:off x="6398143" y="4980054"/>
              <a:ext cx="8851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  <a:cs typeface="+mn-ea"/>
                  <a:sym typeface="+mn-lt"/>
                </a:rPr>
                <a:t>第</a:t>
              </a:r>
              <a:r>
                <a:rPr lang="en-US" altLang="zh-CN" sz="2000" dirty="0">
                  <a:solidFill>
                    <a:schemeClr val="bg1"/>
                  </a:solidFill>
                  <a:cs typeface="+mn-ea"/>
                  <a:sym typeface="+mn-lt"/>
                </a:rPr>
                <a:t>2</a:t>
              </a:r>
              <a:r>
                <a:rPr lang="zh-CN" altLang="en-US" sz="2000" dirty="0">
                  <a:solidFill>
                    <a:schemeClr val="bg1"/>
                  </a:solidFill>
                  <a:cs typeface="+mn-ea"/>
                  <a:sym typeface="+mn-lt"/>
                </a:rPr>
                <a:t>章</a:t>
              </a:r>
              <a:endParaRPr lang="zh-CN" altLang="en-US" sz="20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97" name="组合 96"/>
          <p:cNvGrpSpPr/>
          <p:nvPr/>
        </p:nvGrpSpPr>
        <p:grpSpPr>
          <a:xfrm>
            <a:off x="523884" y="3723196"/>
            <a:ext cx="596113" cy="891611"/>
            <a:chOff x="-6712140" y="4855187"/>
            <a:chExt cx="596113" cy="891611"/>
          </a:xfrm>
        </p:grpSpPr>
        <p:sp>
          <p:nvSpPr>
            <p:cNvPr id="98" name="任意多边形: 形状 97"/>
            <p:cNvSpPr/>
            <p:nvPr/>
          </p:nvSpPr>
          <p:spPr>
            <a:xfrm>
              <a:off x="-6283987" y="4855187"/>
              <a:ext cx="115493" cy="131992"/>
            </a:xfrm>
            <a:custGeom>
              <a:avLst/>
              <a:gdLst>
                <a:gd name="connsiteX0" fmla="*/ 63291 w 93745"/>
                <a:gd name="connsiteY0" fmla="*/ 10879 h 107137"/>
                <a:gd name="connsiteX1" fmla="*/ 29274 w 93745"/>
                <a:gd name="connsiteY1" fmla="*/ 15834 h 107137"/>
                <a:gd name="connsiteX2" fmla="*/ 18561 w 93745"/>
                <a:gd name="connsiteY2" fmla="*/ 30164 h 107137"/>
                <a:gd name="connsiteX3" fmla="*/ 16686 w 93745"/>
                <a:gd name="connsiteY3" fmla="*/ 87884 h 107137"/>
                <a:gd name="connsiteX4" fmla="*/ 64094 w 93745"/>
                <a:gd name="connsiteY4" fmla="*/ 104357 h 107137"/>
                <a:gd name="connsiteX5" fmla="*/ 95030 w 93745"/>
                <a:gd name="connsiteY5" fmla="*/ 64046 h 107137"/>
                <a:gd name="connsiteX6" fmla="*/ 63291 w 93745"/>
                <a:gd name="connsiteY6" fmla="*/ 10879 h 10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745" h="107137">
                  <a:moveTo>
                    <a:pt x="63291" y="10879"/>
                  </a:moveTo>
                  <a:cubicBezTo>
                    <a:pt x="51639" y="9674"/>
                    <a:pt x="38649" y="8737"/>
                    <a:pt x="29274" y="15834"/>
                  </a:cubicBezTo>
                  <a:cubicBezTo>
                    <a:pt x="24453" y="19450"/>
                    <a:pt x="21239" y="24807"/>
                    <a:pt x="18561" y="30164"/>
                  </a:cubicBezTo>
                  <a:cubicBezTo>
                    <a:pt x="9588" y="48243"/>
                    <a:pt x="5838" y="70876"/>
                    <a:pt x="16686" y="87884"/>
                  </a:cubicBezTo>
                  <a:cubicBezTo>
                    <a:pt x="26462" y="103018"/>
                    <a:pt x="46952" y="109848"/>
                    <a:pt x="64094" y="104357"/>
                  </a:cubicBezTo>
                  <a:cubicBezTo>
                    <a:pt x="81236" y="98866"/>
                    <a:pt x="93825" y="81992"/>
                    <a:pt x="95030" y="64046"/>
                  </a:cubicBezTo>
                  <a:cubicBezTo>
                    <a:pt x="96369" y="46101"/>
                    <a:pt x="83111" y="14093"/>
                    <a:pt x="63291" y="10879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9" name="任意多边形: 形状 98"/>
            <p:cNvSpPr/>
            <p:nvPr/>
          </p:nvSpPr>
          <p:spPr>
            <a:xfrm>
              <a:off x="-6231520" y="5614806"/>
              <a:ext cx="115493" cy="131992"/>
            </a:xfrm>
            <a:custGeom>
              <a:avLst/>
              <a:gdLst>
                <a:gd name="connsiteX0" fmla="*/ 63291 w 93745"/>
                <a:gd name="connsiteY0" fmla="*/ 10879 h 107137"/>
                <a:gd name="connsiteX1" fmla="*/ 29274 w 93745"/>
                <a:gd name="connsiteY1" fmla="*/ 15834 h 107137"/>
                <a:gd name="connsiteX2" fmla="*/ 18561 w 93745"/>
                <a:gd name="connsiteY2" fmla="*/ 30164 h 107137"/>
                <a:gd name="connsiteX3" fmla="*/ 16686 w 93745"/>
                <a:gd name="connsiteY3" fmla="*/ 87884 h 107137"/>
                <a:gd name="connsiteX4" fmla="*/ 64094 w 93745"/>
                <a:gd name="connsiteY4" fmla="*/ 104357 h 107137"/>
                <a:gd name="connsiteX5" fmla="*/ 95030 w 93745"/>
                <a:gd name="connsiteY5" fmla="*/ 64046 h 107137"/>
                <a:gd name="connsiteX6" fmla="*/ 63291 w 93745"/>
                <a:gd name="connsiteY6" fmla="*/ 10879 h 10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745" h="107137">
                  <a:moveTo>
                    <a:pt x="63291" y="10879"/>
                  </a:moveTo>
                  <a:cubicBezTo>
                    <a:pt x="51639" y="9674"/>
                    <a:pt x="38649" y="8737"/>
                    <a:pt x="29274" y="15834"/>
                  </a:cubicBezTo>
                  <a:cubicBezTo>
                    <a:pt x="24453" y="19450"/>
                    <a:pt x="21239" y="24807"/>
                    <a:pt x="18561" y="30164"/>
                  </a:cubicBezTo>
                  <a:cubicBezTo>
                    <a:pt x="9588" y="48243"/>
                    <a:pt x="5838" y="70876"/>
                    <a:pt x="16686" y="87884"/>
                  </a:cubicBezTo>
                  <a:cubicBezTo>
                    <a:pt x="26462" y="103017"/>
                    <a:pt x="46952" y="109847"/>
                    <a:pt x="64094" y="104357"/>
                  </a:cubicBezTo>
                  <a:cubicBezTo>
                    <a:pt x="81236" y="98866"/>
                    <a:pt x="93825" y="81992"/>
                    <a:pt x="95030" y="64046"/>
                  </a:cubicBezTo>
                  <a:cubicBezTo>
                    <a:pt x="96369" y="46100"/>
                    <a:pt x="83111" y="14093"/>
                    <a:pt x="63291" y="10879"/>
                  </a:cubicBezTo>
                </a:path>
              </a:pathLst>
            </a:custGeom>
            <a:solidFill>
              <a:srgbClr val="C3EAF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0" name="任意多边形: 形状 99"/>
            <p:cNvSpPr/>
            <p:nvPr/>
          </p:nvSpPr>
          <p:spPr>
            <a:xfrm>
              <a:off x="-6712140" y="5140291"/>
              <a:ext cx="115493" cy="131992"/>
            </a:xfrm>
            <a:custGeom>
              <a:avLst/>
              <a:gdLst>
                <a:gd name="connsiteX0" fmla="*/ 63291 w 93745"/>
                <a:gd name="connsiteY0" fmla="*/ 10879 h 107137"/>
                <a:gd name="connsiteX1" fmla="*/ 29274 w 93745"/>
                <a:gd name="connsiteY1" fmla="*/ 15834 h 107137"/>
                <a:gd name="connsiteX2" fmla="*/ 18561 w 93745"/>
                <a:gd name="connsiteY2" fmla="*/ 30164 h 107137"/>
                <a:gd name="connsiteX3" fmla="*/ 16686 w 93745"/>
                <a:gd name="connsiteY3" fmla="*/ 87884 h 107137"/>
                <a:gd name="connsiteX4" fmla="*/ 64094 w 93745"/>
                <a:gd name="connsiteY4" fmla="*/ 104357 h 107137"/>
                <a:gd name="connsiteX5" fmla="*/ 95030 w 93745"/>
                <a:gd name="connsiteY5" fmla="*/ 64046 h 107137"/>
                <a:gd name="connsiteX6" fmla="*/ 63291 w 93745"/>
                <a:gd name="connsiteY6" fmla="*/ 10879 h 10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745" h="107137">
                  <a:moveTo>
                    <a:pt x="63291" y="10879"/>
                  </a:moveTo>
                  <a:cubicBezTo>
                    <a:pt x="51639" y="9674"/>
                    <a:pt x="38649" y="8737"/>
                    <a:pt x="29274" y="15834"/>
                  </a:cubicBezTo>
                  <a:cubicBezTo>
                    <a:pt x="24453" y="19450"/>
                    <a:pt x="21239" y="24807"/>
                    <a:pt x="18561" y="30164"/>
                  </a:cubicBezTo>
                  <a:cubicBezTo>
                    <a:pt x="9588" y="48244"/>
                    <a:pt x="5838" y="70876"/>
                    <a:pt x="16686" y="87884"/>
                  </a:cubicBezTo>
                  <a:cubicBezTo>
                    <a:pt x="26462" y="103018"/>
                    <a:pt x="46952" y="109847"/>
                    <a:pt x="64094" y="104357"/>
                  </a:cubicBezTo>
                  <a:cubicBezTo>
                    <a:pt x="81236" y="98866"/>
                    <a:pt x="93825" y="81992"/>
                    <a:pt x="95030" y="64046"/>
                  </a:cubicBezTo>
                  <a:cubicBezTo>
                    <a:pt x="96369" y="46101"/>
                    <a:pt x="83111" y="14093"/>
                    <a:pt x="63291" y="10879"/>
                  </a:cubicBezTo>
                </a:path>
              </a:pathLst>
            </a:custGeom>
            <a:solidFill>
              <a:srgbClr val="F4BDB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01" name="组合 100"/>
          <p:cNvGrpSpPr/>
          <p:nvPr/>
        </p:nvGrpSpPr>
        <p:grpSpPr>
          <a:xfrm>
            <a:off x="10828474" y="4914452"/>
            <a:ext cx="631390" cy="387288"/>
            <a:chOff x="10828474" y="4914452"/>
            <a:chExt cx="631390" cy="387288"/>
          </a:xfrm>
        </p:grpSpPr>
        <p:sp>
          <p:nvSpPr>
            <p:cNvPr id="102" name="任意多边形: 形状 101"/>
            <p:cNvSpPr/>
            <p:nvPr/>
          </p:nvSpPr>
          <p:spPr>
            <a:xfrm>
              <a:off x="10997416" y="4914452"/>
              <a:ext cx="115493" cy="131992"/>
            </a:xfrm>
            <a:custGeom>
              <a:avLst/>
              <a:gdLst>
                <a:gd name="connsiteX0" fmla="*/ 63291 w 93745"/>
                <a:gd name="connsiteY0" fmla="*/ 10880 h 107137"/>
                <a:gd name="connsiteX1" fmla="*/ 29274 w 93745"/>
                <a:gd name="connsiteY1" fmla="*/ 15835 h 107137"/>
                <a:gd name="connsiteX2" fmla="*/ 18561 w 93745"/>
                <a:gd name="connsiteY2" fmla="*/ 30164 h 107137"/>
                <a:gd name="connsiteX3" fmla="*/ 16686 w 93745"/>
                <a:gd name="connsiteY3" fmla="*/ 87885 h 107137"/>
                <a:gd name="connsiteX4" fmla="*/ 64094 w 93745"/>
                <a:gd name="connsiteY4" fmla="*/ 104357 h 107137"/>
                <a:gd name="connsiteX5" fmla="*/ 95030 w 93745"/>
                <a:gd name="connsiteY5" fmla="*/ 64046 h 107137"/>
                <a:gd name="connsiteX6" fmla="*/ 63291 w 93745"/>
                <a:gd name="connsiteY6" fmla="*/ 10880 h 10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745" h="107137">
                  <a:moveTo>
                    <a:pt x="63291" y="10880"/>
                  </a:moveTo>
                  <a:cubicBezTo>
                    <a:pt x="51639" y="9674"/>
                    <a:pt x="38649" y="8737"/>
                    <a:pt x="29274" y="15835"/>
                  </a:cubicBezTo>
                  <a:cubicBezTo>
                    <a:pt x="24453" y="19450"/>
                    <a:pt x="21239" y="24807"/>
                    <a:pt x="18561" y="30164"/>
                  </a:cubicBezTo>
                  <a:cubicBezTo>
                    <a:pt x="9588" y="48243"/>
                    <a:pt x="5838" y="70876"/>
                    <a:pt x="16686" y="87885"/>
                  </a:cubicBezTo>
                  <a:cubicBezTo>
                    <a:pt x="26462" y="103017"/>
                    <a:pt x="46952" y="109848"/>
                    <a:pt x="64094" y="104357"/>
                  </a:cubicBezTo>
                  <a:cubicBezTo>
                    <a:pt x="81236" y="98866"/>
                    <a:pt x="93825" y="81992"/>
                    <a:pt x="95030" y="64046"/>
                  </a:cubicBezTo>
                  <a:cubicBezTo>
                    <a:pt x="96369" y="46101"/>
                    <a:pt x="83111" y="14093"/>
                    <a:pt x="63291" y="10880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3" name="任意多边形: 形状 102"/>
            <p:cNvSpPr/>
            <p:nvPr/>
          </p:nvSpPr>
          <p:spPr>
            <a:xfrm>
              <a:off x="10828474" y="5169748"/>
              <a:ext cx="115493" cy="131992"/>
            </a:xfrm>
            <a:custGeom>
              <a:avLst/>
              <a:gdLst>
                <a:gd name="connsiteX0" fmla="*/ 63291 w 93745"/>
                <a:gd name="connsiteY0" fmla="*/ 10879 h 107137"/>
                <a:gd name="connsiteX1" fmla="*/ 29274 w 93745"/>
                <a:gd name="connsiteY1" fmla="*/ 15835 h 107137"/>
                <a:gd name="connsiteX2" fmla="*/ 18560 w 93745"/>
                <a:gd name="connsiteY2" fmla="*/ 30164 h 107137"/>
                <a:gd name="connsiteX3" fmla="*/ 16686 w 93745"/>
                <a:gd name="connsiteY3" fmla="*/ 87884 h 107137"/>
                <a:gd name="connsiteX4" fmla="*/ 64094 w 93745"/>
                <a:gd name="connsiteY4" fmla="*/ 104357 h 107137"/>
                <a:gd name="connsiteX5" fmla="*/ 95030 w 93745"/>
                <a:gd name="connsiteY5" fmla="*/ 64046 h 107137"/>
                <a:gd name="connsiteX6" fmla="*/ 63291 w 93745"/>
                <a:gd name="connsiteY6" fmla="*/ 10879 h 10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745" h="107137">
                  <a:moveTo>
                    <a:pt x="63291" y="10879"/>
                  </a:moveTo>
                  <a:cubicBezTo>
                    <a:pt x="51639" y="9674"/>
                    <a:pt x="38649" y="8737"/>
                    <a:pt x="29274" y="15835"/>
                  </a:cubicBezTo>
                  <a:cubicBezTo>
                    <a:pt x="24453" y="19450"/>
                    <a:pt x="21239" y="24807"/>
                    <a:pt x="18560" y="30164"/>
                  </a:cubicBezTo>
                  <a:cubicBezTo>
                    <a:pt x="9588" y="48244"/>
                    <a:pt x="5838" y="70876"/>
                    <a:pt x="16686" y="87884"/>
                  </a:cubicBezTo>
                  <a:cubicBezTo>
                    <a:pt x="26462" y="103018"/>
                    <a:pt x="46952" y="109848"/>
                    <a:pt x="64094" y="104357"/>
                  </a:cubicBezTo>
                  <a:cubicBezTo>
                    <a:pt x="81236" y="98866"/>
                    <a:pt x="93825" y="81992"/>
                    <a:pt x="95030" y="64046"/>
                  </a:cubicBezTo>
                  <a:cubicBezTo>
                    <a:pt x="96369" y="46101"/>
                    <a:pt x="83111" y="14094"/>
                    <a:pt x="63291" y="10879"/>
                  </a:cubicBezTo>
                </a:path>
              </a:pathLst>
            </a:custGeom>
            <a:solidFill>
              <a:srgbClr val="C3EAF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4" name="任意多边形: 形状 103"/>
            <p:cNvSpPr/>
            <p:nvPr/>
          </p:nvSpPr>
          <p:spPr>
            <a:xfrm>
              <a:off x="11344371" y="5134023"/>
              <a:ext cx="115493" cy="131992"/>
            </a:xfrm>
            <a:custGeom>
              <a:avLst/>
              <a:gdLst>
                <a:gd name="connsiteX0" fmla="*/ 63291 w 93745"/>
                <a:gd name="connsiteY0" fmla="*/ 10879 h 107137"/>
                <a:gd name="connsiteX1" fmla="*/ 29274 w 93745"/>
                <a:gd name="connsiteY1" fmla="*/ 15834 h 107137"/>
                <a:gd name="connsiteX2" fmla="*/ 18561 w 93745"/>
                <a:gd name="connsiteY2" fmla="*/ 30164 h 107137"/>
                <a:gd name="connsiteX3" fmla="*/ 16686 w 93745"/>
                <a:gd name="connsiteY3" fmla="*/ 87884 h 107137"/>
                <a:gd name="connsiteX4" fmla="*/ 64094 w 93745"/>
                <a:gd name="connsiteY4" fmla="*/ 104357 h 107137"/>
                <a:gd name="connsiteX5" fmla="*/ 95030 w 93745"/>
                <a:gd name="connsiteY5" fmla="*/ 64046 h 107137"/>
                <a:gd name="connsiteX6" fmla="*/ 63291 w 93745"/>
                <a:gd name="connsiteY6" fmla="*/ 10879 h 10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745" h="107137">
                  <a:moveTo>
                    <a:pt x="63291" y="10879"/>
                  </a:moveTo>
                  <a:cubicBezTo>
                    <a:pt x="51639" y="9674"/>
                    <a:pt x="38649" y="8737"/>
                    <a:pt x="29274" y="15834"/>
                  </a:cubicBezTo>
                  <a:cubicBezTo>
                    <a:pt x="24453" y="19450"/>
                    <a:pt x="21239" y="24807"/>
                    <a:pt x="18561" y="30164"/>
                  </a:cubicBezTo>
                  <a:cubicBezTo>
                    <a:pt x="9588" y="48244"/>
                    <a:pt x="5838" y="70876"/>
                    <a:pt x="16686" y="87884"/>
                  </a:cubicBezTo>
                  <a:cubicBezTo>
                    <a:pt x="26462" y="103018"/>
                    <a:pt x="46952" y="109847"/>
                    <a:pt x="64094" y="104357"/>
                  </a:cubicBezTo>
                  <a:cubicBezTo>
                    <a:pt x="81236" y="98866"/>
                    <a:pt x="93825" y="81992"/>
                    <a:pt x="95030" y="64046"/>
                  </a:cubicBezTo>
                  <a:cubicBezTo>
                    <a:pt x="96369" y="46101"/>
                    <a:pt x="83111" y="14093"/>
                    <a:pt x="63291" y="10879"/>
                  </a:cubicBezTo>
                </a:path>
              </a:pathLst>
            </a:custGeom>
            <a:solidFill>
              <a:srgbClr val="F4BDB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/>
          <p:cNvGrpSpPr/>
          <p:nvPr/>
        </p:nvGrpSpPr>
        <p:grpSpPr>
          <a:xfrm>
            <a:off x="5162852" y="2072991"/>
            <a:ext cx="2933761" cy="2845524"/>
            <a:chOff x="4391889" y="1759528"/>
            <a:chExt cx="3685312" cy="3574471"/>
          </a:xfrm>
        </p:grpSpPr>
        <p:sp>
          <p:nvSpPr>
            <p:cNvPr id="2" name="椭圆 1"/>
            <p:cNvSpPr/>
            <p:nvPr/>
          </p:nvSpPr>
          <p:spPr>
            <a:xfrm>
              <a:off x="4391889" y="3103420"/>
              <a:ext cx="1662545" cy="1662545"/>
            </a:xfrm>
            <a:prstGeom prst="ellipse">
              <a:avLst/>
            </a:prstGeom>
            <a:solidFill>
              <a:srgbClr val="FFD469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" name="椭圆 2"/>
            <p:cNvSpPr/>
            <p:nvPr/>
          </p:nvSpPr>
          <p:spPr>
            <a:xfrm>
              <a:off x="5805056" y="3061854"/>
              <a:ext cx="2272145" cy="2272145"/>
            </a:xfrm>
            <a:prstGeom prst="ellipse">
              <a:avLst/>
            </a:prstGeom>
            <a:solidFill>
              <a:srgbClr val="FFBDB5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5029202" y="1759528"/>
              <a:ext cx="1884218" cy="1884218"/>
            </a:xfrm>
            <a:prstGeom prst="ellipse">
              <a:avLst/>
            </a:prstGeom>
            <a:solidFill>
              <a:srgbClr val="C3EAF4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5231657" y="2291397"/>
              <a:ext cx="1645556" cy="88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000" dirty="0">
                  <a:solidFill>
                    <a:srgbClr val="90B3D7"/>
                  </a:solidFill>
                  <a:cs typeface="+mn-ea"/>
                  <a:sym typeface="+mn-lt"/>
                </a:rPr>
                <a:t>25%</a:t>
              </a:r>
              <a:endParaRPr lang="zh-CN" altLang="en-US" sz="4000" dirty="0">
                <a:solidFill>
                  <a:srgbClr val="90B3D7"/>
                </a:solidFill>
                <a:cs typeface="+mn-ea"/>
                <a:sym typeface="+mn-lt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4619118" y="3631703"/>
              <a:ext cx="1174361" cy="88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000" dirty="0">
                  <a:solidFill>
                    <a:srgbClr val="C88F00"/>
                  </a:solidFill>
                  <a:cs typeface="+mn-ea"/>
                  <a:sym typeface="+mn-lt"/>
                </a:rPr>
                <a:t>5%</a:t>
              </a:r>
              <a:endParaRPr lang="zh-CN" altLang="en-US" sz="4000" dirty="0">
                <a:solidFill>
                  <a:srgbClr val="C88F00"/>
                </a:solidFill>
                <a:cs typeface="+mn-ea"/>
                <a:sym typeface="+mn-lt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6018161" y="3735227"/>
              <a:ext cx="1784497" cy="9665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400" dirty="0">
                  <a:solidFill>
                    <a:srgbClr val="FF6F5B"/>
                  </a:solidFill>
                  <a:cs typeface="+mn-ea"/>
                  <a:sym typeface="+mn-lt"/>
                </a:rPr>
                <a:t>78%</a:t>
              </a:r>
              <a:endParaRPr lang="zh-CN" altLang="en-US" sz="4400" dirty="0">
                <a:solidFill>
                  <a:srgbClr val="FF6F5B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1369682" y="2980849"/>
            <a:ext cx="3427784" cy="1887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600" dirty="0">
                <a:cs typeface="+mn-ea"/>
                <a:sym typeface="+mn-lt"/>
              </a:rPr>
              <a:t>正文内容，本段适应大段文字章节。如果文字较多的内容描述比较适合放在这里。</a:t>
            </a:r>
            <a:br>
              <a:rPr lang="en-US" altLang="zh-CN" sz="1600" dirty="0">
                <a:cs typeface="+mn-ea"/>
                <a:sym typeface="+mn-lt"/>
              </a:rPr>
            </a:br>
            <a:endParaRPr lang="en-US" altLang="zh-CN" sz="1600" dirty="0">
              <a:cs typeface="+mn-ea"/>
              <a:sym typeface="+mn-lt"/>
            </a:endParaRPr>
          </a:p>
          <a:p>
            <a:pPr>
              <a:lnSpc>
                <a:spcPts val="2000"/>
              </a:lnSpc>
            </a:pPr>
            <a:r>
              <a:rPr lang="zh-CN" altLang="en-US" sz="1600" dirty="0">
                <a:cs typeface="+mn-ea"/>
                <a:sym typeface="+mn-lt"/>
              </a:rPr>
              <a:t>请在此修改您的内容，或者将内容粘贴到记事本后，复制到此段落中。</a:t>
            </a:r>
            <a:endParaRPr lang="en-US" altLang="zh-CN" sz="1600" dirty="0">
              <a:cs typeface="+mn-ea"/>
              <a:sym typeface="+mn-lt"/>
            </a:endParaRPr>
          </a:p>
          <a:p>
            <a:pPr>
              <a:lnSpc>
                <a:spcPts val="2000"/>
              </a:lnSpc>
            </a:pPr>
            <a:endParaRPr lang="en-US" altLang="zh-CN" sz="1600" dirty="0"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615184" y="1548644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64454B"/>
                </a:solidFill>
                <a:cs typeface="+mn-ea"/>
                <a:sym typeface="+mn-lt"/>
              </a:rPr>
              <a:t>项目名称</a:t>
            </a:r>
            <a:endParaRPr lang="zh-CN" altLang="en-US" sz="2400" dirty="0">
              <a:solidFill>
                <a:srgbClr val="64454B"/>
              </a:solidFill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615184" y="1949210"/>
            <a:ext cx="2236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单击此处添加简短说明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532629" y="841227"/>
            <a:ext cx="142058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400" dirty="0">
                <a:solidFill>
                  <a:srgbClr val="7AB2DC"/>
                </a:solidFill>
                <a:cs typeface="+mn-ea"/>
                <a:sym typeface="+mn-lt"/>
              </a:rPr>
              <a:t>25%</a:t>
            </a:r>
            <a:endParaRPr lang="zh-CN" altLang="en-US" sz="4400" dirty="0">
              <a:solidFill>
                <a:srgbClr val="7AB2DC"/>
              </a:solidFill>
              <a:cs typeface="+mn-ea"/>
              <a:sym typeface="+mn-lt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8615184" y="329287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64454B"/>
                </a:solidFill>
                <a:cs typeface="+mn-ea"/>
                <a:sym typeface="+mn-lt"/>
              </a:rPr>
              <a:t>项目名称</a:t>
            </a:r>
            <a:endParaRPr lang="zh-CN" altLang="en-US" sz="2400" dirty="0">
              <a:solidFill>
                <a:srgbClr val="64454B"/>
              </a:solidFill>
              <a:cs typeface="+mn-ea"/>
              <a:sym typeface="+mn-lt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8615184" y="3693441"/>
            <a:ext cx="2236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单击此处添加简短说明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586330" y="2585458"/>
            <a:ext cx="100861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400" dirty="0">
                <a:solidFill>
                  <a:srgbClr val="CE960B"/>
                </a:solidFill>
                <a:cs typeface="+mn-ea"/>
                <a:sym typeface="+mn-lt"/>
              </a:rPr>
              <a:t>5%</a:t>
            </a:r>
            <a:endParaRPr lang="zh-CN" altLang="en-US" sz="4400" dirty="0">
              <a:solidFill>
                <a:srgbClr val="CE960B"/>
              </a:solidFill>
              <a:cs typeface="+mn-ea"/>
              <a:sym typeface="+mn-lt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8615184" y="505291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64454B"/>
                </a:solidFill>
                <a:cs typeface="+mn-ea"/>
                <a:sym typeface="+mn-lt"/>
              </a:rPr>
              <a:t>项目名称</a:t>
            </a:r>
            <a:endParaRPr lang="zh-CN" altLang="en-US" sz="2400" dirty="0">
              <a:solidFill>
                <a:srgbClr val="64454B"/>
              </a:solidFill>
              <a:cs typeface="+mn-ea"/>
              <a:sym typeface="+mn-lt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615184" y="5453479"/>
            <a:ext cx="2236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单击此处添加简短说明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8532629" y="4345496"/>
            <a:ext cx="142058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400" dirty="0">
                <a:solidFill>
                  <a:srgbClr val="F97D77"/>
                </a:solidFill>
                <a:cs typeface="+mn-ea"/>
                <a:sym typeface="+mn-lt"/>
              </a:rPr>
              <a:t>78%</a:t>
            </a:r>
            <a:endParaRPr lang="zh-CN" altLang="en-US" sz="4400" dirty="0">
              <a:solidFill>
                <a:srgbClr val="F97D77"/>
              </a:solidFill>
              <a:cs typeface="+mn-ea"/>
              <a:sym typeface="+mn-lt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1166655" y="1824607"/>
            <a:ext cx="3709601" cy="1011668"/>
            <a:chOff x="5711735" y="308037"/>
            <a:chExt cx="3709601" cy="1011668"/>
          </a:xfrm>
        </p:grpSpPr>
        <p:sp>
          <p:nvSpPr>
            <p:cNvPr id="48" name="文本框 47"/>
            <p:cNvSpPr txBox="1"/>
            <p:nvPr/>
          </p:nvSpPr>
          <p:spPr>
            <a:xfrm>
              <a:off x="6100639" y="308037"/>
              <a:ext cx="300595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400" dirty="0">
                  <a:solidFill>
                    <a:srgbClr val="64454B"/>
                  </a:solidFill>
                  <a:cs typeface="+mn-ea"/>
                  <a:sym typeface="+mn-lt"/>
                </a:rPr>
                <a:t>总结与归纳</a:t>
              </a:r>
              <a:endParaRPr lang="zh-CN" altLang="en-US" sz="4400" dirty="0">
                <a:solidFill>
                  <a:srgbClr val="64454B"/>
                </a:solidFill>
                <a:cs typeface="+mn-ea"/>
                <a:sym typeface="+mn-lt"/>
              </a:endParaRP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5830812" y="950373"/>
              <a:ext cx="34163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7AB2DC"/>
                  </a:solidFill>
                  <a:cs typeface="+mn-ea"/>
                  <a:sym typeface="+mn-lt"/>
                </a:rPr>
                <a:t>总结本节课程的重点知识与内容</a:t>
              </a:r>
              <a:endParaRPr lang="zh-CN" altLang="en-US" dirty="0">
                <a:solidFill>
                  <a:srgbClr val="7AB2DC"/>
                </a:solidFill>
                <a:cs typeface="+mn-ea"/>
                <a:sym typeface="+mn-lt"/>
              </a:endParaRPr>
            </a:p>
          </p:txBody>
        </p:sp>
        <p:grpSp>
          <p:nvGrpSpPr>
            <p:cNvPr id="50" name="组合 49"/>
            <p:cNvGrpSpPr/>
            <p:nvPr/>
          </p:nvGrpSpPr>
          <p:grpSpPr>
            <a:xfrm>
              <a:off x="5711735" y="323266"/>
              <a:ext cx="3709601" cy="548871"/>
              <a:chOff x="5711735" y="323266"/>
              <a:chExt cx="3709601" cy="548871"/>
            </a:xfrm>
          </p:grpSpPr>
          <p:grpSp>
            <p:nvGrpSpPr>
              <p:cNvPr id="51" name="组合 50"/>
              <p:cNvGrpSpPr/>
              <p:nvPr/>
            </p:nvGrpSpPr>
            <p:grpSpPr>
              <a:xfrm>
                <a:off x="9076800" y="323266"/>
                <a:ext cx="344536" cy="548871"/>
                <a:chOff x="8363753" y="2120741"/>
                <a:chExt cx="553198" cy="881284"/>
              </a:xfrm>
            </p:grpSpPr>
            <p:sp>
              <p:nvSpPr>
                <p:cNvPr id="59" name="任意多边形: 形状 58"/>
                <p:cNvSpPr/>
                <p:nvPr/>
              </p:nvSpPr>
              <p:spPr>
                <a:xfrm>
                  <a:off x="8363753" y="2120741"/>
                  <a:ext cx="356491" cy="291674"/>
                </a:xfrm>
                <a:custGeom>
                  <a:avLst/>
                  <a:gdLst>
                    <a:gd name="connsiteX0" fmla="*/ 28470 w 314325"/>
                    <a:gd name="connsiteY0" fmla="*/ 252359 h 257175"/>
                    <a:gd name="connsiteX1" fmla="*/ 240687 w 314325"/>
                    <a:gd name="connsiteY1" fmla="*/ 77480 h 257175"/>
                    <a:gd name="connsiteX2" fmla="*/ 301742 w 314325"/>
                    <a:gd name="connsiteY2" fmla="*/ 30521 h 257175"/>
                    <a:gd name="connsiteX3" fmla="*/ 306219 w 314325"/>
                    <a:gd name="connsiteY3" fmla="*/ 13472 h 257175"/>
                    <a:gd name="connsiteX4" fmla="*/ 289169 w 314325"/>
                    <a:gd name="connsiteY4" fmla="*/ 8995 h 257175"/>
                    <a:gd name="connsiteX5" fmla="*/ 70856 w 314325"/>
                    <a:gd name="connsiteY5" fmla="*/ 183302 h 257175"/>
                    <a:gd name="connsiteX6" fmla="*/ 10754 w 314325"/>
                    <a:gd name="connsiteY6" fmla="*/ 234737 h 257175"/>
                    <a:gd name="connsiteX7" fmla="*/ 10754 w 314325"/>
                    <a:gd name="connsiteY7" fmla="*/ 252359 h 257175"/>
                    <a:gd name="connsiteX8" fmla="*/ 28470 w 314325"/>
                    <a:gd name="connsiteY8" fmla="*/ 252359 h 257175"/>
                    <a:gd name="connsiteX9" fmla="*/ 28470 w 314325"/>
                    <a:gd name="connsiteY9" fmla="*/ 252359 h 2571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14325" h="257175">
                      <a:moveTo>
                        <a:pt x="28470" y="252359"/>
                      </a:moveTo>
                      <a:cubicBezTo>
                        <a:pt x="97717" y="192256"/>
                        <a:pt x="168488" y="133868"/>
                        <a:pt x="240687" y="77480"/>
                      </a:cubicBezTo>
                      <a:cubicBezTo>
                        <a:pt x="260880" y="61668"/>
                        <a:pt x="281263" y="46047"/>
                        <a:pt x="301742" y="30521"/>
                      </a:cubicBezTo>
                      <a:cubicBezTo>
                        <a:pt x="307076" y="26426"/>
                        <a:pt x="309934" y="19758"/>
                        <a:pt x="306219" y="13472"/>
                      </a:cubicBezTo>
                      <a:cubicBezTo>
                        <a:pt x="303171" y="8138"/>
                        <a:pt x="294503" y="4899"/>
                        <a:pt x="289169" y="8995"/>
                      </a:cubicBezTo>
                      <a:cubicBezTo>
                        <a:pt x="214874" y="65192"/>
                        <a:pt x="142103" y="123295"/>
                        <a:pt x="70856" y="183302"/>
                      </a:cubicBezTo>
                      <a:cubicBezTo>
                        <a:pt x="50663" y="200257"/>
                        <a:pt x="30661" y="217402"/>
                        <a:pt x="10754" y="234737"/>
                      </a:cubicBezTo>
                      <a:cubicBezTo>
                        <a:pt x="5705" y="239119"/>
                        <a:pt x="6182" y="247882"/>
                        <a:pt x="10754" y="252359"/>
                      </a:cubicBezTo>
                      <a:cubicBezTo>
                        <a:pt x="15897" y="257407"/>
                        <a:pt x="23422" y="256740"/>
                        <a:pt x="28470" y="252359"/>
                      </a:cubicBezTo>
                      <a:lnTo>
                        <a:pt x="28470" y="252359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0" name="任意多边形: 形状 59"/>
                <p:cNvSpPr/>
                <p:nvPr/>
              </p:nvSpPr>
              <p:spPr>
                <a:xfrm>
                  <a:off x="8442217" y="2469929"/>
                  <a:ext cx="237660" cy="97225"/>
                </a:xfrm>
                <a:custGeom>
                  <a:avLst/>
                  <a:gdLst>
                    <a:gd name="connsiteX0" fmla="*/ 22534 w 209550"/>
                    <a:gd name="connsiteY0" fmla="*/ 82965 h 85725"/>
                    <a:gd name="connsiteX1" fmla="*/ 193793 w 209550"/>
                    <a:gd name="connsiteY1" fmla="*/ 31816 h 85725"/>
                    <a:gd name="connsiteX2" fmla="*/ 187126 w 209550"/>
                    <a:gd name="connsiteY2" fmla="*/ 7718 h 85725"/>
                    <a:gd name="connsiteX3" fmla="*/ 15866 w 209550"/>
                    <a:gd name="connsiteY3" fmla="*/ 58867 h 85725"/>
                    <a:gd name="connsiteX4" fmla="*/ 22534 w 209550"/>
                    <a:gd name="connsiteY4" fmla="*/ 82965 h 85725"/>
                    <a:gd name="connsiteX5" fmla="*/ 22534 w 209550"/>
                    <a:gd name="connsiteY5" fmla="*/ 82965 h 857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9550" h="85725">
                      <a:moveTo>
                        <a:pt x="22534" y="82965"/>
                      </a:moveTo>
                      <a:cubicBezTo>
                        <a:pt x="79588" y="65916"/>
                        <a:pt x="136643" y="48866"/>
                        <a:pt x="193793" y="31816"/>
                      </a:cubicBezTo>
                      <a:cubicBezTo>
                        <a:pt x="209128" y="27244"/>
                        <a:pt x="202651" y="3146"/>
                        <a:pt x="187126" y="7718"/>
                      </a:cubicBezTo>
                      <a:cubicBezTo>
                        <a:pt x="130071" y="24768"/>
                        <a:pt x="73016" y="41817"/>
                        <a:pt x="15866" y="58867"/>
                      </a:cubicBezTo>
                      <a:cubicBezTo>
                        <a:pt x="531" y="63439"/>
                        <a:pt x="7103" y="87633"/>
                        <a:pt x="22534" y="82965"/>
                      </a:cubicBezTo>
                      <a:lnTo>
                        <a:pt x="22534" y="82965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1" name="任意多边形: 形状 60"/>
                <p:cNvSpPr/>
                <p:nvPr/>
              </p:nvSpPr>
              <p:spPr>
                <a:xfrm>
                  <a:off x="8441630" y="2679373"/>
                  <a:ext cx="475321" cy="64816"/>
                </a:xfrm>
                <a:custGeom>
                  <a:avLst/>
                  <a:gdLst>
                    <a:gd name="connsiteX0" fmla="*/ 19145 w 419100"/>
                    <a:gd name="connsiteY0" fmla="*/ 52409 h 57150"/>
                    <a:gd name="connsiteX1" fmla="*/ 150971 w 419100"/>
                    <a:gd name="connsiteY1" fmla="*/ 45551 h 57150"/>
                    <a:gd name="connsiteX2" fmla="*/ 359664 w 419100"/>
                    <a:gd name="connsiteY2" fmla="*/ 34597 h 57150"/>
                    <a:gd name="connsiteX3" fmla="*/ 407765 w 419100"/>
                    <a:gd name="connsiteY3" fmla="*/ 32121 h 57150"/>
                    <a:gd name="connsiteX4" fmla="*/ 407765 w 419100"/>
                    <a:gd name="connsiteY4" fmla="*/ 7165 h 57150"/>
                    <a:gd name="connsiteX5" fmla="*/ 275939 w 419100"/>
                    <a:gd name="connsiteY5" fmla="*/ 14023 h 57150"/>
                    <a:gd name="connsiteX6" fmla="*/ 67247 w 419100"/>
                    <a:gd name="connsiteY6" fmla="*/ 24977 h 57150"/>
                    <a:gd name="connsiteX7" fmla="*/ 19145 w 419100"/>
                    <a:gd name="connsiteY7" fmla="*/ 27454 h 57150"/>
                    <a:gd name="connsiteX8" fmla="*/ 19145 w 419100"/>
                    <a:gd name="connsiteY8" fmla="*/ 52409 h 57150"/>
                    <a:gd name="connsiteX9" fmla="*/ 19145 w 419100"/>
                    <a:gd name="connsiteY9" fmla="*/ 52409 h 57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19100" h="57150">
                      <a:moveTo>
                        <a:pt x="19145" y="52409"/>
                      </a:moveTo>
                      <a:cubicBezTo>
                        <a:pt x="63056" y="50123"/>
                        <a:pt x="107061" y="47837"/>
                        <a:pt x="150971" y="45551"/>
                      </a:cubicBezTo>
                      <a:cubicBezTo>
                        <a:pt x="220504" y="41932"/>
                        <a:pt x="290132" y="38312"/>
                        <a:pt x="359664" y="34597"/>
                      </a:cubicBezTo>
                      <a:cubicBezTo>
                        <a:pt x="375666" y="33740"/>
                        <a:pt x="391763" y="32883"/>
                        <a:pt x="407765" y="32121"/>
                      </a:cubicBezTo>
                      <a:cubicBezTo>
                        <a:pt x="423767" y="31264"/>
                        <a:pt x="423863" y="6308"/>
                        <a:pt x="407765" y="7165"/>
                      </a:cubicBezTo>
                      <a:cubicBezTo>
                        <a:pt x="363855" y="9451"/>
                        <a:pt x="319850" y="11737"/>
                        <a:pt x="275939" y="14023"/>
                      </a:cubicBezTo>
                      <a:cubicBezTo>
                        <a:pt x="206407" y="17643"/>
                        <a:pt x="136779" y="21262"/>
                        <a:pt x="67247" y="24977"/>
                      </a:cubicBezTo>
                      <a:cubicBezTo>
                        <a:pt x="51245" y="25834"/>
                        <a:pt x="35147" y="26692"/>
                        <a:pt x="19145" y="27454"/>
                      </a:cubicBezTo>
                      <a:cubicBezTo>
                        <a:pt x="3239" y="28311"/>
                        <a:pt x="3048" y="53266"/>
                        <a:pt x="19145" y="52409"/>
                      </a:cubicBezTo>
                      <a:lnTo>
                        <a:pt x="19145" y="52409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2" name="任意多边形: 形状 61"/>
                <p:cNvSpPr/>
                <p:nvPr/>
              </p:nvSpPr>
              <p:spPr>
                <a:xfrm>
                  <a:off x="8684731" y="2441089"/>
                  <a:ext cx="64816" cy="54014"/>
                </a:xfrm>
                <a:custGeom>
                  <a:avLst/>
                  <a:gdLst>
                    <a:gd name="connsiteX0" fmla="*/ 22921 w 57150"/>
                    <a:gd name="connsiteY0" fmla="*/ 40100 h 47625"/>
                    <a:gd name="connsiteX1" fmla="*/ 49115 w 57150"/>
                    <a:gd name="connsiteY1" fmla="*/ 30385 h 47625"/>
                    <a:gd name="connsiteX2" fmla="*/ 54830 w 57150"/>
                    <a:gd name="connsiteY2" fmla="*/ 22955 h 47625"/>
                    <a:gd name="connsiteX3" fmla="*/ 53591 w 57150"/>
                    <a:gd name="connsiteY3" fmla="*/ 13335 h 47625"/>
                    <a:gd name="connsiteX4" fmla="*/ 46162 w 57150"/>
                    <a:gd name="connsiteY4" fmla="*/ 7620 h 47625"/>
                    <a:gd name="connsiteX5" fmla="*/ 42828 w 57150"/>
                    <a:gd name="connsiteY5" fmla="*/ 7144 h 47625"/>
                    <a:gd name="connsiteX6" fmla="*/ 36542 w 57150"/>
                    <a:gd name="connsiteY6" fmla="*/ 8858 h 47625"/>
                    <a:gd name="connsiteX7" fmla="*/ 31017 w 57150"/>
                    <a:gd name="connsiteY7" fmla="*/ 11335 h 47625"/>
                    <a:gd name="connsiteX8" fmla="*/ 33970 w 57150"/>
                    <a:gd name="connsiteY8" fmla="*/ 10097 h 47625"/>
                    <a:gd name="connsiteX9" fmla="*/ 16253 w 57150"/>
                    <a:gd name="connsiteY9" fmla="*/ 16002 h 47625"/>
                    <a:gd name="connsiteX10" fmla="*/ 8824 w 57150"/>
                    <a:gd name="connsiteY10" fmla="*/ 21717 h 47625"/>
                    <a:gd name="connsiteX11" fmla="*/ 7586 w 57150"/>
                    <a:gd name="connsiteY11" fmla="*/ 31337 h 47625"/>
                    <a:gd name="connsiteX12" fmla="*/ 13301 w 57150"/>
                    <a:gd name="connsiteY12" fmla="*/ 38767 h 47625"/>
                    <a:gd name="connsiteX13" fmla="*/ 22921 w 57150"/>
                    <a:gd name="connsiteY13" fmla="*/ 40100 h 47625"/>
                    <a:gd name="connsiteX14" fmla="*/ 22921 w 57150"/>
                    <a:gd name="connsiteY14" fmla="*/ 40100 h 476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7150" h="47625">
                      <a:moveTo>
                        <a:pt x="22921" y="40100"/>
                      </a:moveTo>
                      <a:cubicBezTo>
                        <a:pt x="31970" y="37814"/>
                        <a:pt x="40733" y="34480"/>
                        <a:pt x="49115" y="30385"/>
                      </a:cubicBezTo>
                      <a:cubicBezTo>
                        <a:pt x="51782" y="29051"/>
                        <a:pt x="54068" y="25718"/>
                        <a:pt x="54830" y="22955"/>
                      </a:cubicBezTo>
                      <a:cubicBezTo>
                        <a:pt x="55687" y="20002"/>
                        <a:pt x="55306" y="16002"/>
                        <a:pt x="53591" y="13335"/>
                      </a:cubicBezTo>
                      <a:cubicBezTo>
                        <a:pt x="51877" y="10668"/>
                        <a:pt x="49305" y="8287"/>
                        <a:pt x="46162" y="7620"/>
                      </a:cubicBezTo>
                      <a:cubicBezTo>
                        <a:pt x="45019" y="7429"/>
                        <a:pt x="43971" y="7334"/>
                        <a:pt x="42828" y="7144"/>
                      </a:cubicBezTo>
                      <a:cubicBezTo>
                        <a:pt x="40542" y="7144"/>
                        <a:pt x="38447" y="7715"/>
                        <a:pt x="36542" y="8858"/>
                      </a:cubicBezTo>
                      <a:cubicBezTo>
                        <a:pt x="34732" y="9716"/>
                        <a:pt x="32827" y="10573"/>
                        <a:pt x="31017" y="11335"/>
                      </a:cubicBezTo>
                      <a:cubicBezTo>
                        <a:pt x="31970" y="10954"/>
                        <a:pt x="33017" y="10477"/>
                        <a:pt x="33970" y="10097"/>
                      </a:cubicBezTo>
                      <a:cubicBezTo>
                        <a:pt x="28255" y="12478"/>
                        <a:pt x="22349" y="14478"/>
                        <a:pt x="16253" y="16002"/>
                      </a:cubicBezTo>
                      <a:cubicBezTo>
                        <a:pt x="13205" y="16764"/>
                        <a:pt x="10348" y="19050"/>
                        <a:pt x="8824" y="21717"/>
                      </a:cubicBezTo>
                      <a:cubicBezTo>
                        <a:pt x="7300" y="24384"/>
                        <a:pt x="6633" y="28384"/>
                        <a:pt x="7586" y="31337"/>
                      </a:cubicBezTo>
                      <a:cubicBezTo>
                        <a:pt x="8538" y="34385"/>
                        <a:pt x="10443" y="37243"/>
                        <a:pt x="13301" y="38767"/>
                      </a:cubicBezTo>
                      <a:cubicBezTo>
                        <a:pt x="16349" y="40386"/>
                        <a:pt x="19587" y="40957"/>
                        <a:pt x="22921" y="40100"/>
                      </a:cubicBezTo>
                      <a:lnTo>
                        <a:pt x="22921" y="40100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3" name="任意多边形: 形状 62"/>
                <p:cNvSpPr/>
                <p:nvPr/>
              </p:nvSpPr>
              <p:spPr>
                <a:xfrm>
                  <a:off x="8436266" y="2863921"/>
                  <a:ext cx="226858" cy="118830"/>
                </a:xfrm>
                <a:custGeom>
                  <a:avLst/>
                  <a:gdLst>
                    <a:gd name="connsiteX0" fmla="*/ 16350 w 200025"/>
                    <a:gd name="connsiteY0" fmla="*/ 31897 h 104775"/>
                    <a:gd name="connsiteX1" fmla="*/ 181037 w 200025"/>
                    <a:gd name="connsiteY1" fmla="*/ 101239 h 104775"/>
                    <a:gd name="connsiteX2" fmla="*/ 196373 w 200025"/>
                    <a:gd name="connsiteY2" fmla="*/ 92476 h 104775"/>
                    <a:gd name="connsiteX3" fmla="*/ 187610 w 200025"/>
                    <a:gd name="connsiteY3" fmla="*/ 77141 h 104775"/>
                    <a:gd name="connsiteX4" fmla="*/ 22922 w 200025"/>
                    <a:gd name="connsiteY4" fmla="*/ 7799 h 104775"/>
                    <a:gd name="connsiteX5" fmla="*/ 7587 w 200025"/>
                    <a:gd name="connsiteY5" fmla="*/ 16562 h 104775"/>
                    <a:gd name="connsiteX6" fmla="*/ 16350 w 200025"/>
                    <a:gd name="connsiteY6" fmla="*/ 31897 h 104775"/>
                    <a:gd name="connsiteX7" fmla="*/ 16350 w 200025"/>
                    <a:gd name="connsiteY7" fmla="*/ 31897 h 104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00025" h="104775">
                      <a:moveTo>
                        <a:pt x="16350" y="31897"/>
                      </a:moveTo>
                      <a:cubicBezTo>
                        <a:pt x="71214" y="55043"/>
                        <a:pt x="126173" y="78094"/>
                        <a:pt x="181037" y="101239"/>
                      </a:cubicBezTo>
                      <a:cubicBezTo>
                        <a:pt x="187229" y="103811"/>
                        <a:pt x="194753" y="98382"/>
                        <a:pt x="196373" y="92476"/>
                      </a:cubicBezTo>
                      <a:cubicBezTo>
                        <a:pt x="198373" y="85237"/>
                        <a:pt x="193896" y="79713"/>
                        <a:pt x="187610" y="77141"/>
                      </a:cubicBezTo>
                      <a:cubicBezTo>
                        <a:pt x="132746" y="53995"/>
                        <a:pt x="77786" y="30945"/>
                        <a:pt x="22922" y="7799"/>
                      </a:cubicBezTo>
                      <a:cubicBezTo>
                        <a:pt x="16731" y="5227"/>
                        <a:pt x="9206" y="10657"/>
                        <a:pt x="7587" y="16562"/>
                      </a:cubicBezTo>
                      <a:cubicBezTo>
                        <a:pt x="5682" y="23801"/>
                        <a:pt x="10159" y="29326"/>
                        <a:pt x="16350" y="31897"/>
                      </a:cubicBezTo>
                      <a:lnTo>
                        <a:pt x="16350" y="31897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4" name="任意多边形: 形状 63"/>
                <p:cNvSpPr/>
                <p:nvPr/>
              </p:nvSpPr>
              <p:spPr>
                <a:xfrm>
                  <a:off x="8673232" y="2958814"/>
                  <a:ext cx="64816" cy="43211"/>
                </a:xfrm>
                <a:custGeom>
                  <a:avLst/>
                  <a:gdLst>
                    <a:gd name="connsiteX0" fmla="*/ 13343 w 57150"/>
                    <a:gd name="connsiteY0" fmla="*/ 30334 h 38100"/>
                    <a:gd name="connsiteX1" fmla="*/ 39632 w 57150"/>
                    <a:gd name="connsiteY1" fmla="*/ 39859 h 38100"/>
                    <a:gd name="connsiteX2" fmla="*/ 49252 w 57150"/>
                    <a:gd name="connsiteY2" fmla="*/ 38621 h 38100"/>
                    <a:gd name="connsiteX3" fmla="*/ 54967 w 57150"/>
                    <a:gd name="connsiteY3" fmla="*/ 31191 h 38100"/>
                    <a:gd name="connsiteX4" fmla="*/ 53729 w 57150"/>
                    <a:gd name="connsiteY4" fmla="*/ 21571 h 38100"/>
                    <a:gd name="connsiteX5" fmla="*/ 46300 w 57150"/>
                    <a:gd name="connsiteY5" fmla="*/ 15856 h 38100"/>
                    <a:gd name="connsiteX6" fmla="*/ 27726 w 57150"/>
                    <a:gd name="connsiteY6" fmla="*/ 9760 h 38100"/>
                    <a:gd name="connsiteX7" fmla="*/ 30679 w 57150"/>
                    <a:gd name="connsiteY7" fmla="*/ 10998 h 38100"/>
                    <a:gd name="connsiteX8" fmla="*/ 25916 w 57150"/>
                    <a:gd name="connsiteY8" fmla="*/ 8903 h 38100"/>
                    <a:gd name="connsiteX9" fmla="*/ 21249 w 57150"/>
                    <a:gd name="connsiteY9" fmla="*/ 7379 h 38100"/>
                    <a:gd name="connsiteX10" fmla="*/ 16296 w 57150"/>
                    <a:gd name="connsiteY10" fmla="*/ 7569 h 38100"/>
                    <a:gd name="connsiteX11" fmla="*/ 8866 w 57150"/>
                    <a:gd name="connsiteY11" fmla="*/ 13284 h 38100"/>
                    <a:gd name="connsiteX12" fmla="*/ 7628 w 57150"/>
                    <a:gd name="connsiteY12" fmla="*/ 22905 h 38100"/>
                    <a:gd name="connsiteX13" fmla="*/ 13343 w 57150"/>
                    <a:gd name="connsiteY13" fmla="*/ 30334 h 38100"/>
                    <a:gd name="connsiteX14" fmla="*/ 13343 w 57150"/>
                    <a:gd name="connsiteY14" fmla="*/ 30334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7150" h="38100">
                      <a:moveTo>
                        <a:pt x="13343" y="30334"/>
                      </a:moveTo>
                      <a:cubicBezTo>
                        <a:pt x="21820" y="34335"/>
                        <a:pt x="30583" y="37668"/>
                        <a:pt x="39632" y="39859"/>
                      </a:cubicBezTo>
                      <a:cubicBezTo>
                        <a:pt x="42871" y="40621"/>
                        <a:pt x="46395" y="40240"/>
                        <a:pt x="49252" y="38621"/>
                      </a:cubicBezTo>
                      <a:cubicBezTo>
                        <a:pt x="51824" y="37097"/>
                        <a:pt x="54301" y="34144"/>
                        <a:pt x="54967" y="31191"/>
                      </a:cubicBezTo>
                      <a:cubicBezTo>
                        <a:pt x="55729" y="27953"/>
                        <a:pt x="55539" y="24429"/>
                        <a:pt x="53729" y="21571"/>
                      </a:cubicBezTo>
                      <a:cubicBezTo>
                        <a:pt x="52015" y="18904"/>
                        <a:pt x="49443" y="16618"/>
                        <a:pt x="46300" y="15856"/>
                      </a:cubicBezTo>
                      <a:cubicBezTo>
                        <a:pt x="39918" y="14332"/>
                        <a:pt x="33727" y="12237"/>
                        <a:pt x="27726" y="9760"/>
                      </a:cubicBezTo>
                      <a:cubicBezTo>
                        <a:pt x="28678" y="10141"/>
                        <a:pt x="29726" y="10617"/>
                        <a:pt x="30679" y="10998"/>
                      </a:cubicBezTo>
                      <a:cubicBezTo>
                        <a:pt x="29059" y="10332"/>
                        <a:pt x="27535" y="9570"/>
                        <a:pt x="25916" y="8903"/>
                      </a:cubicBezTo>
                      <a:cubicBezTo>
                        <a:pt x="24487" y="7950"/>
                        <a:pt x="22963" y="7474"/>
                        <a:pt x="21249" y="7379"/>
                      </a:cubicBezTo>
                      <a:cubicBezTo>
                        <a:pt x="19630" y="6998"/>
                        <a:pt x="17915" y="7093"/>
                        <a:pt x="16296" y="7569"/>
                      </a:cubicBezTo>
                      <a:cubicBezTo>
                        <a:pt x="13438" y="8331"/>
                        <a:pt x="10295" y="10617"/>
                        <a:pt x="8866" y="13284"/>
                      </a:cubicBezTo>
                      <a:cubicBezTo>
                        <a:pt x="7342" y="16142"/>
                        <a:pt x="6580" y="19666"/>
                        <a:pt x="7628" y="22905"/>
                      </a:cubicBezTo>
                      <a:cubicBezTo>
                        <a:pt x="8485" y="25857"/>
                        <a:pt x="10390" y="29001"/>
                        <a:pt x="13343" y="30334"/>
                      </a:cubicBezTo>
                      <a:lnTo>
                        <a:pt x="13343" y="30334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52" name="组合 51"/>
              <p:cNvGrpSpPr/>
              <p:nvPr/>
            </p:nvGrpSpPr>
            <p:grpSpPr>
              <a:xfrm>
                <a:off x="5711735" y="329427"/>
                <a:ext cx="361806" cy="536548"/>
                <a:chOff x="3553322" y="2130634"/>
                <a:chExt cx="580927" cy="861498"/>
              </a:xfrm>
            </p:grpSpPr>
            <p:sp>
              <p:nvSpPr>
                <p:cNvPr id="53" name="任意多边形: 形状 52"/>
                <p:cNvSpPr/>
                <p:nvPr/>
              </p:nvSpPr>
              <p:spPr>
                <a:xfrm>
                  <a:off x="3810167" y="2130634"/>
                  <a:ext cx="324082" cy="324082"/>
                </a:xfrm>
                <a:custGeom>
                  <a:avLst/>
                  <a:gdLst>
                    <a:gd name="connsiteX0" fmla="*/ 282173 w 285750"/>
                    <a:gd name="connsiteY0" fmla="*/ 259439 h 285750"/>
                    <a:gd name="connsiteX1" fmla="*/ 85767 w 285750"/>
                    <a:gd name="connsiteY1" fmla="*/ 63700 h 285750"/>
                    <a:gd name="connsiteX2" fmla="*/ 28712 w 285750"/>
                    <a:gd name="connsiteY2" fmla="*/ 10550 h 285750"/>
                    <a:gd name="connsiteX3" fmla="*/ 11091 w 285750"/>
                    <a:gd name="connsiteY3" fmla="*/ 28172 h 285750"/>
                    <a:gd name="connsiteX4" fmla="*/ 210354 w 285750"/>
                    <a:gd name="connsiteY4" fmla="*/ 221053 h 285750"/>
                    <a:gd name="connsiteX5" fmla="*/ 264456 w 285750"/>
                    <a:gd name="connsiteY5" fmla="*/ 277155 h 285750"/>
                    <a:gd name="connsiteX6" fmla="*/ 282173 w 285750"/>
                    <a:gd name="connsiteY6" fmla="*/ 259439 h 285750"/>
                    <a:gd name="connsiteX7" fmla="*/ 282173 w 285750"/>
                    <a:gd name="connsiteY7" fmla="*/ 259439 h 2857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85750" h="285750">
                      <a:moveTo>
                        <a:pt x="282173" y="259439"/>
                      </a:moveTo>
                      <a:cubicBezTo>
                        <a:pt x="218450" y="192478"/>
                        <a:pt x="152918" y="127232"/>
                        <a:pt x="85767" y="63700"/>
                      </a:cubicBezTo>
                      <a:cubicBezTo>
                        <a:pt x="66908" y="45888"/>
                        <a:pt x="47858" y="28172"/>
                        <a:pt x="28712" y="10550"/>
                      </a:cubicBezTo>
                      <a:cubicBezTo>
                        <a:pt x="16901" y="-308"/>
                        <a:pt x="-815" y="17313"/>
                        <a:pt x="11091" y="28172"/>
                      </a:cubicBezTo>
                      <a:cubicBezTo>
                        <a:pt x="79195" y="90656"/>
                        <a:pt x="145679" y="154949"/>
                        <a:pt x="210354" y="221053"/>
                      </a:cubicBezTo>
                      <a:cubicBezTo>
                        <a:pt x="228547" y="239627"/>
                        <a:pt x="246549" y="258296"/>
                        <a:pt x="264456" y="277155"/>
                      </a:cubicBezTo>
                      <a:cubicBezTo>
                        <a:pt x="275600" y="288776"/>
                        <a:pt x="293222" y="271154"/>
                        <a:pt x="282173" y="259439"/>
                      </a:cubicBezTo>
                      <a:lnTo>
                        <a:pt x="282173" y="259439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54" name="任意多边形: 形状 53"/>
                <p:cNvSpPr/>
                <p:nvPr/>
              </p:nvSpPr>
              <p:spPr>
                <a:xfrm>
                  <a:off x="3817878" y="2481702"/>
                  <a:ext cx="226858" cy="118830"/>
                </a:xfrm>
                <a:custGeom>
                  <a:avLst/>
                  <a:gdLst>
                    <a:gd name="connsiteX0" fmla="*/ 188601 w 200025"/>
                    <a:gd name="connsiteY0" fmla="*/ 74862 h 104775"/>
                    <a:gd name="connsiteX1" fmla="*/ 22961 w 200025"/>
                    <a:gd name="connsiteY1" fmla="*/ 7806 h 104775"/>
                    <a:gd name="connsiteX2" fmla="*/ 7626 w 200025"/>
                    <a:gd name="connsiteY2" fmla="*/ 16569 h 104775"/>
                    <a:gd name="connsiteX3" fmla="*/ 16389 w 200025"/>
                    <a:gd name="connsiteY3" fmla="*/ 31905 h 104775"/>
                    <a:gd name="connsiteX4" fmla="*/ 182029 w 200025"/>
                    <a:gd name="connsiteY4" fmla="*/ 98961 h 104775"/>
                    <a:gd name="connsiteX5" fmla="*/ 197364 w 200025"/>
                    <a:gd name="connsiteY5" fmla="*/ 90198 h 104775"/>
                    <a:gd name="connsiteX6" fmla="*/ 188601 w 200025"/>
                    <a:gd name="connsiteY6" fmla="*/ 74862 h 104775"/>
                    <a:gd name="connsiteX7" fmla="*/ 188601 w 200025"/>
                    <a:gd name="connsiteY7" fmla="*/ 74862 h 104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00025" h="104775">
                      <a:moveTo>
                        <a:pt x="188601" y="74862"/>
                      </a:moveTo>
                      <a:cubicBezTo>
                        <a:pt x="133356" y="52479"/>
                        <a:pt x="78206" y="30095"/>
                        <a:pt x="22961" y="7806"/>
                      </a:cubicBezTo>
                      <a:cubicBezTo>
                        <a:pt x="16675" y="5235"/>
                        <a:pt x="9245" y="10569"/>
                        <a:pt x="7626" y="16569"/>
                      </a:cubicBezTo>
                      <a:cubicBezTo>
                        <a:pt x="5626" y="23713"/>
                        <a:pt x="10102" y="29428"/>
                        <a:pt x="16389" y="31905"/>
                      </a:cubicBezTo>
                      <a:cubicBezTo>
                        <a:pt x="71634" y="54288"/>
                        <a:pt x="126784" y="76672"/>
                        <a:pt x="182029" y="98961"/>
                      </a:cubicBezTo>
                      <a:cubicBezTo>
                        <a:pt x="188315" y="101532"/>
                        <a:pt x="195745" y="96198"/>
                        <a:pt x="197364" y="90198"/>
                      </a:cubicBezTo>
                      <a:cubicBezTo>
                        <a:pt x="199269" y="83149"/>
                        <a:pt x="194887" y="77434"/>
                        <a:pt x="188601" y="74862"/>
                      </a:cubicBezTo>
                      <a:lnTo>
                        <a:pt x="188601" y="74862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55" name="任意多边形: 形状 54"/>
                <p:cNvSpPr/>
                <p:nvPr/>
              </p:nvSpPr>
              <p:spPr>
                <a:xfrm>
                  <a:off x="3553322" y="2667181"/>
                  <a:ext cx="475321" cy="108027"/>
                </a:xfrm>
                <a:custGeom>
                  <a:avLst/>
                  <a:gdLst>
                    <a:gd name="connsiteX0" fmla="*/ 407863 w 419100"/>
                    <a:gd name="connsiteY0" fmla="*/ 64389 h 95250"/>
                    <a:gd name="connsiteX1" fmla="*/ 277275 w 419100"/>
                    <a:gd name="connsiteY1" fmla="*/ 45053 h 95250"/>
                    <a:gd name="connsiteX2" fmla="*/ 70487 w 419100"/>
                    <a:gd name="connsiteY2" fmla="*/ 14383 h 95250"/>
                    <a:gd name="connsiteX3" fmla="*/ 22862 w 419100"/>
                    <a:gd name="connsiteY3" fmla="*/ 7334 h 95250"/>
                    <a:gd name="connsiteX4" fmla="*/ 7527 w 419100"/>
                    <a:gd name="connsiteY4" fmla="*/ 16097 h 95250"/>
                    <a:gd name="connsiteX5" fmla="*/ 16290 w 419100"/>
                    <a:gd name="connsiteY5" fmla="*/ 31433 h 95250"/>
                    <a:gd name="connsiteX6" fmla="*/ 146878 w 419100"/>
                    <a:gd name="connsiteY6" fmla="*/ 50768 h 95250"/>
                    <a:gd name="connsiteX7" fmla="*/ 353666 w 419100"/>
                    <a:gd name="connsiteY7" fmla="*/ 81439 h 95250"/>
                    <a:gd name="connsiteX8" fmla="*/ 401386 w 419100"/>
                    <a:gd name="connsiteY8" fmla="*/ 88487 h 95250"/>
                    <a:gd name="connsiteX9" fmla="*/ 416721 w 419100"/>
                    <a:gd name="connsiteY9" fmla="*/ 79724 h 95250"/>
                    <a:gd name="connsiteX10" fmla="*/ 407863 w 419100"/>
                    <a:gd name="connsiteY10" fmla="*/ 64389 h 95250"/>
                    <a:gd name="connsiteX11" fmla="*/ 407863 w 419100"/>
                    <a:gd name="connsiteY11" fmla="*/ 64389 h 952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419100" h="95250">
                      <a:moveTo>
                        <a:pt x="407863" y="64389"/>
                      </a:moveTo>
                      <a:cubicBezTo>
                        <a:pt x="364334" y="57912"/>
                        <a:pt x="320804" y="51530"/>
                        <a:pt x="277275" y="45053"/>
                      </a:cubicBezTo>
                      <a:cubicBezTo>
                        <a:pt x="208314" y="34862"/>
                        <a:pt x="139448" y="24670"/>
                        <a:pt x="70487" y="14383"/>
                      </a:cubicBezTo>
                      <a:cubicBezTo>
                        <a:pt x="54676" y="12097"/>
                        <a:pt x="38769" y="9716"/>
                        <a:pt x="22862" y="7334"/>
                      </a:cubicBezTo>
                      <a:cubicBezTo>
                        <a:pt x="16195" y="6382"/>
                        <a:pt x="9432" y="8954"/>
                        <a:pt x="7527" y="16097"/>
                      </a:cubicBezTo>
                      <a:cubicBezTo>
                        <a:pt x="5908" y="22003"/>
                        <a:pt x="9527" y="30480"/>
                        <a:pt x="16290" y="31433"/>
                      </a:cubicBezTo>
                      <a:cubicBezTo>
                        <a:pt x="59819" y="37910"/>
                        <a:pt x="103349" y="44291"/>
                        <a:pt x="146878" y="50768"/>
                      </a:cubicBezTo>
                      <a:cubicBezTo>
                        <a:pt x="215839" y="60960"/>
                        <a:pt x="284705" y="71152"/>
                        <a:pt x="353666" y="81439"/>
                      </a:cubicBezTo>
                      <a:cubicBezTo>
                        <a:pt x="369573" y="83820"/>
                        <a:pt x="385479" y="86106"/>
                        <a:pt x="401386" y="88487"/>
                      </a:cubicBezTo>
                      <a:cubicBezTo>
                        <a:pt x="408053" y="89440"/>
                        <a:pt x="414816" y="86868"/>
                        <a:pt x="416721" y="79724"/>
                      </a:cubicBezTo>
                      <a:cubicBezTo>
                        <a:pt x="418245" y="73914"/>
                        <a:pt x="414530" y="65437"/>
                        <a:pt x="407863" y="64389"/>
                      </a:cubicBezTo>
                      <a:lnTo>
                        <a:pt x="407863" y="64389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56" name="任意多边形: 形状 55"/>
                <p:cNvSpPr/>
                <p:nvPr/>
              </p:nvSpPr>
              <p:spPr>
                <a:xfrm>
                  <a:off x="3745821" y="2445788"/>
                  <a:ext cx="64816" cy="54014"/>
                </a:xfrm>
                <a:custGeom>
                  <a:avLst/>
                  <a:gdLst>
                    <a:gd name="connsiteX0" fmla="*/ 45347 w 57150"/>
                    <a:gd name="connsiteY0" fmla="*/ 18232 h 47625"/>
                    <a:gd name="connsiteX1" fmla="*/ 38775 w 57150"/>
                    <a:gd name="connsiteY1" fmla="*/ 15660 h 47625"/>
                    <a:gd name="connsiteX2" fmla="*/ 41727 w 57150"/>
                    <a:gd name="connsiteY2" fmla="*/ 16898 h 47625"/>
                    <a:gd name="connsiteX3" fmla="*/ 25916 w 57150"/>
                    <a:gd name="connsiteY3" fmla="*/ 8802 h 47625"/>
                    <a:gd name="connsiteX4" fmla="*/ 16296 w 57150"/>
                    <a:gd name="connsiteY4" fmla="*/ 7564 h 47625"/>
                    <a:gd name="connsiteX5" fmla="*/ 8866 w 57150"/>
                    <a:gd name="connsiteY5" fmla="*/ 13279 h 47625"/>
                    <a:gd name="connsiteX6" fmla="*/ 7628 w 57150"/>
                    <a:gd name="connsiteY6" fmla="*/ 22899 h 47625"/>
                    <a:gd name="connsiteX7" fmla="*/ 13343 w 57150"/>
                    <a:gd name="connsiteY7" fmla="*/ 30328 h 47625"/>
                    <a:gd name="connsiteX8" fmla="*/ 38679 w 57150"/>
                    <a:gd name="connsiteY8" fmla="*/ 42139 h 47625"/>
                    <a:gd name="connsiteX9" fmla="*/ 48300 w 57150"/>
                    <a:gd name="connsiteY9" fmla="*/ 40901 h 47625"/>
                    <a:gd name="connsiteX10" fmla="*/ 54015 w 57150"/>
                    <a:gd name="connsiteY10" fmla="*/ 33472 h 47625"/>
                    <a:gd name="connsiteX11" fmla="*/ 52776 w 57150"/>
                    <a:gd name="connsiteY11" fmla="*/ 23851 h 47625"/>
                    <a:gd name="connsiteX12" fmla="*/ 50871 w 57150"/>
                    <a:gd name="connsiteY12" fmla="*/ 21280 h 47625"/>
                    <a:gd name="connsiteX13" fmla="*/ 45347 w 57150"/>
                    <a:gd name="connsiteY13" fmla="*/ 18232 h 47625"/>
                    <a:gd name="connsiteX14" fmla="*/ 45347 w 57150"/>
                    <a:gd name="connsiteY14" fmla="*/ 18232 h 476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7150" h="47625">
                      <a:moveTo>
                        <a:pt x="45347" y="18232"/>
                      </a:moveTo>
                      <a:cubicBezTo>
                        <a:pt x="43156" y="17470"/>
                        <a:pt x="40965" y="16612"/>
                        <a:pt x="38775" y="15660"/>
                      </a:cubicBezTo>
                      <a:cubicBezTo>
                        <a:pt x="39727" y="16041"/>
                        <a:pt x="40775" y="16517"/>
                        <a:pt x="41727" y="16898"/>
                      </a:cubicBezTo>
                      <a:cubicBezTo>
                        <a:pt x="36298" y="14612"/>
                        <a:pt x="30964" y="11945"/>
                        <a:pt x="25916" y="8802"/>
                      </a:cubicBezTo>
                      <a:cubicBezTo>
                        <a:pt x="23154" y="7183"/>
                        <a:pt x="19344" y="6706"/>
                        <a:pt x="16296" y="7564"/>
                      </a:cubicBezTo>
                      <a:cubicBezTo>
                        <a:pt x="13438" y="8326"/>
                        <a:pt x="10295" y="10612"/>
                        <a:pt x="8866" y="13279"/>
                      </a:cubicBezTo>
                      <a:cubicBezTo>
                        <a:pt x="7342" y="16136"/>
                        <a:pt x="6580" y="19660"/>
                        <a:pt x="7628" y="22899"/>
                      </a:cubicBezTo>
                      <a:cubicBezTo>
                        <a:pt x="8676" y="26042"/>
                        <a:pt x="10485" y="28614"/>
                        <a:pt x="13343" y="30328"/>
                      </a:cubicBezTo>
                      <a:cubicBezTo>
                        <a:pt x="21344" y="35186"/>
                        <a:pt x="29916" y="39091"/>
                        <a:pt x="38679" y="42139"/>
                      </a:cubicBezTo>
                      <a:cubicBezTo>
                        <a:pt x="41632" y="43187"/>
                        <a:pt x="45728" y="42425"/>
                        <a:pt x="48300" y="40901"/>
                      </a:cubicBezTo>
                      <a:cubicBezTo>
                        <a:pt x="50871" y="39377"/>
                        <a:pt x="53348" y="36424"/>
                        <a:pt x="54015" y="33472"/>
                      </a:cubicBezTo>
                      <a:cubicBezTo>
                        <a:pt x="54777" y="30233"/>
                        <a:pt x="54586" y="26709"/>
                        <a:pt x="52776" y="23851"/>
                      </a:cubicBezTo>
                      <a:cubicBezTo>
                        <a:pt x="52110" y="22994"/>
                        <a:pt x="51443" y="22137"/>
                        <a:pt x="50871" y="21280"/>
                      </a:cubicBezTo>
                      <a:cubicBezTo>
                        <a:pt x="49252" y="19946"/>
                        <a:pt x="47442" y="18803"/>
                        <a:pt x="45347" y="18232"/>
                      </a:cubicBezTo>
                      <a:lnTo>
                        <a:pt x="45347" y="18232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57" name="任意多边形: 形状 56"/>
                <p:cNvSpPr/>
                <p:nvPr/>
              </p:nvSpPr>
              <p:spPr>
                <a:xfrm>
                  <a:off x="3824694" y="2909318"/>
                  <a:ext cx="237660" cy="75619"/>
                </a:xfrm>
                <a:custGeom>
                  <a:avLst/>
                  <a:gdLst>
                    <a:gd name="connsiteX0" fmla="*/ 192211 w 209550"/>
                    <a:gd name="connsiteY0" fmla="*/ 7388 h 66675"/>
                    <a:gd name="connsiteX1" fmla="*/ 16284 w 209550"/>
                    <a:gd name="connsiteY1" fmla="*/ 38535 h 66675"/>
                    <a:gd name="connsiteX2" fmla="*/ 7521 w 209550"/>
                    <a:gd name="connsiteY2" fmla="*/ 53870 h 66675"/>
                    <a:gd name="connsiteX3" fmla="*/ 22856 w 209550"/>
                    <a:gd name="connsiteY3" fmla="*/ 62633 h 66675"/>
                    <a:gd name="connsiteX4" fmla="*/ 198783 w 209550"/>
                    <a:gd name="connsiteY4" fmla="*/ 31486 h 66675"/>
                    <a:gd name="connsiteX5" fmla="*/ 207546 w 209550"/>
                    <a:gd name="connsiteY5" fmla="*/ 16151 h 66675"/>
                    <a:gd name="connsiteX6" fmla="*/ 192211 w 209550"/>
                    <a:gd name="connsiteY6" fmla="*/ 7388 h 66675"/>
                    <a:gd name="connsiteX7" fmla="*/ 192211 w 209550"/>
                    <a:gd name="connsiteY7" fmla="*/ 7388 h 66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09550" h="66675">
                      <a:moveTo>
                        <a:pt x="192211" y="7388"/>
                      </a:moveTo>
                      <a:cubicBezTo>
                        <a:pt x="133537" y="17770"/>
                        <a:pt x="74958" y="28153"/>
                        <a:pt x="16284" y="38535"/>
                      </a:cubicBezTo>
                      <a:cubicBezTo>
                        <a:pt x="9617" y="39678"/>
                        <a:pt x="5902" y="47869"/>
                        <a:pt x="7521" y="53870"/>
                      </a:cubicBezTo>
                      <a:cubicBezTo>
                        <a:pt x="9426" y="60919"/>
                        <a:pt x="16189" y="63776"/>
                        <a:pt x="22856" y="62633"/>
                      </a:cubicBezTo>
                      <a:cubicBezTo>
                        <a:pt x="81530" y="52251"/>
                        <a:pt x="140109" y="41869"/>
                        <a:pt x="198783" y="31486"/>
                      </a:cubicBezTo>
                      <a:cubicBezTo>
                        <a:pt x="205451" y="30343"/>
                        <a:pt x="209165" y="22152"/>
                        <a:pt x="207546" y="16151"/>
                      </a:cubicBezTo>
                      <a:cubicBezTo>
                        <a:pt x="205641" y="9103"/>
                        <a:pt x="198878" y="6245"/>
                        <a:pt x="192211" y="7388"/>
                      </a:cubicBezTo>
                      <a:lnTo>
                        <a:pt x="192211" y="7388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58" name="任意多边形: 形状 57"/>
                <p:cNvSpPr/>
                <p:nvPr/>
              </p:nvSpPr>
              <p:spPr>
                <a:xfrm>
                  <a:off x="3744516" y="2948921"/>
                  <a:ext cx="64816" cy="43211"/>
                </a:xfrm>
                <a:custGeom>
                  <a:avLst/>
                  <a:gdLst>
                    <a:gd name="connsiteX0" fmla="*/ 40782 w 57150"/>
                    <a:gd name="connsiteY0" fmla="*/ 7521 h 38100"/>
                    <a:gd name="connsiteX1" fmla="*/ 30495 w 57150"/>
                    <a:gd name="connsiteY1" fmla="*/ 9331 h 38100"/>
                    <a:gd name="connsiteX2" fmla="*/ 33829 w 57150"/>
                    <a:gd name="connsiteY2" fmla="*/ 8855 h 38100"/>
                    <a:gd name="connsiteX3" fmla="*/ 19637 w 57150"/>
                    <a:gd name="connsiteY3" fmla="*/ 9903 h 38100"/>
                    <a:gd name="connsiteX4" fmla="*/ 10778 w 57150"/>
                    <a:gd name="connsiteY4" fmla="*/ 13522 h 38100"/>
                    <a:gd name="connsiteX5" fmla="*/ 7159 w 57150"/>
                    <a:gd name="connsiteY5" fmla="*/ 22380 h 38100"/>
                    <a:gd name="connsiteX6" fmla="*/ 10778 w 57150"/>
                    <a:gd name="connsiteY6" fmla="*/ 31239 h 38100"/>
                    <a:gd name="connsiteX7" fmla="*/ 19637 w 57150"/>
                    <a:gd name="connsiteY7" fmla="*/ 34858 h 38100"/>
                    <a:gd name="connsiteX8" fmla="*/ 47545 w 57150"/>
                    <a:gd name="connsiteY8" fmla="*/ 31524 h 38100"/>
                    <a:gd name="connsiteX9" fmla="*/ 54974 w 57150"/>
                    <a:gd name="connsiteY9" fmla="*/ 25809 h 38100"/>
                    <a:gd name="connsiteX10" fmla="*/ 56213 w 57150"/>
                    <a:gd name="connsiteY10" fmla="*/ 16189 h 38100"/>
                    <a:gd name="connsiteX11" fmla="*/ 50498 w 57150"/>
                    <a:gd name="connsiteY11" fmla="*/ 8760 h 38100"/>
                    <a:gd name="connsiteX12" fmla="*/ 40782 w 57150"/>
                    <a:gd name="connsiteY12" fmla="*/ 7521 h 38100"/>
                    <a:gd name="connsiteX13" fmla="*/ 40782 w 57150"/>
                    <a:gd name="connsiteY13" fmla="*/ 7521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57150" h="38100">
                      <a:moveTo>
                        <a:pt x="40782" y="7521"/>
                      </a:moveTo>
                      <a:cubicBezTo>
                        <a:pt x="37353" y="8283"/>
                        <a:pt x="33924" y="8855"/>
                        <a:pt x="30495" y="9331"/>
                      </a:cubicBezTo>
                      <a:cubicBezTo>
                        <a:pt x="31638" y="9141"/>
                        <a:pt x="32686" y="9045"/>
                        <a:pt x="33829" y="8855"/>
                      </a:cubicBezTo>
                      <a:cubicBezTo>
                        <a:pt x="29066" y="9522"/>
                        <a:pt x="24399" y="9807"/>
                        <a:pt x="19637" y="9903"/>
                      </a:cubicBezTo>
                      <a:cubicBezTo>
                        <a:pt x="16398" y="9998"/>
                        <a:pt x="13064" y="11236"/>
                        <a:pt x="10778" y="13522"/>
                      </a:cubicBezTo>
                      <a:cubicBezTo>
                        <a:pt x="8588" y="15713"/>
                        <a:pt x="6968" y="19237"/>
                        <a:pt x="7159" y="22380"/>
                      </a:cubicBezTo>
                      <a:cubicBezTo>
                        <a:pt x="7349" y="25619"/>
                        <a:pt x="8397" y="28953"/>
                        <a:pt x="10778" y="31239"/>
                      </a:cubicBezTo>
                      <a:cubicBezTo>
                        <a:pt x="13160" y="33429"/>
                        <a:pt x="16208" y="34953"/>
                        <a:pt x="19637" y="34858"/>
                      </a:cubicBezTo>
                      <a:cubicBezTo>
                        <a:pt x="28971" y="34668"/>
                        <a:pt x="38401" y="33525"/>
                        <a:pt x="47545" y="31524"/>
                      </a:cubicBezTo>
                      <a:cubicBezTo>
                        <a:pt x="50498" y="30858"/>
                        <a:pt x="53546" y="28381"/>
                        <a:pt x="54974" y="25809"/>
                      </a:cubicBezTo>
                      <a:cubicBezTo>
                        <a:pt x="56498" y="23142"/>
                        <a:pt x="57165" y="19142"/>
                        <a:pt x="56213" y="16189"/>
                      </a:cubicBezTo>
                      <a:cubicBezTo>
                        <a:pt x="55260" y="13141"/>
                        <a:pt x="53355" y="10284"/>
                        <a:pt x="50498" y="8760"/>
                      </a:cubicBezTo>
                      <a:cubicBezTo>
                        <a:pt x="47354" y="7140"/>
                        <a:pt x="44116" y="6759"/>
                        <a:pt x="40782" y="7521"/>
                      </a:cubicBezTo>
                      <a:lnTo>
                        <a:pt x="40782" y="7521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</p:grpSp>
      </p:grpSp>
      <p:grpSp>
        <p:nvGrpSpPr>
          <p:cNvPr id="65" name="组合 64"/>
          <p:cNvGrpSpPr/>
          <p:nvPr/>
        </p:nvGrpSpPr>
        <p:grpSpPr>
          <a:xfrm>
            <a:off x="1484919" y="4851135"/>
            <a:ext cx="1427959" cy="477549"/>
            <a:chOff x="6271690" y="4922582"/>
            <a:chExt cx="1138762" cy="477549"/>
          </a:xfrm>
        </p:grpSpPr>
        <p:grpSp>
          <p:nvGrpSpPr>
            <p:cNvPr id="66" name="组合 65"/>
            <p:cNvGrpSpPr/>
            <p:nvPr/>
          </p:nvGrpSpPr>
          <p:grpSpPr>
            <a:xfrm rot="10366">
              <a:off x="6271690" y="4922582"/>
              <a:ext cx="1138762" cy="477549"/>
              <a:chOff x="1007320" y="3891219"/>
              <a:chExt cx="1676400" cy="586561"/>
            </a:xfrm>
          </p:grpSpPr>
          <p:sp>
            <p:nvSpPr>
              <p:cNvPr id="68" name="任意多边形: 形状 67"/>
              <p:cNvSpPr/>
              <p:nvPr/>
            </p:nvSpPr>
            <p:spPr>
              <a:xfrm>
                <a:off x="1016286" y="3891219"/>
                <a:ext cx="1657350" cy="552450"/>
              </a:xfrm>
              <a:custGeom>
                <a:avLst/>
                <a:gdLst>
                  <a:gd name="connsiteX0" fmla="*/ 1476947 w 1657350"/>
                  <a:gd name="connsiteY0" fmla="*/ 21562 h 552450"/>
                  <a:gd name="connsiteX1" fmla="*/ 810007 w 1657350"/>
                  <a:gd name="connsiteY1" fmla="*/ 11656 h 552450"/>
                  <a:gd name="connsiteX2" fmla="*/ 437293 w 1657350"/>
                  <a:gd name="connsiteY2" fmla="*/ 26515 h 552450"/>
                  <a:gd name="connsiteX3" fmla="*/ 77439 w 1657350"/>
                  <a:gd name="connsiteY3" fmla="*/ 156912 h 552450"/>
                  <a:gd name="connsiteX4" fmla="*/ 118492 w 1657350"/>
                  <a:gd name="connsiteY4" fmla="*/ 510671 h 552450"/>
                  <a:gd name="connsiteX5" fmla="*/ 310040 w 1657350"/>
                  <a:gd name="connsiteY5" fmla="*/ 543437 h 552450"/>
                  <a:gd name="connsiteX6" fmla="*/ 943547 w 1657350"/>
                  <a:gd name="connsiteY6" fmla="*/ 550390 h 552450"/>
                  <a:gd name="connsiteX7" fmla="*/ 1290162 w 1657350"/>
                  <a:gd name="connsiteY7" fmla="*/ 531340 h 552450"/>
                  <a:gd name="connsiteX8" fmla="*/ 1596105 w 1657350"/>
                  <a:gd name="connsiteY8" fmla="*/ 402562 h 552450"/>
                  <a:gd name="connsiteX9" fmla="*/ 1476947 w 1657350"/>
                  <a:gd name="connsiteY9" fmla="*/ 21562 h 55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57350" h="552450">
                    <a:moveTo>
                      <a:pt x="1476947" y="21562"/>
                    </a:moveTo>
                    <a:cubicBezTo>
                      <a:pt x="1244156" y="-917"/>
                      <a:pt x="1043941" y="8894"/>
                      <a:pt x="810007" y="11656"/>
                    </a:cubicBezTo>
                    <a:cubicBezTo>
                      <a:pt x="685706" y="13085"/>
                      <a:pt x="561119" y="14609"/>
                      <a:pt x="437293" y="26515"/>
                    </a:cubicBezTo>
                    <a:cubicBezTo>
                      <a:pt x="312421" y="38612"/>
                      <a:pt x="167165" y="62234"/>
                      <a:pt x="77439" y="156912"/>
                    </a:cubicBezTo>
                    <a:cubicBezTo>
                      <a:pt x="-19621" y="259306"/>
                      <a:pt x="-25336" y="443234"/>
                      <a:pt x="118492" y="510671"/>
                    </a:cubicBezTo>
                    <a:cubicBezTo>
                      <a:pt x="178023" y="538579"/>
                      <a:pt x="244984" y="541246"/>
                      <a:pt x="310040" y="543437"/>
                    </a:cubicBezTo>
                    <a:cubicBezTo>
                      <a:pt x="521114" y="550676"/>
                      <a:pt x="732473" y="554581"/>
                      <a:pt x="943547" y="550390"/>
                    </a:cubicBezTo>
                    <a:cubicBezTo>
                      <a:pt x="1059181" y="548104"/>
                      <a:pt x="1175195" y="544199"/>
                      <a:pt x="1290162" y="531340"/>
                    </a:cubicBezTo>
                    <a:cubicBezTo>
                      <a:pt x="1403700" y="518672"/>
                      <a:pt x="1523239" y="496765"/>
                      <a:pt x="1596105" y="402562"/>
                    </a:cubicBezTo>
                    <a:cubicBezTo>
                      <a:pt x="1693546" y="276832"/>
                      <a:pt x="1669924" y="39850"/>
                      <a:pt x="1476947" y="21562"/>
                    </a:cubicBezTo>
                  </a:path>
                </a:pathLst>
              </a:custGeom>
              <a:solidFill>
                <a:srgbClr val="FF988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9" name="任意多边形: 形状 68"/>
              <p:cNvSpPr/>
              <p:nvPr/>
            </p:nvSpPr>
            <p:spPr>
              <a:xfrm>
                <a:off x="1007320" y="3906280"/>
                <a:ext cx="1676400" cy="571500"/>
              </a:xfrm>
              <a:custGeom>
                <a:avLst/>
                <a:gdLst>
                  <a:gd name="connsiteX0" fmla="*/ 1485913 w 1676400"/>
                  <a:gd name="connsiteY0" fmla="*/ 21449 h 571500"/>
                  <a:gd name="connsiteX1" fmla="*/ 1030999 w 1676400"/>
                  <a:gd name="connsiteY1" fmla="*/ 8114 h 571500"/>
                  <a:gd name="connsiteX2" fmla="*/ 799446 w 1676400"/>
                  <a:gd name="connsiteY2" fmla="*/ 11829 h 571500"/>
                  <a:gd name="connsiteX3" fmla="*/ 560274 w 1676400"/>
                  <a:gd name="connsiteY3" fmla="*/ 18115 h 571500"/>
                  <a:gd name="connsiteX4" fmla="*/ 352152 w 1676400"/>
                  <a:gd name="connsiteY4" fmla="*/ 38213 h 571500"/>
                  <a:gd name="connsiteX5" fmla="*/ 176416 w 1676400"/>
                  <a:gd name="connsiteY5" fmla="*/ 90029 h 571500"/>
                  <a:gd name="connsiteX6" fmla="*/ 49924 w 1676400"/>
                  <a:gd name="connsiteY6" fmla="*/ 197852 h 571500"/>
                  <a:gd name="connsiteX7" fmla="*/ 7252 w 1676400"/>
                  <a:gd name="connsiteY7" fmla="*/ 333774 h 571500"/>
                  <a:gd name="connsiteX8" fmla="*/ 46781 w 1676400"/>
                  <a:gd name="connsiteY8" fmla="*/ 465886 h 571500"/>
                  <a:gd name="connsiteX9" fmla="*/ 194704 w 1676400"/>
                  <a:gd name="connsiteY9" fmla="*/ 550182 h 571500"/>
                  <a:gd name="connsiteX10" fmla="*/ 302718 w 1676400"/>
                  <a:gd name="connsiteY10" fmla="*/ 560659 h 571500"/>
                  <a:gd name="connsiteX11" fmla="*/ 420542 w 1676400"/>
                  <a:gd name="connsiteY11" fmla="*/ 564469 h 571500"/>
                  <a:gd name="connsiteX12" fmla="*/ 661524 w 1676400"/>
                  <a:gd name="connsiteY12" fmla="*/ 569327 h 571500"/>
                  <a:gd name="connsiteX13" fmla="*/ 1144061 w 1676400"/>
                  <a:gd name="connsiteY13" fmla="*/ 561802 h 571500"/>
                  <a:gd name="connsiteX14" fmla="*/ 1361517 w 1676400"/>
                  <a:gd name="connsiteY14" fmla="*/ 541038 h 571500"/>
                  <a:gd name="connsiteX15" fmla="*/ 1531443 w 1676400"/>
                  <a:gd name="connsiteY15" fmla="*/ 487031 h 571500"/>
                  <a:gd name="connsiteX16" fmla="*/ 1639551 w 1676400"/>
                  <a:gd name="connsiteY16" fmla="*/ 372731 h 571500"/>
                  <a:gd name="connsiteX17" fmla="*/ 1669841 w 1676400"/>
                  <a:gd name="connsiteY17" fmla="*/ 245763 h 571500"/>
                  <a:gd name="connsiteX18" fmla="*/ 1553731 w 1676400"/>
                  <a:gd name="connsiteY18" fmla="*/ 38689 h 571500"/>
                  <a:gd name="connsiteX19" fmla="*/ 1485913 w 1676400"/>
                  <a:gd name="connsiteY19" fmla="*/ 21449 h 571500"/>
                  <a:gd name="connsiteX20" fmla="*/ 1485913 w 1676400"/>
                  <a:gd name="connsiteY20" fmla="*/ 39261 h 571500"/>
                  <a:gd name="connsiteX21" fmla="*/ 1599261 w 1676400"/>
                  <a:gd name="connsiteY21" fmla="*/ 92220 h 571500"/>
                  <a:gd name="connsiteX22" fmla="*/ 1648600 w 1676400"/>
                  <a:gd name="connsiteY22" fmla="*/ 196900 h 571500"/>
                  <a:gd name="connsiteX23" fmla="*/ 1572495 w 1676400"/>
                  <a:gd name="connsiteY23" fmla="*/ 434358 h 571500"/>
                  <a:gd name="connsiteX24" fmla="*/ 1420667 w 1676400"/>
                  <a:gd name="connsiteY24" fmla="*/ 511129 h 571500"/>
                  <a:gd name="connsiteX25" fmla="*/ 1227690 w 1676400"/>
                  <a:gd name="connsiteY25" fmla="*/ 538276 h 571500"/>
                  <a:gd name="connsiteX26" fmla="*/ 763061 w 1676400"/>
                  <a:gd name="connsiteY26" fmla="*/ 552087 h 571500"/>
                  <a:gd name="connsiteX27" fmla="*/ 297193 w 1676400"/>
                  <a:gd name="connsiteY27" fmla="*/ 542657 h 571500"/>
                  <a:gd name="connsiteX28" fmla="*/ 104121 w 1676400"/>
                  <a:gd name="connsiteY28" fmla="*/ 496270 h 571500"/>
                  <a:gd name="connsiteX29" fmla="*/ 29922 w 1676400"/>
                  <a:gd name="connsiteY29" fmla="*/ 387019 h 571500"/>
                  <a:gd name="connsiteX30" fmla="*/ 133173 w 1676400"/>
                  <a:gd name="connsiteY30" fmla="*/ 136606 h 571500"/>
                  <a:gd name="connsiteX31" fmla="*/ 476073 w 1676400"/>
                  <a:gd name="connsiteY31" fmla="*/ 41737 h 571500"/>
                  <a:gd name="connsiteX32" fmla="*/ 938130 w 1676400"/>
                  <a:gd name="connsiteY32" fmla="*/ 27640 h 571500"/>
                  <a:gd name="connsiteX33" fmla="*/ 1374185 w 1676400"/>
                  <a:gd name="connsiteY33" fmla="*/ 30784 h 571500"/>
                  <a:gd name="connsiteX34" fmla="*/ 1485723 w 1676400"/>
                  <a:gd name="connsiteY34" fmla="*/ 39356 h 571500"/>
                  <a:gd name="connsiteX35" fmla="*/ 1485913 w 1676400"/>
                  <a:gd name="connsiteY35" fmla="*/ 21449 h 571500"/>
                  <a:gd name="connsiteX36" fmla="*/ 1485913 w 1676400"/>
                  <a:gd name="connsiteY36" fmla="*/ 21449 h 57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1676400" h="571500">
                    <a:moveTo>
                      <a:pt x="1485913" y="21449"/>
                    </a:moveTo>
                    <a:cubicBezTo>
                      <a:pt x="1334656" y="6876"/>
                      <a:pt x="1182828" y="5733"/>
                      <a:pt x="1030999" y="8114"/>
                    </a:cubicBezTo>
                    <a:cubicBezTo>
                      <a:pt x="953847" y="9257"/>
                      <a:pt x="876599" y="10876"/>
                      <a:pt x="799446" y="11829"/>
                    </a:cubicBezTo>
                    <a:cubicBezTo>
                      <a:pt x="719722" y="12781"/>
                      <a:pt x="639903" y="13924"/>
                      <a:pt x="560274" y="18115"/>
                    </a:cubicBezTo>
                    <a:cubicBezTo>
                      <a:pt x="490741" y="21735"/>
                      <a:pt x="420923" y="27069"/>
                      <a:pt x="352152" y="38213"/>
                    </a:cubicBezTo>
                    <a:cubicBezTo>
                      <a:pt x="291764" y="47929"/>
                      <a:pt x="231566" y="62978"/>
                      <a:pt x="176416" y="90029"/>
                    </a:cubicBezTo>
                    <a:cubicBezTo>
                      <a:pt x="126124" y="114699"/>
                      <a:pt x="80595" y="150513"/>
                      <a:pt x="49924" y="197852"/>
                    </a:cubicBezTo>
                    <a:cubicBezTo>
                      <a:pt x="23921" y="238143"/>
                      <a:pt x="8681" y="285768"/>
                      <a:pt x="7252" y="333774"/>
                    </a:cubicBezTo>
                    <a:cubicBezTo>
                      <a:pt x="5823" y="380542"/>
                      <a:pt x="18492" y="428167"/>
                      <a:pt x="46781" y="465886"/>
                    </a:cubicBezTo>
                    <a:cubicBezTo>
                      <a:pt x="82595" y="513415"/>
                      <a:pt x="137364" y="538942"/>
                      <a:pt x="194704" y="550182"/>
                    </a:cubicBezTo>
                    <a:cubicBezTo>
                      <a:pt x="230232" y="557135"/>
                      <a:pt x="266618" y="559326"/>
                      <a:pt x="302718" y="560659"/>
                    </a:cubicBezTo>
                    <a:cubicBezTo>
                      <a:pt x="341961" y="562183"/>
                      <a:pt x="381299" y="563326"/>
                      <a:pt x="420542" y="564469"/>
                    </a:cubicBezTo>
                    <a:cubicBezTo>
                      <a:pt x="500838" y="566755"/>
                      <a:pt x="581229" y="568470"/>
                      <a:pt x="661524" y="569327"/>
                    </a:cubicBezTo>
                    <a:cubicBezTo>
                      <a:pt x="822306" y="571042"/>
                      <a:pt x="983469" y="570565"/>
                      <a:pt x="1144061" y="561802"/>
                    </a:cubicBezTo>
                    <a:cubicBezTo>
                      <a:pt x="1216737" y="557802"/>
                      <a:pt x="1289603" y="552373"/>
                      <a:pt x="1361517" y="541038"/>
                    </a:cubicBezTo>
                    <a:cubicBezTo>
                      <a:pt x="1420286" y="531799"/>
                      <a:pt x="1479531" y="517130"/>
                      <a:pt x="1531443" y="487031"/>
                    </a:cubicBezTo>
                    <a:cubicBezTo>
                      <a:pt x="1577639" y="460171"/>
                      <a:pt x="1616120" y="420832"/>
                      <a:pt x="1639551" y="372731"/>
                    </a:cubicBezTo>
                    <a:cubicBezTo>
                      <a:pt x="1658792" y="333298"/>
                      <a:pt x="1669079" y="289578"/>
                      <a:pt x="1669841" y="245763"/>
                    </a:cubicBezTo>
                    <a:cubicBezTo>
                      <a:pt x="1671270" y="161752"/>
                      <a:pt x="1634218" y="74122"/>
                      <a:pt x="1553731" y="38689"/>
                    </a:cubicBezTo>
                    <a:cubicBezTo>
                      <a:pt x="1532205" y="29164"/>
                      <a:pt x="1509440" y="23830"/>
                      <a:pt x="1485913" y="21449"/>
                    </a:cubicBezTo>
                    <a:cubicBezTo>
                      <a:pt x="1474483" y="20306"/>
                      <a:pt x="1474578" y="38118"/>
                      <a:pt x="1485913" y="39261"/>
                    </a:cubicBezTo>
                    <a:cubicBezTo>
                      <a:pt x="1528776" y="43547"/>
                      <a:pt x="1569447" y="60692"/>
                      <a:pt x="1599261" y="92220"/>
                    </a:cubicBezTo>
                    <a:cubicBezTo>
                      <a:pt x="1626312" y="120890"/>
                      <a:pt x="1641933" y="158419"/>
                      <a:pt x="1648600" y="196900"/>
                    </a:cubicBezTo>
                    <a:cubicBezTo>
                      <a:pt x="1663173" y="281767"/>
                      <a:pt x="1635170" y="374731"/>
                      <a:pt x="1572495" y="434358"/>
                    </a:cubicBezTo>
                    <a:cubicBezTo>
                      <a:pt x="1530490" y="474268"/>
                      <a:pt x="1476198" y="497223"/>
                      <a:pt x="1420667" y="511129"/>
                    </a:cubicBezTo>
                    <a:cubicBezTo>
                      <a:pt x="1357707" y="526941"/>
                      <a:pt x="1292270" y="532942"/>
                      <a:pt x="1227690" y="538276"/>
                    </a:cubicBezTo>
                    <a:cubicBezTo>
                      <a:pt x="1073385" y="550944"/>
                      <a:pt x="917937" y="552277"/>
                      <a:pt x="763061" y="552087"/>
                    </a:cubicBezTo>
                    <a:cubicBezTo>
                      <a:pt x="607803" y="551896"/>
                      <a:pt x="452355" y="548848"/>
                      <a:pt x="297193" y="542657"/>
                    </a:cubicBezTo>
                    <a:cubicBezTo>
                      <a:pt x="231185" y="539990"/>
                      <a:pt x="160605" y="534085"/>
                      <a:pt x="104121" y="496270"/>
                    </a:cubicBezTo>
                    <a:cubicBezTo>
                      <a:pt x="66021" y="470743"/>
                      <a:pt x="40113" y="431500"/>
                      <a:pt x="29922" y="387019"/>
                    </a:cubicBezTo>
                    <a:cubicBezTo>
                      <a:pt x="8205" y="291483"/>
                      <a:pt x="55830" y="192423"/>
                      <a:pt x="133173" y="136606"/>
                    </a:cubicBezTo>
                    <a:cubicBezTo>
                      <a:pt x="231090" y="65931"/>
                      <a:pt x="359106" y="51453"/>
                      <a:pt x="476073" y="41737"/>
                    </a:cubicBezTo>
                    <a:cubicBezTo>
                      <a:pt x="629711" y="28974"/>
                      <a:pt x="784111" y="30403"/>
                      <a:pt x="938130" y="27640"/>
                    </a:cubicBezTo>
                    <a:cubicBezTo>
                      <a:pt x="1083482" y="25069"/>
                      <a:pt x="1229024" y="22402"/>
                      <a:pt x="1374185" y="30784"/>
                    </a:cubicBezTo>
                    <a:cubicBezTo>
                      <a:pt x="1411428" y="32974"/>
                      <a:pt x="1448670" y="35832"/>
                      <a:pt x="1485723" y="39356"/>
                    </a:cubicBezTo>
                    <a:cubicBezTo>
                      <a:pt x="1497343" y="40404"/>
                      <a:pt x="1497248" y="22592"/>
                      <a:pt x="1485913" y="21449"/>
                    </a:cubicBezTo>
                    <a:lnTo>
                      <a:pt x="1485913" y="21449"/>
                    </a:lnTo>
                    <a:close/>
                  </a:path>
                </a:pathLst>
              </a:custGeom>
              <a:solidFill>
                <a:srgbClr val="F7858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67" name="文本框 66"/>
            <p:cNvSpPr txBox="1"/>
            <p:nvPr/>
          </p:nvSpPr>
          <p:spPr>
            <a:xfrm rot="10366">
              <a:off x="6358030" y="4980054"/>
              <a:ext cx="9654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  <a:cs typeface="+mn-ea"/>
                  <a:sym typeface="+mn-lt"/>
                </a:rPr>
                <a:t>是重点哦</a:t>
              </a:r>
              <a:endParaRPr lang="zh-CN" altLang="en-US" sz="20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533910" y="2689928"/>
            <a:ext cx="3436328" cy="2657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600" dirty="0">
                <a:cs typeface="+mn-ea"/>
                <a:sym typeface="+mn-lt"/>
              </a:rPr>
              <a:t>正文内容，本段适应大段文字章节。如果文字较多的内容描述比较适合放在这里。请您在此修改您的内容，或者将内容粘贴到记事本后，复制到此段落中。</a:t>
            </a:r>
            <a:endParaRPr lang="en-US" altLang="zh-CN" sz="1600" dirty="0">
              <a:cs typeface="+mn-ea"/>
              <a:sym typeface="+mn-lt"/>
            </a:endParaRPr>
          </a:p>
          <a:p>
            <a:pPr>
              <a:lnSpc>
                <a:spcPts val="2000"/>
              </a:lnSpc>
            </a:pPr>
            <a:endParaRPr lang="en-US" altLang="zh-CN" sz="1600" dirty="0">
              <a:cs typeface="+mn-ea"/>
              <a:sym typeface="+mn-lt"/>
            </a:endParaRPr>
          </a:p>
          <a:p>
            <a:pPr>
              <a:lnSpc>
                <a:spcPts val="2000"/>
              </a:lnSpc>
            </a:pPr>
            <a:r>
              <a:rPr lang="zh-CN" altLang="en-US" sz="1600" dirty="0">
                <a:cs typeface="+mn-ea"/>
                <a:sym typeface="+mn-lt"/>
              </a:rPr>
              <a:t>请您在此修改您的内容，或者将内容粘贴到记事本后，复制到此段落中。</a:t>
            </a:r>
            <a:endParaRPr lang="en-US" altLang="zh-CN" sz="1600" dirty="0">
              <a:cs typeface="+mn-ea"/>
              <a:sym typeface="+mn-lt"/>
            </a:endParaRPr>
          </a:p>
          <a:p>
            <a:pPr>
              <a:lnSpc>
                <a:spcPts val="2000"/>
              </a:lnSpc>
            </a:pPr>
            <a:endParaRPr lang="en-US" altLang="zh-CN" sz="1600" dirty="0">
              <a:cs typeface="+mn-ea"/>
              <a:sym typeface="+mn-lt"/>
            </a:endParaRPr>
          </a:p>
          <a:p>
            <a:pPr>
              <a:lnSpc>
                <a:spcPts val="2000"/>
              </a:lnSpc>
            </a:pPr>
            <a:endParaRPr lang="en-US" altLang="zh-CN" sz="1600" dirty="0"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455975" y="1975034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64454B"/>
                </a:solidFill>
                <a:cs typeface="+mn-ea"/>
                <a:sym typeface="+mn-lt"/>
              </a:rPr>
              <a:t>项目名称</a:t>
            </a:r>
            <a:endParaRPr lang="zh-CN" altLang="en-US" sz="2000" dirty="0">
              <a:solidFill>
                <a:srgbClr val="64454B"/>
              </a:solidFill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477578" y="2392504"/>
            <a:ext cx="1717202" cy="859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请您在此修改的内容，或将内容复制到此段落中。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5608098" y="1871838"/>
            <a:ext cx="714694" cy="714694"/>
          </a:xfrm>
          <a:prstGeom prst="ellipse">
            <a:avLst/>
          </a:prstGeom>
          <a:solidFill>
            <a:srgbClr val="FFD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dirty="0">
              <a:cs typeface="+mn-ea"/>
              <a:sym typeface="+mn-lt"/>
            </a:endParaRPr>
          </a:p>
        </p:txBody>
      </p:sp>
      <p:sp>
        <p:nvSpPr>
          <p:cNvPr id="8" name="arrow-pointing-left-circular-button_20407"/>
          <p:cNvSpPr>
            <a:spLocks noChangeAspect="1"/>
          </p:cNvSpPr>
          <p:nvPr/>
        </p:nvSpPr>
        <p:spPr bwMode="auto">
          <a:xfrm>
            <a:off x="5762883" y="2026881"/>
            <a:ext cx="405123" cy="404607"/>
          </a:xfrm>
          <a:custGeom>
            <a:avLst/>
            <a:gdLst>
              <a:gd name="T0" fmla="*/ 2307 w 4612"/>
              <a:gd name="T1" fmla="*/ 4614 h 4614"/>
              <a:gd name="T2" fmla="*/ 0 w 4612"/>
              <a:gd name="T3" fmla="*/ 2307 h 4614"/>
              <a:gd name="T4" fmla="*/ 2307 w 4612"/>
              <a:gd name="T5" fmla="*/ 0 h 4614"/>
              <a:gd name="T6" fmla="*/ 4612 w 4612"/>
              <a:gd name="T7" fmla="*/ 2227 h 4614"/>
              <a:gd name="T8" fmla="*/ 2031 w 4612"/>
              <a:gd name="T9" fmla="*/ 2222 h 4614"/>
              <a:gd name="T10" fmla="*/ 2479 w 4612"/>
              <a:gd name="T11" fmla="*/ 1775 h 4614"/>
              <a:gd name="T12" fmla="*/ 2367 w 4612"/>
              <a:gd name="T13" fmla="*/ 1662 h 4614"/>
              <a:gd name="T14" fmla="*/ 1727 w 4612"/>
              <a:gd name="T15" fmla="*/ 2302 h 4614"/>
              <a:gd name="T16" fmla="*/ 2378 w 4612"/>
              <a:gd name="T17" fmla="*/ 2952 h 4614"/>
              <a:gd name="T18" fmla="*/ 2490 w 4612"/>
              <a:gd name="T19" fmla="*/ 2840 h 4614"/>
              <a:gd name="T20" fmla="*/ 2032 w 4612"/>
              <a:gd name="T21" fmla="*/ 2381 h 4614"/>
              <a:gd name="T22" fmla="*/ 4612 w 4612"/>
              <a:gd name="T23" fmla="*/ 2387 h 4614"/>
              <a:gd name="T24" fmla="*/ 2307 w 4612"/>
              <a:gd name="T25" fmla="*/ 4614 h 46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612" h="4614">
                <a:moveTo>
                  <a:pt x="2307" y="4614"/>
                </a:moveTo>
                <a:cubicBezTo>
                  <a:pt x="1035" y="4614"/>
                  <a:pt x="0" y="3579"/>
                  <a:pt x="0" y="2307"/>
                </a:cubicBezTo>
                <a:cubicBezTo>
                  <a:pt x="0" y="1035"/>
                  <a:pt x="1035" y="0"/>
                  <a:pt x="2307" y="0"/>
                </a:cubicBezTo>
                <a:cubicBezTo>
                  <a:pt x="3553" y="0"/>
                  <a:pt x="4570" y="992"/>
                  <a:pt x="4612" y="2227"/>
                </a:cubicBezTo>
                <a:lnTo>
                  <a:pt x="2031" y="2222"/>
                </a:lnTo>
                <a:lnTo>
                  <a:pt x="2479" y="1775"/>
                </a:lnTo>
                <a:lnTo>
                  <a:pt x="2367" y="1662"/>
                </a:lnTo>
                <a:lnTo>
                  <a:pt x="1727" y="2302"/>
                </a:lnTo>
                <a:lnTo>
                  <a:pt x="2378" y="2952"/>
                </a:lnTo>
                <a:lnTo>
                  <a:pt x="2490" y="2840"/>
                </a:lnTo>
                <a:lnTo>
                  <a:pt x="2032" y="2381"/>
                </a:lnTo>
                <a:lnTo>
                  <a:pt x="4612" y="2387"/>
                </a:lnTo>
                <a:cubicBezTo>
                  <a:pt x="4570" y="3622"/>
                  <a:pt x="3553" y="4614"/>
                  <a:pt x="2307" y="461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5608098" y="3729438"/>
            <a:ext cx="714694" cy="714694"/>
          </a:xfrm>
          <a:prstGeom prst="ellipse">
            <a:avLst/>
          </a:prstGeom>
          <a:solidFill>
            <a:srgbClr val="C3EA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dirty="0">
              <a:cs typeface="+mn-ea"/>
              <a:sym typeface="+mn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455975" y="3832634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64454B"/>
                </a:solidFill>
                <a:cs typeface="+mn-ea"/>
                <a:sym typeface="+mn-lt"/>
              </a:rPr>
              <a:t>项目名称</a:t>
            </a:r>
            <a:endParaRPr lang="zh-CN" altLang="en-US" sz="2000" dirty="0">
              <a:solidFill>
                <a:srgbClr val="64454B"/>
              </a:solidFill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477578" y="4250104"/>
            <a:ext cx="1717202" cy="859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请您在此修改的内容，或将内容复制到此段落中。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" name="arrow-pointing-left-circular-button_20407"/>
          <p:cNvSpPr>
            <a:spLocks noChangeAspect="1"/>
          </p:cNvSpPr>
          <p:nvPr/>
        </p:nvSpPr>
        <p:spPr bwMode="auto">
          <a:xfrm>
            <a:off x="5762883" y="3884481"/>
            <a:ext cx="405123" cy="404607"/>
          </a:xfrm>
          <a:custGeom>
            <a:avLst/>
            <a:gdLst>
              <a:gd name="T0" fmla="*/ 2307 w 4612"/>
              <a:gd name="T1" fmla="*/ 4614 h 4614"/>
              <a:gd name="T2" fmla="*/ 0 w 4612"/>
              <a:gd name="T3" fmla="*/ 2307 h 4614"/>
              <a:gd name="T4" fmla="*/ 2307 w 4612"/>
              <a:gd name="T5" fmla="*/ 0 h 4614"/>
              <a:gd name="T6" fmla="*/ 4612 w 4612"/>
              <a:gd name="T7" fmla="*/ 2227 h 4614"/>
              <a:gd name="T8" fmla="*/ 2031 w 4612"/>
              <a:gd name="T9" fmla="*/ 2222 h 4614"/>
              <a:gd name="T10" fmla="*/ 2479 w 4612"/>
              <a:gd name="T11" fmla="*/ 1775 h 4614"/>
              <a:gd name="T12" fmla="*/ 2367 w 4612"/>
              <a:gd name="T13" fmla="*/ 1662 h 4614"/>
              <a:gd name="T14" fmla="*/ 1727 w 4612"/>
              <a:gd name="T15" fmla="*/ 2302 h 4614"/>
              <a:gd name="T16" fmla="*/ 2378 w 4612"/>
              <a:gd name="T17" fmla="*/ 2952 h 4614"/>
              <a:gd name="T18" fmla="*/ 2490 w 4612"/>
              <a:gd name="T19" fmla="*/ 2840 h 4614"/>
              <a:gd name="T20" fmla="*/ 2032 w 4612"/>
              <a:gd name="T21" fmla="*/ 2381 h 4614"/>
              <a:gd name="T22" fmla="*/ 4612 w 4612"/>
              <a:gd name="T23" fmla="*/ 2387 h 4614"/>
              <a:gd name="T24" fmla="*/ 2307 w 4612"/>
              <a:gd name="T25" fmla="*/ 4614 h 46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612" h="4614">
                <a:moveTo>
                  <a:pt x="2307" y="4614"/>
                </a:moveTo>
                <a:cubicBezTo>
                  <a:pt x="1035" y="4614"/>
                  <a:pt x="0" y="3579"/>
                  <a:pt x="0" y="2307"/>
                </a:cubicBezTo>
                <a:cubicBezTo>
                  <a:pt x="0" y="1035"/>
                  <a:pt x="1035" y="0"/>
                  <a:pt x="2307" y="0"/>
                </a:cubicBezTo>
                <a:cubicBezTo>
                  <a:pt x="3553" y="0"/>
                  <a:pt x="4570" y="992"/>
                  <a:pt x="4612" y="2227"/>
                </a:cubicBezTo>
                <a:lnTo>
                  <a:pt x="2031" y="2222"/>
                </a:lnTo>
                <a:lnTo>
                  <a:pt x="2479" y="1775"/>
                </a:lnTo>
                <a:lnTo>
                  <a:pt x="2367" y="1662"/>
                </a:lnTo>
                <a:lnTo>
                  <a:pt x="1727" y="2302"/>
                </a:lnTo>
                <a:lnTo>
                  <a:pt x="2378" y="2952"/>
                </a:lnTo>
                <a:lnTo>
                  <a:pt x="2490" y="2840"/>
                </a:lnTo>
                <a:lnTo>
                  <a:pt x="2032" y="2381"/>
                </a:lnTo>
                <a:lnTo>
                  <a:pt x="4612" y="2387"/>
                </a:lnTo>
                <a:cubicBezTo>
                  <a:pt x="4570" y="3622"/>
                  <a:pt x="3553" y="4614"/>
                  <a:pt x="2307" y="461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8531498" y="1871838"/>
            <a:ext cx="714694" cy="714694"/>
          </a:xfrm>
          <a:prstGeom prst="ellipse">
            <a:avLst/>
          </a:prstGeom>
          <a:solidFill>
            <a:srgbClr val="C3EA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dirty="0">
              <a:cs typeface="+mn-ea"/>
              <a:sym typeface="+mn-lt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379375" y="1975034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64454B"/>
                </a:solidFill>
                <a:cs typeface="+mn-ea"/>
                <a:sym typeface="+mn-lt"/>
              </a:rPr>
              <a:t>项目名称</a:t>
            </a:r>
            <a:endParaRPr lang="zh-CN" altLang="en-US" sz="2000" dirty="0">
              <a:solidFill>
                <a:srgbClr val="64454B"/>
              </a:solidFill>
              <a:cs typeface="+mn-ea"/>
              <a:sym typeface="+mn-lt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400978" y="2392504"/>
            <a:ext cx="1717202" cy="859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请您在此修改的内容，或将内容复制到此段落中。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9" name="arrow-pointing-left-circular-button_20407"/>
          <p:cNvSpPr>
            <a:spLocks noChangeAspect="1"/>
          </p:cNvSpPr>
          <p:nvPr/>
        </p:nvSpPr>
        <p:spPr bwMode="auto">
          <a:xfrm>
            <a:off x="8686283" y="2026881"/>
            <a:ext cx="405123" cy="404607"/>
          </a:xfrm>
          <a:custGeom>
            <a:avLst/>
            <a:gdLst>
              <a:gd name="T0" fmla="*/ 2307 w 4612"/>
              <a:gd name="T1" fmla="*/ 4614 h 4614"/>
              <a:gd name="T2" fmla="*/ 0 w 4612"/>
              <a:gd name="T3" fmla="*/ 2307 h 4614"/>
              <a:gd name="T4" fmla="*/ 2307 w 4612"/>
              <a:gd name="T5" fmla="*/ 0 h 4614"/>
              <a:gd name="T6" fmla="*/ 4612 w 4612"/>
              <a:gd name="T7" fmla="*/ 2227 h 4614"/>
              <a:gd name="T8" fmla="*/ 2031 w 4612"/>
              <a:gd name="T9" fmla="*/ 2222 h 4614"/>
              <a:gd name="T10" fmla="*/ 2479 w 4612"/>
              <a:gd name="T11" fmla="*/ 1775 h 4614"/>
              <a:gd name="T12" fmla="*/ 2367 w 4612"/>
              <a:gd name="T13" fmla="*/ 1662 h 4614"/>
              <a:gd name="T14" fmla="*/ 1727 w 4612"/>
              <a:gd name="T15" fmla="*/ 2302 h 4614"/>
              <a:gd name="T16" fmla="*/ 2378 w 4612"/>
              <a:gd name="T17" fmla="*/ 2952 h 4614"/>
              <a:gd name="T18" fmla="*/ 2490 w 4612"/>
              <a:gd name="T19" fmla="*/ 2840 h 4614"/>
              <a:gd name="T20" fmla="*/ 2032 w 4612"/>
              <a:gd name="T21" fmla="*/ 2381 h 4614"/>
              <a:gd name="T22" fmla="*/ 4612 w 4612"/>
              <a:gd name="T23" fmla="*/ 2387 h 4614"/>
              <a:gd name="T24" fmla="*/ 2307 w 4612"/>
              <a:gd name="T25" fmla="*/ 4614 h 46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612" h="4614">
                <a:moveTo>
                  <a:pt x="2307" y="4614"/>
                </a:moveTo>
                <a:cubicBezTo>
                  <a:pt x="1035" y="4614"/>
                  <a:pt x="0" y="3579"/>
                  <a:pt x="0" y="2307"/>
                </a:cubicBezTo>
                <a:cubicBezTo>
                  <a:pt x="0" y="1035"/>
                  <a:pt x="1035" y="0"/>
                  <a:pt x="2307" y="0"/>
                </a:cubicBezTo>
                <a:cubicBezTo>
                  <a:pt x="3553" y="0"/>
                  <a:pt x="4570" y="992"/>
                  <a:pt x="4612" y="2227"/>
                </a:cubicBezTo>
                <a:lnTo>
                  <a:pt x="2031" y="2222"/>
                </a:lnTo>
                <a:lnTo>
                  <a:pt x="2479" y="1775"/>
                </a:lnTo>
                <a:lnTo>
                  <a:pt x="2367" y="1662"/>
                </a:lnTo>
                <a:lnTo>
                  <a:pt x="1727" y="2302"/>
                </a:lnTo>
                <a:lnTo>
                  <a:pt x="2378" y="2952"/>
                </a:lnTo>
                <a:lnTo>
                  <a:pt x="2490" y="2840"/>
                </a:lnTo>
                <a:lnTo>
                  <a:pt x="2032" y="2381"/>
                </a:lnTo>
                <a:lnTo>
                  <a:pt x="4612" y="2387"/>
                </a:lnTo>
                <a:cubicBezTo>
                  <a:pt x="4570" y="3622"/>
                  <a:pt x="3553" y="4614"/>
                  <a:pt x="2307" y="461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8531498" y="3729438"/>
            <a:ext cx="714694" cy="714694"/>
          </a:xfrm>
          <a:prstGeom prst="ellipse">
            <a:avLst/>
          </a:prstGeom>
          <a:solidFill>
            <a:srgbClr val="FFBD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dirty="0">
              <a:cs typeface="+mn-ea"/>
              <a:sym typeface="+mn-lt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379375" y="3832634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64454B"/>
                </a:solidFill>
                <a:cs typeface="+mn-ea"/>
                <a:sym typeface="+mn-lt"/>
              </a:rPr>
              <a:t>项目名称</a:t>
            </a:r>
            <a:endParaRPr lang="zh-CN" altLang="en-US" sz="2000" dirty="0">
              <a:solidFill>
                <a:srgbClr val="64454B"/>
              </a:solidFill>
              <a:cs typeface="+mn-ea"/>
              <a:sym typeface="+mn-lt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9400978" y="4250104"/>
            <a:ext cx="1717202" cy="859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请您在此修改的内容，或将内容复制到此段落中。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arrow-pointing-left-circular-button_20407"/>
          <p:cNvSpPr>
            <a:spLocks noChangeAspect="1"/>
          </p:cNvSpPr>
          <p:nvPr/>
        </p:nvSpPr>
        <p:spPr bwMode="auto">
          <a:xfrm>
            <a:off x="8686283" y="3884481"/>
            <a:ext cx="405123" cy="404607"/>
          </a:xfrm>
          <a:custGeom>
            <a:avLst/>
            <a:gdLst>
              <a:gd name="T0" fmla="*/ 2307 w 4612"/>
              <a:gd name="T1" fmla="*/ 4614 h 4614"/>
              <a:gd name="T2" fmla="*/ 0 w 4612"/>
              <a:gd name="T3" fmla="*/ 2307 h 4614"/>
              <a:gd name="T4" fmla="*/ 2307 w 4612"/>
              <a:gd name="T5" fmla="*/ 0 h 4614"/>
              <a:gd name="T6" fmla="*/ 4612 w 4612"/>
              <a:gd name="T7" fmla="*/ 2227 h 4614"/>
              <a:gd name="T8" fmla="*/ 2031 w 4612"/>
              <a:gd name="T9" fmla="*/ 2222 h 4614"/>
              <a:gd name="T10" fmla="*/ 2479 w 4612"/>
              <a:gd name="T11" fmla="*/ 1775 h 4614"/>
              <a:gd name="T12" fmla="*/ 2367 w 4612"/>
              <a:gd name="T13" fmla="*/ 1662 h 4614"/>
              <a:gd name="T14" fmla="*/ 1727 w 4612"/>
              <a:gd name="T15" fmla="*/ 2302 h 4614"/>
              <a:gd name="T16" fmla="*/ 2378 w 4612"/>
              <a:gd name="T17" fmla="*/ 2952 h 4614"/>
              <a:gd name="T18" fmla="*/ 2490 w 4612"/>
              <a:gd name="T19" fmla="*/ 2840 h 4614"/>
              <a:gd name="T20" fmla="*/ 2032 w 4612"/>
              <a:gd name="T21" fmla="*/ 2381 h 4614"/>
              <a:gd name="T22" fmla="*/ 4612 w 4612"/>
              <a:gd name="T23" fmla="*/ 2387 h 4614"/>
              <a:gd name="T24" fmla="*/ 2307 w 4612"/>
              <a:gd name="T25" fmla="*/ 4614 h 46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612" h="4614">
                <a:moveTo>
                  <a:pt x="2307" y="4614"/>
                </a:moveTo>
                <a:cubicBezTo>
                  <a:pt x="1035" y="4614"/>
                  <a:pt x="0" y="3579"/>
                  <a:pt x="0" y="2307"/>
                </a:cubicBezTo>
                <a:cubicBezTo>
                  <a:pt x="0" y="1035"/>
                  <a:pt x="1035" y="0"/>
                  <a:pt x="2307" y="0"/>
                </a:cubicBezTo>
                <a:cubicBezTo>
                  <a:pt x="3553" y="0"/>
                  <a:pt x="4570" y="992"/>
                  <a:pt x="4612" y="2227"/>
                </a:cubicBezTo>
                <a:lnTo>
                  <a:pt x="2031" y="2222"/>
                </a:lnTo>
                <a:lnTo>
                  <a:pt x="2479" y="1775"/>
                </a:lnTo>
                <a:lnTo>
                  <a:pt x="2367" y="1662"/>
                </a:lnTo>
                <a:lnTo>
                  <a:pt x="1727" y="2302"/>
                </a:lnTo>
                <a:lnTo>
                  <a:pt x="2378" y="2952"/>
                </a:lnTo>
                <a:lnTo>
                  <a:pt x="2490" y="2840"/>
                </a:lnTo>
                <a:lnTo>
                  <a:pt x="2032" y="2381"/>
                </a:lnTo>
                <a:lnTo>
                  <a:pt x="4612" y="2387"/>
                </a:lnTo>
                <a:cubicBezTo>
                  <a:pt x="4570" y="3622"/>
                  <a:pt x="3553" y="4614"/>
                  <a:pt x="2307" y="461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1364897" y="1537379"/>
            <a:ext cx="3709601" cy="1011668"/>
            <a:chOff x="5711735" y="308037"/>
            <a:chExt cx="3709601" cy="1011668"/>
          </a:xfrm>
        </p:grpSpPr>
        <p:sp>
          <p:nvSpPr>
            <p:cNvPr id="60" name="文本框 59"/>
            <p:cNvSpPr txBox="1"/>
            <p:nvPr/>
          </p:nvSpPr>
          <p:spPr>
            <a:xfrm>
              <a:off x="6100639" y="308037"/>
              <a:ext cx="300595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400" dirty="0">
                  <a:solidFill>
                    <a:srgbClr val="64454B"/>
                  </a:solidFill>
                  <a:cs typeface="+mn-ea"/>
                  <a:sym typeface="+mn-lt"/>
                </a:rPr>
                <a:t>总结与归纳</a:t>
              </a:r>
              <a:endParaRPr lang="zh-CN" altLang="en-US" sz="4400" dirty="0">
                <a:solidFill>
                  <a:srgbClr val="64454B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5830812" y="950373"/>
              <a:ext cx="34163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7AB2DC"/>
                  </a:solidFill>
                  <a:cs typeface="+mn-ea"/>
                  <a:sym typeface="+mn-lt"/>
                </a:rPr>
                <a:t>总结本节课程的重点知识与内容</a:t>
              </a:r>
              <a:endParaRPr lang="zh-CN" altLang="en-US" dirty="0">
                <a:solidFill>
                  <a:srgbClr val="7AB2DC"/>
                </a:solidFill>
                <a:cs typeface="+mn-ea"/>
                <a:sym typeface="+mn-lt"/>
              </a:endParaRPr>
            </a:p>
          </p:txBody>
        </p:sp>
        <p:grpSp>
          <p:nvGrpSpPr>
            <p:cNvPr id="62" name="组合 61"/>
            <p:cNvGrpSpPr/>
            <p:nvPr/>
          </p:nvGrpSpPr>
          <p:grpSpPr>
            <a:xfrm>
              <a:off x="5711735" y="323266"/>
              <a:ext cx="3709601" cy="548871"/>
              <a:chOff x="5711735" y="323266"/>
              <a:chExt cx="3709601" cy="548871"/>
            </a:xfrm>
          </p:grpSpPr>
          <p:grpSp>
            <p:nvGrpSpPr>
              <p:cNvPr id="63" name="组合 62"/>
              <p:cNvGrpSpPr/>
              <p:nvPr/>
            </p:nvGrpSpPr>
            <p:grpSpPr>
              <a:xfrm>
                <a:off x="9076800" y="323266"/>
                <a:ext cx="344536" cy="548871"/>
                <a:chOff x="8363753" y="2120741"/>
                <a:chExt cx="553198" cy="881284"/>
              </a:xfrm>
            </p:grpSpPr>
            <p:sp>
              <p:nvSpPr>
                <p:cNvPr id="71" name="任意多边形: 形状 70"/>
                <p:cNvSpPr/>
                <p:nvPr/>
              </p:nvSpPr>
              <p:spPr>
                <a:xfrm>
                  <a:off x="8363753" y="2120741"/>
                  <a:ext cx="356491" cy="291674"/>
                </a:xfrm>
                <a:custGeom>
                  <a:avLst/>
                  <a:gdLst>
                    <a:gd name="connsiteX0" fmla="*/ 28470 w 314325"/>
                    <a:gd name="connsiteY0" fmla="*/ 252359 h 257175"/>
                    <a:gd name="connsiteX1" fmla="*/ 240687 w 314325"/>
                    <a:gd name="connsiteY1" fmla="*/ 77480 h 257175"/>
                    <a:gd name="connsiteX2" fmla="*/ 301742 w 314325"/>
                    <a:gd name="connsiteY2" fmla="*/ 30521 h 257175"/>
                    <a:gd name="connsiteX3" fmla="*/ 306219 w 314325"/>
                    <a:gd name="connsiteY3" fmla="*/ 13472 h 257175"/>
                    <a:gd name="connsiteX4" fmla="*/ 289169 w 314325"/>
                    <a:gd name="connsiteY4" fmla="*/ 8995 h 257175"/>
                    <a:gd name="connsiteX5" fmla="*/ 70856 w 314325"/>
                    <a:gd name="connsiteY5" fmla="*/ 183302 h 257175"/>
                    <a:gd name="connsiteX6" fmla="*/ 10754 w 314325"/>
                    <a:gd name="connsiteY6" fmla="*/ 234737 h 257175"/>
                    <a:gd name="connsiteX7" fmla="*/ 10754 w 314325"/>
                    <a:gd name="connsiteY7" fmla="*/ 252359 h 257175"/>
                    <a:gd name="connsiteX8" fmla="*/ 28470 w 314325"/>
                    <a:gd name="connsiteY8" fmla="*/ 252359 h 257175"/>
                    <a:gd name="connsiteX9" fmla="*/ 28470 w 314325"/>
                    <a:gd name="connsiteY9" fmla="*/ 252359 h 2571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14325" h="257175">
                      <a:moveTo>
                        <a:pt x="28470" y="252359"/>
                      </a:moveTo>
                      <a:cubicBezTo>
                        <a:pt x="97717" y="192256"/>
                        <a:pt x="168488" y="133868"/>
                        <a:pt x="240687" y="77480"/>
                      </a:cubicBezTo>
                      <a:cubicBezTo>
                        <a:pt x="260880" y="61668"/>
                        <a:pt x="281263" y="46047"/>
                        <a:pt x="301742" y="30521"/>
                      </a:cubicBezTo>
                      <a:cubicBezTo>
                        <a:pt x="307076" y="26426"/>
                        <a:pt x="309934" y="19758"/>
                        <a:pt x="306219" y="13472"/>
                      </a:cubicBezTo>
                      <a:cubicBezTo>
                        <a:pt x="303171" y="8138"/>
                        <a:pt x="294503" y="4899"/>
                        <a:pt x="289169" y="8995"/>
                      </a:cubicBezTo>
                      <a:cubicBezTo>
                        <a:pt x="214874" y="65192"/>
                        <a:pt x="142103" y="123295"/>
                        <a:pt x="70856" y="183302"/>
                      </a:cubicBezTo>
                      <a:cubicBezTo>
                        <a:pt x="50663" y="200257"/>
                        <a:pt x="30661" y="217402"/>
                        <a:pt x="10754" y="234737"/>
                      </a:cubicBezTo>
                      <a:cubicBezTo>
                        <a:pt x="5705" y="239119"/>
                        <a:pt x="6182" y="247882"/>
                        <a:pt x="10754" y="252359"/>
                      </a:cubicBezTo>
                      <a:cubicBezTo>
                        <a:pt x="15897" y="257407"/>
                        <a:pt x="23422" y="256740"/>
                        <a:pt x="28470" y="252359"/>
                      </a:cubicBezTo>
                      <a:lnTo>
                        <a:pt x="28470" y="252359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2" name="任意多边形: 形状 71"/>
                <p:cNvSpPr/>
                <p:nvPr/>
              </p:nvSpPr>
              <p:spPr>
                <a:xfrm>
                  <a:off x="8442217" y="2469929"/>
                  <a:ext cx="237660" cy="97225"/>
                </a:xfrm>
                <a:custGeom>
                  <a:avLst/>
                  <a:gdLst>
                    <a:gd name="connsiteX0" fmla="*/ 22534 w 209550"/>
                    <a:gd name="connsiteY0" fmla="*/ 82965 h 85725"/>
                    <a:gd name="connsiteX1" fmla="*/ 193793 w 209550"/>
                    <a:gd name="connsiteY1" fmla="*/ 31816 h 85725"/>
                    <a:gd name="connsiteX2" fmla="*/ 187126 w 209550"/>
                    <a:gd name="connsiteY2" fmla="*/ 7718 h 85725"/>
                    <a:gd name="connsiteX3" fmla="*/ 15866 w 209550"/>
                    <a:gd name="connsiteY3" fmla="*/ 58867 h 85725"/>
                    <a:gd name="connsiteX4" fmla="*/ 22534 w 209550"/>
                    <a:gd name="connsiteY4" fmla="*/ 82965 h 85725"/>
                    <a:gd name="connsiteX5" fmla="*/ 22534 w 209550"/>
                    <a:gd name="connsiteY5" fmla="*/ 82965 h 857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9550" h="85725">
                      <a:moveTo>
                        <a:pt x="22534" y="82965"/>
                      </a:moveTo>
                      <a:cubicBezTo>
                        <a:pt x="79588" y="65916"/>
                        <a:pt x="136643" y="48866"/>
                        <a:pt x="193793" y="31816"/>
                      </a:cubicBezTo>
                      <a:cubicBezTo>
                        <a:pt x="209128" y="27244"/>
                        <a:pt x="202651" y="3146"/>
                        <a:pt x="187126" y="7718"/>
                      </a:cubicBezTo>
                      <a:cubicBezTo>
                        <a:pt x="130071" y="24768"/>
                        <a:pt x="73016" y="41817"/>
                        <a:pt x="15866" y="58867"/>
                      </a:cubicBezTo>
                      <a:cubicBezTo>
                        <a:pt x="531" y="63439"/>
                        <a:pt x="7103" y="87633"/>
                        <a:pt x="22534" y="82965"/>
                      </a:cubicBezTo>
                      <a:lnTo>
                        <a:pt x="22534" y="82965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3" name="任意多边形: 形状 72"/>
                <p:cNvSpPr/>
                <p:nvPr/>
              </p:nvSpPr>
              <p:spPr>
                <a:xfrm>
                  <a:off x="8441630" y="2679373"/>
                  <a:ext cx="475321" cy="64816"/>
                </a:xfrm>
                <a:custGeom>
                  <a:avLst/>
                  <a:gdLst>
                    <a:gd name="connsiteX0" fmla="*/ 19145 w 419100"/>
                    <a:gd name="connsiteY0" fmla="*/ 52409 h 57150"/>
                    <a:gd name="connsiteX1" fmla="*/ 150971 w 419100"/>
                    <a:gd name="connsiteY1" fmla="*/ 45551 h 57150"/>
                    <a:gd name="connsiteX2" fmla="*/ 359664 w 419100"/>
                    <a:gd name="connsiteY2" fmla="*/ 34597 h 57150"/>
                    <a:gd name="connsiteX3" fmla="*/ 407765 w 419100"/>
                    <a:gd name="connsiteY3" fmla="*/ 32121 h 57150"/>
                    <a:gd name="connsiteX4" fmla="*/ 407765 w 419100"/>
                    <a:gd name="connsiteY4" fmla="*/ 7165 h 57150"/>
                    <a:gd name="connsiteX5" fmla="*/ 275939 w 419100"/>
                    <a:gd name="connsiteY5" fmla="*/ 14023 h 57150"/>
                    <a:gd name="connsiteX6" fmla="*/ 67247 w 419100"/>
                    <a:gd name="connsiteY6" fmla="*/ 24977 h 57150"/>
                    <a:gd name="connsiteX7" fmla="*/ 19145 w 419100"/>
                    <a:gd name="connsiteY7" fmla="*/ 27454 h 57150"/>
                    <a:gd name="connsiteX8" fmla="*/ 19145 w 419100"/>
                    <a:gd name="connsiteY8" fmla="*/ 52409 h 57150"/>
                    <a:gd name="connsiteX9" fmla="*/ 19145 w 419100"/>
                    <a:gd name="connsiteY9" fmla="*/ 52409 h 57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19100" h="57150">
                      <a:moveTo>
                        <a:pt x="19145" y="52409"/>
                      </a:moveTo>
                      <a:cubicBezTo>
                        <a:pt x="63056" y="50123"/>
                        <a:pt x="107061" y="47837"/>
                        <a:pt x="150971" y="45551"/>
                      </a:cubicBezTo>
                      <a:cubicBezTo>
                        <a:pt x="220504" y="41932"/>
                        <a:pt x="290132" y="38312"/>
                        <a:pt x="359664" y="34597"/>
                      </a:cubicBezTo>
                      <a:cubicBezTo>
                        <a:pt x="375666" y="33740"/>
                        <a:pt x="391763" y="32883"/>
                        <a:pt x="407765" y="32121"/>
                      </a:cubicBezTo>
                      <a:cubicBezTo>
                        <a:pt x="423767" y="31264"/>
                        <a:pt x="423863" y="6308"/>
                        <a:pt x="407765" y="7165"/>
                      </a:cubicBezTo>
                      <a:cubicBezTo>
                        <a:pt x="363855" y="9451"/>
                        <a:pt x="319850" y="11737"/>
                        <a:pt x="275939" y="14023"/>
                      </a:cubicBezTo>
                      <a:cubicBezTo>
                        <a:pt x="206407" y="17643"/>
                        <a:pt x="136779" y="21262"/>
                        <a:pt x="67247" y="24977"/>
                      </a:cubicBezTo>
                      <a:cubicBezTo>
                        <a:pt x="51245" y="25834"/>
                        <a:pt x="35147" y="26692"/>
                        <a:pt x="19145" y="27454"/>
                      </a:cubicBezTo>
                      <a:cubicBezTo>
                        <a:pt x="3239" y="28311"/>
                        <a:pt x="3048" y="53266"/>
                        <a:pt x="19145" y="52409"/>
                      </a:cubicBezTo>
                      <a:lnTo>
                        <a:pt x="19145" y="52409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4" name="任意多边形: 形状 73"/>
                <p:cNvSpPr/>
                <p:nvPr/>
              </p:nvSpPr>
              <p:spPr>
                <a:xfrm>
                  <a:off x="8684731" y="2441089"/>
                  <a:ext cx="64816" cy="54014"/>
                </a:xfrm>
                <a:custGeom>
                  <a:avLst/>
                  <a:gdLst>
                    <a:gd name="connsiteX0" fmla="*/ 22921 w 57150"/>
                    <a:gd name="connsiteY0" fmla="*/ 40100 h 47625"/>
                    <a:gd name="connsiteX1" fmla="*/ 49115 w 57150"/>
                    <a:gd name="connsiteY1" fmla="*/ 30385 h 47625"/>
                    <a:gd name="connsiteX2" fmla="*/ 54830 w 57150"/>
                    <a:gd name="connsiteY2" fmla="*/ 22955 h 47625"/>
                    <a:gd name="connsiteX3" fmla="*/ 53591 w 57150"/>
                    <a:gd name="connsiteY3" fmla="*/ 13335 h 47625"/>
                    <a:gd name="connsiteX4" fmla="*/ 46162 w 57150"/>
                    <a:gd name="connsiteY4" fmla="*/ 7620 h 47625"/>
                    <a:gd name="connsiteX5" fmla="*/ 42828 w 57150"/>
                    <a:gd name="connsiteY5" fmla="*/ 7144 h 47625"/>
                    <a:gd name="connsiteX6" fmla="*/ 36542 w 57150"/>
                    <a:gd name="connsiteY6" fmla="*/ 8858 h 47625"/>
                    <a:gd name="connsiteX7" fmla="*/ 31017 w 57150"/>
                    <a:gd name="connsiteY7" fmla="*/ 11335 h 47625"/>
                    <a:gd name="connsiteX8" fmla="*/ 33970 w 57150"/>
                    <a:gd name="connsiteY8" fmla="*/ 10097 h 47625"/>
                    <a:gd name="connsiteX9" fmla="*/ 16253 w 57150"/>
                    <a:gd name="connsiteY9" fmla="*/ 16002 h 47625"/>
                    <a:gd name="connsiteX10" fmla="*/ 8824 w 57150"/>
                    <a:gd name="connsiteY10" fmla="*/ 21717 h 47625"/>
                    <a:gd name="connsiteX11" fmla="*/ 7586 w 57150"/>
                    <a:gd name="connsiteY11" fmla="*/ 31337 h 47625"/>
                    <a:gd name="connsiteX12" fmla="*/ 13301 w 57150"/>
                    <a:gd name="connsiteY12" fmla="*/ 38767 h 47625"/>
                    <a:gd name="connsiteX13" fmla="*/ 22921 w 57150"/>
                    <a:gd name="connsiteY13" fmla="*/ 40100 h 47625"/>
                    <a:gd name="connsiteX14" fmla="*/ 22921 w 57150"/>
                    <a:gd name="connsiteY14" fmla="*/ 40100 h 476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7150" h="47625">
                      <a:moveTo>
                        <a:pt x="22921" y="40100"/>
                      </a:moveTo>
                      <a:cubicBezTo>
                        <a:pt x="31970" y="37814"/>
                        <a:pt x="40733" y="34480"/>
                        <a:pt x="49115" y="30385"/>
                      </a:cubicBezTo>
                      <a:cubicBezTo>
                        <a:pt x="51782" y="29051"/>
                        <a:pt x="54068" y="25718"/>
                        <a:pt x="54830" y="22955"/>
                      </a:cubicBezTo>
                      <a:cubicBezTo>
                        <a:pt x="55687" y="20002"/>
                        <a:pt x="55306" y="16002"/>
                        <a:pt x="53591" y="13335"/>
                      </a:cubicBezTo>
                      <a:cubicBezTo>
                        <a:pt x="51877" y="10668"/>
                        <a:pt x="49305" y="8287"/>
                        <a:pt x="46162" y="7620"/>
                      </a:cubicBezTo>
                      <a:cubicBezTo>
                        <a:pt x="45019" y="7429"/>
                        <a:pt x="43971" y="7334"/>
                        <a:pt x="42828" y="7144"/>
                      </a:cubicBezTo>
                      <a:cubicBezTo>
                        <a:pt x="40542" y="7144"/>
                        <a:pt x="38447" y="7715"/>
                        <a:pt x="36542" y="8858"/>
                      </a:cubicBezTo>
                      <a:cubicBezTo>
                        <a:pt x="34732" y="9716"/>
                        <a:pt x="32827" y="10573"/>
                        <a:pt x="31017" y="11335"/>
                      </a:cubicBezTo>
                      <a:cubicBezTo>
                        <a:pt x="31970" y="10954"/>
                        <a:pt x="33017" y="10477"/>
                        <a:pt x="33970" y="10097"/>
                      </a:cubicBezTo>
                      <a:cubicBezTo>
                        <a:pt x="28255" y="12478"/>
                        <a:pt x="22349" y="14478"/>
                        <a:pt x="16253" y="16002"/>
                      </a:cubicBezTo>
                      <a:cubicBezTo>
                        <a:pt x="13205" y="16764"/>
                        <a:pt x="10348" y="19050"/>
                        <a:pt x="8824" y="21717"/>
                      </a:cubicBezTo>
                      <a:cubicBezTo>
                        <a:pt x="7300" y="24384"/>
                        <a:pt x="6633" y="28384"/>
                        <a:pt x="7586" y="31337"/>
                      </a:cubicBezTo>
                      <a:cubicBezTo>
                        <a:pt x="8538" y="34385"/>
                        <a:pt x="10443" y="37243"/>
                        <a:pt x="13301" y="38767"/>
                      </a:cubicBezTo>
                      <a:cubicBezTo>
                        <a:pt x="16349" y="40386"/>
                        <a:pt x="19587" y="40957"/>
                        <a:pt x="22921" y="40100"/>
                      </a:cubicBezTo>
                      <a:lnTo>
                        <a:pt x="22921" y="40100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5" name="任意多边形: 形状 74"/>
                <p:cNvSpPr/>
                <p:nvPr/>
              </p:nvSpPr>
              <p:spPr>
                <a:xfrm>
                  <a:off x="8436266" y="2863921"/>
                  <a:ext cx="226858" cy="118830"/>
                </a:xfrm>
                <a:custGeom>
                  <a:avLst/>
                  <a:gdLst>
                    <a:gd name="connsiteX0" fmla="*/ 16350 w 200025"/>
                    <a:gd name="connsiteY0" fmla="*/ 31897 h 104775"/>
                    <a:gd name="connsiteX1" fmla="*/ 181037 w 200025"/>
                    <a:gd name="connsiteY1" fmla="*/ 101239 h 104775"/>
                    <a:gd name="connsiteX2" fmla="*/ 196373 w 200025"/>
                    <a:gd name="connsiteY2" fmla="*/ 92476 h 104775"/>
                    <a:gd name="connsiteX3" fmla="*/ 187610 w 200025"/>
                    <a:gd name="connsiteY3" fmla="*/ 77141 h 104775"/>
                    <a:gd name="connsiteX4" fmla="*/ 22922 w 200025"/>
                    <a:gd name="connsiteY4" fmla="*/ 7799 h 104775"/>
                    <a:gd name="connsiteX5" fmla="*/ 7587 w 200025"/>
                    <a:gd name="connsiteY5" fmla="*/ 16562 h 104775"/>
                    <a:gd name="connsiteX6" fmla="*/ 16350 w 200025"/>
                    <a:gd name="connsiteY6" fmla="*/ 31897 h 104775"/>
                    <a:gd name="connsiteX7" fmla="*/ 16350 w 200025"/>
                    <a:gd name="connsiteY7" fmla="*/ 31897 h 104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00025" h="104775">
                      <a:moveTo>
                        <a:pt x="16350" y="31897"/>
                      </a:moveTo>
                      <a:cubicBezTo>
                        <a:pt x="71214" y="55043"/>
                        <a:pt x="126173" y="78094"/>
                        <a:pt x="181037" y="101239"/>
                      </a:cubicBezTo>
                      <a:cubicBezTo>
                        <a:pt x="187229" y="103811"/>
                        <a:pt x="194753" y="98382"/>
                        <a:pt x="196373" y="92476"/>
                      </a:cubicBezTo>
                      <a:cubicBezTo>
                        <a:pt x="198373" y="85237"/>
                        <a:pt x="193896" y="79713"/>
                        <a:pt x="187610" y="77141"/>
                      </a:cubicBezTo>
                      <a:cubicBezTo>
                        <a:pt x="132746" y="53995"/>
                        <a:pt x="77786" y="30945"/>
                        <a:pt x="22922" y="7799"/>
                      </a:cubicBezTo>
                      <a:cubicBezTo>
                        <a:pt x="16731" y="5227"/>
                        <a:pt x="9206" y="10657"/>
                        <a:pt x="7587" y="16562"/>
                      </a:cubicBezTo>
                      <a:cubicBezTo>
                        <a:pt x="5682" y="23801"/>
                        <a:pt x="10159" y="29326"/>
                        <a:pt x="16350" y="31897"/>
                      </a:cubicBezTo>
                      <a:lnTo>
                        <a:pt x="16350" y="31897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6" name="任意多边形: 形状 75"/>
                <p:cNvSpPr/>
                <p:nvPr/>
              </p:nvSpPr>
              <p:spPr>
                <a:xfrm>
                  <a:off x="8673232" y="2958814"/>
                  <a:ext cx="64816" cy="43211"/>
                </a:xfrm>
                <a:custGeom>
                  <a:avLst/>
                  <a:gdLst>
                    <a:gd name="connsiteX0" fmla="*/ 13343 w 57150"/>
                    <a:gd name="connsiteY0" fmla="*/ 30334 h 38100"/>
                    <a:gd name="connsiteX1" fmla="*/ 39632 w 57150"/>
                    <a:gd name="connsiteY1" fmla="*/ 39859 h 38100"/>
                    <a:gd name="connsiteX2" fmla="*/ 49252 w 57150"/>
                    <a:gd name="connsiteY2" fmla="*/ 38621 h 38100"/>
                    <a:gd name="connsiteX3" fmla="*/ 54967 w 57150"/>
                    <a:gd name="connsiteY3" fmla="*/ 31191 h 38100"/>
                    <a:gd name="connsiteX4" fmla="*/ 53729 w 57150"/>
                    <a:gd name="connsiteY4" fmla="*/ 21571 h 38100"/>
                    <a:gd name="connsiteX5" fmla="*/ 46300 w 57150"/>
                    <a:gd name="connsiteY5" fmla="*/ 15856 h 38100"/>
                    <a:gd name="connsiteX6" fmla="*/ 27726 w 57150"/>
                    <a:gd name="connsiteY6" fmla="*/ 9760 h 38100"/>
                    <a:gd name="connsiteX7" fmla="*/ 30679 w 57150"/>
                    <a:gd name="connsiteY7" fmla="*/ 10998 h 38100"/>
                    <a:gd name="connsiteX8" fmla="*/ 25916 w 57150"/>
                    <a:gd name="connsiteY8" fmla="*/ 8903 h 38100"/>
                    <a:gd name="connsiteX9" fmla="*/ 21249 w 57150"/>
                    <a:gd name="connsiteY9" fmla="*/ 7379 h 38100"/>
                    <a:gd name="connsiteX10" fmla="*/ 16296 w 57150"/>
                    <a:gd name="connsiteY10" fmla="*/ 7569 h 38100"/>
                    <a:gd name="connsiteX11" fmla="*/ 8866 w 57150"/>
                    <a:gd name="connsiteY11" fmla="*/ 13284 h 38100"/>
                    <a:gd name="connsiteX12" fmla="*/ 7628 w 57150"/>
                    <a:gd name="connsiteY12" fmla="*/ 22905 h 38100"/>
                    <a:gd name="connsiteX13" fmla="*/ 13343 w 57150"/>
                    <a:gd name="connsiteY13" fmla="*/ 30334 h 38100"/>
                    <a:gd name="connsiteX14" fmla="*/ 13343 w 57150"/>
                    <a:gd name="connsiteY14" fmla="*/ 30334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7150" h="38100">
                      <a:moveTo>
                        <a:pt x="13343" y="30334"/>
                      </a:moveTo>
                      <a:cubicBezTo>
                        <a:pt x="21820" y="34335"/>
                        <a:pt x="30583" y="37668"/>
                        <a:pt x="39632" y="39859"/>
                      </a:cubicBezTo>
                      <a:cubicBezTo>
                        <a:pt x="42871" y="40621"/>
                        <a:pt x="46395" y="40240"/>
                        <a:pt x="49252" y="38621"/>
                      </a:cubicBezTo>
                      <a:cubicBezTo>
                        <a:pt x="51824" y="37097"/>
                        <a:pt x="54301" y="34144"/>
                        <a:pt x="54967" y="31191"/>
                      </a:cubicBezTo>
                      <a:cubicBezTo>
                        <a:pt x="55729" y="27953"/>
                        <a:pt x="55539" y="24429"/>
                        <a:pt x="53729" y="21571"/>
                      </a:cubicBezTo>
                      <a:cubicBezTo>
                        <a:pt x="52015" y="18904"/>
                        <a:pt x="49443" y="16618"/>
                        <a:pt x="46300" y="15856"/>
                      </a:cubicBezTo>
                      <a:cubicBezTo>
                        <a:pt x="39918" y="14332"/>
                        <a:pt x="33727" y="12237"/>
                        <a:pt x="27726" y="9760"/>
                      </a:cubicBezTo>
                      <a:cubicBezTo>
                        <a:pt x="28678" y="10141"/>
                        <a:pt x="29726" y="10617"/>
                        <a:pt x="30679" y="10998"/>
                      </a:cubicBezTo>
                      <a:cubicBezTo>
                        <a:pt x="29059" y="10332"/>
                        <a:pt x="27535" y="9570"/>
                        <a:pt x="25916" y="8903"/>
                      </a:cubicBezTo>
                      <a:cubicBezTo>
                        <a:pt x="24487" y="7950"/>
                        <a:pt x="22963" y="7474"/>
                        <a:pt x="21249" y="7379"/>
                      </a:cubicBezTo>
                      <a:cubicBezTo>
                        <a:pt x="19630" y="6998"/>
                        <a:pt x="17915" y="7093"/>
                        <a:pt x="16296" y="7569"/>
                      </a:cubicBezTo>
                      <a:cubicBezTo>
                        <a:pt x="13438" y="8331"/>
                        <a:pt x="10295" y="10617"/>
                        <a:pt x="8866" y="13284"/>
                      </a:cubicBezTo>
                      <a:cubicBezTo>
                        <a:pt x="7342" y="16142"/>
                        <a:pt x="6580" y="19666"/>
                        <a:pt x="7628" y="22905"/>
                      </a:cubicBezTo>
                      <a:cubicBezTo>
                        <a:pt x="8485" y="25857"/>
                        <a:pt x="10390" y="29001"/>
                        <a:pt x="13343" y="30334"/>
                      </a:cubicBezTo>
                      <a:lnTo>
                        <a:pt x="13343" y="30334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64" name="组合 63"/>
              <p:cNvGrpSpPr/>
              <p:nvPr/>
            </p:nvGrpSpPr>
            <p:grpSpPr>
              <a:xfrm>
                <a:off x="5711735" y="329427"/>
                <a:ext cx="361806" cy="536548"/>
                <a:chOff x="3553322" y="2130634"/>
                <a:chExt cx="580927" cy="861498"/>
              </a:xfrm>
            </p:grpSpPr>
            <p:sp>
              <p:nvSpPr>
                <p:cNvPr id="65" name="任意多边形: 形状 64"/>
                <p:cNvSpPr/>
                <p:nvPr/>
              </p:nvSpPr>
              <p:spPr>
                <a:xfrm>
                  <a:off x="3810167" y="2130634"/>
                  <a:ext cx="324082" cy="324082"/>
                </a:xfrm>
                <a:custGeom>
                  <a:avLst/>
                  <a:gdLst>
                    <a:gd name="connsiteX0" fmla="*/ 282173 w 285750"/>
                    <a:gd name="connsiteY0" fmla="*/ 259439 h 285750"/>
                    <a:gd name="connsiteX1" fmla="*/ 85767 w 285750"/>
                    <a:gd name="connsiteY1" fmla="*/ 63700 h 285750"/>
                    <a:gd name="connsiteX2" fmla="*/ 28712 w 285750"/>
                    <a:gd name="connsiteY2" fmla="*/ 10550 h 285750"/>
                    <a:gd name="connsiteX3" fmla="*/ 11091 w 285750"/>
                    <a:gd name="connsiteY3" fmla="*/ 28172 h 285750"/>
                    <a:gd name="connsiteX4" fmla="*/ 210354 w 285750"/>
                    <a:gd name="connsiteY4" fmla="*/ 221053 h 285750"/>
                    <a:gd name="connsiteX5" fmla="*/ 264456 w 285750"/>
                    <a:gd name="connsiteY5" fmla="*/ 277155 h 285750"/>
                    <a:gd name="connsiteX6" fmla="*/ 282173 w 285750"/>
                    <a:gd name="connsiteY6" fmla="*/ 259439 h 285750"/>
                    <a:gd name="connsiteX7" fmla="*/ 282173 w 285750"/>
                    <a:gd name="connsiteY7" fmla="*/ 259439 h 2857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85750" h="285750">
                      <a:moveTo>
                        <a:pt x="282173" y="259439"/>
                      </a:moveTo>
                      <a:cubicBezTo>
                        <a:pt x="218450" y="192478"/>
                        <a:pt x="152918" y="127232"/>
                        <a:pt x="85767" y="63700"/>
                      </a:cubicBezTo>
                      <a:cubicBezTo>
                        <a:pt x="66908" y="45888"/>
                        <a:pt x="47858" y="28172"/>
                        <a:pt x="28712" y="10550"/>
                      </a:cubicBezTo>
                      <a:cubicBezTo>
                        <a:pt x="16901" y="-308"/>
                        <a:pt x="-815" y="17313"/>
                        <a:pt x="11091" y="28172"/>
                      </a:cubicBezTo>
                      <a:cubicBezTo>
                        <a:pt x="79195" y="90656"/>
                        <a:pt x="145679" y="154949"/>
                        <a:pt x="210354" y="221053"/>
                      </a:cubicBezTo>
                      <a:cubicBezTo>
                        <a:pt x="228547" y="239627"/>
                        <a:pt x="246549" y="258296"/>
                        <a:pt x="264456" y="277155"/>
                      </a:cubicBezTo>
                      <a:cubicBezTo>
                        <a:pt x="275600" y="288776"/>
                        <a:pt x="293222" y="271154"/>
                        <a:pt x="282173" y="259439"/>
                      </a:cubicBezTo>
                      <a:lnTo>
                        <a:pt x="282173" y="259439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6" name="任意多边形: 形状 65"/>
                <p:cNvSpPr/>
                <p:nvPr/>
              </p:nvSpPr>
              <p:spPr>
                <a:xfrm>
                  <a:off x="3817878" y="2481702"/>
                  <a:ext cx="226858" cy="118830"/>
                </a:xfrm>
                <a:custGeom>
                  <a:avLst/>
                  <a:gdLst>
                    <a:gd name="connsiteX0" fmla="*/ 188601 w 200025"/>
                    <a:gd name="connsiteY0" fmla="*/ 74862 h 104775"/>
                    <a:gd name="connsiteX1" fmla="*/ 22961 w 200025"/>
                    <a:gd name="connsiteY1" fmla="*/ 7806 h 104775"/>
                    <a:gd name="connsiteX2" fmla="*/ 7626 w 200025"/>
                    <a:gd name="connsiteY2" fmla="*/ 16569 h 104775"/>
                    <a:gd name="connsiteX3" fmla="*/ 16389 w 200025"/>
                    <a:gd name="connsiteY3" fmla="*/ 31905 h 104775"/>
                    <a:gd name="connsiteX4" fmla="*/ 182029 w 200025"/>
                    <a:gd name="connsiteY4" fmla="*/ 98961 h 104775"/>
                    <a:gd name="connsiteX5" fmla="*/ 197364 w 200025"/>
                    <a:gd name="connsiteY5" fmla="*/ 90198 h 104775"/>
                    <a:gd name="connsiteX6" fmla="*/ 188601 w 200025"/>
                    <a:gd name="connsiteY6" fmla="*/ 74862 h 104775"/>
                    <a:gd name="connsiteX7" fmla="*/ 188601 w 200025"/>
                    <a:gd name="connsiteY7" fmla="*/ 74862 h 104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00025" h="104775">
                      <a:moveTo>
                        <a:pt x="188601" y="74862"/>
                      </a:moveTo>
                      <a:cubicBezTo>
                        <a:pt x="133356" y="52479"/>
                        <a:pt x="78206" y="30095"/>
                        <a:pt x="22961" y="7806"/>
                      </a:cubicBezTo>
                      <a:cubicBezTo>
                        <a:pt x="16675" y="5235"/>
                        <a:pt x="9245" y="10569"/>
                        <a:pt x="7626" y="16569"/>
                      </a:cubicBezTo>
                      <a:cubicBezTo>
                        <a:pt x="5626" y="23713"/>
                        <a:pt x="10102" y="29428"/>
                        <a:pt x="16389" y="31905"/>
                      </a:cubicBezTo>
                      <a:cubicBezTo>
                        <a:pt x="71634" y="54288"/>
                        <a:pt x="126784" y="76672"/>
                        <a:pt x="182029" y="98961"/>
                      </a:cubicBezTo>
                      <a:cubicBezTo>
                        <a:pt x="188315" y="101532"/>
                        <a:pt x="195745" y="96198"/>
                        <a:pt x="197364" y="90198"/>
                      </a:cubicBezTo>
                      <a:cubicBezTo>
                        <a:pt x="199269" y="83149"/>
                        <a:pt x="194887" y="77434"/>
                        <a:pt x="188601" y="74862"/>
                      </a:cubicBezTo>
                      <a:lnTo>
                        <a:pt x="188601" y="74862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7" name="任意多边形: 形状 66"/>
                <p:cNvSpPr/>
                <p:nvPr/>
              </p:nvSpPr>
              <p:spPr>
                <a:xfrm>
                  <a:off x="3553322" y="2667181"/>
                  <a:ext cx="475321" cy="108027"/>
                </a:xfrm>
                <a:custGeom>
                  <a:avLst/>
                  <a:gdLst>
                    <a:gd name="connsiteX0" fmla="*/ 407863 w 419100"/>
                    <a:gd name="connsiteY0" fmla="*/ 64389 h 95250"/>
                    <a:gd name="connsiteX1" fmla="*/ 277275 w 419100"/>
                    <a:gd name="connsiteY1" fmla="*/ 45053 h 95250"/>
                    <a:gd name="connsiteX2" fmla="*/ 70487 w 419100"/>
                    <a:gd name="connsiteY2" fmla="*/ 14383 h 95250"/>
                    <a:gd name="connsiteX3" fmla="*/ 22862 w 419100"/>
                    <a:gd name="connsiteY3" fmla="*/ 7334 h 95250"/>
                    <a:gd name="connsiteX4" fmla="*/ 7527 w 419100"/>
                    <a:gd name="connsiteY4" fmla="*/ 16097 h 95250"/>
                    <a:gd name="connsiteX5" fmla="*/ 16290 w 419100"/>
                    <a:gd name="connsiteY5" fmla="*/ 31433 h 95250"/>
                    <a:gd name="connsiteX6" fmla="*/ 146878 w 419100"/>
                    <a:gd name="connsiteY6" fmla="*/ 50768 h 95250"/>
                    <a:gd name="connsiteX7" fmla="*/ 353666 w 419100"/>
                    <a:gd name="connsiteY7" fmla="*/ 81439 h 95250"/>
                    <a:gd name="connsiteX8" fmla="*/ 401386 w 419100"/>
                    <a:gd name="connsiteY8" fmla="*/ 88487 h 95250"/>
                    <a:gd name="connsiteX9" fmla="*/ 416721 w 419100"/>
                    <a:gd name="connsiteY9" fmla="*/ 79724 h 95250"/>
                    <a:gd name="connsiteX10" fmla="*/ 407863 w 419100"/>
                    <a:gd name="connsiteY10" fmla="*/ 64389 h 95250"/>
                    <a:gd name="connsiteX11" fmla="*/ 407863 w 419100"/>
                    <a:gd name="connsiteY11" fmla="*/ 64389 h 952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419100" h="95250">
                      <a:moveTo>
                        <a:pt x="407863" y="64389"/>
                      </a:moveTo>
                      <a:cubicBezTo>
                        <a:pt x="364334" y="57912"/>
                        <a:pt x="320804" y="51530"/>
                        <a:pt x="277275" y="45053"/>
                      </a:cubicBezTo>
                      <a:cubicBezTo>
                        <a:pt x="208314" y="34862"/>
                        <a:pt x="139448" y="24670"/>
                        <a:pt x="70487" y="14383"/>
                      </a:cubicBezTo>
                      <a:cubicBezTo>
                        <a:pt x="54676" y="12097"/>
                        <a:pt x="38769" y="9716"/>
                        <a:pt x="22862" y="7334"/>
                      </a:cubicBezTo>
                      <a:cubicBezTo>
                        <a:pt x="16195" y="6382"/>
                        <a:pt x="9432" y="8954"/>
                        <a:pt x="7527" y="16097"/>
                      </a:cubicBezTo>
                      <a:cubicBezTo>
                        <a:pt x="5908" y="22003"/>
                        <a:pt x="9527" y="30480"/>
                        <a:pt x="16290" y="31433"/>
                      </a:cubicBezTo>
                      <a:cubicBezTo>
                        <a:pt x="59819" y="37910"/>
                        <a:pt x="103349" y="44291"/>
                        <a:pt x="146878" y="50768"/>
                      </a:cubicBezTo>
                      <a:cubicBezTo>
                        <a:pt x="215839" y="60960"/>
                        <a:pt x="284705" y="71152"/>
                        <a:pt x="353666" y="81439"/>
                      </a:cubicBezTo>
                      <a:cubicBezTo>
                        <a:pt x="369573" y="83820"/>
                        <a:pt x="385479" y="86106"/>
                        <a:pt x="401386" y="88487"/>
                      </a:cubicBezTo>
                      <a:cubicBezTo>
                        <a:pt x="408053" y="89440"/>
                        <a:pt x="414816" y="86868"/>
                        <a:pt x="416721" y="79724"/>
                      </a:cubicBezTo>
                      <a:cubicBezTo>
                        <a:pt x="418245" y="73914"/>
                        <a:pt x="414530" y="65437"/>
                        <a:pt x="407863" y="64389"/>
                      </a:cubicBezTo>
                      <a:lnTo>
                        <a:pt x="407863" y="64389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8" name="任意多边形: 形状 67"/>
                <p:cNvSpPr/>
                <p:nvPr/>
              </p:nvSpPr>
              <p:spPr>
                <a:xfrm>
                  <a:off x="3745821" y="2445788"/>
                  <a:ext cx="64816" cy="54014"/>
                </a:xfrm>
                <a:custGeom>
                  <a:avLst/>
                  <a:gdLst>
                    <a:gd name="connsiteX0" fmla="*/ 45347 w 57150"/>
                    <a:gd name="connsiteY0" fmla="*/ 18232 h 47625"/>
                    <a:gd name="connsiteX1" fmla="*/ 38775 w 57150"/>
                    <a:gd name="connsiteY1" fmla="*/ 15660 h 47625"/>
                    <a:gd name="connsiteX2" fmla="*/ 41727 w 57150"/>
                    <a:gd name="connsiteY2" fmla="*/ 16898 h 47625"/>
                    <a:gd name="connsiteX3" fmla="*/ 25916 w 57150"/>
                    <a:gd name="connsiteY3" fmla="*/ 8802 h 47625"/>
                    <a:gd name="connsiteX4" fmla="*/ 16296 w 57150"/>
                    <a:gd name="connsiteY4" fmla="*/ 7564 h 47625"/>
                    <a:gd name="connsiteX5" fmla="*/ 8866 w 57150"/>
                    <a:gd name="connsiteY5" fmla="*/ 13279 h 47625"/>
                    <a:gd name="connsiteX6" fmla="*/ 7628 w 57150"/>
                    <a:gd name="connsiteY6" fmla="*/ 22899 h 47625"/>
                    <a:gd name="connsiteX7" fmla="*/ 13343 w 57150"/>
                    <a:gd name="connsiteY7" fmla="*/ 30328 h 47625"/>
                    <a:gd name="connsiteX8" fmla="*/ 38679 w 57150"/>
                    <a:gd name="connsiteY8" fmla="*/ 42139 h 47625"/>
                    <a:gd name="connsiteX9" fmla="*/ 48300 w 57150"/>
                    <a:gd name="connsiteY9" fmla="*/ 40901 h 47625"/>
                    <a:gd name="connsiteX10" fmla="*/ 54015 w 57150"/>
                    <a:gd name="connsiteY10" fmla="*/ 33472 h 47625"/>
                    <a:gd name="connsiteX11" fmla="*/ 52776 w 57150"/>
                    <a:gd name="connsiteY11" fmla="*/ 23851 h 47625"/>
                    <a:gd name="connsiteX12" fmla="*/ 50871 w 57150"/>
                    <a:gd name="connsiteY12" fmla="*/ 21280 h 47625"/>
                    <a:gd name="connsiteX13" fmla="*/ 45347 w 57150"/>
                    <a:gd name="connsiteY13" fmla="*/ 18232 h 47625"/>
                    <a:gd name="connsiteX14" fmla="*/ 45347 w 57150"/>
                    <a:gd name="connsiteY14" fmla="*/ 18232 h 476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7150" h="47625">
                      <a:moveTo>
                        <a:pt x="45347" y="18232"/>
                      </a:moveTo>
                      <a:cubicBezTo>
                        <a:pt x="43156" y="17470"/>
                        <a:pt x="40965" y="16612"/>
                        <a:pt x="38775" y="15660"/>
                      </a:cubicBezTo>
                      <a:cubicBezTo>
                        <a:pt x="39727" y="16041"/>
                        <a:pt x="40775" y="16517"/>
                        <a:pt x="41727" y="16898"/>
                      </a:cubicBezTo>
                      <a:cubicBezTo>
                        <a:pt x="36298" y="14612"/>
                        <a:pt x="30964" y="11945"/>
                        <a:pt x="25916" y="8802"/>
                      </a:cubicBezTo>
                      <a:cubicBezTo>
                        <a:pt x="23154" y="7183"/>
                        <a:pt x="19344" y="6706"/>
                        <a:pt x="16296" y="7564"/>
                      </a:cubicBezTo>
                      <a:cubicBezTo>
                        <a:pt x="13438" y="8326"/>
                        <a:pt x="10295" y="10612"/>
                        <a:pt x="8866" y="13279"/>
                      </a:cubicBezTo>
                      <a:cubicBezTo>
                        <a:pt x="7342" y="16136"/>
                        <a:pt x="6580" y="19660"/>
                        <a:pt x="7628" y="22899"/>
                      </a:cubicBezTo>
                      <a:cubicBezTo>
                        <a:pt x="8676" y="26042"/>
                        <a:pt x="10485" y="28614"/>
                        <a:pt x="13343" y="30328"/>
                      </a:cubicBezTo>
                      <a:cubicBezTo>
                        <a:pt x="21344" y="35186"/>
                        <a:pt x="29916" y="39091"/>
                        <a:pt x="38679" y="42139"/>
                      </a:cubicBezTo>
                      <a:cubicBezTo>
                        <a:pt x="41632" y="43187"/>
                        <a:pt x="45728" y="42425"/>
                        <a:pt x="48300" y="40901"/>
                      </a:cubicBezTo>
                      <a:cubicBezTo>
                        <a:pt x="50871" y="39377"/>
                        <a:pt x="53348" y="36424"/>
                        <a:pt x="54015" y="33472"/>
                      </a:cubicBezTo>
                      <a:cubicBezTo>
                        <a:pt x="54777" y="30233"/>
                        <a:pt x="54586" y="26709"/>
                        <a:pt x="52776" y="23851"/>
                      </a:cubicBezTo>
                      <a:cubicBezTo>
                        <a:pt x="52110" y="22994"/>
                        <a:pt x="51443" y="22137"/>
                        <a:pt x="50871" y="21280"/>
                      </a:cubicBezTo>
                      <a:cubicBezTo>
                        <a:pt x="49252" y="19946"/>
                        <a:pt x="47442" y="18803"/>
                        <a:pt x="45347" y="18232"/>
                      </a:cubicBezTo>
                      <a:lnTo>
                        <a:pt x="45347" y="18232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9" name="任意多边形: 形状 68"/>
                <p:cNvSpPr/>
                <p:nvPr/>
              </p:nvSpPr>
              <p:spPr>
                <a:xfrm>
                  <a:off x="3824694" y="2909318"/>
                  <a:ext cx="237660" cy="75619"/>
                </a:xfrm>
                <a:custGeom>
                  <a:avLst/>
                  <a:gdLst>
                    <a:gd name="connsiteX0" fmla="*/ 192211 w 209550"/>
                    <a:gd name="connsiteY0" fmla="*/ 7388 h 66675"/>
                    <a:gd name="connsiteX1" fmla="*/ 16284 w 209550"/>
                    <a:gd name="connsiteY1" fmla="*/ 38535 h 66675"/>
                    <a:gd name="connsiteX2" fmla="*/ 7521 w 209550"/>
                    <a:gd name="connsiteY2" fmla="*/ 53870 h 66675"/>
                    <a:gd name="connsiteX3" fmla="*/ 22856 w 209550"/>
                    <a:gd name="connsiteY3" fmla="*/ 62633 h 66675"/>
                    <a:gd name="connsiteX4" fmla="*/ 198783 w 209550"/>
                    <a:gd name="connsiteY4" fmla="*/ 31486 h 66675"/>
                    <a:gd name="connsiteX5" fmla="*/ 207546 w 209550"/>
                    <a:gd name="connsiteY5" fmla="*/ 16151 h 66675"/>
                    <a:gd name="connsiteX6" fmla="*/ 192211 w 209550"/>
                    <a:gd name="connsiteY6" fmla="*/ 7388 h 66675"/>
                    <a:gd name="connsiteX7" fmla="*/ 192211 w 209550"/>
                    <a:gd name="connsiteY7" fmla="*/ 7388 h 66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09550" h="66675">
                      <a:moveTo>
                        <a:pt x="192211" y="7388"/>
                      </a:moveTo>
                      <a:cubicBezTo>
                        <a:pt x="133537" y="17770"/>
                        <a:pt x="74958" y="28153"/>
                        <a:pt x="16284" y="38535"/>
                      </a:cubicBezTo>
                      <a:cubicBezTo>
                        <a:pt x="9617" y="39678"/>
                        <a:pt x="5902" y="47869"/>
                        <a:pt x="7521" y="53870"/>
                      </a:cubicBezTo>
                      <a:cubicBezTo>
                        <a:pt x="9426" y="60919"/>
                        <a:pt x="16189" y="63776"/>
                        <a:pt x="22856" y="62633"/>
                      </a:cubicBezTo>
                      <a:cubicBezTo>
                        <a:pt x="81530" y="52251"/>
                        <a:pt x="140109" y="41869"/>
                        <a:pt x="198783" y="31486"/>
                      </a:cubicBezTo>
                      <a:cubicBezTo>
                        <a:pt x="205451" y="30343"/>
                        <a:pt x="209165" y="22152"/>
                        <a:pt x="207546" y="16151"/>
                      </a:cubicBezTo>
                      <a:cubicBezTo>
                        <a:pt x="205641" y="9103"/>
                        <a:pt x="198878" y="6245"/>
                        <a:pt x="192211" y="7388"/>
                      </a:cubicBezTo>
                      <a:lnTo>
                        <a:pt x="192211" y="7388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0" name="任意多边形: 形状 69"/>
                <p:cNvSpPr/>
                <p:nvPr/>
              </p:nvSpPr>
              <p:spPr>
                <a:xfrm>
                  <a:off x="3744516" y="2948921"/>
                  <a:ext cx="64816" cy="43211"/>
                </a:xfrm>
                <a:custGeom>
                  <a:avLst/>
                  <a:gdLst>
                    <a:gd name="connsiteX0" fmla="*/ 40782 w 57150"/>
                    <a:gd name="connsiteY0" fmla="*/ 7521 h 38100"/>
                    <a:gd name="connsiteX1" fmla="*/ 30495 w 57150"/>
                    <a:gd name="connsiteY1" fmla="*/ 9331 h 38100"/>
                    <a:gd name="connsiteX2" fmla="*/ 33829 w 57150"/>
                    <a:gd name="connsiteY2" fmla="*/ 8855 h 38100"/>
                    <a:gd name="connsiteX3" fmla="*/ 19637 w 57150"/>
                    <a:gd name="connsiteY3" fmla="*/ 9903 h 38100"/>
                    <a:gd name="connsiteX4" fmla="*/ 10778 w 57150"/>
                    <a:gd name="connsiteY4" fmla="*/ 13522 h 38100"/>
                    <a:gd name="connsiteX5" fmla="*/ 7159 w 57150"/>
                    <a:gd name="connsiteY5" fmla="*/ 22380 h 38100"/>
                    <a:gd name="connsiteX6" fmla="*/ 10778 w 57150"/>
                    <a:gd name="connsiteY6" fmla="*/ 31239 h 38100"/>
                    <a:gd name="connsiteX7" fmla="*/ 19637 w 57150"/>
                    <a:gd name="connsiteY7" fmla="*/ 34858 h 38100"/>
                    <a:gd name="connsiteX8" fmla="*/ 47545 w 57150"/>
                    <a:gd name="connsiteY8" fmla="*/ 31524 h 38100"/>
                    <a:gd name="connsiteX9" fmla="*/ 54974 w 57150"/>
                    <a:gd name="connsiteY9" fmla="*/ 25809 h 38100"/>
                    <a:gd name="connsiteX10" fmla="*/ 56213 w 57150"/>
                    <a:gd name="connsiteY10" fmla="*/ 16189 h 38100"/>
                    <a:gd name="connsiteX11" fmla="*/ 50498 w 57150"/>
                    <a:gd name="connsiteY11" fmla="*/ 8760 h 38100"/>
                    <a:gd name="connsiteX12" fmla="*/ 40782 w 57150"/>
                    <a:gd name="connsiteY12" fmla="*/ 7521 h 38100"/>
                    <a:gd name="connsiteX13" fmla="*/ 40782 w 57150"/>
                    <a:gd name="connsiteY13" fmla="*/ 7521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57150" h="38100">
                      <a:moveTo>
                        <a:pt x="40782" y="7521"/>
                      </a:moveTo>
                      <a:cubicBezTo>
                        <a:pt x="37353" y="8283"/>
                        <a:pt x="33924" y="8855"/>
                        <a:pt x="30495" y="9331"/>
                      </a:cubicBezTo>
                      <a:cubicBezTo>
                        <a:pt x="31638" y="9141"/>
                        <a:pt x="32686" y="9045"/>
                        <a:pt x="33829" y="8855"/>
                      </a:cubicBezTo>
                      <a:cubicBezTo>
                        <a:pt x="29066" y="9522"/>
                        <a:pt x="24399" y="9807"/>
                        <a:pt x="19637" y="9903"/>
                      </a:cubicBezTo>
                      <a:cubicBezTo>
                        <a:pt x="16398" y="9998"/>
                        <a:pt x="13064" y="11236"/>
                        <a:pt x="10778" y="13522"/>
                      </a:cubicBezTo>
                      <a:cubicBezTo>
                        <a:pt x="8588" y="15713"/>
                        <a:pt x="6968" y="19237"/>
                        <a:pt x="7159" y="22380"/>
                      </a:cubicBezTo>
                      <a:cubicBezTo>
                        <a:pt x="7349" y="25619"/>
                        <a:pt x="8397" y="28953"/>
                        <a:pt x="10778" y="31239"/>
                      </a:cubicBezTo>
                      <a:cubicBezTo>
                        <a:pt x="13160" y="33429"/>
                        <a:pt x="16208" y="34953"/>
                        <a:pt x="19637" y="34858"/>
                      </a:cubicBezTo>
                      <a:cubicBezTo>
                        <a:pt x="28971" y="34668"/>
                        <a:pt x="38401" y="33525"/>
                        <a:pt x="47545" y="31524"/>
                      </a:cubicBezTo>
                      <a:cubicBezTo>
                        <a:pt x="50498" y="30858"/>
                        <a:pt x="53546" y="28381"/>
                        <a:pt x="54974" y="25809"/>
                      </a:cubicBezTo>
                      <a:cubicBezTo>
                        <a:pt x="56498" y="23142"/>
                        <a:pt x="57165" y="19142"/>
                        <a:pt x="56213" y="16189"/>
                      </a:cubicBezTo>
                      <a:cubicBezTo>
                        <a:pt x="55260" y="13141"/>
                        <a:pt x="53355" y="10284"/>
                        <a:pt x="50498" y="8760"/>
                      </a:cubicBezTo>
                      <a:cubicBezTo>
                        <a:pt x="47354" y="7140"/>
                        <a:pt x="44116" y="6759"/>
                        <a:pt x="40782" y="7521"/>
                      </a:cubicBezTo>
                      <a:lnTo>
                        <a:pt x="40782" y="7521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</p:grpSp>
      </p:grpSp>
      <p:grpSp>
        <p:nvGrpSpPr>
          <p:cNvPr id="77" name="组合 76"/>
          <p:cNvGrpSpPr/>
          <p:nvPr/>
        </p:nvGrpSpPr>
        <p:grpSpPr>
          <a:xfrm>
            <a:off x="1683161" y="5024912"/>
            <a:ext cx="1427959" cy="477549"/>
            <a:chOff x="6271690" y="4922582"/>
            <a:chExt cx="1138762" cy="477549"/>
          </a:xfrm>
        </p:grpSpPr>
        <p:grpSp>
          <p:nvGrpSpPr>
            <p:cNvPr id="78" name="组合 77"/>
            <p:cNvGrpSpPr/>
            <p:nvPr/>
          </p:nvGrpSpPr>
          <p:grpSpPr>
            <a:xfrm rot="10366">
              <a:off x="6271690" y="4922582"/>
              <a:ext cx="1138762" cy="477549"/>
              <a:chOff x="1007320" y="3891219"/>
              <a:chExt cx="1676400" cy="586561"/>
            </a:xfrm>
          </p:grpSpPr>
          <p:sp>
            <p:nvSpPr>
              <p:cNvPr id="80" name="任意多边形: 形状 79"/>
              <p:cNvSpPr/>
              <p:nvPr/>
            </p:nvSpPr>
            <p:spPr>
              <a:xfrm>
                <a:off x="1016286" y="3891219"/>
                <a:ext cx="1657350" cy="552450"/>
              </a:xfrm>
              <a:custGeom>
                <a:avLst/>
                <a:gdLst>
                  <a:gd name="connsiteX0" fmla="*/ 1476947 w 1657350"/>
                  <a:gd name="connsiteY0" fmla="*/ 21562 h 552450"/>
                  <a:gd name="connsiteX1" fmla="*/ 810007 w 1657350"/>
                  <a:gd name="connsiteY1" fmla="*/ 11656 h 552450"/>
                  <a:gd name="connsiteX2" fmla="*/ 437293 w 1657350"/>
                  <a:gd name="connsiteY2" fmla="*/ 26515 h 552450"/>
                  <a:gd name="connsiteX3" fmla="*/ 77439 w 1657350"/>
                  <a:gd name="connsiteY3" fmla="*/ 156912 h 552450"/>
                  <a:gd name="connsiteX4" fmla="*/ 118492 w 1657350"/>
                  <a:gd name="connsiteY4" fmla="*/ 510671 h 552450"/>
                  <a:gd name="connsiteX5" fmla="*/ 310040 w 1657350"/>
                  <a:gd name="connsiteY5" fmla="*/ 543437 h 552450"/>
                  <a:gd name="connsiteX6" fmla="*/ 943547 w 1657350"/>
                  <a:gd name="connsiteY6" fmla="*/ 550390 h 552450"/>
                  <a:gd name="connsiteX7" fmla="*/ 1290162 w 1657350"/>
                  <a:gd name="connsiteY7" fmla="*/ 531340 h 552450"/>
                  <a:gd name="connsiteX8" fmla="*/ 1596105 w 1657350"/>
                  <a:gd name="connsiteY8" fmla="*/ 402562 h 552450"/>
                  <a:gd name="connsiteX9" fmla="*/ 1476947 w 1657350"/>
                  <a:gd name="connsiteY9" fmla="*/ 21562 h 55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57350" h="552450">
                    <a:moveTo>
                      <a:pt x="1476947" y="21562"/>
                    </a:moveTo>
                    <a:cubicBezTo>
                      <a:pt x="1244156" y="-917"/>
                      <a:pt x="1043941" y="8894"/>
                      <a:pt x="810007" y="11656"/>
                    </a:cubicBezTo>
                    <a:cubicBezTo>
                      <a:pt x="685706" y="13085"/>
                      <a:pt x="561119" y="14609"/>
                      <a:pt x="437293" y="26515"/>
                    </a:cubicBezTo>
                    <a:cubicBezTo>
                      <a:pt x="312421" y="38612"/>
                      <a:pt x="167165" y="62234"/>
                      <a:pt x="77439" y="156912"/>
                    </a:cubicBezTo>
                    <a:cubicBezTo>
                      <a:pt x="-19621" y="259306"/>
                      <a:pt x="-25336" y="443234"/>
                      <a:pt x="118492" y="510671"/>
                    </a:cubicBezTo>
                    <a:cubicBezTo>
                      <a:pt x="178023" y="538579"/>
                      <a:pt x="244984" y="541246"/>
                      <a:pt x="310040" y="543437"/>
                    </a:cubicBezTo>
                    <a:cubicBezTo>
                      <a:pt x="521114" y="550676"/>
                      <a:pt x="732473" y="554581"/>
                      <a:pt x="943547" y="550390"/>
                    </a:cubicBezTo>
                    <a:cubicBezTo>
                      <a:pt x="1059181" y="548104"/>
                      <a:pt x="1175195" y="544199"/>
                      <a:pt x="1290162" y="531340"/>
                    </a:cubicBezTo>
                    <a:cubicBezTo>
                      <a:pt x="1403700" y="518672"/>
                      <a:pt x="1523239" y="496765"/>
                      <a:pt x="1596105" y="402562"/>
                    </a:cubicBezTo>
                    <a:cubicBezTo>
                      <a:pt x="1693546" y="276832"/>
                      <a:pt x="1669924" y="39850"/>
                      <a:pt x="1476947" y="21562"/>
                    </a:cubicBezTo>
                  </a:path>
                </a:pathLst>
              </a:custGeom>
              <a:solidFill>
                <a:srgbClr val="FF988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1" name="任意多边形: 形状 80"/>
              <p:cNvSpPr/>
              <p:nvPr/>
            </p:nvSpPr>
            <p:spPr>
              <a:xfrm>
                <a:off x="1007320" y="3906280"/>
                <a:ext cx="1676400" cy="571500"/>
              </a:xfrm>
              <a:custGeom>
                <a:avLst/>
                <a:gdLst>
                  <a:gd name="connsiteX0" fmla="*/ 1485913 w 1676400"/>
                  <a:gd name="connsiteY0" fmla="*/ 21449 h 571500"/>
                  <a:gd name="connsiteX1" fmla="*/ 1030999 w 1676400"/>
                  <a:gd name="connsiteY1" fmla="*/ 8114 h 571500"/>
                  <a:gd name="connsiteX2" fmla="*/ 799446 w 1676400"/>
                  <a:gd name="connsiteY2" fmla="*/ 11829 h 571500"/>
                  <a:gd name="connsiteX3" fmla="*/ 560274 w 1676400"/>
                  <a:gd name="connsiteY3" fmla="*/ 18115 h 571500"/>
                  <a:gd name="connsiteX4" fmla="*/ 352152 w 1676400"/>
                  <a:gd name="connsiteY4" fmla="*/ 38213 h 571500"/>
                  <a:gd name="connsiteX5" fmla="*/ 176416 w 1676400"/>
                  <a:gd name="connsiteY5" fmla="*/ 90029 h 571500"/>
                  <a:gd name="connsiteX6" fmla="*/ 49924 w 1676400"/>
                  <a:gd name="connsiteY6" fmla="*/ 197852 h 571500"/>
                  <a:gd name="connsiteX7" fmla="*/ 7252 w 1676400"/>
                  <a:gd name="connsiteY7" fmla="*/ 333774 h 571500"/>
                  <a:gd name="connsiteX8" fmla="*/ 46781 w 1676400"/>
                  <a:gd name="connsiteY8" fmla="*/ 465886 h 571500"/>
                  <a:gd name="connsiteX9" fmla="*/ 194704 w 1676400"/>
                  <a:gd name="connsiteY9" fmla="*/ 550182 h 571500"/>
                  <a:gd name="connsiteX10" fmla="*/ 302718 w 1676400"/>
                  <a:gd name="connsiteY10" fmla="*/ 560659 h 571500"/>
                  <a:gd name="connsiteX11" fmla="*/ 420542 w 1676400"/>
                  <a:gd name="connsiteY11" fmla="*/ 564469 h 571500"/>
                  <a:gd name="connsiteX12" fmla="*/ 661524 w 1676400"/>
                  <a:gd name="connsiteY12" fmla="*/ 569327 h 571500"/>
                  <a:gd name="connsiteX13" fmla="*/ 1144061 w 1676400"/>
                  <a:gd name="connsiteY13" fmla="*/ 561802 h 571500"/>
                  <a:gd name="connsiteX14" fmla="*/ 1361517 w 1676400"/>
                  <a:gd name="connsiteY14" fmla="*/ 541038 h 571500"/>
                  <a:gd name="connsiteX15" fmla="*/ 1531443 w 1676400"/>
                  <a:gd name="connsiteY15" fmla="*/ 487031 h 571500"/>
                  <a:gd name="connsiteX16" fmla="*/ 1639551 w 1676400"/>
                  <a:gd name="connsiteY16" fmla="*/ 372731 h 571500"/>
                  <a:gd name="connsiteX17" fmla="*/ 1669841 w 1676400"/>
                  <a:gd name="connsiteY17" fmla="*/ 245763 h 571500"/>
                  <a:gd name="connsiteX18" fmla="*/ 1553731 w 1676400"/>
                  <a:gd name="connsiteY18" fmla="*/ 38689 h 571500"/>
                  <a:gd name="connsiteX19" fmla="*/ 1485913 w 1676400"/>
                  <a:gd name="connsiteY19" fmla="*/ 21449 h 571500"/>
                  <a:gd name="connsiteX20" fmla="*/ 1485913 w 1676400"/>
                  <a:gd name="connsiteY20" fmla="*/ 39261 h 571500"/>
                  <a:gd name="connsiteX21" fmla="*/ 1599261 w 1676400"/>
                  <a:gd name="connsiteY21" fmla="*/ 92220 h 571500"/>
                  <a:gd name="connsiteX22" fmla="*/ 1648600 w 1676400"/>
                  <a:gd name="connsiteY22" fmla="*/ 196900 h 571500"/>
                  <a:gd name="connsiteX23" fmla="*/ 1572495 w 1676400"/>
                  <a:gd name="connsiteY23" fmla="*/ 434358 h 571500"/>
                  <a:gd name="connsiteX24" fmla="*/ 1420667 w 1676400"/>
                  <a:gd name="connsiteY24" fmla="*/ 511129 h 571500"/>
                  <a:gd name="connsiteX25" fmla="*/ 1227690 w 1676400"/>
                  <a:gd name="connsiteY25" fmla="*/ 538276 h 571500"/>
                  <a:gd name="connsiteX26" fmla="*/ 763061 w 1676400"/>
                  <a:gd name="connsiteY26" fmla="*/ 552087 h 571500"/>
                  <a:gd name="connsiteX27" fmla="*/ 297193 w 1676400"/>
                  <a:gd name="connsiteY27" fmla="*/ 542657 h 571500"/>
                  <a:gd name="connsiteX28" fmla="*/ 104121 w 1676400"/>
                  <a:gd name="connsiteY28" fmla="*/ 496270 h 571500"/>
                  <a:gd name="connsiteX29" fmla="*/ 29922 w 1676400"/>
                  <a:gd name="connsiteY29" fmla="*/ 387019 h 571500"/>
                  <a:gd name="connsiteX30" fmla="*/ 133173 w 1676400"/>
                  <a:gd name="connsiteY30" fmla="*/ 136606 h 571500"/>
                  <a:gd name="connsiteX31" fmla="*/ 476073 w 1676400"/>
                  <a:gd name="connsiteY31" fmla="*/ 41737 h 571500"/>
                  <a:gd name="connsiteX32" fmla="*/ 938130 w 1676400"/>
                  <a:gd name="connsiteY32" fmla="*/ 27640 h 571500"/>
                  <a:gd name="connsiteX33" fmla="*/ 1374185 w 1676400"/>
                  <a:gd name="connsiteY33" fmla="*/ 30784 h 571500"/>
                  <a:gd name="connsiteX34" fmla="*/ 1485723 w 1676400"/>
                  <a:gd name="connsiteY34" fmla="*/ 39356 h 571500"/>
                  <a:gd name="connsiteX35" fmla="*/ 1485913 w 1676400"/>
                  <a:gd name="connsiteY35" fmla="*/ 21449 h 571500"/>
                  <a:gd name="connsiteX36" fmla="*/ 1485913 w 1676400"/>
                  <a:gd name="connsiteY36" fmla="*/ 21449 h 57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1676400" h="571500">
                    <a:moveTo>
                      <a:pt x="1485913" y="21449"/>
                    </a:moveTo>
                    <a:cubicBezTo>
                      <a:pt x="1334656" y="6876"/>
                      <a:pt x="1182828" y="5733"/>
                      <a:pt x="1030999" y="8114"/>
                    </a:cubicBezTo>
                    <a:cubicBezTo>
                      <a:pt x="953847" y="9257"/>
                      <a:pt x="876599" y="10876"/>
                      <a:pt x="799446" y="11829"/>
                    </a:cubicBezTo>
                    <a:cubicBezTo>
                      <a:pt x="719722" y="12781"/>
                      <a:pt x="639903" y="13924"/>
                      <a:pt x="560274" y="18115"/>
                    </a:cubicBezTo>
                    <a:cubicBezTo>
                      <a:pt x="490741" y="21735"/>
                      <a:pt x="420923" y="27069"/>
                      <a:pt x="352152" y="38213"/>
                    </a:cubicBezTo>
                    <a:cubicBezTo>
                      <a:pt x="291764" y="47929"/>
                      <a:pt x="231566" y="62978"/>
                      <a:pt x="176416" y="90029"/>
                    </a:cubicBezTo>
                    <a:cubicBezTo>
                      <a:pt x="126124" y="114699"/>
                      <a:pt x="80595" y="150513"/>
                      <a:pt x="49924" y="197852"/>
                    </a:cubicBezTo>
                    <a:cubicBezTo>
                      <a:pt x="23921" y="238143"/>
                      <a:pt x="8681" y="285768"/>
                      <a:pt x="7252" y="333774"/>
                    </a:cubicBezTo>
                    <a:cubicBezTo>
                      <a:pt x="5823" y="380542"/>
                      <a:pt x="18492" y="428167"/>
                      <a:pt x="46781" y="465886"/>
                    </a:cubicBezTo>
                    <a:cubicBezTo>
                      <a:pt x="82595" y="513415"/>
                      <a:pt x="137364" y="538942"/>
                      <a:pt x="194704" y="550182"/>
                    </a:cubicBezTo>
                    <a:cubicBezTo>
                      <a:pt x="230232" y="557135"/>
                      <a:pt x="266618" y="559326"/>
                      <a:pt x="302718" y="560659"/>
                    </a:cubicBezTo>
                    <a:cubicBezTo>
                      <a:pt x="341961" y="562183"/>
                      <a:pt x="381299" y="563326"/>
                      <a:pt x="420542" y="564469"/>
                    </a:cubicBezTo>
                    <a:cubicBezTo>
                      <a:pt x="500838" y="566755"/>
                      <a:pt x="581229" y="568470"/>
                      <a:pt x="661524" y="569327"/>
                    </a:cubicBezTo>
                    <a:cubicBezTo>
                      <a:pt x="822306" y="571042"/>
                      <a:pt x="983469" y="570565"/>
                      <a:pt x="1144061" y="561802"/>
                    </a:cubicBezTo>
                    <a:cubicBezTo>
                      <a:pt x="1216737" y="557802"/>
                      <a:pt x="1289603" y="552373"/>
                      <a:pt x="1361517" y="541038"/>
                    </a:cubicBezTo>
                    <a:cubicBezTo>
                      <a:pt x="1420286" y="531799"/>
                      <a:pt x="1479531" y="517130"/>
                      <a:pt x="1531443" y="487031"/>
                    </a:cubicBezTo>
                    <a:cubicBezTo>
                      <a:pt x="1577639" y="460171"/>
                      <a:pt x="1616120" y="420832"/>
                      <a:pt x="1639551" y="372731"/>
                    </a:cubicBezTo>
                    <a:cubicBezTo>
                      <a:pt x="1658792" y="333298"/>
                      <a:pt x="1669079" y="289578"/>
                      <a:pt x="1669841" y="245763"/>
                    </a:cubicBezTo>
                    <a:cubicBezTo>
                      <a:pt x="1671270" y="161752"/>
                      <a:pt x="1634218" y="74122"/>
                      <a:pt x="1553731" y="38689"/>
                    </a:cubicBezTo>
                    <a:cubicBezTo>
                      <a:pt x="1532205" y="29164"/>
                      <a:pt x="1509440" y="23830"/>
                      <a:pt x="1485913" y="21449"/>
                    </a:cubicBezTo>
                    <a:cubicBezTo>
                      <a:pt x="1474483" y="20306"/>
                      <a:pt x="1474578" y="38118"/>
                      <a:pt x="1485913" y="39261"/>
                    </a:cubicBezTo>
                    <a:cubicBezTo>
                      <a:pt x="1528776" y="43547"/>
                      <a:pt x="1569447" y="60692"/>
                      <a:pt x="1599261" y="92220"/>
                    </a:cubicBezTo>
                    <a:cubicBezTo>
                      <a:pt x="1626312" y="120890"/>
                      <a:pt x="1641933" y="158419"/>
                      <a:pt x="1648600" y="196900"/>
                    </a:cubicBezTo>
                    <a:cubicBezTo>
                      <a:pt x="1663173" y="281767"/>
                      <a:pt x="1635170" y="374731"/>
                      <a:pt x="1572495" y="434358"/>
                    </a:cubicBezTo>
                    <a:cubicBezTo>
                      <a:pt x="1530490" y="474268"/>
                      <a:pt x="1476198" y="497223"/>
                      <a:pt x="1420667" y="511129"/>
                    </a:cubicBezTo>
                    <a:cubicBezTo>
                      <a:pt x="1357707" y="526941"/>
                      <a:pt x="1292270" y="532942"/>
                      <a:pt x="1227690" y="538276"/>
                    </a:cubicBezTo>
                    <a:cubicBezTo>
                      <a:pt x="1073385" y="550944"/>
                      <a:pt x="917937" y="552277"/>
                      <a:pt x="763061" y="552087"/>
                    </a:cubicBezTo>
                    <a:cubicBezTo>
                      <a:pt x="607803" y="551896"/>
                      <a:pt x="452355" y="548848"/>
                      <a:pt x="297193" y="542657"/>
                    </a:cubicBezTo>
                    <a:cubicBezTo>
                      <a:pt x="231185" y="539990"/>
                      <a:pt x="160605" y="534085"/>
                      <a:pt x="104121" y="496270"/>
                    </a:cubicBezTo>
                    <a:cubicBezTo>
                      <a:pt x="66021" y="470743"/>
                      <a:pt x="40113" y="431500"/>
                      <a:pt x="29922" y="387019"/>
                    </a:cubicBezTo>
                    <a:cubicBezTo>
                      <a:pt x="8205" y="291483"/>
                      <a:pt x="55830" y="192423"/>
                      <a:pt x="133173" y="136606"/>
                    </a:cubicBezTo>
                    <a:cubicBezTo>
                      <a:pt x="231090" y="65931"/>
                      <a:pt x="359106" y="51453"/>
                      <a:pt x="476073" y="41737"/>
                    </a:cubicBezTo>
                    <a:cubicBezTo>
                      <a:pt x="629711" y="28974"/>
                      <a:pt x="784111" y="30403"/>
                      <a:pt x="938130" y="27640"/>
                    </a:cubicBezTo>
                    <a:cubicBezTo>
                      <a:pt x="1083482" y="25069"/>
                      <a:pt x="1229024" y="22402"/>
                      <a:pt x="1374185" y="30784"/>
                    </a:cubicBezTo>
                    <a:cubicBezTo>
                      <a:pt x="1411428" y="32974"/>
                      <a:pt x="1448670" y="35832"/>
                      <a:pt x="1485723" y="39356"/>
                    </a:cubicBezTo>
                    <a:cubicBezTo>
                      <a:pt x="1497343" y="40404"/>
                      <a:pt x="1497248" y="22592"/>
                      <a:pt x="1485913" y="21449"/>
                    </a:cubicBezTo>
                    <a:lnTo>
                      <a:pt x="1485913" y="21449"/>
                    </a:lnTo>
                    <a:close/>
                  </a:path>
                </a:pathLst>
              </a:custGeom>
              <a:solidFill>
                <a:srgbClr val="F7858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79" name="文本框 78"/>
            <p:cNvSpPr txBox="1"/>
            <p:nvPr/>
          </p:nvSpPr>
          <p:spPr>
            <a:xfrm rot="10366">
              <a:off x="6358030" y="4980054"/>
              <a:ext cx="9654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  <a:cs typeface="+mn-ea"/>
                  <a:sym typeface="+mn-lt"/>
                </a:rPr>
                <a:t>是重点哦</a:t>
              </a:r>
              <a:endParaRPr lang="zh-CN" altLang="en-US" sz="20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2431962" y="1951333"/>
            <a:ext cx="7571303" cy="333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zh-CN" altLang="en-US" sz="1600" dirty="0">
                <a:cs typeface="+mn-ea"/>
                <a:sym typeface="+mn-lt"/>
              </a:rPr>
              <a:t>正文内容，本段适应大段文字章节。如果文字较多的内容描述比较适合放在这里。</a:t>
            </a:r>
            <a:endParaRPr lang="en-US" altLang="zh-CN" sz="1600" dirty="0"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260706" y="3360682"/>
            <a:ext cx="339698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单击此处添加简短说明，请您在此修改您的内容。单击此处添加简短说明，请您在此修改您的内容。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260706" y="2969531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64454B"/>
                </a:solidFill>
                <a:cs typeface="+mn-ea"/>
                <a:sym typeface="+mn-lt"/>
              </a:rPr>
              <a:t>项目名称</a:t>
            </a:r>
            <a:endParaRPr lang="zh-CN" altLang="en-US" sz="2000" dirty="0">
              <a:solidFill>
                <a:srgbClr val="64454B"/>
              </a:solidFill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1350725" y="2972855"/>
            <a:ext cx="714694" cy="714694"/>
          </a:xfrm>
          <a:prstGeom prst="ellipse">
            <a:avLst/>
          </a:prstGeom>
          <a:solidFill>
            <a:srgbClr val="C3EA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dirty="0">
              <a:cs typeface="+mn-ea"/>
              <a:sym typeface="+mn-lt"/>
            </a:endParaRPr>
          </a:p>
        </p:txBody>
      </p:sp>
      <p:sp>
        <p:nvSpPr>
          <p:cNvPr id="22" name="arrow-pointing-left-circular-button_20407"/>
          <p:cNvSpPr>
            <a:spLocks noChangeAspect="1"/>
          </p:cNvSpPr>
          <p:nvPr/>
        </p:nvSpPr>
        <p:spPr bwMode="auto">
          <a:xfrm>
            <a:off x="1505510" y="3127898"/>
            <a:ext cx="405123" cy="404607"/>
          </a:xfrm>
          <a:custGeom>
            <a:avLst/>
            <a:gdLst>
              <a:gd name="T0" fmla="*/ 2307 w 4612"/>
              <a:gd name="T1" fmla="*/ 4614 h 4614"/>
              <a:gd name="T2" fmla="*/ 0 w 4612"/>
              <a:gd name="T3" fmla="*/ 2307 h 4614"/>
              <a:gd name="T4" fmla="*/ 2307 w 4612"/>
              <a:gd name="T5" fmla="*/ 0 h 4614"/>
              <a:gd name="T6" fmla="*/ 4612 w 4612"/>
              <a:gd name="T7" fmla="*/ 2227 h 4614"/>
              <a:gd name="T8" fmla="*/ 2031 w 4612"/>
              <a:gd name="T9" fmla="*/ 2222 h 4614"/>
              <a:gd name="T10" fmla="*/ 2479 w 4612"/>
              <a:gd name="T11" fmla="*/ 1775 h 4614"/>
              <a:gd name="T12" fmla="*/ 2367 w 4612"/>
              <a:gd name="T13" fmla="*/ 1662 h 4614"/>
              <a:gd name="T14" fmla="*/ 1727 w 4612"/>
              <a:gd name="T15" fmla="*/ 2302 h 4614"/>
              <a:gd name="T16" fmla="*/ 2378 w 4612"/>
              <a:gd name="T17" fmla="*/ 2952 h 4614"/>
              <a:gd name="T18" fmla="*/ 2490 w 4612"/>
              <a:gd name="T19" fmla="*/ 2840 h 4614"/>
              <a:gd name="T20" fmla="*/ 2032 w 4612"/>
              <a:gd name="T21" fmla="*/ 2381 h 4614"/>
              <a:gd name="T22" fmla="*/ 4612 w 4612"/>
              <a:gd name="T23" fmla="*/ 2387 h 4614"/>
              <a:gd name="T24" fmla="*/ 2307 w 4612"/>
              <a:gd name="T25" fmla="*/ 4614 h 46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612" h="4614">
                <a:moveTo>
                  <a:pt x="2307" y="4614"/>
                </a:moveTo>
                <a:cubicBezTo>
                  <a:pt x="1035" y="4614"/>
                  <a:pt x="0" y="3579"/>
                  <a:pt x="0" y="2307"/>
                </a:cubicBezTo>
                <a:cubicBezTo>
                  <a:pt x="0" y="1035"/>
                  <a:pt x="1035" y="0"/>
                  <a:pt x="2307" y="0"/>
                </a:cubicBezTo>
                <a:cubicBezTo>
                  <a:pt x="3553" y="0"/>
                  <a:pt x="4570" y="992"/>
                  <a:pt x="4612" y="2227"/>
                </a:cubicBezTo>
                <a:lnTo>
                  <a:pt x="2031" y="2222"/>
                </a:lnTo>
                <a:lnTo>
                  <a:pt x="2479" y="1775"/>
                </a:lnTo>
                <a:lnTo>
                  <a:pt x="2367" y="1662"/>
                </a:lnTo>
                <a:lnTo>
                  <a:pt x="1727" y="2302"/>
                </a:lnTo>
                <a:lnTo>
                  <a:pt x="2378" y="2952"/>
                </a:lnTo>
                <a:lnTo>
                  <a:pt x="2490" y="2840"/>
                </a:lnTo>
                <a:lnTo>
                  <a:pt x="2032" y="2381"/>
                </a:lnTo>
                <a:lnTo>
                  <a:pt x="4612" y="2387"/>
                </a:lnTo>
                <a:cubicBezTo>
                  <a:pt x="4570" y="3622"/>
                  <a:pt x="3553" y="4614"/>
                  <a:pt x="2307" y="461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2260706" y="4970773"/>
            <a:ext cx="339698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单击此处添加简短说明，请您在此修改您的内容。单击此处添加简短说明，请您在此修改您的内容。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2260706" y="457962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64454B"/>
                </a:solidFill>
                <a:cs typeface="+mn-ea"/>
                <a:sym typeface="+mn-lt"/>
              </a:rPr>
              <a:t>项目名称</a:t>
            </a:r>
            <a:endParaRPr lang="zh-CN" altLang="en-US" sz="2000" dirty="0">
              <a:solidFill>
                <a:srgbClr val="64454B"/>
              </a:solidFill>
              <a:cs typeface="+mn-ea"/>
              <a:sym typeface="+mn-lt"/>
            </a:endParaRPr>
          </a:p>
        </p:txBody>
      </p:sp>
      <p:sp>
        <p:nvSpPr>
          <p:cNvPr id="41" name="椭圆 40"/>
          <p:cNvSpPr/>
          <p:nvPr/>
        </p:nvSpPr>
        <p:spPr>
          <a:xfrm>
            <a:off x="1350725" y="4582946"/>
            <a:ext cx="714694" cy="714694"/>
          </a:xfrm>
          <a:prstGeom prst="ellipse">
            <a:avLst/>
          </a:prstGeom>
          <a:solidFill>
            <a:srgbClr val="FFBD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dirty="0">
              <a:cs typeface="+mn-ea"/>
              <a:sym typeface="+mn-lt"/>
            </a:endParaRPr>
          </a:p>
        </p:txBody>
      </p:sp>
      <p:sp>
        <p:nvSpPr>
          <p:cNvPr id="42" name="arrow-pointing-left-circular-button_20407"/>
          <p:cNvSpPr>
            <a:spLocks noChangeAspect="1"/>
          </p:cNvSpPr>
          <p:nvPr/>
        </p:nvSpPr>
        <p:spPr bwMode="auto">
          <a:xfrm>
            <a:off x="1505510" y="4737989"/>
            <a:ext cx="405123" cy="404607"/>
          </a:xfrm>
          <a:custGeom>
            <a:avLst/>
            <a:gdLst>
              <a:gd name="T0" fmla="*/ 2307 w 4612"/>
              <a:gd name="T1" fmla="*/ 4614 h 4614"/>
              <a:gd name="T2" fmla="*/ 0 w 4612"/>
              <a:gd name="T3" fmla="*/ 2307 h 4614"/>
              <a:gd name="T4" fmla="*/ 2307 w 4612"/>
              <a:gd name="T5" fmla="*/ 0 h 4614"/>
              <a:gd name="T6" fmla="*/ 4612 w 4612"/>
              <a:gd name="T7" fmla="*/ 2227 h 4614"/>
              <a:gd name="T8" fmla="*/ 2031 w 4612"/>
              <a:gd name="T9" fmla="*/ 2222 h 4614"/>
              <a:gd name="T10" fmla="*/ 2479 w 4612"/>
              <a:gd name="T11" fmla="*/ 1775 h 4614"/>
              <a:gd name="T12" fmla="*/ 2367 w 4612"/>
              <a:gd name="T13" fmla="*/ 1662 h 4614"/>
              <a:gd name="T14" fmla="*/ 1727 w 4612"/>
              <a:gd name="T15" fmla="*/ 2302 h 4614"/>
              <a:gd name="T16" fmla="*/ 2378 w 4612"/>
              <a:gd name="T17" fmla="*/ 2952 h 4614"/>
              <a:gd name="T18" fmla="*/ 2490 w 4612"/>
              <a:gd name="T19" fmla="*/ 2840 h 4614"/>
              <a:gd name="T20" fmla="*/ 2032 w 4612"/>
              <a:gd name="T21" fmla="*/ 2381 h 4614"/>
              <a:gd name="T22" fmla="*/ 4612 w 4612"/>
              <a:gd name="T23" fmla="*/ 2387 h 4614"/>
              <a:gd name="T24" fmla="*/ 2307 w 4612"/>
              <a:gd name="T25" fmla="*/ 4614 h 46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612" h="4614">
                <a:moveTo>
                  <a:pt x="2307" y="4614"/>
                </a:moveTo>
                <a:cubicBezTo>
                  <a:pt x="1035" y="4614"/>
                  <a:pt x="0" y="3579"/>
                  <a:pt x="0" y="2307"/>
                </a:cubicBezTo>
                <a:cubicBezTo>
                  <a:pt x="0" y="1035"/>
                  <a:pt x="1035" y="0"/>
                  <a:pt x="2307" y="0"/>
                </a:cubicBezTo>
                <a:cubicBezTo>
                  <a:pt x="3553" y="0"/>
                  <a:pt x="4570" y="992"/>
                  <a:pt x="4612" y="2227"/>
                </a:cubicBezTo>
                <a:lnTo>
                  <a:pt x="2031" y="2222"/>
                </a:lnTo>
                <a:lnTo>
                  <a:pt x="2479" y="1775"/>
                </a:lnTo>
                <a:lnTo>
                  <a:pt x="2367" y="1662"/>
                </a:lnTo>
                <a:lnTo>
                  <a:pt x="1727" y="2302"/>
                </a:lnTo>
                <a:lnTo>
                  <a:pt x="2378" y="2952"/>
                </a:lnTo>
                <a:lnTo>
                  <a:pt x="2490" y="2840"/>
                </a:lnTo>
                <a:lnTo>
                  <a:pt x="2032" y="2381"/>
                </a:lnTo>
                <a:lnTo>
                  <a:pt x="4612" y="2387"/>
                </a:lnTo>
                <a:cubicBezTo>
                  <a:pt x="4570" y="3622"/>
                  <a:pt x="3553" y="4614"/>
                  <a:pt x="2307" y="461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757725" y="2969531"/>
            <a:ext cx="4306966" cy="2863016"/>
            <a:chOff x="6732431" y="2969531"/>
            <a:chExt cx="4306966" cy="2863016"/>
          </a:xfrm>
        </p:grpSpPr>
        <p:sp>
          <p:nvSpPr>
            <p:cNvPr id="32" name="文本框 31"/>
            <p:cNvSpPr txBox="1"/>
            <p:nvPr/>
          </p:nvSpPr>
          <p:spPr>
            <a:xfrm>
              <a:off x="7642412" y="3360682"/>
              <a:ext cx="3396985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2000"/>
                </a:lnSpc>
              </a:pPr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单击此处添加简短说明，请您在此修改您的内容。单击此处添加简短说明，请您在此修改您的内容。</a:t>
              </a:r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7642412" y="2969531"/>
              <a:ext cx="12105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>
                  <a:solidFill>
                    <a:srgbClr val="64454B"/>
                  </a:solidFill>
                  <a:cs typeface="+mn-ea"/>
                  <a:sym typeface="+mn-lt"/>
                </a:rPr>
                <a:t>项目名称</a:t>
              </a:r>
              <a:endParaRPr lang="zh-CN" altLang="en-US" sz="2000" dirty="0">
                <a:solidFill>
                  <a:srgbClr val="64454B"/>
                </a:solidFill>
                <a:cs typeface="+mn-ea"/>
                <a:sym typeface="+mn-lt"/>
              </a:endParaRPr>
            </a:p>
          </p:txBody>
        </p:sp>
        <p:sp>
          <p:nvSpPr>
            <p:cNvPr id="35" name="椭圆 34"/>
            <p:cNvSpPr/>
            <p:nvPr/>
          </p:nvSpPr>
          <p:spPr>
            <a:xfrm>
              <a:off x="6732431" y="2972855"/>
              <a:ext cx="714694" cy="714694"/>
            </a:xfrm>
            <a:prstGeom prst="ellipse">
              <a:avLst/>
            </a:prstGeom>
            <a:solidFill>
              <a:srgbClr val="FFD4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400" dirty="0">
                <a:cs typeface="+mn-ea"/>
                <a:sym typeface="+mn-lt"/>
              </a:endParaRPr>
            </a:p>
          </p:txBody>
        </p:sp>
        <p:sp>
          <p:nvSpPr>
            <p:cNvPr id="36" name="arrow-pointing-left-circular-button_20407"/>
            <p:cNvSpPr>
              <a:spLocks noChangeAspect="1"/>
            </p:cNvSpPr>
            <p:nvPr/>
          </p:nvSpPr>
          <p:spPr bwMode="auto">
            <a:xfrm>
              <a:off x="6887216" y="3127898"/>
              <a:ext cx="405123" cy="404607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7642412" y="4970773"/>
              <a:ext cx="3396985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2000"/>
                </a:lnSpc>
              </a:pPr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单击此处添加简短说明，请您在此修改您的内容。单击此处添加简短说明，请您在此修改您的内容。</a:t>
              </a:r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7642412" y="4579622"/>
              <a:ext cx="12105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>
                  <a:solidFill>
                    <a:srgbClr val="64454B"/>
                  </a:solidFill>
                  <a:cs typeface="+mn-ea"/>
                  <a:sym typeface="+mn-lt"/>
                </a:rPr>
                <a:t>项目名称</a:t>
              </a:r>
              <a:endParaRPr lang="zh-CN" altLang="en-US" sz="2000" dirty="0">
                <a:solidFill>
                  <a:srgbClr val="64454B"/>
                </a:solidFill>
                <a:cs typeface="+mn-ea"/>
                <a:sym typeface="+mn-lt"/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6732431" y="4582946"/>
              <a:ext cx="714694" cy="714694"/>
            </a:xfrm>
            <a:prstGeom prst="ellipse">
              <a:avLst/>
            </a:prstGeom>
            <a:solidFill>
              <a:srgbClr val="C3EA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400" dirty="0">
                <a:cs typeface="+mn-ea"/>
                <a:sym typeface="+mn-lt"/>
              </a:endParaRPr>
            </a:p>
          </p:txBody>
        </p:sp>
        <p:sp>
          <p:nvSpPr>
            <p:cNvPr id="48" name="arrow-pointing-left-circular-button_20407"/>
            <p:cNvSpPr>
              <a:spLocks noChangeAspect="1"/>
            </p:cNvSpPr>
            <p:nvPr/>
          </p:nvSpPr>
          <p:spPr bwMode="auto">
            <a:xfrm>
              <a:off x="6887216" y="4737989"/>
              <a:ext cx="405123" cy="404607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cs typeface="+mn-ea"/>
                <a:sym typeface="+mn-lt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4241199" y="866598"/>
            <a:ext cx="3709601" cy="1011668"/>
            <a:chOff x="5711735" y="308037"/>
            <a:chExt cx="3709601" cy="1011668"/>
          </a:xfrm>
        </p:grpSpPr>
        <p:sp>
          <p:nvSpPr>
            <p:cNvPr id="63" name="文本框 62"/>
            <p:cNvSpPr txBox="1"/>
            <p:nvPr/>
          </p:nvSpPr>
          <p:spPr>
            <a:xfrm>
              <a:off x="6100639" y="308037"/>
              <a:ext cx="300595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400" dirty="0">
                  <a:solidFill>
                    <a:srgbClr val="64454B"/>
                  </a:solidFill>
                  <a:cs typeface="+mn-ea"/>
                  <a:sym typeface="+mn-lt"/>
                </a:rPr>
                <a:t>总结与归纳</a:t>
              </a:r>
              <a:endParaRPr lang="zh-CN" altLang="en-US" sz="4400" dirty="0">
                <a:solidFill>
                  <a:srgbClr val="64454B"/>
                </a:solidFill>
                <a:cs typeface="+mn-ea"/>
                <a:sym typeface="+mn-lt"/>
              </a:endParaRPr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5830812" y="950373"/>
              <a:ext cx="34163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7AB2DC"/>
                  </a:solidFill>
                  <a:cs typeface="+mn-ea"/>
                  <a:sym typeface="+mn-lt"/>
                </a:rPr>
                <a:t>总结本节课程的重点知识与内容</a:t>
              </a:r>
              <a:endParaRPr lang="zh-CN" altLang="en-US" dirty="0">
                <a:solidFill>
                  <a:srgbClr val="7AB2DC"/>
                </a:solidFill>
                <a:cs typeface="+mn-ea"/>
                <a:sym typeface="+mn-lt"/>
              </a:endParaRPr>
            </a:p>
          </p:txBody>
        </p:sp>
        <p:grpSp>
          <p:nvGrpSpPr>
            <p:cNvPr id="65" name="组合 64"/>
            <p:cNvGrpSpPr/>
            <p:nvPr/>
          </p:nvGrpSpPr>
          <p:grpSpPr>
            <a:xfrm>
              <a:off x="5711735" y="323266"/>
              <a:ext cx="3709601" cy="548871"/>
              <a:chOff x="5711735" y="323266"/>
              <a:chExt cx="3709601" cy="548871"/>
            </a:xfrm>
          </p:grpSpPr>
          <p:grpSp>
            <p:nvGrpSpPr>
              <p:cNvPr id="66" name="组合 65"/>
              <p:cNvGrpSpPr/>
              <p:nvPr/>
            </p:nvGrpSpPr>
            <p:grpSpPr>
              <a:xfrm>
                <a:off x="9076800" y="323266"/>
                <a:ext cx="344536" cy="548871"/>
                <a:chOff x="8363753" y="2120741"/>
                <a:chExt cx="553198" cy="881284"/>
              </a:xfrm>
            </p:grpSpPr>
            <p:sp>
              <p:nvSpPr>
                <p:cNvPr id="74" name="任意多边形: 形状 73"/>
                <p:cNvSpPr/>
                <p:nvPr/>
              </p:nvSpPr>
              <p:spPr>
                <a:xfrm>
                  <a:off x="8363753" y="2120741"/>
                  <a:ext cx="356491" cy="291674"/>
                </a:xfrm>
                <a:custGeom>
                  <a:avLst/>
                  <a:gdLst>
                    <a:gd name="connsiteX0" fmla="*/ 28470 w 314325"/>
                    <a:gd name="connsiteY0" fmla="*/ 252359 h 257175"/>
                    <a:gd name="connsiteX1" fmla="*/ 240687 w 314325"/>
                    <a:gd name="connsiteY1" fmla="*/ 77480 h 257175"/>
                    <a:gd name="connsiteX2" fmla="*/ 301742 w 314325"/>
                    <a:gd name="connsiteY2" fmla="*/ 30521 h 257175"/>
                    <a:gd name="connsiteX3" fmla="*/ 306219 w 314325"/>
                    <a:gd name="connsiteY3" fmla="*/ 13472 h 257175"/>
                    <a:gd name="connsiteX4" fmla="*/ 289169 w 314325"/>
                    <a:gd name="connsiteY4" fmla="*/ 8995 h 257175"/>
                    <a:gd name="connsiteX5" fmla="*/ 70856 w 314325"/>
                    <a:gd name="connsiteY5" fmla="*/ 183302 h 257175"/>
                    <a:gd name="connsiteX6" fmla="*/ 10754 w 314325"/>
                    <a:gd name="connsiteY6" fmla="*/ 234737 h 257175"/>
                    <a:gd name="connsiteX7" fmla="*/ 10754 w 314325"/>
                    <a:gd name="connsiteY7" fmla="*/ 252359 h 257175"/>
                    <a:gd name="connsiteX8" fmla="*/ 28470 w 314325"/>
                    <a:gd name="connsiteY8" fmla="*/ 252359 h 257175"/>
                    <a:gd name="connsiteX9" fmla="*/ 28470 w 314325"/>
                    <a:gd name="connsiteY9" fmla="*/ 252359 h 2571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14325" h="257175">
                      <a:moveTo>
                        <a:pt x="28470" y="252359"/>
                      </a:moveTo>
                      <a:cubicBezTo>
                        <a:pt x="97717" y="192256"/>
                        <a:pt x="168488" y="133868"/>
                        <a:pt x="240687" y="77480"/>
                      </a:cubicBezTo>
                      <a:cubicBezTo>
                        <a:pt x="260880" y="61668"/>
                        <a:pt x="281263" y="46047"/>
                        <a:pt x="301742" y="30521"/>
                      </a:cubicBezTo>
                      <a:cubicBezTo>
                        <a:pt x="307076" y="26426"/>
                        <a:pt x="309934" y="19758"/>
                        <a:pt x="306219" y="13472"/>
                      </a:cubicBezTo>
                      <a:cubicBezTo>
                        <a:pt x="303171" y="8138"/>
                        <a:pt x="294503" y="4899"/>
                        <a:pt x="289169" y="8995"/>
                      </a:cubicBezTo>
                      <a:cubicBezTo>
                        <a:pt x="214874" y="65192"/>
                        <a:pt x="142103" y="123295"/>
                        <a:pt x="70856" y="183302"/>
                      </a:cubicBezTo>
                      <a:cubicBezTo>
                        <a:pt x="50663" y="200257"/>
                        <a:pt x="30661" y="217402"/>
                        <a:pt x="10754" y="234737"/>
                      </a:cubicBezTo>
                      <a:cubicBezTo>
                        <a:pt x="5705" y="239119"/>
                        <a:pt x="6182" y="247882"/>
                        <a:pt x="10754" y="252359"/>
                      </a:cubicBezTo>
                      <a:cubicBezTo>
                        <a:pt x="15897" y="257407"/>
                        <a:pt x="23422" y="256740"/>
                        <a:pt x="28470" y="252359"/>
                      </a:cubicBezTo>
                      <a:lnTo>
                        <a:pt x="28470" y="252359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5" name="任意多边形: 形状 74"/>
                <p:cNvSpPr/>
                <p:nvPr/>
              </p:nvSpPr>
              <p:spPr>
                <a:xfrm>
                  <a:off x="8442217" y="2469929"/>
                  <a:ext cx="237660" cy="97225"/>
                </a:xfrm>
                <a:custGeom>
                  <a:avLst/>
                  <a:gdLst>
                    <a:gd name="connsiteX0" fmla="*/ 22534 w 209550"/>
                    <a:gd name="connsiteY0" fmla="*/ 82965 h 85725"/>
                    <a:gd name="connsiteX1" fmla="*/ 193793 w 209550"/>
                    <a:gd name="connsiteY1" fmla="*/ 31816 h 85725"/>
                    <a:gd name="connsiteX2" fmla="*/ 187126 w 209550"/>
                    <a:gd name="connsiteY2" fmla="*/ 7718 h 85725"/>
                    <a:gd name="connsiteX3" fmla="*/ 15866 w 209550"/>
                    <a:gd name="connsiteY3" fmla="*/ 58867 h 85725"/>
                    <a:gd name="connsiteX4" fmla="*/ 22534 w 209550"/>
                    <a:gd name="connsiteY4" fmla="*/ 82965 h 85725"/>
                    <a:gd name="connsiteX5" fmla="*/ 22534 w 209550"/>
                    <a:gd name="connsiteY5" fmla="*/ 82965 h 857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9550" h="85725">
                      <a:moveTo>
                        <a:pt x="22534" y="82965"/>
                      </a:moveTo>
                      <a:cubicBezTo>
                        <a:pt x="79588" y="65916"/>
                        <a:pt x="136643" y="48866"/>
                        <a:pt x="193793" y="31816"/>
                      </a:cubicBezTo>
                      <a:cubicBezTo>
                        <a:pt x="209128" y="27244"/>
                        <a:pt x="202651" y="3146"/>
                        <a:pt x="187126" y="7718"/>
                      </a:cubicBezTo>
                      <a:cubicBezTo>
                        <a:pt x="130071" y="24768"/>
                        <a:pt x="73016" y="41817"/>
                        <a:pt x="15866" y="58867"/>
                      </a:cubicBezTo>
                      <a:cubicBezTo>
                        <a:pt x="531" y="63439"/>
                        <a:pt x="7103" y="87633"/>
                        <a:pt x="22534" y="82965"/>
                      </a:cubicBezTo>
                      <a:lnTo>
                        <a:pt x="22534" y="82965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6" name="任意多边形: 形状 75"/>
                <p:cNvSpPr/>
                <p:nvPr/>
              </p:nvSpPr>
              <p:spPr>
                <a:xfrm>
                  <a:off x="8441630" y="2679373"/>
                  <a:ext cx="475321" cy="64816"/>
                </a:xfrm>
                <a:custGeom>
                  <a:avLst/>
                  <a:gdLst>
                    <a:gd name="connsiteX0" fmla="*/ 19145 w 419100"/>
                    <a:gd name="connsiteY0" fmla="*/ 52409 h 57150"/>
                    <a:gd name="connsiteX1" fmla="*/ 150971 w 419100"/>
                    <a:gd name="connsiteY1" fmla="*/ 45551 h 57150"/>
                    <a:gd name="connsiteX2" fmla="*/ 359664 w 419100"/>
                    <a:gd name="connsiteY2" fmla="*/ 34597 h 57150"/>
                    <a:gd name="connsiteX3" fmla="*/ 407765 w 419100"/>
                    <a:gd name="connsiteY3" fmla="*/ 32121 h 57150"/>
                    <a:gd name="connsiteX4" fmla="*/ 407765 w 419100"/>
                    <a:gd name="connsiteY4" fmla="*/ 7165 h 57150"/>
                    <a:gd name="connsiteX5" fmla="*/ 275939 w 419100"/>
                    <a:gd name="connsiteY5" fmla="*/ 14023 h 57150"/>
                    <a:gd name="connsiteX6" fmla="*/ 67247 w 419100"/>
                    <a:gd name="connsiteY6" fmla="*/ 24977 h 57150"/>
                    <a:gd name="connsiteX7" fmla="*/ 19145 w 419100"/>
                    <a:gd name="connsiteY7" fmla="*/ 27454 h 57150"/>
                    <a:gd name="connsiteX8" fmla="*/ 19145 w 419100"/>
                    <a:gd name="connsiteY8" fmla="*/ 52409 h 57150"/>
                    <a:gd name="connsiteX9" fmla="*/ 19145 w 419100"/>
                    <a:gd name="connsiteY9" fmla="*/ 52409 h 57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19100" h="57150">
                      <a:moveTo>
                        <a:pt x="19145" y="52409"/>
                      </a:moveTo>
                      <a:cubicBezTo>
                        <a:pt x="63056" y="50123"/>
                        <a:pt x="107061" y="47837"/>
                        <a:pt x="150971" y="45551"/>
                      </a:cubicBezTo>
                      <a:cubicBezTo>
                        <a:pt x="220504" y="41932"/>
                        <a:pt x="290132" y="38312"/>
                        <a:pt x="359664" y="34597"/>
                      </a:cubicBezTo>
                      <a:cubicBezTo>
                        <a:pt x="375666" y="33740"/>
                        <a:pt x="391763" y="32883"/>
                        <a:pt x="407765" y="32121"/>
                      </a:cubicBezTo>
                      <a:cubicBezTo>
                        <a:pt x="423767" y="31264"/>
                        <a:pt x="423863" y="6308"/>
                        <a:pt x="407765" y="7165"/>
                      </a:cubicBezTo>
                      <a:cubicBezTo>
                        <a:pt x="363855" y="9451"/>
                        <a:pt x="319850" y="11737"/>
                        <a:pt x="275939" y="14023"/>
                      </a:cubicBezTo>
                      <a:cubicBezTo>
                        <a:pt x="206407" y="17643"/>
                        <a:pt x="136779" y="21262"/>
                        <a:pt x="67247" y="24977"/>
                      </a:cubicBezTo>
                      <a:cubicBezTo>
                        <a:pt x="51245" y="25834"/>
                        <a:pt x="35147" y="26692"/>
                        <a:pt x="19145" y="27454"/>
                      </a:cubicBezTo>
                      <a:cubicBezTo>
                        <a:pt x="3239" y="28311"/>
                        <a:pt x="3048" y="53266"/>
                        <a:pt x="19145" y="52409"/>
                      </a:cubicBezTo>
                      <a:lnTo>
                        <a:pt x="19145" y="52409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7" name="任意多边形: 形状 76"/>
                <p:cNvSpPr/>
                <p:nvPr/>
              </p:nvSpPr>
              <p:spPr>
                <a:xfrm>
                  <a:off x="8684731" y="2441089"/>
                  <a:ext cx="64816" cy="54014"/>
                </a:xfrm>
                <a:custGeom>
                  <a:avLst/>
                  <a:gdLst>
                    <a:gd name="connsiteX0" fmla="*/ 22921 w 57150"/>
                    <a:gd name="connsiteY0" fmla="*/ 40100 h 47625"/>
                    <a:gd name="connsiteX1" fmla="*/ 49115 w 57150"/>
                    <a:gd name="connsiteY1" fmla="*/ 30385 h 47625"/>
                    <a:gd name="connsiteX2" fmla="*/ 54830 w 57150"/>
                    <a:gd name="connsiteY2" fmla="*/ 22955 h 47625"/>
                    <a:gd name="connsiteX3" fmla="*/ 53591 w 57150"/>
                    <a:gd name="connsiteY3" fmla="*/ 13335 h 47625"/>
                    <a:gd name="connsiteX4" fmla="*/ 46162 w 57150"/>
                    <a:gd name="connsiteY4" fmla="*/ 7620 h 47625"/>
                    <a:gd name="connsiteX5" fmla="*/ 42828 w 57150"/>
                    <a:gd name="connsiteY5" fmla="*/ 7144 h 47625"/>
                    <a:gd name="connsiteX6" fmla="*/ 36542 w 57150"/>
                    <a:gd name="connsiteY6" fmla="*/ 8858 h 47625"/>
                    <a:gd name="connsiteX7" fmla="*/ 31017 w 57150"/>
                    <a:gd name="connsiteY7" fmla="*/ 11335 h 47625"/>
                    <a:gd name="connsiteX8" fmla="*/ 33970 w 57150"/>
                    <a:gd name="connsiteY8" fmla="*/ 10097 h 47625"/>
                    <a:gd name="connsiteX9" fmla="*/ 16253 w 57150"/>
                    <a:gd name="connsiteY9" fmla="*/ 16002 h 47625"/>
                    <a:gd name="connsiteX10" fmla="*/ 8824 w 57150"/>
                    <a:gd name="connsiteY10" fmla="*/ 21717 h 47625"/>
                    <a:gd name="connsiteX11" fmla="*/ 7586 w 57150"/>
                    <a:gd name="connsiteY11" fmla="*/ 31337 h 47625"/>
                    <a:gd name="connsiteX12" fmla="*/ 13301 w 57150"/>
                    <a:gd name="connsiteY12" fmla="*/ 38767 h 47625"/>
                    <a:gd name="connsiteX13" fmla="*/ 22921 w 57150"/>
                    <a:gd name="connsiteY13" fmla="*/ 40100 h 47625"/>
                    <a:gd name="connsiteX14" fmla="*/ 22921 w 57150"/>
                    <a:gd name="connsiteY14" fmla="*/ 40100 h 476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7150" h="47625">
                      <a:moveTo>
                        <a:pt x="22921" y="40100"/>
                      </a:moveTo>
                      <a:cubicBezTo>
                        <a:pt x="31970" y="37814"/>
                        <a:pt x="40733" y="34480"/>
                        <a:pt x="49115" y="30385"/>
                      </a:cubicBezTo>
                      <a:cubicBezTo>
                        <a:pt x="51782" y="29051"/>
                        <a:pt x="54068" y="25718"/>
                        <a:pt x="54830" y="22955"/>
                      </a:cubicBezTo>
                      <a:cubicBezTo>
                        <a:pt x="55687" y="20002"/>
                        <a:pt x="55306" y="16002"/>
                        <a:pt x="53591" y="13335"/>
                      </a:cubicBezTo>
                      <a:cubicBezTo>
                        <a:pt x="51877" y="10668"/>
                        <a:pt x="49305" y="8287"/>
                        <a:pt x="46162" y="7620"/>
                      </a:cubicBezTo>
                      <a:cubicBezTo>
                        <a:pt x="45019" y="7429"/>
                        <a:pt x="43971" y="7334"/>
                        <a:pt x="42828" y="7144"/>
                      </a:cubicBezTo>
                      <a:cubicBezTo>
                        <a:pt x="40542" y="7144"/>
                        <a:pt x="38447" y="7715"/>
                        <a:pt x="36542" y="8858"/>
                      </a:cubicBezTo>
                      <a:cubicBezTo>
                        <a:pt x="34732" y="9716"/>
                        <a:pt x="32827" y="10573"/>
                        <a:pt x="31017" y="11335"/>
                      </a:cubicBezTo>
                      <a:cubicBezTo>
                        <a:pt x="31970" y="10954"/>
                        <a:pt x="33017" y="10477"/>
                        <a:pt x="33970" y="10097"/>
                      </a:cubicBezTo>
                      <a:cubicBezTo>
                        <a:pt x="28255" y="12478"/>
                        <a:pt x="22349" y="14478"/>
                        <a:pt x="16253" y="16002"/>
                      </a:cubicBezTo>
                      <a:cubicBezTo>
                        <a:pt x="13205" y="16764"/>
                        <a:pt x="10348" y="19050"/>
                        <a:pt x="8824" y="21717"/>
                      </a:cubicBezTo>
                      <a:cubicBezTo>
                        <a:pt x="7300" y="24384"/>
                        <a:pt x="6633" y="28384"/>
                        <a:pt x="7586" y="31337"/>
                      </a:cubicBezTo>
                      <a:cubicBezTo>
                        <a:pt x="8538" y="34385"/>
                        <a:pt x="10443" y="37243"/>
                        <a:pt x="13301" y="38767"/>
                      </a:cubicBezTo>
                      <a:cubicBezTo>
                        <a:pt x="16349" y="40386"/>
                        <a:pt x="19587" y="40957"/>
                        <a:pt x="22921" y="40100"/>
                      </a:cubicBezTo>
                      <a:lnTo>
                        <a:pt x="22921" y="40100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8" name="任意多边形: 形状 77"/>
                <p:cNvSpPr/>
                <p:nvPr/>
              </p:nvSpPr>
              <p:spPr>
                <a:xfrm>
                  <a:off x="8436266" y="2863921"/>
                  <a:ext cx="226858" cy="118830"/>
                </a:xfrm>
                <a:custGeom>
                  <a:avLst/>
                  <a:gdLst>
                    <a:gd name="connsiteX0" fmla="*/ 16350 w 200025"/>
                    <a:gd name="connsiteY0" fmla="*/ 31897 h 104775"/>
                    <a:gd name="connsiteX1" fmla="*/ 181037 w 200025"/>
                    <a:gd name="connsiteY1" fmla="*/ 101239 h 104775"/>
                    <a:gd name="connsiteX2" fmla="*/ 196373 w 200025"/>
                    <a:gd name="connsiteY2" fmla="*/ 92476 h 104775"/>
                    <a:gd name="connsiteX3" fmla="*/ 187610 w 200025"/>
                    <a:gd name="connsiteY3" fmla="*/ 77141 h 104775"/>
                    <a:gd name="connsiteX4" fmla="*/ 22922 w 200025"/>
                    <a:gd name="connsiteY4" fmla="*/ 7799 h 104775"/>
                    <a:gd name="connsiteX5" fmla="*/ 7587 w 200025"/>
                    <a:gd name="connsiteY5" fmla="*/ 16562 h 104775"/>
                    <a:gd name="connsiteX6" fmla="*/ 16350 w 200025"/>
                    <a:gd name="connsiteY6" fmla="*/ 31897 h 104775"/>
                    <a:gd name="connsiteX7" fmla="*/ 16350 w 200025"/>
                    <a:gd name="connsiteY7" fmla="*/ 31897 h 104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00025" h="104775">
                      <a:moveTo>
                        <a:pt x="16350" y="31897"/>
                      </a:moveTo>
                      <a:cubicBezTo>
                        <a:pt x="71214" y="55043"/>
                        <a:pt x="126173" y="78094"/>
                        <a:pt x="181037" y="101239"/>
                      </a:cubicBezTo>
                      <a:cubicBezTo>
                        <a:pt x="187229" y="103811"/>
                        <a:pt x="194753" y="98382"/>
                        <a:pt x="196373" y="92476"/>
                      </a:cubicBezTo>
                      <a:cubicBezTo>
                        <a:pt x="198373" y="85237"/>
                        <a:pt x="193896" y="79713"/>
                        <a:pt x="187610" y="77141"/>
                      </a:cubicBezTo>
                      <a:cubicBezTo>
                        <a:pt x="132746" y="53995"/>
                        <a:pt x="77786" y="30945"/>
                        <a:pt x="22922" y="7799"/>
                      </a:cubicBezTo>
                      <a:cubicBezTo>
                        <a:pt x="16731" y="5227"/>
                        <a:pt x="9206" y="10657"/>
                        <a:pt x="7587" y="16562"/>
                      </a:cubicBezTo>
                      <a:cubicBezTo>
                        <a:pt x="5682" y="23801"/>
                        <a:pt x="10159" y="29326"/>
                        <a:pt x="16350" y="31897"/>
                      </a:cubicBezTo>
                      <a:lnTo>
                        <a:pt x="16350" y="31897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9" name="任意多边形: 形状 78"/>
                <p:cNvSpPr/>
                <p:nvPr/>
              </p:nvSpPr>
              <p:spPr>
                <a:xfrm>
                  <a:off x="8673232" y="2958814"/>
                  <a:ext cx="64816" cy="43211"/>
                </a:xfrm>
                <a:custGeom>
                  <a:avLst/>
                  <a:gdLst>
                    <a:gd name="connsiteX0" fmla="*/ 13343 w 57150"/>
                    <a:gd name="connsiteY0" fmla="*/ 30334 h 38100"/>
                    <a:gd name="connsiteX1" fmla="*/ 39632 w 57150"/>
                    <a:gd name="connsiteY1" fmla="*/ 39859 h 38100"/>
                    <a:gd name="connsiteX2" fmla="*/ 49252 w 57150"/>
                    <a:gd name="connsiteY2" fmla="*/ 38621 h 38100"/>
                    <a:gd name="connsiteX3" fmla="*/ 54967 w 57150"/>
                    <a:gd name="connsiteY3" fmla="*/ 31191 h 38100"/>
                    <a:gd name="connsiteX4" fmla="*/ 53729 w 57150"/>
                    <a:gd name="connsiteY4" fmla="*/ 21571 h 38100"/>
                    <a:gd name="connsiteX5" fmla="*/ 46300 w 57150"/>
                    <a:gd name="connsiteY5" fmla="*/ 15856 h 38100"/>
                    <a:gd name="connsiteX6" fmla="*/ 27726 w 57150"/>
                    <a:gd name="connsiteY6" fmla="*/ 9760 h 38100"/>
                    <a:gd name="connsiteX7" fmla="*/ 30679 w 57150"/>
                    <a:gd name="connsiteY7" fmla="*/ 10998 h 38100"/>
                    <a:gd name="connsiteX8" fmla="*/ 25916 w 57150"/>
                    <a:gd name="connsiteY8" fmla="*/ 8903 h 38100"/>
                    <a:gd name="connsiteX9" fmla="*/ 21249 w 57150"/>
                    <a:gd name="connsiteY9" fmla="*/ 7379 h 38100"/>
                    <a:gd name="connsiteX10" fmla="*/ 16296 w 57150"/>
                    <a:gd name="connsiteY10" fmla="*/ 7569 h 38100"/>
                    <a:gd name="connsiteX11" fmla="*/ 8866 w 57150"/>
                    <a:gd name="connsiteY11" fmla="*/ 13284 h 38100"/>
                    <a:gd name="connsiteX12" fmla="*/ 7628 w 57150"/>
                    <a:gd name="connsiteY12" fmla="*/ 22905 h 38100"/>
                    <a:gd name="connsiteX13" fmla="*/ 13343 w 57150"/>
                    <a:gd name="connsiteY13" fmla="*/ 30334 h 38100"/>
                    <a:gd name="connsiteX14" fmla="*/ 13343 w 57150"/>
                    <a:gd name="connsiteY14" fmla="*/ 30334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7150" h="38100">
                      <a:moveTo>
                        <a:pt x="13343" y="30334"/>
                      </a:moveTo>
                      <a:cubicBezTo>
                        <a:pt x="21820" y="34335"/>
                        <a:pt x="30583" y="37668"/>
                        <a:pt x="39632" y="39859"/>
                      </a:cubicBezTo>
                      <a:cubicBezTo>
                        <a:pt x="42871" y="40621"/>
                        <a:pt x="46395" y="40240"/>
                        <a:pt x="49252" y="38621"/>
                      </a:cubicBezTo>
                      <a:cubicBezTo>
                        <a:pt x="51824" y="37097"/>
                        <a:pt x="54301" y="34144"/>
                        <a:pt x="54967" y="31191"/>
                      </a:cubicBezTo>
                      <a:cubicBezTo>
                        <a:pt x="55729" y="27953"/>
                        <a:pt x="55539" y="24429"/>
                        <a:pt x="53729" y="21571"/>
                      </a:cubicBezTo>
                      <a:cubicBezTo>
                        <a:pt x="52015" y="18904"/>
                        <a:pt x="49443" y="16618"/>
                        <a:pt x="46300" y="15856"/>
                      </a:cubicBezTo>
                      <a:cubicBezTo>
                        <a:pt x="39918" y="14332"/>
                        <a:pt x="33727" y="12237"/>
                        <a:pt x="27726" y="9760"/>
                      </a:cubicBezTo>
                      <a:cubicBezTo>
                        <a:pt x="28678" y="10141"/>
                        <a:pt x="29726" y="10617"/>
                        <a:pt x="30679" y="10998"/>
                      </a:cubicBezTo>
                      <a:cubicBezTo>
                        <a:pt x="29059" y="10332"/>
                        <a:pt x="27535" y="9570"/>
                        <a:pt x="25916" y="8903"/>
                      </a:cubicBezTo>
                      <a:cubicBezTo>
                        <a:pt x="24487" y="7950"/>
                        <a:pt x="22963" y="7474"/>
                        <a:pt x="21249" y="7379"/>
                      </a:cubicBezTo>
                      <a:cubicBezTo>
                        <a:pt x="19630" y="6998"/>
                        <a:pt x="17915" y="7093"/>
                        <a:pt x="16296" y="7569"/>
                      </a:cubicBezTo>
                      <a:cubicBezTo>
                        <a:pt x="13438" y="8331"/>
                        <a:pt x="10295" y="10617"/>
                        <a:pt x="8866" y="13284"/>
                      </a:cubicBezTo>
                      <a:cubicBezTo>
                        <a:pt x="7342" y="16142"/>
                        <a:pt x="6580" y="19666"/>
                        <a:pt x="7628" y="22905"/>
                      </a:cubicBezTo>
                      <a:cubicBezTo>
                        <a:pt x="8485" y="25857"/>
                        <a:pt x="10390" y="29001"/>
                        <a:pt x="13343" y="30334"/>
                      </a:cubicBezTo>
                      <a:lnTo>
                        <a:pt x="13343" y="30334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67" name="组合 66"/>
              <p:cNvGrpSpPr/>
              <p:nvPr/>
            </p:nvGrpSpPr>
            <p:grpSpPr>
              <a:xfrm>
                <a:off x="5711735" y="329427"/>
                <a:ext cx="361806" cy="536548"/>
                <a:chOff x="3553322" y="2130634"/>
                <a:chExt cx="580927" cy="861498"/>
              </a:xfrm>
            </p:grpSpPr>
            <p:sp>
              <p:nvSpPr>
                <p:cNvPr id="68" name="任意多边形: 形状 67"/>
                <p:cNvSpPr/>
                <p:nvPr/>
              </p:nvSpPr>
              <p:spPr>
                <a:xfrm>
                  <a:off x="3810167" y="2130634"/>
                  <a:ext cx="324082" cy="324082"/>
                </a:xfrm>
                <a:custGeom>
                  <a:avLst/>
                  <a:gdLst>
                    <a:gd name="connsiteX0" fmla="*/ 282173 w 285750"/>
                    <a:gd name="connsiteY0" fmla="*/ 259439 h 285750"/>
                    <a:gd name="connsiteX1" fmla="*/ 85767 w 285750"/>
                    <a:gd name="connsiteY1" fmla="*/ 63700 h 285750"/>
                    <a:gd name="connsiteX2" fmla="*/ 28712 w 285750"/>
                    <a:gd name="connsiteY2" fmla="*/ 10550 h 285750"/>
                    <a:gd name="connsiteX3" fmla="*/ 11091 w 285750"/>
                    <a:gd name="connsiteY3" fmla="*/ 28172 h 285750"/>
                    <a:gd name="connsiteX4" fmla="*/ 210354 w 285750"/>
                    <a:gd name="connsiteY4" fmla="*/ 221053 h 285750"/>
                    <a:gd name="connsiteX5" fmla="*/ 264456 w 285750"/>
                    <a:gd name="connsiteY5" fmla="*/ 277155 h 285750"/>
                    <a:gd name="connsiteX6" fmla="*/ 282173 w 285750"/>
                    <a:gd name="connsiteY6" fmla="*/ 259439 h 285750"/>
                    <a:gd name="connsiteX7" fmla="*/ 282173 w 285750"/>
                    <a:gd name="connsiteY7" fmla="*/ 259439 h 2857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85750" h="285750">
                      <a:moveTo>
                        <a:pt x="282173" y="259439"/>
                      </a:moveTo>
                      <a:cubicBezTo>
                        <a:pt x="218450" y="192478"/>
                        <a:pt x="152918" y="127232"/>
                        <a:pt x="85767" y="63700"/>
                      </a:cubicBezTo>
                      <a:cubicBezTo>
                        <a:pt x="66908" y="45888"/>
                        <a:pt x="47858" y="28172"/>
                        <a:pt x="28712" y="10550"/>
                      </a:cubicBezTo>
                      <a:cubicBezTo>
                        <a:pt x="16901" y="-308"/>
                        <a:pt x="-815" y="17313"/>
                        <a:pt x="11091" y="28172"/>
                      </a:cubicBezTo>
                      <a:cubicBezTo>
                        <a:pt x="79195" y="90656"/>
                        <a:pt x="145679" y="154949"/>
                        <a:pt x="210354" y="221053"/>
                      </a:cubicBezTo>
                      <a:cubicBezTo>
                        <a:pt x="228547" y="239627"/>
                        <a:pt x="246549" y="258296"/>
                        <a:pt x="264456" y="277155"/>
                      </a:cubicBezTo>
                      <a:cubicBezTo>
                        <a:pt x="275600" y="288776"/>
                        <a:pt x="293222" y="271154"/>
                        <a:pt x="282173" y="259439"/>
                      </a:cubicBezTo>
                      <a:lnTo>
                        <a:pt x="282173" y="259439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9" name="任意多边形: 形状 68"/>
                <p:cNvSpPr/>
                <p:nvPr/>
              </p:nvSpPr>
              <p:spPr>
                <a:xfrm>
                  <a:off x="3817878" y="2481702"/>
                  <a:ext cx="226858" cy="118830"/>
                </a:xfrm>
                <a:custGeom>
                  <a:avLst/>
                  <a:gdLst>
                    <a:gd name="connsiteX0" fmla="*/ 188601 w 200025"/>
                    <a:gd name="connsiteY0" fmla="*/ 74862 h 104775"/>
                    <a:gd name="connsiteX1" fmla="*/ 22961 w 200025"/>
                    <a:gd name="connsiteY1" fmla="*/ 7806 h 104775"/>
                    <a:gd name="connsiteX2" fmla="*/ 7626 w 200025"/>
                    <a:gd name="connsiteY2" fmla="*/ 16569 h 104775"/>
                    <a:gd name="connsiteX3" fmla="*/ 16389 w 200025"/>
                    <a:gd name="connsiteY3" fmla="*/ 31905 h 104775"/>
                    <a:gd name="connsiteX4" fmla="*/ 182029 w 200025"/>
                    <a:gd name="connsiteY4" fmla="*/ 98961 h 104775"/>
                    <a:gd name="connsiteX5" fmla="*/ 197364 w 200025"/>
                    <a:gd name="connsiteY5" fmla="*/ 90198 h 104775"/>
                    <a:gd name="connsiteX6" fmla="*/ 188601 w 200025"/>
                    <a:gd name="connsiteY6" fmla="*/ 74862 h 104775"/>
                    <a:gd name="connsiteX7" fmla="*/ 188601 w 200025"/>
                    <a:gd name="connsiteY7" fmla="*/ 74862 h 104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00025" h="104775">
                      <a:moveTo>
                        <a:pt x="188601" y="74862"/>
                      </a:moveTo>
                      <a:cubicBezTo>
                        <a:pt x="133356" y="52479"/>
                        <a:pt x="78206" y="30095"/>
                        <a:pt x="22961" y="7806"/>
                      </a:cubicBezTo>
                      <a:cubicBezTo>
                        <a:pt x="16675" y="5235"/>
                        <a:pt x="9245" y="10569"/>
                        <a:pt x="7626" y="16569"/>
                      </a:cubicBezTo>
                      <a:cubicBezTo>
                        <a:pt x="5626" y="23713"/>
                        <a:pt x="10102" y="29428"/>
                        <a:pt x="16389" y="31905"/>
                      </a:cubicBezTo>
                      <a:cubicBezTo>
                        <a:pt x="71634" y="54288"/>
                        <a:pt x="126784" y="76672"/>
                        <a:pt x="182029" y="98961"/>
                      </a:cubicBezTo>
                      <a:cubicBezTo>
                        <a:pt x="188315" y="101532"/>
                        <a:pt x="195745" y="96198"/>
                        <a:pt x="197364" y="90198"/>
                      </a:cubicBezTo>
                      <a:cubicBezTo>
                        <a:pt x="199269" y="83149"/>
                        <a:pt x="194887" y="77434"/>
                        <a:pt x="188601" y="74862"/>
                      </a:cubicBezTo>
                      <a:lnTo>
                        <a:pt x="188601" y="74862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0" name="任意多边形: 形状 69"/>
                <p:cNvSpPr/>
                <p:nvPr/>
              </p:nvSpPr>
              <p:spPr>
                <a:xfrm>
                  <a:off x="3553322" y="2667181"/>
                  <a:ext cx="475321" cy="108027"/>
                </a:xfrm>
                <a:custGeom>
                  <a:avLst/>
                  <a:gdLst>
                    <a:gd name="connsiteX0" fmla="*/ 407863 w 419100"/>
                    <a:gd name="connsiteY0" fmla="*/ 64389 h 95250"/>
                    <a:gd name="connsiteX1" fmla="*/ 277275 w 419100"/>
                    <a:gd name="connsiteY1" fmla="*/ 45053 h 95250"/>
                    <a:gd name="connsiteX2" fmla="*/ 70487 w 419100"/>
                    <a:gd name="connsiteY2" fmla="*/ 14383 h 95250"/>
                    <a:gd name="connsiteX3" fmla="*/ 22862 w 419100"/>
                    <a:gd name="connsiteY3" fmla="*/ 7334 h 95250"/>
                    <a:gd name="connsiteX4" fmla="*/ 7527 w 419100"/>
                    <a:gd name="connsiteY4" fmla="*/ 16097 h 95250"/>
                    <a:gd name="connsiteX5" fmla="*/ 16290 w 419100"/>
                    <a:gd name="connsiteY5" fmla="*/ 31433 h 95250"/>
                    <a:gd name="connsiteX6" fmla="*/ 146878 w 419100"/>
                    <a:gd name="connsiteY6" fmla="*/ 50768 h 95250"/>
                    <a:gd name="connsiteX7" fmla="*/ 353666 w 419100"/>
                    <a:gd name="connsiteY7" fmla="*/ 81439 h 95250"/>
                    <a:gd name="connsiteX8" fmla="*/ 401386 w 419100"/>
                    <a:gd name="connsiteY8" fmla="*/ 88487 h 95250"/>
                    <a:gd name="connsiteX9" fmla="*/ 416721 w 419100"/>
                    <a:gd name="connsiteY9" fmla="*/ 79724 h 95250"/>
                    <a:gd name="connsiteX10" fmla="*/ 407863 w 419100"/>
                    <a:gd name="connsiteY10" fmla="*/ 64389 h 95250"/>
                    <a:gd name="connsiteX11" fmla="*/ 407863 w 419100"/>
                    <a:gd name="connsiteY11" fmla="*/ 64389 h 952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419100" h="95250">
                      <a:moveTo>
                        <a:pt x="407863" y="64389"/>
                      </a:moveTo>
                      <a:cubicBezTo>
                        <a:pt x="364334" y="57912"/>
                        <a:pt x="320804" y="51530"/>
                        <a:pt x="277275" y="45053"/>
                      </a:cubicBezTo>
                      <a:cubicBezTo>
                        <a:pt x="208314" y="34862"/>
                        <a:pt x="139448" y="24670"/>
                        <a:pt x="70487" y="14383"/>
                      </a:cubicBezTo>
                      <a:cubicBezTo>
                        <a:pt x="54676" y="12097"/>
                        <a:pt x="38769" y="9716"/>
                        <a:pt x="22862" y="7334"/>
                      </a:cubicBezTo>
                      <a:cubicBezTo>
                        <a:pt x="16195" y="6382"/>
                        <a:pt x="9432" y="8954"/>
                        <a:pt x="7527" y="16097"/>
                      </a:cubicBezTo>
                      <a:cubicBezTo>
                        <a:pt x="5908" y="22003"/>
                        <a:pt x="9527" y="30480"/>
                        <a:pt x="16290" y="31433"/>
                      </a:cubicBezTo>
                      <a:cubicBezTo>
                        <a:pt x="59819" y="37910"/>
                        <a:pt x="103349" y="44291"/>
                        <a:pt x="146878" y="50768"/>
                      </a:cubicBezTo>
                      <a:cubicBezTo>
                        <a:pt x="215839" y="60960"/>
                        <a:pt x="284705" y="71152"/>
                        <a:pt x="353666" y="81439"/>
                      </a:cubicBezTo>
                      <a:cubicBezTo>
                        <a:pt x="369573" y="83820"/>
                        <a:pt x="385479" y="86106"/>
                        <a:pt x="401386" y="88487"/>
                      </a:cubicBezTo>
                      <a:cubicBezTo>
                        <a:pt x="408053" y="89440"/>
                        <a:pt x="414816" y="86868"/>
                        <a:pt x="416721" y="79724"/>
                      </a:cubicBezTo>
                      <a:cubicBezTo>
                        <a:pt x="418245" y="73914"/>
                        <a:pt x="414530" y="65437"/>
                        <a:pt x="407863" y="64389"/>
                      </a:cubicBezTo>
                      <a:lnTo>
                        <a:pt x="407863" y="64389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1" name="任意多边形: 形状 70"/>
                <p:cNvSpPr/>
                <p:nvPr/>
              </p:nvSpPr>
              <p:spPr>
                <a:xfrm>
                  <a:off x="3745821" y="2445788"/>
                  <a:ext cx="64816" cy="54014"/>
                </a:xfrm>
                <a:custGeom>
                  <a:avLst/>
                  <a:gdLst>
                    <a:gd name="connsiteX0" fmla="*/ 45347 w 57150"/>
                    <a:gd name="connsiteY0" fmla="*/ 18232 h 47625"/>
                    <a:gd name="connsiteX1" fmla="*/ 38775 w 57150"/>
                    <a:gd name="connsiteY1" fmla="*/ 15660 h 47625"/>
                    <a:gd name="connsiteX2" fmla="*/ 41727 w 57150"/>
                    <a:gd name="connsiteY2" fmla="*/ 16898 h 47625"/>
                    <a:gd name="connsiteX3" fmla="*/ 25916 w 57150"/>
                    <a:gd name="connsiteY3" fmla="*/ 8802 h 47625"/>
                    <a:gd name="connsiteX4" fmla="*/ 16296 w 57150"/>
                    <a:gd name="connsiteY4" fmla="*/ 7564 h 47625"/>
                    <a:gd name="connsiteX5" fmla="*/ 8866 w 57150"/>
                    <a:gd name="connsiteY5" fmla="*/ 13279 h 47625"/>
                    <a:gd name="connsiteX6" fmla="*/ 7628 w 57150"/>
                    <a:gd name="connsiteY6" fmla="*/ 22899 h 47625"/>
                    <a:gd name="connsiteX7" fmla="*/ 13343 w 57150"/>
                    <a:gd name="connsiteY7" fmla="*/ 30328 h 47625"/>
                    <a:gd name="connsiteX8" fmla="*/ 38679 w 57150"/>
                    <a:gd name="connsiteY8" fmla="*/ 42139 h 47625"/>
                    <a:gd name="connsiteX9" fmla="*/ 48300 w 57150"/>
                    <a:gd name="connsiteY9" fmla="*/ 40901 h 47625"/>
                    <a:gd name="connsiteX10" fmla="*/ 54015 w 57150"/>
                    <a:gd name="connsiteY10" fmla="*/ 33472 h 47625"/>
                    <a:gd name="connsiteX11" fmla="*/ 52776 w 57150"/>
                    <a:gd name="connsiteY11" fmla="*/ 23851 h 47625"/>
                    <a:gd name="connsiteX12" fmla="*/ 50871 w 57150"/>
                    <a:gd name="connsiteY12" fmla="*/ 21280 h 47625"/>
                    <a:gd name="connsiteX13" fmla="*/ 45347 w 57150"/>
                    <a:gd name="connsiteY13" fmla="*/ 18232 h 47625"/>
                    <a:gd name="connsiteX14" fmla="*/ 45347 w 57150"/>
                    <a:gd name="connsiteY14" fmla="*/ 18232 h 476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7150" h="47625">
                      <a:moveTo>
                        <a:pt x="45347" y="18232"/>
                      </a:moveTo>
                      <a:cubicBezTo>
                        <a:pt x="43156" y="17470"/>
                        <a:pt x="40965" y="16612"/>
                        <a:pt x="38775" y="15660"/>
                      </a:cubicBezTo>
                      <a:cubicBezTo>
                        <a:pt x="39727" y="16041"/>
                        <a:pt x="40775" y="16517"/>
                        <a:pt x="41727" y="16898"/>
                      </a:cubicBezTo>
                      <a:cubicBezTo>
                        <a:pt x="36298" y="14612"/>
                        <a:pt x="30964" y="11945"/>
                        <a:pt x="25916" y="8802"/>
                      </a:cubicBezTo>
                      <a:cubicBezTo>
                        <a:pt x="23154" y="7183"/>
                        <a:pt x="19344" y="6706"/>
                        <a:pt x="16296" y="7564"/>
                      </a:cubicBezTo>
                      <a:cubicBezTo>
                        <a:pt x="13438" y="8326"/>
                        <a:pt x="10295" y="10612"/>
                        <a:pt x="8866" y="13279"/>
                      </a:cubicBezTo>
                      <a:cubicBezTo>
                        <a:pt x="7342" y="16136"/>
                        <a:pt x="6580" y="19660"/>
                        <a:pt x="7628" y="22899"/>
                      </a:cubicBezTo>
                      <a:cubicBezTo>
                        <a:pt x="8676" y="26042"/>
                        <a:pt x="10485" y="28614"/>
                        <a:pt x="13343" y="30328"/>
                      </a:cubicBezTo>
                      <a:cubicBezTo>
                        <a:pt x="21344" y="35186"/>
                        <a:pt x="29916" y="39091"/>
                        <a:pt x="38679" y="42139"/>
                      </a:cubicBezTo>
                      <a:cubicBezTo>
                        <a:pt x="41632" y="43187"/>
                        <a:pt x="45728" y="42425"/>
                        <a:pt x="48300" y="40901"/>
                      </a:cubicBezTo>
                      <a:cubicBezTo>
                        <a:pt x="50871" y="39377"/>
                        <a:pt x="53348" y="36424"/>
                        <a:pt x="54015" y="33472"/>
                      </a:cubicBezTo>
                      <a:cubicBezTo>
                        <a:pt x="54777" y="30233"/>
                        <a:pt x="54586" y="26709"/>
                        <a:pt x="52776" y="23851"/>
                      </a:cubicBezTo>
                      <a:cubicBezTo>
                        <a:pt x="52110" y="22994"/>
                        <a:pt x="51443" y="22137"/>
                        <a:pt x="50871" y="21280"/>
                      </a:cubicBezTo>
                      <a:cubicBezTo>
                        <a:pt x="49252" y="19946"/>
                        <a:pt x="47442" y="18803"/>
                        <a:pt x="45347" y="18232"/>
                      </a:cubicBezTo>
                      <a:lnTo>
                        <a:pt x="45347" y="18232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2" name="任意多边形: 形状 71"/>
                <p:cNvSpPr/>
                <p:nvPr/>
              </p:nvSpPr>
              <p:spPr>
                <a:xfrm>
                  <a:off x="3824694" y="2909318"/>
                  <a:ext cx="237660" cy="75619"/>
                </a:xfrm>
                <a:custGeom>
                  <a:avLst/>
                  <a:gdLst>
                    <a:gd name="connsiteX0" fmla="*/ 192211 w 209550"/>
                    <a:gd name="connsiteY0" fmla="*/ 7388 h 66675"/>
                    <a:gd name="connsiteX1" fmla="*/ 16284 w 209550"/>
                    <a:gd name="connsiteY1" fmla="*/ 38535 h 66675"/>
                    <a:gd name="connsiteX2" fmla="*/ 7521 w 209550"/>
                    <a:gd name="connsiteY2" fmla="*/ 53870 h 66675"/>
                    <a:gd name="connsiteX3" fmla="*/ 22856 w 209550"/>
                    <a:gd name="connsiteY3" fmla="*/ 62633 h 66675"/>
                    <a:gd name="connsiteX4" fmla="*/ 198783 w 209550"/>
                    <a:gd name="connsiteY4" fmla="*/ 31486 h 66675"/>
                    <a:gd name="connsiteX5" fmla="*/ 207546 w 209550"/>
                    <a:gd name="connsiteY5" fmla="*/ 16151 h 66675"/>
                    <a:gd name="connsiteX6" fmla="*/ 192211 w 209550"/>
                    <a:gd name="connsiteY6" fmla="*/ 7388 h 66675"/>
                    <a:gd name="connsiteX7" fmla="*/ 192211 w 209550"/>
                    <a:gd name="connsiteY7" fmla="*/ 7388 h 66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09550" h="66675">
                      <a:moveTo>
                        <a:pt x="192211" y="7388"/>
                      </a:moveTo>
                      <a:cubicBezTo>
                        <a:pt x="133537" y="17770"/>
                        <a:pt x="74958" y="28153"/>
                        <a:pt x="16284" y="38535"/>
                      </a:cubicBezTo>
                      <a:cubicBezTo>
                        <a:pt x="9617" y="39678"/>
                        <a:pt x="5902" y="47869"/>
                        <a:pt x="7521" y="53870"/>
                      </a:cubicBezTo>
                      <a:cubicBezTo>
                        <a:pt x="9426" y="60919"/>
                        <a:pt x="16189" y="63776"/>
                        <a:pt x="22856" y="62633"/>
                      </a:cubicBezTo>
                      <a:cubicBezTo>
                        <a:pt x="81530" y="52251"/>
                        <a:pt x="140109" y="41869"/>
                        <a:pt x="198783" y="31486"/>
                      </a:cubicBezTo>
                      <a:cubicBezTo>
                        <a:pt x="205451" y="30343"/>
                        <a:pt x="209165" y="22152"/>
                        <a:pt x="207546" y="16151"/>
                      </a:cubicBezTo>
                      <a:cubicBezTo>
                        <a:pt x="205641" y="9103"/>
                        <a:pt x="198878" y="6245"/>
                        <a:pt x="192211" y="7388"/>
                      </a:cubicBezTo>
                      <a:lnTo>
                        <a:pt x="192211" y="7388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3" name="任意多边形: 形状 72"/>
                <p:cNvSpPr/>
                <p:nvPr/>
              </p:nvSpPr>
              <p:spPr>
                <a:xfrm>
                  <a:off x="3744516" y="2948921"/>
                  <a:ext cx="64816" cy="43211"/>
                </a:xfrm>
                <a:custGeom>
                  <a:avLst/>
                  <a:gdLst>
                    <a:gd name="connsiteX0" fmla="*/ 40782 w 57150"/>
                    <a:gd name="connsiteY0" fmla="*/ 7521 h 38100"/>
                    <a:gd name="connsiteX1" fmla="*/ 30495 w 57150"/>
                    <a:gd name="connsiteY1" fmla="*/ 9331 h 38100"/>
                    <a:gd name="connsiteX2" fmla="*/ 33829 w 57150"/>
                    <a:gd name="connsiteY2" fmla="*/ 8855 h 38100"/>
                    <a:gd name="connsiteX3" fmla="*/ 19637 w 57150"/>
                    <a:gd name="connsiteY3" fmla="*/ 9903 h 38100"/>
                    <a:gd name="connsiteX4" fmla="*/ 10778 w 57150"/>
                    <a:gd name="connsiteY4" fmla="*/ 13522 h 38100"/>
                    <a:gd name="connsiteX5" fmla="*/ 7159 w 57150"/>
                    <a:gd name="connsiteY5" fmla="*/ 22380 h 38100"/>
                    <a:gd name="connsiteX6" fmla="*/ 10778 w 57150"/>
                    <a:gd name="connsiteY6" fmla="*/ 31239 h 38100"/>
                    <a:gd name="connsiteX7" fmla="*/ 19637 w 57150"/>
                    <a:gd name="connsiteY7" fmla="*/ 34858 h 38100"/>
                    <a:gd name="connsiteX8" fmla="*/ 47545 w 57150"/>
                    <a:gd name="connsiteY8" fmla="*/ 31524 h 38100"/>
                    <a:gd name="connsiteX9" fmla="*/ 54974 w 57150"/>
                    <a:gd name="connsiteY9" fmla="*/ 25809 h 38100"/>
                    <a:gd name="connsiteX10" fmla="*/ 56213 w 57150"/>
                    <a:gd name="connsiteY10" fmla="*/ 16189 h 38100"/>
                    <a:gd name="connsiteX11" fmla="*/ 50498 w 57150"/>
                    <a:gd name="connsiteY11" fmla="*/ 8760 h 38100"/>
                    <a:gd name="connsiteX12" fmla="*/ 40782 w 57150"/>
                    <a:gd name="connsiteY12" fmla="*/ 7521 h 38100"/>
                    <a:gd name="connsiteX13" fmla="*/ 40782 w 57150"/>
                    <a:gd name="connsiteY13" fmla="*/ 7521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57150" h="38100">
                      <a:moveTo>
                        <a:pt x="40782" y="7521"/>
                      </a:moveTo>
                      <a:cubicBezTo>
                        <a:pt x="37353" y="8283"/>
                        <a:pt x="33924" y="8855"/>
                        <a:pt x="30495" y="9331"/>
                      </a:cubicBezTo>
                      <a:cubicBezTo>
                        <a:pt x="31638" y="9141"/>
                        <a:pt x="32686" y="9045"/>
                        <a:pt x="33829" y="8855"/>
                      </a:cubicBezTo>
                      <a:cubicBezTo>
                        <a:pt x="29066" y="9522"/>
                        <a:pt x="24399" y="9807"/>
                        <a:pt x="19637" y="9903"/>
                      </a:cubicBezTo>
                      <a:cubicBezTo>
                        <a:pt x="16398" y="9998"/>
                        <a:pt x="13064" y="11236"/>
                        <a:pt x="10778" y="13522"/>
                      </a:cubicBezTo>
                      <a:cubicBezTo>
                        <a:pt x="8588" y="15713"/>
                        <a:pt x="6968" y="19237"/>
                        <a:pt x="7159" y="22380"/>
                      </a:cubicBezTo>
                      <a:cubicBezTo>
                        <a:pt x="7349" y="25619"/>
                        <a:pt x="8397" y="28953"/>
                        <a:pt x="10778" y="31239"/>
                      </a:cubicBezTo>
                      <a:cubicBezTo>
                        <a:pt x="13160" y="33429"/>
                        <a:pt x="16208" y="34953"/>
                        <a:pt x="19637" y="34858"/>
                      </a:cubicBezTo>
                      <a:cubicBezTo>
                        <a:pt x="28971" y="34668"/>
                        <a:pt x="38401" y="33525"/>
                        <a:pt x="47545" y="31524"/>
                      </a:cubicBezTo>
                      <a:cubicBezTo>
                        <a:pt x="50498" y="30858"/>
                        <a:pt x="53546" y="28381"/>
                        <a:pt x="54974" y="25809"/>
                      </a:cubicBezTo>
                      <a:cubicBezTo>
                        <a:pt x="56498" y="23142"/>
                        <a:pt x="57165" y="19142"/>
                        <a:pt x="56213" y="16189"/>
                      </a:cubicBezTo>
                      <a:cubicBezTo>
                        <a:pt x="55260" y="13141"/>
                        <a:pt x="53355" y="10284"/>
                        <a:pt x="50498" y="8760"/>
                      </a:cubicBezTo>
                      <a:cubicBezTo>
                        <a:pt x="47354" y="7140"/>
                        <a:pt x="44116" y="6759"/>
                        <a:pt x="40782" y="7521"/>
                      </a:cubicBezTo>
                      <a:lnTo>
                        <a:pt x="40782" y="7521"/>
                      </a:lnTo>
                      <a:close/>
                    </a:path>
                  </a:pathLst>
                </a:custGeom>
                <a:solidFill>
                  <a:srgbClr val="5D474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</p:grpSp>
      </p:grpSp>
      <p:sp>
        <p:nvSpPr>
          <p:cNvPr id="80" name="任意多边形: 形状 79"/>
          <p:cNvSpPr/>
          <p:nvPr/>
        </p:nvSpPr>
        <p:spPr>
          <a:xfrm>
            <a:off x="5986942" y="4042392"/>
            <a:ext cx="207320" cy="216894"/>
          </a:xfrm>
          <a:custGeom>
            <a:avLst/>
            <a:gdLst>
              <a:gd name="connsiteX0" fmla="*/ 63291 w 93745"/>
              <a:gd name="connsiteY0" fmla="*/ 10879 h 107137"/>
              <a:gd name="connsiteX1" fmla="*/ 29274 w 93745"/>
              <a:gd name="connsiteY1" fmla="*/ 15834 h 107137"/>
              <a:gd name="connsiteX2" fmla="*/ 18561 w 93745"/>
              <a:gd name="connsiteY2" fmla="*/ 30164 h 107137"/>
              <a:gd name="connsiteX3" fmla="*/ 16686 w 93745"/>
              <a:gd name="connsiteY3" fmla="*/ 87884 h 107137"/>
              <a:gd name="connsiteX4" fmla="*/ 64094 w 93745"/>
              <a:gd name="connsiteY4" fmla="*/ 104357 h 107137"/>
              <a:gd name="connsiteX5" fmla="*/ 95030 w 93745"/>
              <a:gd name="connsiteY5" fmla="*/ 64046 h 107137"/>
              <a:gd name="connsiteX6" fmla="*/ 63291 w 93745"/>
              <a:gd name="connsiteY6" fmla="*/ 10879 h 107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3745" h="107137">
                <a:moveTo>
                  <a:pt x="63291" y="10879"/>
                </a:moveTo>
                <a:cubicBezTo>
                  <a:pt x="51639" y="9674"/>
                  <a:pt x="38649" y="8737"/>
                  <a:pt x="29274" y="15834"/>
                </a:cubicBezTo>
                <a:cubicBezTo>
                  <a:pt x="24453" y="19450"/>
                  <a:pt x="21239" y="24807"/>
                  <a:pt x="18561" y="30164"/>
                </a:cubicBezTo>
                <a:cubicBezTo>
                  <a:pt x="9588" y="48243"/>
                  <a:pt x="5838" y="70876"/>
                  <a:pt x="16686" y="87884"/>
                </a:cubicBezTo>
                <a:cubicBezTo>
                  <a:pt x="26462" y="103018"/>
                  <a:pt x="46952" y="109848"/>
                  <a:pt x="64094" y="104357"/>
                </a:cubicBezTo>
                <a:cubicBezTo>
                  <a:pt x="81236" y="98866"/>
                  <a:pt x="93825" y="81992"/>
                  <a:pt x="95030" y="64046"/>
                </a:cubicBezTo>
                <a:cubicBezTo>
                  <a:pt x="96369" y="46101"/>
                  <a:pt x="83111" y="14093"/>
                  <a:pt x="63291" y="10879"/>
                </a:cubicBezTo>
              </a:path>
            </a:pathLst>
          </a:custGeom>
          <a:solidFill>
            <a:srgbClr val="FFBDB5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5516487" y="2011769"/>
            <a:ext cx="1159026" cy="1159026"/>
          </a:xfrm>
          <a:prstGeom prst="ellipse">
            <a:avLst/>
          </a:prstGeom>
          <a:solidFill>
            <a:srgbClr val="FFBD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6000" dirty="0">
                <a:solidFill>
                  <a:srgbClr val="FF6F5B"/>
                </a:solidFill>
                <a:cs typeface="+mn-ea"/>
                <a:sym typeface="+mn-lt"/>
              </a:rPr>
              <a:t>三</a:t>
            </a:r>
            <a:endParaRPr lang="zh-CN" altLang="en-US" sz="6000" dirty="0">
              <a:solidFill>
                <a:srgbClr val="FF6F5B"/>
              </a:solidFill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014686" y="3488015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rgbClr val="64454B"/>
                </a:solidFill>
                <a:cs typeface="+mn-ea"/>
                <a:sym typeface="+mn-lt"/>
              </a:rPr>
              <a:t>课堂检测</a:t>
            </a:r>
            <a:endParaRPr lang="zh-CN" altLang="en-US" sz="4000" dirty="0">
              <a:solidFill>
                <a:srgbClr val="64454B"/>
              </a:solidFill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387840" y="4160555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7AB2DC"/>
                </a:solidFill>
                <a:cs typeface="+mn-ea"/>
                <a:sym typeface="+mn-lt"/>
              </a:rPr>
              <a:t>在课堂上进行多种问答巩固知识</a:t>
            </a:r>
            <a:endParaRPr lang="zh-CN" altLang="en-US" dirty="0">
              <a:solidFill>
                <a:srgbClr val="7AB2DC"/>
              </a:solidFill>
              <a:cs typeface="+mn-ea"/>
              <a:sym typeface="+mn-lt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7363512" y="3491545"/>
            <a:ext cx="344536" cy="548871"/>
            <a:chOff x="8363753" y="2120741"/>
            <a:chExt cx="553198" cy="881284"/>
          </a:xfrm>
        </p:grpSpPr>
        <p:sp>
          <p:nvSpPr>
            <p:cNvPr id="59" name="任意多边形: 形状 58"/>
            <p:cNvSpPr/>
            <p:nvPr/>
          </p:nvSpPr>
          <p:spPr>
            <a:xfrm>
              <a:off x="8363753" y="2120741"/>
              <a:ext cx="356491" cy="291674"/>
            </a:xfrm>
            <a:custGeom>
              <a:avLst/>
              <a:gdLst>
                <a:gd name="connsiteX0" fmla="*/ 28470 w 314325"/>
                <a:gd name="connsiteY0" fmla="*/ 252359 h 257175"/>
                <a:gd name="connsiteX1" fmla="*/ 240687 w 314325"/>
                <a:gd name="connsiteY1" fmla="*/ 77480 h 257175"/>
                <a:gd name="connsiteX2" fmla="*/ 301742 w 314325"/>
                <a:gd name="connsiteY2" fmla="*/ 30521 h 257175"/>
                <a:gd name="connsiteX3" fmla="*/ 306219 w 314325"/>
                <a:gd name="connsiteY3" fmla="*/ 13472 h 257175"/>
                <a:gd name="connsiteX4" fmla="*/ 289169 w 314325"/>
                <a:gd name="connsiteY4" fmla="*/ 8995 h 257175"/>
                <a:gd name="connsiteX5" fmla="*/ 70856 w 314325"/>
                <a:gd name="connsiteY5" fmla="*/ 183302 h 257175"/>
                <a:gd name="connsiteX6" fmla="*/ 10754 w 314325"/>
                <a:gd name="connsiteY6" fmla="*/ 234737 h 257175"/>
                <a:gd name="connsiteX7" fmla="*/ 10754 w 314325"/>
                <a:gd name="connsiteY7" fmla="*/ 252359 h 257175"/>
                <a:gd name="connsiteX8" fmla="*/ 28470 w 314325"/>
                <a:gd name="connsiteY8" fmla="*/ 252359 h 257175"/>
                <a:gd name="connsiteX9" fmla="*/ 28470 w 314325"/>
                <a:gd name="connsiteY9" fmla="*/ 252359 h 257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4325" h="257175">
                  <a:moveTo>
                    <a:pt x="28470" y="252359"/>
                  </a:moveTo>
                  <a:cubicBezTo>
                    <a:pt x="97717" y="192256"/>
                    <a:pt x="168488" y="133868"/>
                    <a:pt x="240687" y="77480"/>
                  </a:cubicBezTo>
                  <a:cubicBezTo>
                    <a:pt x="260880" y="61668"/>
                    <a:pt x="281263" y="46047"/>
                    <a:pt x="301742" y="30521"/>
                  </a:cubicBezTo>
                  <a:cubicBezTo>
                    <a:pt x="307076" y="26426"/>
                    <a:pt x="309934" y="19758"/>
                    <a:pt x="306219" y="13472"/>
                  </a:cubicBezTo>
                  <a:cubicBezTo>
                    <a:pt x="303171" y="8138"/>
                    <a:pt x="294503" y="4899"/>
                    <a:pt x="289169" y="8995"/>
                  </a:cubicBezTo>
                  <a:cubicBezTo>
                    <a:pt x="214874" y="65192"/>
                    <a:pt x="142103" y="123295"/>
                    <a:pt x="70856" y="183302"/>
                  </a:cubicBezTo>
                  <a:cubicBezTo>
                    <a:pt x="50663" y="200257"/>
                    <a:pt x="30661" y="217402"/>
                    <a:pt x="10754" y="234737"/>
                  </a:cubicBezTo>
                  <a:cubicBezTo>
                    <a:pt x="5705" y="239119"/>
                    <a:pt x="6182" y="247882"/>
                    <a:pt x="10754" y="252359"/>
                  </a:cubicBezTo>
                  <a:cubicBezTo>
                    <a:pt x="15897" y="257407"/>
                    <a:pt x="23422" y="256740"/>
                    <a:pt x="28470" y="252359"/>
                  </a:cubicBezTo>
                  <a:lnTo>
                    <a:pt x="28470" y="252359"/>
                  </a:lnTo>
                  <a:close/>
                </a:path>
              </a:pathLst>
            </a:custGeom>
            <a:solidFill>
              <a:srgbClr val="5D47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0" name="任意多边形: 形状 59"/>
            <p:cNvSpPr/>
            <p:nvPr/>
          </p:nvSpPr>
          <p:spPr>
            <a:xfrm>
              <a:off x="8442217" y="2469929"/>
              <a:ext cx="237660" cy="97225"/>
            </a:xfrm>
            <a:custGeom>
              <a:avLst/>
              <a:gdLst>
                <a:gd name="connsiteX0" fmla="*/ 22534 w 209550"/>
                <a:gd name="connsiteY0" fmla="*/ 82965 h 85725"/>
                <a:gd name="connsiteX1" fmla="*/ 193793 w 209550"/>
                <a:gd name="connsiteY1" fmla="*/ 31816 h 85725"/>
                <a:gd name="connsiteX2" fmla="*/ 187126 w 209550"/>
                <a:gd name="connsiteY2" fmla="*/ 7718 h 85725"/>
                <a:gd name="connsiteX3" fmla="*/ 15866 w 209550"/>
                <a:gd name="connsiteY3" fmla="*/ 58867 h 85725"/>
                <a:gd name="connsiteX4" fmla="*/ 22534 w 209550"/>
                <a:gd name="connsiteY4" fmla="*/ 82965 h 85725"/>
                <a:gd name="connsiteX5" fmla="*/ 22534 w 209550"/>
                <a:gd name="connsiteY5" fmla="*/ 82965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9550" h="85725">
                  <a:moveTo>
                    <a:pt x="22534" y="82965"/>
                  </a:moveTo>
                  <a:cubicBezTo>
                    <a:pt x="79588" y="65916"/>
                    <a:pt x="136643" y="48866"/>
                    <a:pt x="193793" y="31816"/>
                  </a:cubicBezTo>
                  <a:cubicBezTo>
                    <a:pt x="209128" y="27244"/>
                    <a:pt x="202651" y="3146"/>
                    <a:pt x="187126" y="7718"/>
                  </a:cubicBezTo>
                  <a:cubicBezTo>
                    <a:pt x="130071" y="24768"/>
                    <a:pt x="73016" y="41817"/>
                    <a:pt x="15866" y="58867"/>
                  </a:cubicBezTo>
                  <a:cubicBezTo>
                    <a:pt x="531" y="63439"/>
                    <a:pt x="7103" y="87633"/>
                    <a:pt x="22534" y="82965"/>
                  </a:cubicBezTo>
                  <a:lnTo>
                    <a:pt x="22534" y="82965"/>
                  </a:lnTo>
                  <a:close/>
                </a:path>
              </a:pathLst>
            </a:custGeom>
            <a:solidFill>
              <a:srgbClr val="5D47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1" name="任意多边形: 形状 60"/>
            <p:cNvSpPr/>
            <p:nvPr/>
          </p:nvSpPr>
          <p:spPr>
            <a:xfrm>
              <a:off x="8441630" y="2679373"/>
              <a:ext cx="475321" cy="64816"/>
            </a:xfrm>
            <a:custGeom>
              <a:avLst/>
              <a:gdLst>
                <a:gd name="connsiteX0" fmla="*/ 19145 w 419100"/>
                <a:gd name="connsiteY0" fmla="*/ 52409 h 57150"/>
                <a:gd name="connsiteX1" fmla="*/ 150971 w 419100"/>
                <a:gd name="connsiteY1" fmla="*/ 45551 h 57150"/>
                <a:gd name="connsiteX2" fmla="*/ 359664 w 419100"/>
                <a:gd name="connsiteY2" fmla="*/ 34597 h 57150"/>
                <a:gd name="connsiteX3" fmla="*/ 407765 w 419100"/>
                <a:gd name="connsiteY3" fmla="*/ 32121 h 57150"/>
                <a:gd name="connsiteX4" fmla="*/ 407765 w 419100"/>
                <a:gd name="connsiteY4" fmla="*/ 7165 h 57150"/>
                <a:gd name="connsiteX5" fmla="*/ 275939 w 419100"/>
                <a:gd name="connsiteY5" fmla="*/ 14023 h 57150"/>
                <a:gd name="connsiteX6" fmla="*/ 67247 w 419100"/>
                <a:gd name="connsiteY6" fmla="*/ 24977 h 57150"/>
                <a:gd name="connsiteX7" fmla="*/ 19145 w 419100"/>
                <a:gd name="connsiteY7" fmla="*/ 27454 h 57150"/>
                <a:gd name="connsiteX8" fmla="*/ 19145 w 419100"/>
                <a:gd name="connsiteY8" fmla="*/ 52409 h 57150"/>
                <a:gd name="connsiteX9" fmla="*/ 19145 w 419100"/>
                <a:gd name="connsiteY9" fmla="*/ 5240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9100" h="57150">
                  <a:moveTo>
                    <a:pt x="19145" y="52409"/>
                  </a:moveTo>
                  <a:cubicBezTo>
                    <a:pt x="63056" y="50123"/>
                    <a:pt x="107061" y="47837"/>
                    <a:pt x="150971" y="45551"/>
                  </a:cubicBezTo>
                  <a:cubicBezTo>
                    <a:pt x="220504" y="41932"/>
                    <a:pt x="290132" y="38312"/>
                    <a:pt x="359664" y="34597"/>
                  </a:cubicBezTo>
                  <a:cubicBezTo>
                    <a:pt x="375666" y="33740"/>
                    <a:pt x="391763" y="32883"/>
                    <a:pt x="407765" y="32121"/>
                  </a:cubicBezTo>
                  <a:cubicBezTo>
                    <a:pt x="423767" y="31264"/>
                    <a:pt x="423863" y="6308"/>
                    <a:pt x="407765" y="7165"/>
                  </a:cubicBezTo>
                  <a:cubicBezTo>
                    <a:pt x="363855" y="9451"/>
                    <a:pt x="319850" y="11737"/>
                    <a:pt x="275939" y="14023"/>
                  </a:cubicBezTo>
                  <a:cubicBezTo>
                    <a:pt x="206407" y="17643"/>
                    <a:pt x="136779" y="21262"/>
                    <a:pt x="67247" y="24977"/>
                  </a:cubicBezTo>
                  <a:cubicBezTo>
                    <a:pt x="51245" y="25834"/>
                    <a:pt x="35147" y="26692"/>
                    <a:pt x="19145" y="27454"/>
                  </a:cubicBezTo>
                  <a:cubicBezTo>
                    <a:pt x="3239" y="28311"/>
                    <a:pt x="3048" y="53266"/>
                    <a:pt x="19145" y="52409"/>
                  </a:cubicBezTo>
                  <a:lnTo>
                    <a:pt x="19145" y="52409"/>
                  </a:lnTo>
                  <a:close/>
                </a:path>
              </a:pathLst>
            </a:custGeom>
            <a:solidFill>
              <a:srgbClr val="5D47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3" name="任意多边形: 形状 62"/>
            <p:cNvSpPr/>
            <p:nvPr/>
          </p:nvSpPr>
          <p:spPr>
            <a:xfrm>
              <a:off x="8684731" y="2441089"/>
              <a:ext cx="64816" cy="54014"/>
            </a:xfrm>
            <a:custGeom>
              <a:avLst/>
              <a:gdLst>
                <a:gd name="connsiteX0" fmla="*/ 22921 w 57150"/>
                <a:gd name="connsiteY0" fmla="*/ 40100 h 47625"/>
                <a:gd name="connsiteX1" fmla="*/ 49115 w 57150"/>
                <a:gd name="connsiteY1" fmla="*/ 30385 h 47625"/>
                <a:gd name="connsiteX2" fmla="*/ 54830 w 57150"/>
                <a:gd name="connsiteY2" fmla="*/ 22955 h 47625"/>
                <a:gd name="connsiteX3" fmla="*/ 53591 w 57150"/>
                <a:gd name="connsiteY3" fmla="*/ 13335 h 47625"/>
                <a:gd name="connsiteX4" fmla="*/ 46162 w 57150"/>
                <a:gd name="connsiteY4" fmla="*/ 7620 h 47625"/>
                <a:gd name="connsiteX5" fmla="*/ 42828 w 57150"/>
                <a:gd name="connsiteY5" fmla="*/ 7144 h 47625"/>
                <a:gd name="connsiteX6" fmla="*/ 36542 w 57150"/>
                <a:gd name="connsiteY6" fmla="*/ 8858 h 47625"/>
                <a:gd name="connsiteX7" fmla="*/ 31017 w 57150"/>
                <a:gd name="connsiteY7" fmla="*/ 11335 h 47625"/>
                <a:gd name="connsiteX8" fmla="*/ 33970 w 57150"/>
                <a:gd name="connsiteY8" fmla="*/ 10097 h 47625"/>
                <a:gd name="connsiteX9" fmla="*/ 16253 w 57150"/>
                <a:gd name="connsiteY9" fmla="*/ 16002 h 47625"/>
                <a:gd name="connsiteX10" fmla="*/ 8824 w 57150"/>
                <a:gd name="connsiteY10" fmla="*/ 21717 h 47625"/>
                <a:gd name="connsiteX11" fmla="*/ 7586 w 57150"/>
                <a:gd name="connsiteY11" fmla="*/ 31337 h 47625"/>
                <a:gd name="connsiteX12" fmla="*/ 13301 w 57150"/>
                <a:gd name="connsiteY12" fmla="*/ 38767 h 47625"/>
                <a:gd name="connsiteX13" fmla="*/ 22921 w 57150"/>
                <a:gd name="connsiteY13" fmla="*/ 40100 h 47625"/>
                <a:gd name="connsiteX14" fmla="*/ 22921 w 57150"/>
                <a:gd name="connsiteY14" fmla="*/ 4010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7150" h="47625">
                  <a:moveTo>
                    <a:pt x="22921" y="40100"/>
                  </a:moveTo>
                  <a:cubicBezTo>
                    <a:pt x="31970" y="37814"/>
                    <a:pt x="40733" y="34480"/>
                    <a:pt x="49115" y="30385"/>
                  </a:cubicBezTo>
                  <a:cubicBezTo>
                    <a:pt x="51782" y="29051"/>
                    <a:pt x="54068" y="25718"/>
                    <a:pt x="54830" y="22955"/>
                  </a:cubicBezTo>
                  <a:cubicBezTo>
                    <a:pt x="55687" y="20002"/>
                    <a:pt x="55306" y="16002"/>
                    <a:pt x="53591" y="13335"/>
                  </a:cubicBezTo>
                  <a:cubicBezTo>
                    <a:pt x="51877" y="10668"/>
                    <a:pt x="49305" y="8287"/>
                    <a:pt x="46162" y="7620"/>
                  </a:cubicBezTo>
                  <a:cubicBezTo>
                    <a:pt x="45019" y="7429"/>
                    <a:pt x="43971" y="7334"/>
                    <a:pt x="42828" y="7144"/>
                  </a:cubicBezTo>
                  <a:cubicBezTo>
                    <a:pt x="40542" y="7144"/>
                    <a:pt x="38447" y="7715"/>
                    <a:pt x="36542" y="8858"/>
                  </a:cubicBezTo>
                  <a:cubicBezTo>
                    <a:pt x="34732" y="9716"/>
                    <a:pt x="32827" y="10573"/>
                    <a:pt x="31017" y="11335"/>
                  </a:cubicBezTo>
                  <a:cubicBezTo>
                    <a:pt x="31970" y="10954"/>
                    <a:pt x="33017" y="10477"/>
                    <a:pt x="33970" y="10097"/>
                  </a:cubicBezTo>
                  <a:cubicBezTo>
                    <a:pt x="28255" y="12478"/>
                    <a:pt x="22349" y="14478"/>
                    <a:pt x="16253" y="16002"/>
                  </a:cubicBezTo>
                  <a:cubicBezTo>
                    <a:pt x="13205" y="16764"/>
                    <a:pt x="10348" y="19050"/>
                    <a:pt x="8824" y="21717"/>
                  </a:cubicBezTo>
                  <a:cubicBezTo>
                    <a:pt x="7300" y="24384"/>
                    <a:pt x="6633" y="28384"/>
                    <a:pt x="7586" y="31337"/>
                  </a:cubicBezTo>
                  <a:cubicBezTo>
                    <a:pt x="8538" y="34385"/>
                    <a:pt x="10443" y="37243"/>
                    <a:pt x="13301" y="38767"/>
                  </a:cubicBezTo>
                  <a:cubicBezTo>
                    <a:pt x="16349" y="40386"/>
                    <a:pt x="19587" y="40957"/>
                    <a:pt x="22921" y="40100"/>
                  </a:cubicBezTo>
                  <a:lnTo>
                    <a:pt x="22921" y="40100"/>
                  </a:lnTo>
                  <a:close/>
                </a:path>
              </a:pathLst>
            </a:custGeom>
            <a:solidFill>
              <a:srgbClr val="5D47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4" name="任意多边形: 形状 63"/>
            <p:cNvSpPr/>
            <p:nvPr/>
          </p:nvSpPr>
          <p:spPr>
            <a:xfrm>
              <a:off x="8436266" y="2863921"/>
              <a:ext cx="226858" cy="118830"/>
            </a:xfrm>
            <a:custGeom>
              <a:avLst/>
              <a:gdLst>
                <a:gd name="connsiteX0" fmla="*/ 16350 w 200025"/>
                <a:gd name="connsiteY0" fmla="*/ 31897 h 104775"/>
                <a:gd name="connsiteX1" fmla="*/ 181037 w 200025"/>
                <a:gd name="connsiteY1" fmla="*/ 101239 h 104775"/>
                <a:gd name="connsiteX2" fmla="*/ 196373 w 200025"/>
                <a:gd name="connsiteY2" fmla="*/ 92476 h 104775"/>
                <a:gd name="connsiteX3" fmla="*/ 187610 w 200025"/>
                <a:gd name="connsiteY3" fmla="*/ 77141 h 104775"/>
                <a:gd name="connsiteX4" fmla="*/ 22922 w 200025"/>
                <a:gd name="connsiteY4" fmla="*/ 7799 h 104775"/>
                <a:gd name="connsiteX5" fmla="*/ 7587 w 200025"/>
                <a:gd name="connsiteY5" fmla="*/ 16562 h 104775"/>
                <a:gd name="connsiteX6" fmla="*/ 16350 w 200025"/>
                <a:gd name="connsiteY6" fmla="*/ 31897 h 104775"/>
                <a:gd name="connsiteX7" fmla="*/ 16350 w 200025"/>
                <a:gd name="connsiteY7" fmla="*/ 31897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0025" h="104775">
                  <a:moveTo>
                    <a:pt x="16350" y="31897"/>
                  </a:moveTo>
                  <a:cubicBezTo>
                    <a:pt x="71214" y="55043"/>
                    <a:pt x="126173" y="78094"/>
                    <a:pt x="181037" y="101239"/>
                  </a:cubicBezTo>
                  <a:cubicBezTo>
                    <a:pt x="187229" y="103811"/>
                    <a:pt x="194753" y="98382"/>
                    <a:pt x="196373" y="92476"/>
                  </a:cubicBezTo>
                  <a:cubicBezTo>
                    <a:pt x="198373" y="85237"/>
                    <a:pt x="193896" y="79713"/>
                    <a:pt x="187610" y="77141"/>
                  </a:cubicBezTo>
                  <a:cubicBezTo>
                    <a:pt x="132746" y="53995"/>
                    <a:pt x="77786" y="30945"/>
                    <a:pt x="22922" y="7799"/>
                  </a:cubicBezTo>
                  <a:cubicBezTo>
                    <a:pt x="16731" y="5227"/>
                    <a:pt x="9206" y="10657"/>
                    <a:pt x="7587" y="16562"/>
                  </a:cubicBezTo>
                  <a:cubicBezTo>
                    <a:pt x="5682" y="23801"/>
                    <a:pt x="10159" y="29326"/>
                    <a:pt x="16350" y="31897"/>
                  </a:cubicBezTo>
                  <a:lnTo>
                    <a:pt x="16350" y="31897"/>
                  </a:lnTo>
                  <a:close/>
                </a:path>
              </a:pathLst>
            </a:custGeom>
            <a:solidFill>
              <a:srgbClr val="5D47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5" name="任意多边形: 形状 64"/>
            <p:cNvSpPr/>
            <p:nvPr/>
          </p:nvSpPr>
          <p:spPr>
            <a:xfrm>
              <a:off x="8673232" y="2958814"/>
              <a:ext cx="64816" cy="43211"/>
            </a:xfrm>
            <a:custGeom>
              <a:avLst/>
              <a:gdLst>
                <a:gd name="connsiteX0" fmla="*/ 13343 w 57150"/>
                <a:gd name="connsiteY0" fmla="*/ 30334 h 38100"/>
                <a:gd name="connsiteX1" fmla="*/ 39632 w 57150"/>
                <a:gd name="connsiteY1" fmla="*/ 39859 h 38100"/>
                <a:gd name="connsiteX2" fmla="*/ 49252 w 57150"/>
                <a:gd name="connsiteY2" fmla="*/ 38621 h 38100"/>
                <a:gd name="connsiteX3" fmla="*/ 54967 w 57150"/>
                <a:gd name="connsiteY3" fmla="*/ 31191 h 38100"/>
                <a:gd name="connsiteX4" fmla="*/ 53729 w 57150"/>
                <a:gd name="connsiteY4" fmla="*/ 21571 h 38100"/>
                <a:gd name="connsiteX5" fmla="*/ 46300 w 57150"/>
                <a:gd name="connsiteY5" fmla="*/ 15856 h 38100"/>
                <a:gd name="connsiteX6" fmla="*/ 27726 w 57150"/>
                <a:gd name="connsiteY6" fmla="*/ 9760 h 38100"/>
                <a:gd name="connsiteX7" fmla="*/ 30679 w 57150"/>
                <a:gd name="connsiteY7" fmla="*/ 10998 h 38100"/>
                <a:gd name="connsiteX8" fmla="*/ 25916 w 57150"/>
                <a:gd name="connsiteY8" fmla="*/ 8903 h 38100"/>
                <a:gd name="connsiteX9" fmla="*/ 21249 w 57150"/>
                <a:gd name="connsiteY9" fmla="*/ 7379 h 38100"/>
                <a:gd name="connsiteX10" fmla="*/ 16296 w 57150"/>
                <a:gd name="connsiteY10" fmla="*/ 7569 h 38100"/>
                <a:gd name="connsiteX11" fmla="*/ 8866 w 57150"/>
                <a:gd name="connsiteY11" fmla="*/ 13284 h 38100"/>
                <a:gd name="connsiteX12" fmla="*/ 7628 w 57150"/>
                <a:gd name="connsiteY12" fmla="*/ 22905 h 38100"/>
                <a:gd name="connsiteX13" fmla="*/ 13343 w 57150"/>
                <a:gd name="connsiteY13" fmla="*/ 30334 h 38100"/>
                <a:gd name="connsiteX14" fmla="*/ 13343 w 57150"/>
                <a:gd name="connsiteY14" fmla="*/ 30334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7150" h="38100">
                  <a:moveTo>
                    <a:pt x="13343" y="30334"/>
                  </a:moveTo>
                  <a:cubicBezTo>
                    <a:pt x="21820" y="34335"/>
                    <a:pt x="30583" y="37668"/>
                    <a:pt x="39632" y="39859"/>
                  </a:cubicBezTo>
                  <a:cubicBezTo>
                    <a:pt x="42871" y="40621"/>
                    <a:pt x="46395" y="40240"/>
                    <a:pt x="49252" y="38621"/>
                  </a:cubicBezTo>
                  <a:cubicBezTo>
                    <a:pt x="51824" y="37097"/>
                    <a:pt x="54301" y="34144"/>
                    <a:pt x="54967" y="31191"/>
                  </a:cubicBezTo>
                  <a:cubicBezTo>
                    <a:pt x="55729" y="27953"/>
                    <a:pt x="55539" y="24429"/>
                    <a:pt x="53729" y="21571"/>
                  </a:cubicBezTo>
                  <a:cubicBezTo>
                    <a:pt x="52015" y="18904"/>
                    <a:pt x="49443" y="16618"/>
                    <a:pt x="46300" y="15856"/>
                  </a:cubicBezTo>
                  <a:cubicBezTo>
                    <a:pt x="39918" y="14332"/>
                    <a:pt x="33727" y="12237"/>
                    <a:pt x="27726" y="9760"/>
                  </a:cubicBezTo>
                  <a:cubicBezTo>
                    <a:pt x="28678" y="10141"/>
                    <a:pt x="29726" y="10617"/>
                    <a:pt x="30679" y="10998"/>
                  </a:cubicBezTo>
                  <a:cubicBezTo>
                    <a:pt x="29059" y="10332"/>
                    <a:pt x="27535" y="9570"/>
                    <a:pt x="25916" y="8903"/>
                  </a:cubicBezTo>
                  <a:cubicBezTo>
                    <a:pt x="24487" y="7950"/>
                    <a:pt x="22963" y="7474"/>
                    <a:pt x="21249" y="7379"/>
                  </a:cubicBezTo>
                  <a:cubicBezTo>
                    <a:pt x="19630" y="6998"/>
                    <a:pt x="17915" y="7093"/>
                    <a:pt x="16296" y="7569"/>
                  </a:cubicBezTo>
                  <a:cubicBezTo>
                    <a:pt x="13438" y="8331"/>
                    <a:pt x="10295" y="10617"/>
                    <a:pt x="8866" y="13284"/>
                  </a:cubicBezTo>
                  <a:cubicBezTo>
                    <a:pt x="7342" y="16142"/>
                    <a:pt x="6580" y="19666"/>
                    <a:pt x="7628" y="22905"/>
                  </a:cubicBezTo>
                  <a:cubicBezTo>
                    <a:pt x="8485" y="25857"/>
                    <a:pt x="10390" y="29001"/>
                    <a:pt x="13343" y="30334"/>
                  </a:cubicBezTo>
                  <a:lnTo>
                    <a:pt x="13343" y="30334"/>
                  </a:lnTo>
                  <a:close/>
                </a:path>
              </a:pathLst>
            </a:custGeom>
            <a:solidFill>
              <a:srgbClr val="5D47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4532454" y="3497706"/>
            <a:ext cx="361806" cy="536548"/>
            <a:chOff x="3553322" y="2130634"/>
            <a:chExt cx="580927" cy="861498"/>
          </a:xfrm>
        </p:grpSpPr>
        <p:sp>
          <p:nvSpPr>
            <p:cNvPr id="53" name="任意多边形: 形状 52"/>
            <p:cNvSpPr/>
            <p:nvPr/>
          </p:nvSpPr>
          <p:spPr>
            <a:xfrm>
              <a:off x="3810167" y="2130634"/>
              <a:ext cx="324082" cy="324082"/>
            </a:xfrm>
            <a:custGeom>
              <a:avLst/>
              <a:gdLst>
                <a:gd name="connsiteX0" fmla="*/ 282173 w 285750"/>
                <a:gd name="connsiteY0" fmla="*/ 259439 h 285750"/>
                <a:gd name="connsiteX1" fmla="*/ 85767 w 285750"/>
                <a:gd name="connsiteY1" fmla="*/ 63700 h 285750"/>
                <a:gd name="connsiteX2" fmla="*/ 28712 w 285750"/>
                <a:gd name="connsiteY2" fmla="*/ 10550 h 285750"/>
                <a:gd name="connsiteX3" fmla="*/ 11091 w 285750"/>
                <a:gd name="connsiteY3" fmla="*/ 28172 h 285750"/>
                <a:gd name="connsiteX4" fmla="*/ 210354 w 285750"/>
                <a:gd name="connsiteY4" fmla="*/ 221053 h 285750"/>
                <a:gd name="connsiteX5" fmla="*/ 264456 w 285750"/>
                <a:gd name="connsiteY5" fmla="*/ 277155 h 285750"/>
                <a:gd name="connsiteX6" fmla="*/ 282173 w 285750"/>
                <a:gd name="connsiteY6" fmla="*/ 259439 h 285750"/>
                <a:gd name="connsiteX7" fmla="*/ 282173 w 285750"/>
                <a:gd name="connsiteY7" fmla="*/ 259439 h 28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5750" h="285750">
                  <a:moveTo>
                    <a:pt x="282173" y="259439"/>
                  </a:moveTo>
                  <a:cubicBezTo>
                    <a:pt x="218450" y="192478"/>
                    <a:pt x="152918" y="127232"/>
                    <a:pt x="85767" y="63700"/>
                  </a:cubicBezTo>
                  <a:cubicBezTo>
                    <a:pt x="66908" y="45888"/>
                    <a:pt x="47858" y="28172"/>
                    <a:pt x="28712" y="10550"/>
                  </a:cubicBezTo>
                  <a:cubicBezTo>
                    <a:pt x="16901" y="-308"/>
                    <a:pt x="-815" y="17313"/>
                    <a:pt x="11091" y="28172"/>
                  </a:cubicBezTo>
                  <a:cubicBezTo>
                    <a:pt x="79195" y="90656"/>
                    <a:pt x="145679" y="154949"/>
                    <a:pt x="210354" y="221053"/>
                  </a:cubicBezTo>
                  <a:cubicBezTo>
                    <a:pt x="228547" y="239627"/>
                    <a:pt x="246549" y="258296"/>
                    <a:pt x="264456" y="277155"/>
                  </a:cubicBezTo>
                  <a:cubicBezTo>
                    <a:pt x="275600" y="288776"/>
                    <a:pt x="293222" y="271154"/>
                    <a:pt x="282173" y="259439"/>
                  </a:cubicBezTo>
                  <a:lnTo>
                    <a:pt x="282173" y="259439"/>
                  </a:lnTo>
                  <a:close/>
                </a:path>
              </a:pathLst>
            </a:custGeom>
            <a:solidFill>
              <a:srgbClr val="5D47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4" name="任意多边形: 形状 53"/>
            <p:cNvSpPr/>
            <p:nvPr/>
          </p:nvSpPr>
          <p:spPr>
            <a:xfrm>
              <a:off x="3817878" y="2481702"/>
              <a:ext cx="226858" cy="118830"/>
            </a:xfrm>
            <a:custGeom>
              <a:avLst/>
              <a:gdLst>
                <a:gd name="connsiteX0" fmla="*/ 188601 w 200025"/>
                <a:gd name="connsiteY0" fmla="*/ 74862 h 104775"/>
                <a:gd name="connsiteX1" fmla="*/ 22961 w 200025"/>
                <a:gd name="connsiteY1" fmla="*/ 7806 h 104775"/>
                <a:gd name="connsiteX2" fmla="*/ 7626 w 200025"/>
                <a:gd name="connsiteY2" fmla="*/ 16569 h 104775"/>
                <a:gd name="connsiteX3" fmla="*/ 16389 w 200025"/>
                <a:gd name="connsiteY3" fmla="*/ 31905 h 104775"/>
                <a:gd name="connsiteX4" fmla="*/ 182029 w 200025"/>
                <a:gd name="connsiteY4" fmla="*/ 98961 h 104775"/>
                <a:gd name="connsiteX5" fmla="*/ 197364 w 200025"/>
                <a:gd name="connsiteY5" fmla="*/ 90198 h 104775"/>
                <a:gd name="connsiteX6" fmla="*/ 188601 w 200025"/>
                <a:gd name="connsiteY6" fmla="*/ 74862 h 104775"/>
                <a:gd name="connsiteX7" fmla="*/ 188601 w 200025"/>
                <a:gd name="connsiteY7" fmla="*/ 74862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0025" h="104775">
                  <a:moveTo>
                    <a:pt x="188601" y="74862"/>
                  </a:moveTo>
                  <a:cubicBezTo>
                    <a:pt x="133356" y="52479"/>
                    <a:pt x="78206" y="30095"/>
                    <a:pt x="22961" y="7806"/>
                  </a:cubicBezTo>
                  <a:cubicBezTo>
                    <a:pt x="16675" y="5235"/>
                    <a:pt x="9245" y="10569"/>
                    <a:pt x="7626" y="16569"/>
                  </a:cubicBezTo>
                  <a:cubicBezTo>
                    <a:pt x="5626" y="23713"/>
                    <a:pt x="10102" y="29428"/>
                    <a:pt x="16389" y="31905"/>
                  </a:cubicBezTo>
                  <a:cubicBezTo>
                    <a:pt x="71634" y="54288"/>
                    <a:pt x="126784" y="76672"/>
                    <a:pt x="182029" y="98961"/>
                  </a:cubicBezTo>
                  <a:cubicBezTo>
                    <a:pt x="188315" y="101532"/>
                    <a:pt x="195745" y="96198"/>
                    <a:pt x="197364" y="90198"/>
                  </a:cubicBezTo>
                  <a:cubicBezTo>
                    <a:pt x="199269" y="83149"/>
                    <a:pt x="194887" y="77434"/>
                    <a:pt x="188601" y="74862"/>
                  </a:cubicBezTo>
                  <a:lnTo>
                    <a:pt x="188601" y="74862"/>
                  </a:lnTo>
                  <a:close/>
                </a:path>
              </a:pathLst>
            </a:custGeom>
            <a:solidFill>
              <a:srgbClr val="5D47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5" name="任意多边形: 形状 54"/>
            <p:cNvSpPr/>
            <p:nvPr/>
          </p:nvSpPr>
          <p:spPr>
            <a:xfrm>
              <a:off x="3553322" y="2667181"/>
              <a:ext cx="475321" cy="108027"/>
            </a:xfrm>
            <a:custGeom>
              <a:avLst/>
              <a:gdLst>
                <a:gd name="connsiteX0" fmla="*/ 407863 w 419100"/>
                <a:gd name="connsiteY0" fmla="*/ 64389 h 95250"/>
                <a:gd name="connsiteX1" fmla="*/ 277275 w 419100"/>
                <a:gd name="connsiteY1" fmla="*/ 45053 h 95250"/>
                <a:gd name="connsiteX2" fmla="*/ 70487 w 419100"/>
                <a:gd name="connsiteY2" fmla="*/ 14383 h 95250"/>
                <a:gd name="connsiteX3" fmla="*/ 22862 w 419100"/>
                <a:gd name="connsiteY3" fmla="*/ 7334 h 95250"/>
                <a:gd name="connsiteX4" fmla="*/ 7527 w 419100"/>
                <a:gd name="connsiteY4" fmla="*/ 16097 h 95250"/>
                <a:gd name="connsiteX5" fmla="*/ 16290 w 419100"/>
                <a:gd name="connsiteY5" fmla="*/ 31433 h 95250"/>
                <a:gd name="connsiteX6" fmla="*/ 146878 w 419100"/>
                <a:gd name="connsiteY6" fmla="*/ 50768 h 95250"/>
                <a:gd name="connsiteX7" fmla="*/ 353666 w 419100"/>
                <a:gd name="connsiteY7" fmla="*/ 81439 h 95250"/>
                <a:gd name="connsiteX8" fmla="*/ 401386 w 419100"/>
                <a:gd name="connsiteY8" fmla="*/ 88487 h 95250"/>
                <a:gd name="connsiteX9" fmla="*/ 416721 w 419100"/>
                <a:gd name="connsiteY9" fmla="*/ 79724 h 95250"/>
                <a:gd name="connsiteX10" fmla="*/ 407863 w 419100"/>
                <a:gd name="connsiteY10" fmla="*/ 64389 h 95250"/>
                <a:gd name="connsiteX11" fmla="*/ 407863 w 419100"/>
                <a:gd name="connsiteY11" fmla="*/ 64389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9100" h="95250">
                  <a:moveTo>
                    <a:pt x="407863" y="64389"/>
                  </a:moveTo>
                  <a:cubicBezTo>
                    <a:pt x="364334" y="57912"/>
                    <a:pt x="320804" y="51530"/>
                    <a:pt x="277275" y="45053"/>
                  </a:cubicBezTo>
                  <a:cubicBezTo>
                    <a:pt x="208314" y="34862"/>
                    <a:pt x="139448" y="24670"/>
                    <a:pt x="70487" y="14383"/>
                  </a:cubicBezTo>
                  <a:cubicBezTo>
                    <a:pt x="54676" y="12097"/>
                    <a:pt x="38769" y="9716"/>
                    <a:pt x="22862" y="7334"/>
                  </a:cubicBezTo>
                  <a:cubicBezTo>
                    <a:pt x="16195" y="6382"/>
                    <a:pt x="9432" y="8954"/>
                    <a:pt x="7527" y="16097"/>
                  </a:cubicBezTo>
                  <a:cubicBezTo>
                    <a:pt x="5908" y="22003"/>
                    <a:pt x="9527" y="30480"/>
                    <a:pt x="16290" y="31433"/>
                  </a:cubicBezTo>
                  <a:cubicBezTo>
                    <a:pt x="59819" y="37910"/>
                    <a:pt x="103349" y="44291"/>
                    <a:pt x="146878" y="50768"/>
                  </a:cubicBezTo>
                  <a:cubicBezTo>
                    <a:pt x="215839" y="60960"/>
                    <a:pt x="284705" y="71152"/>
                    <a:pt x="353666" y="81439"/>
                  </a:cubicBezTo>
                  <a:cubicBezTo>
                    <a:pt x="369573" y="83820"/>
                    <a:pt x="385479" y="86106"/>
                    <a:pt x="401386" y="88487"/>
                  </a:cubicBezTo>
                  <a:cubicBezTo>
                    <a:pt x="408053" y="89440"/>
                    <a:pt x="414816" y="86868"/>
                    <a:pt x="416721" y="79724"/>
                  </a:cubicBezTo>
                  <a:cubicBezTo>
                    <a:pt x="418245" y="73914"/>
                    <a:pt x="414530" y="65437"/>
                    <a:pt x="407863" y="64389"/>
                  </a:cubicBezTo>
                  <a:lnTo>
                    <a:pt x="407863" y="64389"/>
                  </a:lnTo>
                  <a:close/>
                </a:path>
              </a:pathLst>
            </a:custGeom>
            <a:solidFill>
              <a:srgbClr val="5D47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6" name="任意多边形: 形状 55"/>
            <p:cNvSpPr/>
            <p:nvPr/>
          </p:nvSpPr>
          <p:spPr>
            <a:xfrm>
              <a:off x="3745821" y="2445788"/>
              <a:ext cx="64816" cy="54014"/>
            </a:xfrm>
            <a:custGeom>
              <a:avLst/>
              <a:gdLst>
                <a:gd name="connsiteX0" fmla="*/ 45347 w 57150"/>
                <a:gd name="connsiteY0" fmla="*/ 18232 h 47625"/>
                <a:gd name="connsiteX1" fmla="*/ 38775 w 57150"/>
                <a:gd name="connsiteY1" fmla="*/ 15660 h 47625"/>
                <a:gd name="connsiteX2" fmla="*/ 41727 w 57150"/>
                <a:gd name="connsiteY2" fmla="*/ 16898 h 47625"/>
                <a:gd name="connsiteX3" fmla="*/ 25916 w 57150"/>
                <a:gd name="connsiteY3" fmla="*/ 8802 h 47625"/>
                <a:gd name="connsiteX4" fmla="*/ 16296 w 57150"/>
                <a:gd name="connsiteY4" fmla="*/ 7564 h 47625"/>
                <a:gd name="connsiteX5" fmla="*/ 8866 w 57150"/>
                <a:gd name="connsiteY5" fmla="*/ 13279 h 47625"/>
                <a:gd name="connsiteX6" fmla="*/ 7628 w 57150"/>
                <a:gd name="connsiteY6" fmla="*/ 22899 h 47625"/>
                <a:gd name="connsiteX7" fmla="*/ 13343 w 57150"/>
                <a:gd name="connsiteY7" fmla="*/ 30328 h 47625"/>
                <a:gd name="connsiteX8" fmla="*/ 38679 w 57150"/>
                <a:gd name="connsiteY8" fmla="*/ 42139 h 47625"/>
                <a:gd name="connsiteX9" fmla="*/ 48300 w 57150"/>
                <a:gd name="connsiteY9" fmla="*/ 40901 h 47625"/>
                <a:gd name="connsiteX10" fmla="*/ 54015 w 57150"/>
                <a:gd name="connsiteY10" fmla="*/ 33472 h 47625"/>
                <a:gd name="connsiteX11" fmla="*/ 52776 w 57150"/>
                <a:gd name="connsiteY11" fmla="*/ 23851 h 47625"/>
                <a:gd name="connsiteX12" fmla="*/ 50871 w 57150"/>
                <a:gd name="connsiteY12" fmla="*/ 21280 h 47625"/>
                <a:gd name="connsiteX13" fmla="*/ 45347 w 57150"/>
                <a:gd name="connsiteY13" fmla="*/ 18232 h 47625"/>
                <a:gd name="connsiteX14" fmla="*/ 45347 w 57150"/>
                <a:gd name="connsiteY14" fmla="*/ 18232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7150" h="47625">
                  <a:moveTo>
                    <a:pt x="45347" y="18232"/>
                  </a:moveTo>
                  <a:cubicBezTo>
                    <a:pt x="43156" y="17470"/>
                    <a:pt x="40965" y="16612"/>
                    <a:pt x="38775" y="15660"/>
                  </a:cubicBezTo>
                  <a:cubicBezTo>
                    <a:pt x="39727" y="16041"/>
                    <a:pt x="40775" y="16517"/>
                    <a:pt x="41727" y="16898"/>
                  </a:cubicBezTo>
                  <a:cubicBezTo>
                    <a:pt x="36298" y="14612"/>
                    <a:pt x="30964" y="11945"/>
                    <a:pt x="25916" y="8802"/>
                  </a:cubicBezTo>
                  <a:cubicBezTo>
                    <a:pt x="23154" y="7183"/>
                    <a:pt x="19344" y="6706"/>
                    <a:pt x="16296" y="7564"/>
                  </a:cubicBezTo>
                  <a:cubicBezTo>
                    <a:pt x="13438" y="8326"/>
                    <a:pt x="10295" y="10612"/>
                    <a:pt x="8866" y="13279"/>
                  </a:cubicBezTo>
                  <a:cubicBezTo>
                    <a:pt x="7342" y="16136"/>
                    <a:pt x="6580" y="19660"/>
                    <a:pt x="7628" y="22899"/>
                  </a:cubicBezTo>
                  <a:cubicBezTo>
                    <a:pt x="8676" y="26042"/>
                    <a:pt x="10485" y="28614"/>
                    <a:pt x="13343" y="30328"/>
                  </a:cubicBezTo>
                  <a:cubicBezTo>
                    <a:pt x="21344" y="35186"/>
                    <a:pt x="29916" y="39091"/>
                    <a:pt x="38679" y="42139"/>
                  </a:cubicBezTo>
                  <a:cubicBezTo>
                    <a:pt x="41632" y="43187"/>
                    <a:pt x="45728" y="42425"/>
                    <a:pt x="48300" y="40901"/>
                  </a:cubicBezTo>
                  <a:cubicBezTo>
                    <a:pt x="50871" y="39377"/>
                    <a:pt x="53348" y="36424"/>
                    <a:pt x="54015" y="33472"/>
                  </a:cubicBezTo>
                  <a:cubicBezTo>
                    <a:pt x="54777" y="30233"/>
                    <a:pt x="54586" y="26709"/>
                    <a:pt x="52776" y="23851"/>
                  </a:cubicBezTo>
                  <a:cubicBezTo>
                    <a:pt x="52110" y="22994"/>
                    <a:pt x="51443" y="22137"/>
                    <a:pt x="50871" y="21280"/>
                  </a:cubicBezTo>
                  <a:cubicBezTo>
                    <a:pt x="49252" y="19946"/>
                    <a:pt x="47442" y="18803"/>
                    <a:pt x="45347" y="18232"/>
                  </a:cubicBezTo>
                  <a:lnTo>
                    <a:pt x="45347" y="18232"/>
                  </a:lnTo>
                  <a:close/>
                </a:path>
              </a:pathLst>
            </a:custGeom>
            <a:solidFill>
              <a:srgbClr val="5D47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7" name="任意多边形: 形状 56"/>
            <p:cNvSpPr/>
            <p:nvPr/>
          </p:nvSpPr>
          <p:spPr>
            <a:xfrm>
              <a:off x="3824694" y="2909318"/>
              <a:ext cx="237660" cy="75619"/>
            </a:xfrm>
            <a:custGeom>
              <a:avLst/>
              <a:gdLst>
                <a:gd name="connsiteX0" fmla="*/ 192211 w 209550"/>
                <a:gd name="connsiteY0" fmla="*/ 7388 h 66675"/>
                <a:gd name="connsiteX1" fmla="*/ 16284 w 209550"/>
                <a:gd name="connsiteY1" fmla="*/ 38535 h 66675"/>
                <a:gd name="connsiteX2" fmla="*/ 7521 w 209550"/>
                <a:gd name="connsiteY2" fmla="*/ 53870 h 66675"/>
                <a:gd name="connsiteX3" fmla="*/ 22856 w 209550"/>
                <a:gd name="connsiteY3" fmla="*/ 62633 h 66675"/>
                <a:gd name="connsiteX4" fmla="*/ 198783 w 209550"/>
                <a:gd name="connsiteY4" fmla="*/ 31486 h 66675"/>
                <a:gd name="connsiteX5" fmla="*/ 207546 w 209550"/>
                <a:gd name="connsiteY5" fmla="*/ 16151 h 66675"/>
                <a:gd name="connsiteX6" fmla="*/ 192211 w 209550"/>
                <a:gd name="connsiteY6" fmla="*/ 7388 h 66675"/>
                <a:gd name="connsiteX7" fmla="*/ 192211 w 209550"/>
                <a:gd name="connsiteY7" fmla="*/ 738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9550" h="66675">
                  <a:moveTo>
                    <a:pt x="192211" y="7388"/>
                  </a:moveTo>
                  <a:cubicBezTo>
                    <a:pt x="133537" y="17770"/>
                    <a:pt x="74958" y="28153"/>
                    <a:pt x="16284" y="38535"/>
                  </a:cubicBezTo>
                  <a:cubicBezTo>
                    <a:pt x="9617" y="39678"/>
                    <a:pt x="5902" y="47869"/>
                    <a:pt x="7521" y="53870"/>
                  </a:cubicBezTo>
                  <a:cubicBezTo>
                    <a:pt x="9426" y="60919"/>
                    <a:pt x="16189" y="63776"/>
                    <a:pt x="22856" y="62633"/>
                  </a:cubicBezTo>
                  <a:cubicBezTo>
                    <a:pt x="81530" y="52251"/>
                    <a:pt x="140109" y="41869"/>
                    <a:pt x="198783" y="31486"/>
                  </a:cubicBezTo>
                  <a:cubicBezTo>
                    <a:pt x="205451" y="30343"/>
                    <a:pt x="209165" y="22152"/>
                    <a:pt x="207546" y="16151"/>
                  </a:cubicBezTo>
                  <a:cubicBezTo>
                    <a:pt x="205641" y="9103"/>
                    <a:pt x="198878" y="6245"/>
                    <a:pt x="192211" y="7388"/>
                  </a:cubicBezTo>
                  <a:lnTo>
                    <a:pt x="192211" y="7388"/>
                  </a:lnTo>
                  <a:close/>
                </a:path>
              </a:pathLst>
            </a:custGeom>
            <a:solidFill>
              <a:srgbClr val="5D47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8" name="任意多边形: 形状 57"/>
            <p:cNvSpPr/>
            <p:nvPr/>
          </p:nvSpPr>
          <p:spPr>
            <a:xfrm>
              <a:off x="3744516" y="2948921"/>
              <a:ext cx="64816" cy="43211"/>
            </a:xfrm>
            <a:custGeom>
              <a:avLst/>
              <a:gdLst>
                <a:gd name="connsiteX0" fmla="*/ 40782 w 57150"/>
                <a:gd name="connsiteY0" fmla="*/ 7521 h 38100"/>
                <a:gd name="connsiteX1" fmla="*/ 30495 w 57150"/>
                <a:gd name="connsiteY1" fmla="*/ 9331 h 38100"/>
                <a:gd name="connsiteX2" fmla="*/ 33829 w 57150"/>
                <a:gd name="connsiteY2" fmla="*/ 8855 h 38100"/>
                <a:gd name="connsiteX3" fmla="*/ 19637 w 57150"/>
                <a:gd name="connsiteY3" fmla="*/ 9903 h 38100"/>
                <a:gd name="connsiteX4" fmla="*/ 10778 w 57150"/>
                <a:gd name="connsiteY4" fmla="*/ 13522 h 38100"/>
                <a:gd name="connsiteX5" fmla="*/ 7159 w 57150"/>
                <a:gd name="connsiteY5" fmla="*/ 22380 h 38100"/>
                <a:gd name="connsiteX6" fmla="*/ 10778 w 57150"/>
                <a:gd name="connsiteY6" fmla="*/ 31239 h 38100"/>
                <a:gd name="connsiteX7" fmla="*/ 19637 w 57150"/>
                <a:gd name="connsiteY7" fmla="*/ 34858 h 38100"/>
                <a:gd name="connsiteX8" fmla="*/ 47545 w 57150"/>
                <a:gd name="connsiteY8" fmla="*/ 31524 h 38100"/>
                <a:gd name="connsiteX9" fmla="*/ 54974 w 57150"/>
                <a:gd name="connsiteY9" fmla="*/ 25809 h 38100"/>
                <a:gd name="connsiteX10" fmla="*/ 56213 w 57150"/>
                <a:gd name="connsiteY10" fmla="*/ 16189 h 38100"/>
                <a:gd name="connsiteX11" fmla="*/ 50498 w 57150"/>
                <a:gd name="connsiteY11" fmla="*/ 8760 h 38100"/>
                <a:gd name="connsiteX12" fmla="*/ 40782 w 57150"/>
                <a:gd name="connsiteY12" fmla="*/ 7521 h 38100"/>
                <a:gd name="connsiteX13" fmla="*/ 40782 w 57150"/>
                <a:gd name="connsiteY13" fmla="*/ 7521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7150" h="38100">
                  <a:moveTo>
                    <a:pt x="40782" y="7521"/>
                  </a:moveTo>
                  <a:cubicBezTo>
                    <a:pt x="37353" y="8283"/>
                    <a:pt x="33924" y="8855"/>
                    <a:pt x="30495" y="9331"/>
                  </a:cubicBezTo>
                  <a:cubicBezTo>
                    <a:pt x="31638" y="9141"/>
                    <a:pt x="32686" y="9045"/>
                    <a:pt x="33829" y="8855"/>
                  </a:cubicBezTo>
                  <a:cubicBezTo>
                    <a:pt x="29066" y="9522"/>
                    <a:pt x="24399" y="9807"/>
                    <a:pt x="19637" y="9903"/>
                  </a:cubicBezTo>
                  <a:cubicBezTo>
                    <a:pt x="16398" y="9998"/>
                    <a:pt x="13064" y="11236"/>
                    <a:pt x="10778" y="13522"/>
                  </a:cubicBezTo>
                  <a:cubicBezTo>
                    <a:pt x="8588" y="15713"/>
                    <a:pt x="6968" y="19237"/>
                    <a:pt x="7159" y="22380"/>
                  </a:cubicBezTo>
                  <a:cubicBezTo>
                    <a:pt x="7349" y="25619"/>
                    <a:pt x="8397" y="28953"/>
                    <a:pt x="10778" y="31239"/>
                  </a:cubicBezTo>
                  <a:cubicBezTo>
                    <a:pt x="13160" y="33429"/>
                    <a:pt x="16208" y="34953"/>
                    <a:pt x="19637" y="34858"/>
                  </a:cubicBezTo>
                  <a:cubicBezTo>
                    <a:pt x="28971" y="34668"/>
                    <a:pt x="38401" y="33525"/>
                    <a:pt x="47545" y="31524"/>
                  </a:cubicBezTo>
                  <a:cubicBezTo>
                    <a:pt x="50498" y="30858"/>
                    <a:pt x="53546" y="28381"/>
                    <a:pt x="54974" y="25809"/>
                  </a:cubicBezTo>
                  <a:cubicBezTo>
                    <a:pt x="56498" y="23142"/>
                    <a:pt x="57165" y="19142"/>
                    <a:pt x="56213" y="16189"/>
                  </a:cubicBezTo>
                  <a:cubicBezTo>
                    <a:pt x="55260" y="13141"/>
                    <a:pt x="53355" y="10284"/>
                    <a:pt x="50498" y="8760"/>
                  </a:cubicBezTo>
                  <a:cubicBezTo>
                    <a:pt x="47354" y="7140"/>
                    <a:pt x="44116" y="6759"/>
                    <a:pt x="40782" y="7521"/>
                  </a:cubicBezTo>
                  <a:lnTo>
                    <a:pt x="40782" y="7521"/>
                  </a:lnTo>
                  <a:close/>
                </a:path>
              </a:pathLst>
            </a:custGeom>
            <a:solidFill>
              <a:srgbClr val="5D47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9152854" y="2198886"/>
            <a:ext cx="511971" cy="1850772"/>
            <a:chOff x="2709165" y="3485769"/>
            <a:chExt cx="255175" cy="922457"/>
          </a:xfrm>
        </p:grpSpPr>
        <p:sp>
          <p:nvSpPr>
            <p:cNvPr id="69" name="任意多边形: 形状 68"/>
            <p:cNvSpPr/>
            <p:nvPr/>
          </p:nvSpPr>
          <p:spPr>
            <a:xfrm>
              <a:off x="2736499" y="3589076"/>
              <a:ext cx="123825" cy="819150"/>
            </a:xfrm>
            <a:custGeom>
              <a:avLst/>
              <a:gdLst>
                <a:gd name="connsiteX0" fmla="*/ 42294 w 123825"/>
                <a:gd name="connsiteY0" fmla="*/ 13755 h 819150"/>
                <a:gd name="connsiteX1" fmla="*/ 109731 w 123825"/>
                <a:gd name="connsiteY1" fmla="*/ 331985 h 819150"/>
                <a:gd name="connsiteX2" fmla="*/ 108969 w 123825"/>
                <a:gd name="connsiteY2" fmla="*/ 493243 h 819150"/>
                <a:gd name="connsiteX3" fmla="*/ 74489 w 123825"/>
                <a:gd name="connsiteY3" fmla="*/ 642976 h 819150"/>
                <a:gd name="connsiteX4" fmla="*/ 7718 w 123825"/>
                <a:gd name="connsiteY4" fmla="*/ 803854 h 819150"/>
                <a:gd name="connsiteX5" fmla="*/ 16958 w 123825"/>
                <a:gd name="connsiteY5" fmla="*/ 809283 h 819150"/>
                <a:gd name="connsiteX6" fmla="*/ 116875 w 123825"/>
                <a:gd name="connsiteY6" fmla="*/ 514198 h 819150"/>
                <a:gd name="connsiteX7" fmla="*/ 98206 w 123825"/>
                <a:gd name="connsiteY7" fmla="*/ 191777 h 819150"/>
                <a:gd name="connsiteX8" fmla="*/ 52676 w 123825"/>
                <a:gd name="connsiteY8" fmla="*/ 10897 h 819150"/>
                <a:gd name="connsiteX9" fmla="*/ 42294 w 123825"/>
                <a:gd name="connsiteY9" fmla="*/ 13755 h 819150"/>
                <a:gd name="connsiteX10" fmla="*/ 42294 w 123825"/>
                <a:gd name="connsiteY10" fmla="*/ 13755 h 81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3825" h="819150">
                  <a:moveTo>
                    <a:pt x="42294" y="13755"/>
                  </a:moveTo>
                  <a:cubicBezTo>
                    <a:pt x="70774" y="118339"/>
                    <a:pt x="99349" y="223781"/>
                    <a:pt x="109731" y="331985"/>
                  </a:cubicBezTo>
                  <a:cubicBezTo>
                    <a:pt x="114875" y="385611"/>
                    <a:pt x="115351" y="439713"/>
                    <a:pt x="108969" y="493243"/>
                  </a:cubicBezTo>
                  <a:cubicBezTo>
                    <a:pt x="102968" y="544202"/>
                    <a:pt x="90586" y="594304"/>
                    <a:pt x="74489" y="642976"/>
                  </a:cubicBezTo>
                  <a:cubicBezTo>
                    <a:pt x="56201" y="698126"/>
                    <a:pt x="33055" y="751562"/>
                    <a:pt x="7718" y="803854"/>
                  </a:cubicBezTo>
                  <a:cubicBezTo>
                    <a:pt x="4766" y="810045"/>
                    <a:pt x="14005" y="815474"/>
                    <a:pt x="16958" y="809283"/>
                  </a:cubicBezTo>
                  <a:cubicBezTo>
                    <a:pt x="62106" y="715652"/>
                    <a:pt x="101444" y="617640"/>
                    <a:pt x="116875" y="514198"/>
                  </a:cubicBezTo>
                  <a:cubicBezTo>
                    <a:pt x="132972" y="406566"/>
                    <a:pt x="120685" y="297600"/>
                    <a:pt x="98206" y="191777"/>
                  </a:cubicBezTo>
                  <a:cubicBezTo>
                    <a:pt x="85252" y="130912"/>
                    <a:pt x="69060" y="70905"/>
                    <a:pt x="52676" y="10897"/>
                  </a:cubicBezTo>
                  <a:cubicBezTo>
                    <a:pt x="50771" y="4325"/>
                    <a:pt x="40485" y="7087"/>
                    <a:pt x="42294" y="13755"/>
                  </a:cubicBezTo>
                  <a:lnTo>
                    <a:pt x="42294" y="13755"/>
                  </a:lnTo>
                  <a:close/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0" name="任意多边形: 形状 69"/>
            <p:cNvSpPr/>
            <p:nvPr/>
          </p:nvSpPr>
          <p:spPr>
            <a:xfrm>
              <a:off x="2753428" y="3485769"/>
              <a:ext cx="66675" cy="200025"/>
            </a:xfrm>
            <a:custGeom>
              <a:avLst/>
              <a:gdLst>
                <a:gd name="connsiteX0" fmla="*/ 50892 w 66675"/>
                <a:gd name="connsiteY0" fmla="*/ 199073 h 200025"/>
                <a:gd name="connsiteX1" fmla="*/ 7172 w 66675"/>
                <a:gd name="connsiteY1" fmla="*/ 91250 h 200025"/>
                <a:gd name="connsiteX2" fmla="*/ 14697 w 66675"/>
                <a:gd name="connsiteY2" fmla="*/ 7144 h 200025"/>
                <a:gd name="connsiteX3" fmla="*/ 58702 w 66675"/>
                <a:gd name="connsiteY3" fmla="*/ 99441 h 200025"/>
                <a:gd name="connsiteX4" fmla="*/ 50892 w 66675"/>
                <a:gd name="connsiteY4" fmla="*/ 199073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200025">
                  <a:moveTo>
                    <a:pt x="50892" y="199073"/>
                  </a:moveTo>
                  <a:cubicBezTo>
                    <a:pt x="20983" y="164782"/>
                    <a:pt x="6410" y="136684"/>
                    <a:pt x="7172" y="91250"/>
                  </a:cubicBezTo>
                  <a:cubicBezTo>
                    <a:pt x="7648" y="63056"/>
                    <a:pt x="14602" y="35243"/>
                    <a:pt x="14697" y="7144"/>
                  </a:cubicBezTo>
                  <a:cubicBezTo>
                    <a:pt x="32032" y="36576"/>
                    <a:pt x="49558" y="66485"/>
                    <a:pt x="58702" y="99441"/>
                  </a:cubicBezTo>
                  <a:cubicBezTo>
                    <a:pt x="67846" y="132302"/>
                    <a:pt x="67751" y="169259"/>
                    <a:pt x="50892" y="199073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1" name="任意多边形: 形状 70"/>
            <p:cNvSpPr/>
            <p:nvPr/>
          </p:nvSpPr>
          <p:spPr>
            <a:xfrm>
              <a:off x="2843468" y="3746945"/>
              <a:ext cx="104775" cy="180975"/>
            </a:xfrm>
            <a:custGeom>
              <a:avLst/>
              <a:gdLst>
                <a:gd name="connsiteX0" fmla="*/ 7144 w 104775"/>
                <a:gd name="connsiteY0" fmla="*/ 175641 h 180975"/>
                <a:gd name="connsiteX1" fmla="*/ 45148 w 104775"/>
                <a:gd name="connsiteY1" fmla="*/ 65627 h 180975"/>
                <a:gd name="connsiteX2" fmla="*/ 106108 w 104775"/>
                <a:gd name="connsiteY2" fmla="*/ 7144 h 180975"/>
                <a:gd name="connsiteX3" fmla="*/ 78486 w 104775"/>
                <a:gd name="connsiteY3" fmla="*/ 105632 h 180975"/>
                <a:gd name="connsiteX4" fmla="*/ 7144 w 104775"/>
                <a:gd name="connsiteY4" fmla="*/ 175641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180975">
                  <a:moveTo>
                    <a:pt x="7144" y="175641"/>
                  </a:moveTo>
                  <a:cubicBezTo>
                    <a:pt x="7144" y="130207"/>
                    <a:pt x="14668" y="99346"/>
                    <a:pt x="45148" y="65627"/>
                  </a:cubicBezTo>
                  <a:cubicBezTo>
                    <a:pt x="64103" y="44767"/>
                    <a:pt x="87535" y="28384"/>
                    <a:pt x="106108" y="7144"/>
                  </a:cubicBezTo>
                  <a:cubicBezTo>
                    <a:pt x="99822" y="40767"/>
                    <a:pt x="93345" y="74771"/>
                    <a:pt x="78486" y="105632"/>
                  </a:cubicBezTo>
                  <a:cubicBezTo>
                    <a:pt x="63817" y="136588"/>
                    <a:pt x="39433" y="164306"/>
                    <a:pt x="7144" y="175641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2" name="任意多边形: 形状 71"/>
            <p:cNvSpPr/>
            <p:nvPr/>
          </p:nvSpPr>
          <p:spPr>
            <a:xfrm>
              <a:off x="2839182" y="3973163"/>
              <a:ext cx="104775" cy="152400"/>
            </a:xfrm>
            <a:custGeom>
              <a:avLst/>
              <a:gdLst>
                <a:gd name="connsiteX0" fmla="*/ 7144 w 104775"/>
                <a:gd name="connsiteY0" fmla="*/ 146971 h 152400"/>
                <a:gd name="connsiteX1" fmla="*/ 44958 w 104775"/>
                <a:gd name="connsiteY1" fmla="*/ 54388 h 152400"/>
                <a:gd name="connsiteX2" fmla="*/ 100108 w 104775"/>
                <a:gd name="connsiteY2" fmla="*/ 7144 h 152400"/>
                <a:gd name="connsiteX3" fmla="*/ 71818 w 104775"/>
                <a:gd name="connsiteY3" fmla="*/ 90392 h 152400"/>
                <a:gd name="connsiteX4" fmla="*/ 7144 w 104775"/>
                <a:gd name="connsiteY4" fmla="*/ 14697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152400">
                  <a:moveTo>
                    <a:pt x="7144" y="146971"/>
                  </a:moveTo>
                  <a:cubicBezTo>
                    <a:pt x="9334" y="107918"/>
                    <a:pt x="17145" y="81820"/>
                    <a:pt x="44958" y="54388"/>
                  </a:cubicBezTo>
                  <a:cubicBezTo>
                    <a:pt x="62198" y="37338"/>
                    <a:pt x="83153" y="24384"/>
                    <a:pt x="100108" y="7144"/>
                  </a:cubicBezTo>
                  <a:cubicBezTo>
                    <a:pt x="93059" y="35719"/>
                    <a:pt x="85915" y="64579"/>
                    <a:pt x="71818" y="90392"/>
                  </a:cubicBezTo>
                  <a:cubicBezTo>
                    <a:pt x="57531" y="116014"/>
                    <a:pt x="35338" y="138684"/>
                    <a:pt x="7144" y="146971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3" name="任意多边形: 形状 72"/>
            <p:cNvSpPr/>
            <p:nvPr/>
          </p:nvSpPr>
          <p:spPr>
            <a:xfrm>
              <a:off x="2757933" y="4288875"/>
              <a:ext cx="152400" cy="76200"/>
            </a:xfrm>
            <a:custGeom>
              <a:avLst/>
              <a:gdLst>
                <a:gd name="connsiteX0" fmla="*/ 7144 w 152400"/>
                <a:gd name="connsiteY0" fmla="*/ 69955 h 76200"/>
                <a:gd name="connsiteX1" fmla="*/ 89630 w 152400"/>
                <a:gd name="connsiteY1" fmla="*/ 13282 h 76200"/>
                <a:gd name="connsiteX2" fmla="*/ 141637 w 152400"/>
                <a:gd name="connsiteY2" fmla="*/ 7186 h 76200"/>
                <a:gd name="connsiteX3" fmla="*/ 146494 w 152400"/>
                <a:gd name="connsiteY3" fmla="*/ 17949 h 76200"/>
                <a:gd name="connsiteX4" fmla="*/ 92297 w 152400"/>
                <a:gd name="connsiteY4" fmla="*/ 57954 h 76200"/>
                <a:gd name="connsiteX5" fmla="*/ 7144 w 152400"/>
                <a:gd name="connsiteY5" fmla="*/ 69955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400" h="76200">
                  <a:moveTo>
                    <a:pt x="7144" y="69955"/>
                  </a:moveTo>
                  <a:cubicBezTo>
                    <a:pt x="30385" y="38523"/>
                    <a:pt x="51340" y="21092"/>
                    <a:pt x="89630" y="13282"/>
                  </a:cubicBezTo>
                  <a:cubicBezTo>
                    <a:pt x="106775" y="9853"/>
                    <a:pt x="124301" y="9186"/>
                    <a:pt x="141637" y="7186"/>
                  </a:cubicBezTo>
                  <a:cubicBezTo>
                    <a:pt x="147638" y="6519"/>
                    <a:pt x="150971" y="13949"/>
                    <a:pt x="146494" y="17949"/>
                  </a:cubicBezTo>
                  <a:cubicBezTo>
                    <a:pt x="129730" y="33094"/>
                    <a:pt x="112204" y="47476"/>
                    <a:pt x="92297" y="57954"/>
                  </a:cubicBezTo>
                  <a:cubicBezTo>
                    <a:pt x="66294" y="71861"/>
                    <a:pt x="35242" y="78623"/>
                    <a:pt x="7144" y="69955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4" name="任意多边形: 形状 73"/>
            <p:cNvSpPr/>
            <p:nvPr/>
          </p:nvSpPr>
          <p:spPr>
            <a:xfrm>
              <a:off x="2811940" y="4169802"/>
              <a:ext cx="152400" cy="57150"/>
            </a:xfrm>
            <a:custGeom>
              <a:avLst/>
              <a:gdLst>
                <a:gd name="connsiteX0" fmla="*/ 7144 w 152400"/>
                <a:gd name="connsiteY0" fmla="*/ 47106 h 57150"/>
                <a:gd name="connsiteX1" fmla="*/ 98869 w 152400"/>
                <a:gd name="connsiteY1" fmla="*/ 7196 h 57150"/>
                <a:gd name="connsiteX2" fmla="*/ 128206 w 152400"/>
                <a:gd name="connsiteY2" fmla="*/ 9006 h 57150"/>
                <a:gd name="connsiteX3" fmla="*/ 148400 w 152400"/>
                <a:gd name="connsiteY3" fmla="*/ 15673 h 57150"/>
                <a:gd name="connsiteX4" fmla="*/ 131064 w 152400"/>
                <a:gd name="connsiteY4" fmla="*/ 35485 h 57150"/>
                <a:gd name="connsiteX5" fmla="*/ 92869 w 152400"/>
                <a:gd name="connsiteY5" fmla="*/ 51582 h 57150"/>
                <a:gd name="connsiteX6" fmla="*/ 7144 w 152400"/>
                <a:gd name="connsiteY6" fmla="*/ 47106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2400" h="57150">
                  <a:moveTo>
                    <a:pt x="7144" y="47106"/>
                  </a:moveTo>
                  <a:cubicBezTo>
                    <a:pt x="35909" y="20626"/>
                    <a:pt x="59817" y="7482"/>
                    <a:pt x="98869" y="7196"/>
                  </a:cubicBezTo>
                  <a:cubicBezTo>
                    <a:pt x="108299" y="7101"/>
                    <a:pt x="119063" y="6910"/>
                    <a:pt x="128206" y="9006"/>
                  </a:cubicBezTo>
                  <a:cubicBezTo>
                    <a:pt x="132683" y="10053"/>
                    <a:pt x="146399" y="11958"/>
                    <a:pt x="148400" y="15673"/>
                  </a:cubicBezTo>
                  <a:cubicBezTo>
                    <a:pt x="152019" y="22531"/>
                    <a:pt x="135636" y="33104"/>
                    <a:pt x="131064" y="35485"/>
                  </a:cubicBezTo>
                  <a:cubicBezTo>
                    <a:pt x="118872" y="41962"/>
                    <a:pt x="106108" y="47582"/>
                    <a:pt x="92869" y="51582"/>
                  </a:cubicBezTo>
                  <a:cubicBezTo>
                    <a:pt x="64865" y="60250"/>
                    <a:pt x="33147" y="60917"/>
                    <a:pt x="7144" y="47106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5" name="任意多边形: 形状 74"/>
            <p:cNvSpPr/>
            <p:nvPr/>
          </p:nvSpPr>
          <p:spPr>
            <a:xfrm>
              <a:off x="2817259" y="3610356"/>
              <a:ext cx="47625" cy="180975"/>
            </a:xfrm>
            <a:custGeom>
              <a:avLst/>
              <a:gdLst>
                <a:gd name="connsiteX0" fmla="*/ 14017 w 47625"/>
                <a:gd name="connsiteY0" fmla="*/ 176022 h 180975"/>
                <a:gd name="connsiteX1" fmla="*/ 14779 w 47625"/>
                <a:gd name="connsiteY1" fmla="*/ 80296 h 180975"/>
                <a:gd name="connsiteX2" fmla="*/ 47069 w 47625"/>
                <a:gd name="connsiteY2" fmla="*/ 7144 h 180975"/>
                <a:gd name="connsiteX3" fmla="*/ 46212 w 47625"/>
                <a:gd name="connsiteY3" fmla="*/ 84392 h 180975"/>
                <a:gd name="connsiteX4" fmla="*/ 14017 w 47625"/>
                <a:gd name="connsiteY4" fmla="*/ 176022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180975">
                  <a:moveTo>
                    <a:pt x="14017" y="176022"/>
                  </a:moveTo>
                  <a:cubicBezTo>
                    <a:pt x="5540" y="145256"/>
                    <a:pt x="3921" y="110395"/>
                    <a:pt x="14779" y="80296"/>
                  </a:cubicBezTo>
                  <a:cubicBezTo>
                    <a:pt x="23828" y="55245"/>
                    <a:pt x="39258" y="32671"/>
                    <a:pt x="47069" y="7144"/>
                  </a:cubicBezTo>
                  <a:cubicBezTo>
                    <a:pt x="48307" y="32861"/>
                    <a:pt x="48021" y="58674"/>
                    <a:pt x="46212" y="84392"/>
                  </a:cubicBezTo>
                  <a:cubicBezTo>
                    <a:pt x="43926" y="117539"/>
                    <a:pt x="37925" y="153067"/>
                    <a:pt x="14017" y="176022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6" name="任意多边形: 形状 75"/>
            <p:cNvSpPr/>
            <p:nvPr/>
          </p:nvSpPr>
          <p:spPr>
            <a:xfrm>
              <a:off x="2709165" y="3763468"/>
              <a:ext cx="133350" cy="95250"/>
            </a:xfrm>
            <a:custGeom>
              <a:avLst/>
              <a:gdLst>
                <a:gd name="connsiteX0" fmla="*/ 135065 w 133350"/>
                <a:gd name="connsiteY0" fmla="*/ 87490 h 95250"/>
                <a:gd name="connsiteX1" fmla="*/ 60103 w 133350"/>
                <a:gd name="connsiteY1" fmla="*/ 9480 h 95250"/>
                <a:gd name="connsiteX2" fmla="*/ 7144 w 133350"/>
                <a:gd name="connsiteY2" fmla="*/ 8528 h 95250"/>
                <a:gd name="connsiteX3" fmla="*/ 25146 w 133350"/>
                <a:gd name="connsiteY3" fmla="*/ 35293 h 95250"/>
                <a:gd name="connsiteX4" fmla="*/ 135065 w 133350"/>
                <a:gd name="connsiteY4" fmla="*/ 8749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95250">
                  <a:moveTo>
                    <a:pt x="135065" y="87490"/>
                  </a:moveTo>
                  <a:cubicBezTo>
                    <a:pt x="128778" y="49676"/>
                    <a:pt x="97631" y="17291"/>
                    <a:pt x="60103" y="9480"/>
                  </a:cubicBezTo>
                  <a:cubicBezTo>
                    <a:pt x="42767" y="5861"/>
                    <a:pt x="24765" y="7194"/>
                    <a:pt x="7144" y="8528"/>
                  </a:cubicBezTo>
                  <a:cubicBezTo>
                    <a:pt x="11811" y="18243"/>
                    <a:pt x="17812" y="27387"/>
                    <a:pt x="25146" y="35293"/>
                  </a:cubicBezTo>
                  <a:cubicBezTo>
                    <a:pt x="84201" y="98063"/>
                    <a:pt x="126397" y="88633"/>
                    <a:pt x="135065" y="87490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7" name="任意多边形: 形状 76"/>
            <p:cNvSpPr/>
            <p:nvPr/>
          </p:nvSpPr>
          <p:spPr>
            <a:xfrm>
              <a:off x="2761838" y="3929443"/>
              <a:ext cx="95250" cy="104775"/>
            </a:xfrm>
            <a:custGeom>
              <a:avLst/>
              <a:gdLst>
                <a:gd name="connsiteX0" fmla="*/ 95155 w 95250"/>
                <a:gd name="connsiteY0" fmla="*/ 99346 h 104775"/>
                <a:gd name="connsiteX1" fmla="*/ 50387 w 95250"/>
                <a:gd name="connsiteY1" fmla="*/ 19336 h 104775"/>
                <a:gd name="connsiteX2" fmla="*/ 7144 w 95250"/>
                <a:gd name="connsiteY2" fmla="*/ 7144 h 104775"/>
                <a:gd name="connsiteX3" fmla="*/ 16193 w 95250"/>
                <a:gd name="connsiteY3" fmla="*/ 32957 h 104775"/>
                <a:gd name="connsiteX4" fmla="*/ 95155 w 95250"/>
                <a:gd name="connsiteY4" fmla="*/ 99346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95155" y="99346"/>
                  </a:moveTo>
                  <a:cubicBezTo>
                    <a:pt x="98108" y="66961"/>
                    <a:pt x="79534" y="33719"/>
                    <a:pt x="50387" y="19336"/>
                  </a:cubicBezTo>
                  <a:cubicBezTo>
                    <a:pt x="36957" y="12668"/>
                    <a:pt x="21908" y="9906"/>
                    <a:pt x="7144" y="7144"/>
                  </a:cubicBezTo>
                  <a:cubicBezTo>
                    <a:pt x="8858" y="16097"/>
                    <a:pt x="11811" y="24860"/>
                    <a:pt x="16193" y="32957"/>
                  </a:cubicBezTo>
                  <a:cubicBezTo>
                    <a:pt x="51149" y="97060"/>
                    <a:pt x="87725" y="98393"/>
                    <a:pt x="95155" y="99346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8" name="任意多边形: 形状 77"/>
            <p:cNvSpPr/>
            <p:nvPr/>
          </p:nvSpPr>
          <p:spPr>
            <a:xfrm>
              <a:off x="2729728" y="4193191"/>
              <a:ext cx="66675" cy="133350"/>
            </a:xfrm>
            <a:custGeom>
              <a:avLst/>
              <a:gdLst>
                <a:gd name="connsiteX0" fmla="*/ 49922 w 66675"/>
                <a:gd name="connsiteY0" fmla="*/ 128207 h 133350"/>
                <a:gd name="connsiteX1" fmla="*/ 44017 w 66675"/>
                <a:gd name="connsiteY1" fmla="*/ 36767 h 133350"/>
                <a:gd name="connsiteX2" fmla="*/ 10203 w 66675"/>
                <a:gd name="connsiteY2" fmla="*/ 7144 h 133350"/>
                <a:gd name="connsiteX3" fmla="*/ 7250 w 66675"/>
                <a:gd name="connsiteY3" fmla="*/ 34290 h 133350"/>
                <a:gd name="connsiteX4" fmla="*/ 49922 w 66675"/>
                <a:gd name="connsiteY4" fmla="*/ 128207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133350">
                  <a:moveTo>
                    <a:pt x="49922" y="128207"/>
                  </a:moveTo>
                  <a:cubicBezTo>
                    <a:pt x="66496" y="100298"/>
                    <a:pt x="64019" y="62294"/>
                    <a:pt x="44017" y="36767"/>
                  </a:cubicBezTo>
                  <a:cubicBezTo>
                    <a:pt x="34778" y="24956"/>
                    <a:pt x="22395" y="16002"/>
                    <a:pt x="10203" y="7144"/>
                  </a:cubicBezTo>
                  <a:cubicBezTo>
                    <a:pt x="7917" y="16002"/>
                    <a:pt x="6774" y="25146"/>
                    <a:pt x="7250" y="34290"/>
                  </a:cubicBezTo>
                  <a:cubicBezTo>
                    <a:pt x="11251" y="107252"/>
                    <a:pt x="43636" y="124206"/>
                    <a:pt x="49922" y="128207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9" name="任意多边形: 形状 78"/>
            <p:cNvSpPr/>
            <p:nvPr/>
          </p:nvSpPr>
          <p:spPr>
            <a:xfrm>
              <a:off x="2771483" y="4072318"/>
              <a:ext cx="66675" cy="123825"/>
            </a:xfrm>
            <a:custGeom>
              <a:avLst/>
              <a:gdLst>
                <a:gd name="connsiteX0" fmla="*/ 55031 w 66675"/>
                <a:gd name="connsiteY0" fmla="*/ 126016 h 123825"/>
                <a:gd name="connsiteX1" fmla="*/ 44363 w 66675"/>
                <a:gd name="connsiteY1" fmla="*/ 34957 h 123825"/>
                <a:gd name="connsiteX2" fmla="*/ 9120 w 66675"/>
                <a:gd name="connsiteY2" fmla="*/ 7144 h 123825"/>
                <a:gd name="connsiteX3" fmla="*/ 7596 w 66675"/>
                <a:gd name="connsiteY3" fmla="*/ 34385 h 123825"/>
                <a:gd name="connsiteX4" fmla="*/ 55031 w 66675"/>
                <a:gd name="connsiteY4" fmla="*/ 126016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123825">
                  <a:moveTo>
                    <a:pt x="55031" y="126016"/>
                  </a:moveTo>
                  <a:cubicBezTo>
                    <a:pt x="70175" y="97250"/>
                    <a:pt x="65699" y="59436"/>
                    <a:pt x="44363" y="34957"/>
                  </a:cubicBezTo>
                  <a:cubicBezTo>
                    <a:pt x="34457" y="23622"/>
                    <a:pt x="21693" y="15335"/>
                    <a:pt x="9120" y="7144"/>
                  </a:cubicBezTo>
                  <a:cubicBezTo>
                    <a:pt x="7215" y="16097"/>
                    <a:pt x="6644" y="25337"/>
                    <a:pt x="7596" y="34385"/>
                  </a:cubicBezTo>
                  <a:cubicBezTo>
                    <a:pt x="15312" y="107061"/>
                    <a:pt x="48554" y="122301"/>
                    <a:pt x="55031" y="126016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2474069" y="2199814"/>
            <a:ext cx="559514" cy="1848917"/>
            <a:chOff x="776659" y="3485864"/>
            <a:chExt cx="278871" cy="921532"/>
          </a:xfrm>
        </p:grpSpPr>
        <p:sp>
          <p:nvSpPr>
            <p:cNvPr id="81" name="任意多边形: 形状 80"/>
            <p:cNvSpPr/>
            <p:nvPr/>
          </p:nvSpPr>
          <p:spPr>
            <a:xfrm>
              <a:off x="886295" y="3588246"/>
              <a:ext cx="114300" cy="819150"/>
            </a:xfrm>
            <a:custGeom>
              <a:avLst/>
              <a:gdLst>
                <a:gd name="connsiteX0" fmla="*/ 103132 w 114300"/>
                <a:gd name="connsiteY0" fmla="*/ 10870 h 819150"/>
                <a:gd name="connsiteX1" fmla="*/ 17502 w 114300"/>
                <a:gd name="connsiteY1" fmla="*/ 323481 h 819150"/>
                <a:gd name="connsiteX2" fmla="*/ 8072 w 114300"/>
                <a:gd name="connsiteY2" fmla="*/ 484072 h 819150"/>
                <a:gd name="connsiteX3" fmla="*/ 33504 w 114300"/>
                <a:gd name="connsiteY3" fmla="*/ 639520 h 819150"/>
                <a:gd name="connsiteX4" fmla="*/ 92083 w 114300"/>
                <a:gd name="connsiteY4" fmla="*/ 808684 h 819150"/>
                <a:gd name="connsiteX5" fmla="*/ 102370 w 114300"/>
                <a:gd name="connsiteY5" fmla="*/ 805827 h 819150"/>
                <a:gd name="connsiteX6" fmla="*/ 19883 w 114300"/>
                <a:gd name="connsiteY6" fmla="*/ 501789 h 819150"/>
                <a:gd name="connsiteX7" fmla="*/ 58745 w 114300"/>
                <a:gd name="connsiteY7" fmla="*/ 187178 h 819150"/>
                <a:gd name="connsiteX8" fmla="*/ 113419 w 114300"/>
                <a:gd name="connsiteY8" fmla="*/ 13728 h 819150"/>
                <a:gd name="connsiteX9" fmla="*/ 103132 w 114300"/>
                <a:gd name="connsiteY9" fmla="*/ 10870 h 819150"/>
                <a:gd name="connsiteX10" fmla="*/ 103132 w 114300"/>
                <a:gd name="connsiteY10" fmla="*/ 10870 h 81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4300" h="819150">
                  <a:moveTo>
                    <a:pt x="103132" y="10870"/>
                  </a:moveTo>
                  <a:cubicBezTo>
                    <a:pt x="68746" y="113264"/>
                    <a:pt x="34266" y="216420"/>
                    <a:pt x="17502" y="323481"/>
                  </a:cubicBezTo>
                  <a:cubicBezTo>
                    <a:pt x="9120" y="376535"/>
                    <a:pt x="5215" y="430351"/>
                    <a:pt x="8072" y="484072"/>
                  </a:cubicBezTo>
                  <a:cubicBezTo>
                    <a:pt x="10834" y="536650"/>
                    <a:pt x="20074" y="588657"/>
                    <a:pt x="33504" y="639520"/>
                  </a:cubicBezTo>
                  <a:cubicBezTo>
                    <a:pt x="48744" y="697337"/>
                    <a:pt x="69318" y="753535"/>
                    <a:pt x="92083" y="808684"/>
                  </a:cubicBezTo>
                  <a:cubicBezTo>
                    <a:pt x="94654" y="814971"/>
                    <a:pt x="105037" y="812209"/>
                    <a:pt x="102370" y="805827"/>
                  </a:cubicBezTo>
                  <a:cubicBezTo>
                    <a:pt x="62269" y="708672"/>
                    <a:pt x="28360" y="607231"/>
                    <a:pt x="19883" y="501789"/>
                  </a:cubicBezTo>
                  <a:cubicBezTo>
                    <a:pt x="11311" y="395394"/>
                    <a:pt x="30361" y="289381"/>
                    <a:pt x="58745" y="187178"/>
                  </a:cubicBezTo>
                  <a:cubicBezTo>
                    <a:pt x="74938" y="128694"/>
                    <a:pt x="94178" y="71164"/>
                    <a:pt x="113419" y="13728"/>
                  </a:cubicBezTo>
                  <a:cubicBezTo>
                    <a:pt x="115609" y="7156"/>
                    <a:pt x="105322" y="4298"/>
                    <a:pt x="103132" y="10870"/>
                  </a:cubicBezTo>
                  <a:lnTo>
                    <a:pt x="103132" y="10870"/>
                  </a:lnTo>
                  <a:close/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2" name="任意多边形: 形状 81"/>
            <p:cNvSpPr/>
            <p:nvPr/>
          </p:nvSpPr>
          <p:spPr>
            <a:xfrm>
              <a:off x="951434" y="3485864"/>
              <a:ext cx="66675" cy="200025"/>
            </a:xfrm>
            <a:custGeom>
              <a:avLst/>
              <a:gdLst>
                <a:gd name="connsiteX0" fmla="*/ 17895 w 66675"/>
                <a:gd name="connsiteY0" fmla="*/ 196691 h 200025"/>
                <a:gd name="connsiteX1" fmla="*/ 67806 w 66675"/>
                <a:gd name="connsiteY1" fmla="*/ 91535 h 200025"/>
                <a:gd name="connsiteX2" fmla="*/ 65234 w 66675"/>
                <a:gd name="connsiteY2" fmla="*/ 7144 h 200025"/>
                <a:gd name="connsiteX3" fmla="*/ 15895 w 66675"/>
                <a:gd name="connsiteY3" fmla="*/ 96774 h 200025"/>
                <a:gd name="connsiteX4" fmla="*/ 17895 w 66675"/>
                <a:gd name="connsiteY4" fmla="*/ 196691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200025">
                  <a:moveTo>
                    <a:pt x="17895" y="196691"/>
                  </a:moveTo>
                  <a:cubicBezTo>
                    <a:pt x="49709" y="164211"/>
                    <a:pt x="65996" y="136970"/>
                    <a:pt x="67806" y="91535"/>
                  </a:cubicBezTo>
                  <a:cubicBezTo>
                    <a:pt x="68949" y="63341"/>
                    <a:pt x="63615" y="35242"/>
                    <a:pt x="65234" y="7144"/>
                  </a:cubicBezTo>
                  <a:cubicBezTo>
                    <a:pt x="46184" y="35528"/>
                    <a:pt x="26944" y="64389"/>
                    <a:pt x="15895" y="96774"/>
                  </a:cubicBezTo>
                  <a:cubicBezTo>
                    <a:pt x="4941" y="129159"/>
                    <a:pt x="2846" y="166021"/>
                    <a:pt x="17895" y="196691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3" name="任意多边形: 形状 82"/>
            <p:cNvSpPr/>
            <p:nvPr/>
          </p:nvSpPr>
          <p:spPr>
            <a:xfrm>
              <a:off x="813024" y="3736181"/>
              <a:ext cx="95250" cy="180975"/>
            </a:xfrm>
            <a:custGeom>
              <a:avLst/>
              <a:gdLst>
                <a:gd name="connsiteX0" fmla="*/ 96298 w 95250"/>
                <a:gd name="connsiteY0" fmla="*/ 181070 h 180975"/>
                <a:gd name="connsiteX1" fmla="*/ 64675 w 95250"/>
                <a:gd name="connsiteY1" fmla="*/ 69056 h 180975"/>
                <a:gd name="connsiteX2" fmla="*/ 7144 w 95250"/>
                <a:gd name="connsiteY2" fmla="*/ 7144 h 180975"/>
                <a:gd name="connsiteX3" fmla="*/ 28956 w 95250"/>
                <a:gd name="connsiteY3" fmla="*/ 107061 h 180975"/>
                <a:gd name="connsiteX4" fmla="*/ 96298 w 95250"/>
                <a:gd name="connsiteY4" fmla="*/ 18107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80975">
                  <a:moveTo>
                    <a:pt x="96298" y="181070"/>
                  </a:moveTo>
                  <a:cubicBezTo>
                    <a:pt x="98965" y="135636"/>
                    <a:pt x="93250" y="104489"/>
                    <a:pt x="64675" y="69056"/>
                  </a:cubicBezTo>
                  <a:cubicBezTo>
                    <a:pt x="47053" y="47149"/>
                    <a:pt x="24479" y="29337"/>
                    <a:pt x="7144" y="7144"/>
                  </a:cubicBezTo>
                  <a:cubicBezTo>
                    <a:pt x="11525" y="41053"/>
                    <a:pt x="16002" y="75438"/>
                    <a:pt x="28956" y="107061"/>
                  </a:cubicBezTo>
                  <a:cubicBezTo>
                    <a:pt x="42005" y="138779"/>
                    <a:pt x="64770" y="167926"/>
                    <a:pt x="96298" y="181070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4" name="任意多边形: 形状 83"/>
            <p:cNvSpPr/>
            <p:nvPr/>
          </p:nvSpPr>
          <p:spPr>
            <a:xfrm>
              <a:off x="810356" y="3962495"/>
              <a:ext cx="95250" cy="152400"/>
            </a:xfrm>
            <a:custGeom>
              <a:avLst/>
              <a:gdLst>
                <a:gd name="connsiteX0" fmla="*/ 91821 w 95250"/>
                <a:gd name="connsiteY0" fmla="*/ 152210 h 152400"/>
                <a:gd name="connsiteX1" fmla="*/ 59436 w 95250"/>
                <a:gd name="connsiteY1" fmla="*/ 57531 h 152400"/>
                <a:gd name="connsiteX2" fmla="*/ 7144 w 95250"/>
                <a:gd name="connsiteY2" fmla="*/ 7144 h 152400"/>
                <a:gd name="connsiteX3" fmla="*/ 30575 w 95250"/>
                <a:gd name="connsiteY3" fmla="*/ 91916 h 152400"/>
                <a:gd name="connsiteX4" fmla="*/ 91821 w 95250"/>
                <a:gd name="connsiteY4" fmla="*/ 15221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52400">
                  <a:moveTo>
                    <a:pt x="91821" y="152210"/>
                  </a:moveTo>
                  <a:cubicBezTo>
                    <a:pt x="91916" y="113157"/>
                    <a:pt x="85534" y="86582"/>
                    <a:pt x="59436" y="57531"/>
                  </a:cubicBezTo>
                  <a:cubicBezTo>
                    <a:pt x="43244" y="39529"/>
                    <a:pt x="23051" y="25337"/>
                    <a:pt x="7144" y="7144"/>
                  </a:cubicBezTo>
                  <a:cubicBezTo>
                    <a:pt x="12478" y="36004"/>
                    <a:pt x="17907" y="65342"/>
                    <a:pt x="30575" y="91916"/>
                  </a:cubicBezTo>
                  <a:cubicBezTo>
                    <a:pt x="43244" y="118491"/>
                    <a:pt x="64103" y="142399"/>
                    <a:pt x="91821" y="152210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5" name="任意多边形: 形状 84"/>
            <p:cNvSpPr/>
            <p:nvPr/>
          </p:nvSpPr>
          <p:spPr>
            <a:xfrm>
              <a:off x="824334" y="4280147"/>
              <a:ext cx="142875" cy="85725"/>
            </a:xfrm>
            <a:custGeom>
              <a:avLst/>
              <a:gdLst>
                <a:gd name="connsiteX0" fmla="*/ 144995 w 142875"/>
                <a:gd name="connsiteY0" fmla="*/ 77636 h 85725"/>
                <a:gd name="connsiteX1" fmla="*/ 65937 w 142875"/>
                <a:gd name="connsiteY1" fmla="*/ 16295 h 85725"/>
                <a:gd name="connsiteX2" fmla="*/ 14407 w 142875"/>
                <a:gd name="connsiteY2" fmla="*/ 7246 h 85725"/>
                <a:gd name="connsiteX3" fmla="*/ 8978 w 142875"/>
                <a:gd name="connsiteY3" fmla="*/ 17724 h 85725"/>
                <a:gd name="connsiteX4" fmla="*/ 60794 w 142875"/>
                <a:gd name="connsiteY4" fmla="*/ 60872 h 85725"/>
                <a:gd name="connsiteX5" fmla="*/ 144995 w 142875"/>
                <a:gd name="connsiteY5" fmla="*/ 77636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2875" h="85725">
                  <a:moveTo>
                    <a:pt x="144995" y="77636"/>
                  </a:moveTo>
                  <a:cubicBezTo>
                    <a:pt x="123659" y="44870"/>
                    <a:pt x="103751" y="26201"/>
                    <a:pt x="65937" y="16295"/>
                  </a:cubicBezTo>
                  <a:cubicBezTo>
                    <a:pt x="49078" y="11818"/>
                    <a:pt x="31552" y="10199"/>
                    <a:pt x="14407" y="7246"/>
                  </a:cubicBezTo>
                  <a:cubicBezTo>
                    <a:pt x="8501" y="6198"/>
                    <a:pt x="4691" y="13437"/>
                    <a:pt x="8978" y="17724"/>
                  </a:cubicBezTo>
                  <a:cubicBezTo>
                    <a:pt x="24884" y="33821"/>
                    <a:pt x="41458" y="49156"/>
                    <a:pt x="60794" y="60872"/>
                  </a:cubicBezTo>
                  <a:cubicBezTo>
                    <a:pt x="85844" y="76017"/>
                    <a:pt x="116420" y="84589"/>
                    <a:pt x="144995" y="77636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6" name="任意多边形: 形状 85"/>
            <p:cNvSpPr/>
            <p:nvPr/>
          </p:nvSpPr>
          <p:spPr>
            <a:xfrm>
              <a:off x="776659" y="4159853"/>
              <a:ext cx="152400" cy="66675"/>
            </a:xfrm>
            <a:custGeom>
              <a:avLst/>
              <a:gdLst>
                <a:gd name="connsiteX0" fmla="*/ 147045 w 152400"/>
                <a:gd name="connsiteY0" fmla="*/ 53055 h 66675"/>
                <a:gd name="connsiteX1" fmla="*/ 57796 w 152400"/>
                <a:gd name="connsiteY1" fmla="*/ 7906 h 66675"/>
                <a:gd name="connsiteX2" fmla="*/ 28363 w 152400"/>
                <a:gd name="connsiteY2" fmla="*/ 8001 h 66675"/>
                <a:gd name="connsiteX3" fmla="*/ 7789 w 152400"/>
                <a:gd name="connsiteY3" fmla="*/ 13526 h 66675"/>
                <a:gd name="connsiteX4" fmla="*/ 23982 w 152400"/>
                <a:gd name="connsiteY4" fmla="*/ 34290 h 66675"/>
                <a:gd name="connsiteX5" fmla="*/ 61129 w 152400"/>
                <a:gd name="connsiteY5" fmla="*/ 52578 h 66675"/>
                <a:gd name="connsiteX6" fmla="*/ 147045 w 152400"/>
                <a:gd name="connsiteY6" fmla="*/ 53055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2400" h="66675">
                  <a:moveTo>
                    <a:pt x="147045" y="53055"/>
                  </a:moveTo>
                  <a:cubicBezTo>
                    <a:pt x="119803" y="24956"/>
                    <a:pt x="96753" y="10478"/>
                    <a:pt x="57796" y="7906"/>
                  </a:cubicBezTo>
                  <a:cubicBezTo>
                    <a:pt x="48366" y="7335"/>
                    <a:pt x="37698" y="6477"/>
                    <a:pt x="28363" y="8001"/>
                  </a:cubicBezTo>
                  <a:cubicBezTo>
                    <a:pt x="23887" y="8763"/>
                    <a:pt x="10075" y="9906"/>
                    <a:pt x="7789" y="13526"/>
                  </a:cubicBezTo>
                  <a:cubicBezTo>
                    <a:pt x="3789" y="20193"/>
                    <a:pt x="19505" y="31719"/>
                    <a:pt x="23982" y="34290"/>
                  </a:cubicBezTo>
                  <a:cubicBezTo>
                    <a:pt x="35793" y="41434"/>
                    <a:pt x="48175" y="47816"/>
                    <a:pt x="61129" y="52578"/>
                  </a:cubicBezTo>
                  <a:cubicBezTo>
                    <a:pt x="88657" y="62770"/>
                    <a:pt x="120280" y="65342"/>
                    <a:pt x="147045" y="53055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7" name="任意多边形: 形状 86"/>
            <p:cNvSpPr/>
            <p:nvPr/>
          </p:nvSpPr>
          <p:spPr>
            <a:xfrm>
              <a:off x="902613" y="3604927"/>
              <a:ext cx="47625" cy="180975"/>
            </a:xfrm>
            <a:custGeom>
              <a:avLst/>
              <a:gdLst>
                <a:gd name="connsiteX0" fmla="*/ 33949 w 47625"/>
                <a:gd name="connsiteY0" fmla="*/ 177546 h 180975"/>
                <a:gd name="connsiteX1" fmla="*/ 38807 w 47625"/>
                <a:gd name="connsiteY1" fmla="*/ 82010 h 180975"/>
                <a:gd name="connsiteX2" fmla="*/ 10804 w 47625"/>
                <a:gd name="connsiteY2" fmla="*/ 7144 h 180975"/>
                <a:gd name="connsiteX3" fmla="*/ 7184 w 47625"/>
                <a:gd name="connsiteY3" fmla="*/ 84296 h 180975"/>
                <a:gd name="connsiteX4" fmla="*/ 33949 w 47625"/>
                <a:gd name="connsiteY4" fmla="*/ 177546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180975">
                  <a:moveTo>
                    <a:pt x="33949" y="177546"/>
                  </a:moveTo>
                  <a:cubicBezTo>
                    <a:pt x="44141" y="147256"/>
                    <a:pt x="47856" y="112585"/>
                    <a:pt x="38807" y="82010"/>
                  </a:cubicBezTo>
                  <a:cubicBezTo>
                    <a:pt x="31187" y="56388"/>
                    <a:pt x="17185" y="33052"/>
                    <a:pt x="10804" y="7144"/>
                  </a:cubicBezTo>
                  <a:cubicBezTo>
                    <a:pt x="8137" y="32766"/>
                    <a:pt x="6898" y="58579"/>
                    <a:pt x="7184" y="84296"/>
                  </a:cubicBezTo>
                  <a:cubicBezTo>
                    <a:pt x="7470" y="117348"/>
                    <a:pt x="11470" y="153162"/>
                    <a:pt x="33949" y="177546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8" name="任意多边形: 形状 87"/>
            <p:cNvSpPr/>
            <p:nvPr/>
          </p:nvSpPr>
          <p:spPr>
            <a:xfrm>
              <a:off x="912655" y="3764385"/>
              <a:ext cx="142875" cy="85725"/>
            </a:xfrm>
            <a:custGeom>
              <a:avLst/>
              <a:gdLst>
                <a:gd name="connsiteX0" fmla="*/ 7144 w 142875"/>
                <a:gd name="connsiteY0" fmla="*/ 81810 h 85725"/>
                <a:gd name="connsiteX1" fmla="*/ 86487 w 142875"/>
                <a:gd name="connsiteY1" fmla="*/ 8277 h 85725"/>
                <a:gd name="connsiteX2" fmla="*/ 139446 w 142875"/>
                <a:gd name="connsiteY2" fmla="*/ 10372 h 85725"/>
                <a:gd name="connsiteX3" fmla="*/ 119920 w 142875"/>
                <a:gd name="connsiteY3" fmla="*/ 35995 h 85725"/>
                <a:gd name="connsiteX4" fmla="*/ 7144 w 142875"/>
                <a:gd name="connsiteY4" fmla="*/ 81810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85725">
                  <a:moveTo>
                    <a:pt x="7144" y="81810"/>
                  </a:moveTo>
                  <a:cubicBezTo>
                    <a:pt x="15621" y="44472"/>
                    <a:pt x="48578" y="13897"/>
                    <a:pt x="86487" y="8277"/>
                  </a:cubicBezTo>
                  <a:cubicBezTo>
                    <a:pt x="104013" y="5705"/>
                    <a:pt x="121920" y="7991"/>
                    <a:pt x="139446" y="10372"/>
                  </a:cubicBezTo>
                  <a:cubicBezTo>
                    <a:pt x="134303" y="19802"/>
                    <a:pt x="127730" y="28565"/>
                    <a:pt x="119920" y="35995"/>
                  </a:cubicBezTo>
                  <a:cubicBezTo>
                    <a:pt x="57341" y="95240"/>
                    <a:pt x="15811" y="83429"/>
                    <a:pt x="7144" y="81810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9" name="任意多边形: 形状 88"/>
            <p:cNvSpPr/>
            <p:nvPr/>
          </p:nvSpPr>
          <p:spPr>
            <a:xfrm>
              <a:off x="889661" y="3928872"/>
              <a:ext cx="104775" cy="95250"/>
            </a:xfrm>
            <a:custGeom>
              <a:avLst/>
              <a:gdLst>
                <a:gd name="connsiteX0" fmla="*/ 7182 w 104775"/>
                <a:gd name="connsiteY0" fmla="*/ 94012 h 95250"/>
                <a:gd name="connsiteX1" fmla="*/ 56522 w 104775"/>
                <a:gd name="connsiteY1" fmla="*/ 16764 h 95250"/>
                <a:gd name="connsiteX2" fmla="*/ 100432 w 104775"/>
                <a:gd name="connsiteY2" fmla="*/ 7144 h 95250"/>
                <a:gd name="connsiteX3" fmla="*/ 89859 w 104775"/>
                <a:gd name="connsiteY3" fmla="*/ 32385 h 95250"/>
                <a:gd name="connsiteX4" fmla="*/ 7182 w 104775"/>
                <a:gd name="connsiteY4" fmla="*/ 94012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95250">
                  <a:moveTo>
                    <a:pt x="7182" y="94012"/>
                  </a:moveTo>
                  <a:cubicBezTo>
                    <a:pt x="6134" y="61532"/>
                    <a:pt x="26613" y="29432"/>
                    <a:pt x="56522" y="16764"/>
                  </a:cubicBezTo>
                  <a:cubicBezTo>
                    <a:pt x="70333" y="10858"/>
                    <a:pt x="85478" y="8954"/>
                    <a:pt x="100432" y="7144"/>
                  </a:cubicBezTo>
                  <a:cubicBezTo>
                    <a:pt x="98241" y="16002"/>
                    <a:pt x="94717" y="24575"/>
                    <a:pt x="89859" y="32385"/>
                  </a:cubicBezTo>
                  <a:cubicBezTo>
                    <a:pt x="51188" y="94298"/>
                    <a:pt x="14612" y="93536"/>
                    <a:pt x="7182" y="94012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0" name="任意多边形: 形状 89"/>
            <p:cNvSpPr/>
            <p:nvPr/>
          </p:nvSpPr>
          <p:spPr>
            <a:xfrm>
              <a:off x="941095" y="4193762"/>
              <a:ext cx="66675" cy="123825"/>
            </a:xfrm>
            <a:custGeom>
              <a:avLst/>
              <a:gdLst>
                <a:gd name="connsiteX0" fmla="*/ 15851 w 66675"/>
                <a:gd name="connsiteY0" fmla="*/ 125730 h 123825"/>
                <a:gd name="connsiteX1" fmla="*/ 27090 w 66675"/>
                <a:gd name="connsiteY1" fmla="*/ 34766 h 123825"/>
                <a:gd name="connsiteX2" fmla="*/ 62523 w 66675"/>
                <a:gd name="connsiteY2" fmla="*/ 7144 h 123825"/>
                <a:gd name="connsiteX3" fmla="*/ 63857 w 66675"/>
                <a:gd name="connsiteY3" fmla="*/ 34385 h 123825"/>
                <a:gd name="connsiteX4" fmla="*/ 15851 w 66675"/>
                <a:gd name="connsiteY4" fmla="*/ 125730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123825">
                  <a:moveTo>
                    <a:pt x="15851" y="125730"/>
                  </a:moveTo>
                  <a:cubicBezTo>
                    <a:pt x="897" y="96869"/>
                    <a:pt x="5564" y="59055"/>
                    <a:pt x="27090" y="34766"/>
                  </a:cubicBezTo>
                  <a:cubicBezTo>
                    <a:pt x="36996" y="23527"/>
                    <a:pt x="49855" y="15240"/>
                    <a:pt x="62523" y="7144"/>
                  </a:cubicBezTo>
                  <a:cubicBezTo>
                    <a:pt x="64333" y="16097"/>
                    <a:pt x="64905" y="25337"/>
                    <a:pt x="63857" y="34385"/>
                  </a:cubicBezTo>
                  <a:cubicBezTo>
                    <a:pt x="55761" y="107061"/>
                    <a:pt x="22328" y="122111"/>
                    <a:pt x="15851" y="125730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1" name="任意多边形: 形状 90"/>
            <p:cNvSpPr/>
            <p:nvPr/>
          </p:nvSpPr>
          <p:spPr>
            <a:xfrm>
              <a:off x="903286" y="4070795"/>
              <a:ext cx="66675" cy="123825"/>
            </a:xfrm>
            <a:custGeom>
              <a:avLst/>
              <a:gdLst>
                <a:gd name="connsiteX0" fmla="*/ 14036 w 66675"/>
                <a:gd name="connsiteY0" fmla="*/ 123158 h 123825"/>
                <a:gd name="connsiteX1" fmla="*/ 29943 w 66675"/>
                <a:gd name="connsiteY1" fmla="*/ 32861 h 123825"/>
                <a:gd name="connsiteX2" fmla="*/ 66804 w 66675"/>
                <a:gd name="connsiteY2" fmla="*/ 7144 h 123825"/>
                <a:gd name="connsiteX3" fmla="*/ 66709 w 66675"/>
                <a:gd name="connsiteY3" fmla="*/ 34480 h 123825"/>
                <a:gd name="connsiteX4" fmla="*/ 14036 w 66675"/>
                <a:gd name="connsiteY4" fmla="*/ 123158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123825">
                  <a:moveTo>
                    <a:pt x="14036" y="123158"/>
                  </a:moveTo>
                  <a:cubicBezTo>
                    <a:pt x="606" y="93631"/>
                    <a:pt x="7273" y="56102"/>
                    <a:pt x="29943" y="32861"/>
                  </a:cubicBezTo>
                  <a:cubicBezTo>
                    <a:pt x="40420" y="22098"/>
                    <a:pt x="53755" y="14573"/>
                    <a:pt x="66804" y="7144"/>
                  </a:cubicBezTo>
                  <a:cubicBezTo>
                    <a:pt x="68138" y="16192"/>
                    <a:pt x="68233" y="25432"/>
                    <a:pt x="66709" y="34480"/>
                  </a:cubicBezTo>
                  <a:cubicBezTo>
                    <a:pt x="54803" y="106489"/>
                    <a:pt x="20799" y="119825"/>
                    <a:pt x="14036" y="123158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5516487" y="4656909"/>
            <a:ext cx="1138762" cy="477549"/>
            <a:chOff x="6271690" y="4922582"/>
            <a:chExt cx="1138762" cy="477549"/>
          </a:xfrm>
        </p:grpSpPr>
        <p:grpSp>
          <p:nvGrpSpPr>
            <p:cNvPr id="95" name="组合 94"/>
            <p:cNvGrpSpPr/>
            <p:nvPr/>
          </p:nvGrpSpPr>
          <p:grpSpPr>
            <a:xfrm rot="10366">
              <a:off x="6271690" y="4922582"/>
              <a:ext cx="1138762" cy="477549"/>
              <a:chOff x="1007320" y="3891219"/>
              <a:chExt cx="1676400" cy="586561"/>
            </a:xfrm>
          </p:grpSpPr>
          <p:sp>
            <p:nvSpPr>
              <p:cNvPr id="114" name="任意多边形: 形状 113"/>
              <p:cNvSpPr/>
              <p:nvPr/>
            </p:nvSpPr>
            <p:spPr>
              <a:xfrm>
                <a:off x="1016286" y="3891219"/>
                <a:ext cx="1657350" cy="552450"/>
              </a:xfrm>
              <a:custGeom>
                <a:avLst/>
                <a:gdLst>
                  <a:gd name="connsiteX0" fmla="*/ 1476947 w 1657350"/>
                  <a:gd name="connsiteY0" fmla="*/ 21562 h 552450"/>
                  <a:gd name="connsiteX1" fmla="*/ 810007 w 1657350"/>
                  <a:gd name="connsiteY1" fmla="*/ 11656 h 552450"/>
                  <a:gd name="connsiteX2" fmla="*/ 437293 w 1657350"/>
                  <a:gd name="connsiteY2" fmla="*/ 26515 h 552450"/>
                  <a:gd name="connsiteX3" fmla="*/ 77439 w 1657350"/>
                  <a:gd name="connsiteY3" fmla="*/ 156912 h 552450"/>
                  <a:gd name="connsiteX4" fmla="*/ 118492 w 1657350"/>
                  <a:gd name="connsiteY4" fmla="*/ 510671 h 552450"/>
                  <a:gd name="connsiteX5" fmla="*/ 310040 w 1657350"/>
                  <a:gd name="connsiteY5" fmla="*/ 543437 h 552450"/>
                  <a:gd name="connsiteX6" fmla="*/ 943547 w 1657350"/>
                  <a:gd name="connsiteY6" fmla="*/ 550390 h 552450"/>
                  <a:gd name="connsiteX7" fmla="*/ 1290162 w 1657350"/>
                  <a:gd name="connsiteY7" fmla="*/ 531340 h 552450"/>
                  <a:gd name="connsiteX8" fmla="*/ 1596105 w 1657350"/>
                  <a:gd name="connsiteY8" fmla="*/ 402562 h 552450"/>
                  <a:gd name="connsiteX9" fmla="*/ 1476947 w 1657350"/>
                  <a:gd name="connsiteY9" fmla="*/ 21562 h 55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57350" h="552450">
                    <a:moveTo>
                      <a:pt x="1476947" y="21562"/>
                    </a:moveTo>
                    <a:cubicBezTo>
                      <a:pt x="1244156" y="-917"/>
                      <a:pt x="1043941" y="8894"/>
                      <a:pt x="810007" y="11656"/>
                    </a:cubicBezTo>
                    <a:cubicBezTo>
                      <a:pt x="685706" y="13085"/>
                      <a:pt x="561119" y="14609"/>
                      <a:pt x="437293" y="26515"/>
                    </a:cubicBezTo>
                    <a:cubicBezTo>
                      <a:pt x="312421" y="38612"/>
                      <a:pt x="167165" y="62234"/>
                      <a:pt x="77439" y="156912"/>
                    </a:cubicBezTo>
                    <a:cubicBezTo>
                      <a:pt x="-19621" y="259306"/>
                      <a:pt x="-25336" y="443234"/>
                      <a:pt x="118492" y="510671"/>
                    </a:cubicBezTo>
                    <a:cubicBezTo>
                      <a:pt x="178023" y="538579"/>
                      <a:pt x="244984" y="541246"/>
                      <a:pt x="310040" y="543437"/>
                    </a:cubicBezTo>
                    <a:cubicBezTo>
                      <a:pt x="521114" y="550676"/>
                      <a:pt x="732473" y="554581"/>
                      <a:pt x="943547" y="550390"/>
                    </a:cubicBezTo>
                    <a:cubicBezTo>
                      <a:pt x="1059181" y="548104"/>
                      <a:pt x="1175195" y="544199"/>
                      <a:pt x="1290162" y="531340"/>
                    </a:cubicBezTo>
                    <a:cubicBezTo>
                      <a:pt x="1403700" y="518672"/>
                      <a:pt x="1523239" y="496765"/>
                      <a:pt x="1596105" y="402562"/>
                    </a:cubicBezTo>
                    <a:cubicBezTo>
                      <a:pt x="1693546" y="276832"/>
                      <a:pt x="1669924" y="39850"/>
                      <a:pt x="1476947" y="21562"/>
                    </a:cubicBezTo>
                  </a:path>
                </a:pathLst>
              </a:custGeom>
              <a:solidFill>
                <a:srgbClr val="FF988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6" name="任意多边形: 形状 115"/>
              <p:cNvSpPr/>
              <p:nvPr/>
            </p:nvSpPr>
            <p:spPr>
              <a:xfrm>
                <a:off x="1007320" y="3906280"/>
                <a:ext cx="1676400" cy="571500"/>
              </a:xfrm>
              <a:custGeom>
                <a:avLst/>
                <a:gdLst>
                  <a:gd name="connsiteX0" fmla="*/ 1485913 w 1676400"/>
                  <a:gd name="connsiteY0" fmla="*/ 21449 h 571500"/>
                  <a:gd name="connsiteX1" fmla="*/ 1030999 w 1676400"/>
                  <a:gd name="connsiteY1" fmla="*/ 8114 h 571500"/>
                  <a:gd name="connsiteX2" fmla="*/ 799446 w 1676400"/>
                  <a:gd name="connsiteY2" fmla="*/ 11829 h 571500"/>
                  <a:gd name="connsiteX3" fmla="*/ 560274 w 1676400"/>
                  <a:gd name="connsiteY3" fmla="*/ 18115 h 571500"/>
                  <a:gd name="connsiteX4" fmla="*/ 352152 w 1676400"/>
                  <a:gd name="connsiteY4" fmla="*/ 38213 h 571500"/>
                  <a:gd name="connsiteX5" fmla="*/ 176416 w 1676400"/>
                  <a:gd name="connsiteY5" fmla="*/ 90029 h 571500"/>
                  <a:gd name="connsiteX6" fmla="*/ 49924 w 1676400"/>
                  <a:gd name="connsiteY6" fmla="*/ 197852 h 571500"/>
                  <a:gd name="connsiteX7" fmla="*/ 7252 w 1676400"/>
                  <a:gd name="connsiteY7" fmla="*/ 333774 h 571500"/>
                  <a:gd name="connsiteX8" fmla="*/ 46781 w 1676400"/>
                  <a:gd name="connsiteY8" fmla="*/ 465886 h 571500"/>
                  <a:gd name="connsiteX9" fmla="*/ 194704 w 1676400"/>
                  <a:gd name="connsiteY9" fmla="*/ 550182 h 571500"/>
                  <a:gd name="connsiteX10" fmla="*/ 302718 w 1676400"/>
                  <a:gd name="connsiteY10" fmla="*/ 560659 h 571500"/>
                  <a:gd name="connsiteX11" fmla="*/ 420542 w 1676400"/>
                  <a:gd name="connsiteY11" fmla="*/ 564469 h 571500"/>
                  <a:gd name="connsiteX12" fmla="*/ 661524 w 1676400"/>
                  <a:gd name="connsiteY12" fmla="*/ 569327 h 571500"/>
                  <a:gd name="connsiteX13" fmla="*/ 1144061 w 1676400"/>
                  <a:gd name="connsiteY13" fmla="*/ 561802 h 571500"/>
                  <a:gd name="connsiteX14" fmla="*/ 1361517 w 1676400"/>
                  <a:gd name="connsiteY14" fmla="*/ 541038 h 571500"/>
                  <a:gd name="connsiteX15" fmla="*/ 1531443 w 1676400"/>
                  <a:gd name="connsiteY15" fmla="*/ 487031 h 571500"/>
                  <a:gd name="connsiteX16" fmla="*/ 1639551 w 1676400"/>
                  <a:gd name="connsiteY16" fmla="*/ 372731 h 571500"/>
                  <a:gd name="connsiteX17" fmla="*/ 1669841 w 1676400"/>
                  <a:gd name="connsiteY17" fmla="*/ 245763 h 571500"/>
                  <a:gd name="connsiteX18" fmla="*/ 1553731 w 1676400"/>
                  <a:gd name="connsiteY18" fmla="*/ 38689 h 571500"/>
                  <a:gd name="connsiteX19" fmla="*/ 1485913 w 1676400"/>
                  <a:gd name="connsiteY19" fmla="*/ 21449 h 571500"/>
                  <a:gd name="connsiteX20" fmla="*/ 1485913 w 1676400"/>
                  <a:gd name="connsiteY20" fmla="*/ 39261 h 571500"/>
                  <a:gd name="connsiteX21" fmla="*/ 1599261 w 1676400"/>
                  <a:gd name="connsiteY21" fmla="*/ 92220 h 571500"/>
                  <a:gd name="connsiteX22" fmla="*/ 1648600 w 1676400"/>
                  <a:gd name="connsiteY22" fmla="*/ 196900 h 571500"/>
                  <a:gd name="connsiteX23" fmla="*/ 1572495 w 1676400"/>
                  <a:gd name="connsiteY23" fmla="*/ 434358 h 571500"/>
                  <a:gd name="connsiteX24" fmla="*/ 1420667 w 1676400"/>
                  <a:gd name="connsiteY24" fmla="*/ 511129 h 571500"/>
                  <a:gd name="connsiteX25" fmla="*/ 1227690 w 1676400"/>
                  <a:gd name="connsiteY25" fmla="*/ 538276 h 571500"/>
                  <a:gd name="connsiteX26" fmla="*/ 763061 w 1676400"/>
                  <a:gd name="connsiteY26" fmla="*/ 552087 h 571500"/>
                  <a:gd name="connsiteX27" fmla="*/ 297193 w 1676400"/>
                  <a:gd name="connsiteY27" fmla="*/ 542657 h 571500"/>
                  <a:gd name="connsiteX28" fmla="*/ 104121 w 1676400"/>
                  <a:gd name="connsiteY28" fmla="*/ 496270 h 571500"/>
                  <a:gd name="connsiteX29" fmla="*/ 29922 w 1676400"/>
                  <a:gd name="connsiteY29" fmla="*/ 387019 h 571500"/>
                  <a:gd name="connsiteX30" fmla="*/ 133173 w 1676400"/>
                  <a:gd name="connsiteY30" fmla="*/ 136606 h 571500"/>
                  <a:gd name="connsiteX31" fmla="*/ 476073 w 1676400"/>
                  <a:gd name="connsiteY31" fmla="*/ 41737 h 571500"/>
                  <a:gd name="connsiteX32" fmla="*/ 938130 w 1676400"/>
                  <a:gd name="connsiteY32" fmla="*/ 27640 h 571500"/>
                  <a:gd name="connsiteX33" fmla="*/ 1374185 w 1676400"/>
                  <a:gd name="connsiteY33" fmla="*/ 30784 h 571500"/>
                  <a:gd name="connsiteX34" fmla="*/ 1485723 w 1676400"/>
                  <a:gd name="connsiteY34" fmla="*/ 39356 h 571500"/>
                  <a:gd name="connsiteX35" fmla="*/ 1485913 w 1676400"/>
                  <a:gd name="connsiteY35" fmla="*/ 21449 h 571500"/>
                  <a:gd name="connsiteX36" fmla="*/ 1485913 w 1676400"/>
                  <a:gd name="connsiteY36" fmla="*/ 21449 h 57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1676400" h="571500">
                    <a:moveTo>
                      <a:pt x="1485913" y="21449"/>
                    </a:moveTo>
                    <a:cubicBezTo>
                      <a:pt x="1334656" y="6876"/>
                      <a:pt x="1182828" y="5733"/>
                      <a:pt x="1030999" y="8114"/>
                    </a:cubicBezTo>
                    <a:cubicBezTo>
                      <a:pt x="953847" y="9257"/>
                      <a:pt x="876599" y="10876"/>
                      <a:pt x="799446" y="11829"/>
                    </a:cubicBezTo>
                    <a:cubicBezTo>
                      <a:pt x="719722" y="12781"/>
                      <a:pt x="639903" y="13924"/>
                      <a:pt x="560274" y="18115"/>
                    </a:cubicBezTo>
                    <a:cubicBezTo>
                      <a:pt x="490741" y="21735"/>
                      <a:pt x="420923" y="27069"/>
                      <a:pt x="352152" y="38213"/>
                    </a:cubicBezTo>
                    <a:cubicBezTo>
                      <a:pt x="291764" y="47929"/>
                      <a:pt x="231566" y="62978"/>
                      <a:pt x="176416" y="90029"/>
                    </a:cubicBezTo>
                    <a:cubicBezTo>
                      <a:pt x="126124" y="114699"/>
                      <a:pt x="80595" y="150513"/>
                      <a:pt x="49924" y="197852"/>
                    </a:cubicBezTo>
                    <a:cubicBezTo>
                      <a:pt x="23921" y="238143"/>
                      <a:pt x="8681" y="285768"/>
                      <a:pt x="7252" y="333774"/>
                    </a:cubicBezTo>
                    <a:cubicBezTo>
                      <a:pt x="5823" y="380542"/>
                      <a:pt x="18492" y="428167"/>
                      <a:pt x="46781" y="465886"/>
                    </a:cubicBezTo>
                    <a:cubicBezTo>
                      <a:pt x="82595" y="513415"/>
                      <a:pt x="137364" y="538942"/>
                      <a:pt x="194704" y="550182"/>
                    </a:cubicBezTo>
                    <a:cubicBezTo>
                      <a:pt x="230232" y="557135"/>
                      <a:pt x="266618" y="559326"/>
                      <a:pt x="302718" y="560659"/>
                    </a:cubicBezTo>
                    <a:cubicBezTo>
                      <a:pt x="341961" y="562183"/>
                      <a:pt x="381299" y="563326"/>
                      <a:pt x="420542" y="564469"/>
                    </a:cubicBezTo>
                    <a:cubicBezTo>
                      <a:pt x="500838" y="566755"/>
                      <a:pt x="581229" y="568470"/>
                      <a:pt x="661524" y="569327"/>
                    </a:cubicBezTo>
                    <a:cubicBezTo>
                      <a:pt x="822306" y="571042"/>
                      <a:pt x="983469" y="570565"/>
                      <a:pt x="1144061" y="561802"/>
                    </a:cubicBezTo>
                    <a:cubicBezTo>
                      <a:pt x="1216737" y="557802"/>
                      <a:pt x="1289603" y="552373"/>
                      <a:pt x="1361517" y="541038"/>
                    </a:cubicBezTo>
                    <a:cubicBezTo>
                      <a:pt x="1420286" y="531799"/>
                      <a:pt x="1479531" y="517130"/>
                      <a:pt x="1531443" y="487031"/>
                    </a:cubicBezTo>
                    <a:cubicBezTo>
                      <a:pt x="1577639" y="460171"/>
                      <a:pt x="1616120" y="420832"/>
                      <a:pt x="1639551" y="372731"/>
                    </a:cubicBezTo>
                    <a:cubicBezTo>
                      <a:pt x="1658792" y="333298"/>
                      <a:pt x="1669079" y="289578"/>
                      <a:pt x="1669841" y="245763"/>
                    </a:cubicBezTo>
                    <a:cubicBezTo>
                      <a:pt x="1671270" y="161752"/>
                      <a:pt x="1634218" y="74122"/>
                      <a:pt x="1553731" y="38689"/>
                    </a:cubicBezTo>
                    <a:cubicBezTo>
                      <a:pt x="1532205" y="29164"/>
                      <a:pt x="1509440" y="23830"/>
                      <a:pt x="1485913" y="21449"/>
                    </a:cubicBezTo>
                    <a:cubicBezTo>
                      <a:pt x="1474483" y="20306"/>
                      <a:pt x="1474578" y="38118"/>
                      <a:pt x="1485913" y="39261"/>
                    </a:cubicBezTo>
                    <a:cubicBezTo>
                      <a:pt x="1528776" y="43547"/>
                      <a:pt x="1569447" y="60692"/>
                      <a:pt x="1599261" y="92220"/>
                    </a:cubicBezTo>
                    <a:cubicBezTo>
                      <a:pt x="1626312" y="120890"/>
                      <a:pt x="1641933" y="158419"/>
                      <a:pt x="1648600" y="196900"/>
                    </a:cubicBezTo>
                    <a:cubicBezTo>
                      <a:pt x="1663173" y="281767"/>
                      <a:pt x="1635170" y="374731"/>
                      <a:pt x="1572495" y="434358"/>
                    </a:cubicBezTo>
                    <a:cubicBezTo>
                      <a:pt x="1530490" y="474268"/>
                      <a:pt x="1476198" y="497223"/>
                      <a:pt x="1420667" y="511129"/>
                    </a:cubicBezTo>
                    <a:cubicBezTo>
                      <a:pt x="1357707" y="526941"/>
                      <a:pt x="1292270" y="532942"/>
                      <a:pt x="1227690" y="538276"/>
                    </a:cubicBezTo>
                    <a:cubicBezTo>
                      <a:pt x="1073385" y="550944"/>
                      <a:pt x="917937" y="552277"/>
                      <a:pt x="763061" y="552087"/>
                    </a:cubicBezTo>
                    <a:cubicBezTo>
                      <a:pt x="607803" y="551896"/>
                      <a:pt x="452355" y="548848"/>
                      <a:pt x="297193" y="542657"/>
                    </a:cubicBezTo>
                    <a:cubicBezTo>
                      <a:pt x="231185" y="539990"/>
                      <a:pt x="160605" y="534085"/>
                      <a:pt x="104121" y="496270"/>
                    </a:cubicBezTo>
                    <a:cubicBezTo>
                      <a:pt x="66021" y="470743"/>
                      <a:pt x="40113" y="431500"/>
                      <a:pt x="29922" y="387019"/>
                    </a:cubicBezTo>
                    <a:cubicBezTo>
                      <a:pt x="8205" y="291483"/>
                      <a:pt x="55830" y="192423"/>
                      <a:pt x="133173" y="136606"/>
                    </a:cubicBezTo>
                    <a:cubicBezTo>
                      <a:pt x="231090" y="65931"/>
                      <a:pt x="359106" y="51453"/>
                      <a:pt x="476073" y="41737"/>
                    </a:cubicBezTo>
                    <a:cubicBezTo>
                      <a:pt x="629711" y="28974"/>
                      <a:pt x="784111" y="30403"/>
                      <a:pt x="938130" y="27640"/>
                    </a:cubicBezTo>
                    <a:cubicBezTo>
                      <a:pt x="1083482" y="25069"/>
                      <a:pt x="1229024" y="22402"/>
                      <a:pt x="1374185" y="30784"/>
                    </a:cubicBezTo>
                    <a:cubicBezTo>
                      <a:pt x="1411428" y="32974"/>
                      <a:pt x="1448670" y="35832"/>
                      <a:pt x="1485723" y="39356"/>
                    </a:cubicBezTo>
                    <a:cubicBezTo>
                      <a:pt x="1497343" y="40404"/>
                      <a:pt x="1497248" y="22592"/>
                      <a:pt x="1485913" y="21449"/>
                    </a:cubicBezTo>
                    <a:lnTo>
                      <a:pt x="1485913" y="21449"/>
                    </a:lnTo>
                    <a:close/>
                  </a:path>
                </a:pathLst>
              </a:custGeom>
              <a:solidFill>
                <a:srgbClr val="F7858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122" name="文本框 121"/>
            <p:cNvSpPr txBox="1"/>
            <p:nvPr/>
          </p:nvSpPr>
          <p:spPr>
            <a:xfrm rot="10366">
              <a:off x="6398143" y="4980054"/>
              <a:ext cx="8851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  <a:cs typeface="+mn-ea"/>
                  <a:sym typeface="+mn-lt"/>
                </a:rPr>
                <a:t>第</a:t>
              </a:r>
              <a:r>
                <a:rPr lang="en-US" altLang="zh-CN" sz="2000" dirty="0">
                  <a:solidFill>
                    <a:schemeClr val="bg1"/>
                  </a:solidFill>
                  <a:cs typeface="+mn-ea"/>
                  <a:sym typeface="+mn-lt"/>
                </a:rPr>
                <a:t>3</a:t>
              </a:r>
              <a:r>
                <a:rPr lang="zh-CN" altLang="en-US" sz="2000" dirty="0">
                  <a:solidFill>
                    <a:schemeClr val="bg1"/>
                  </a:solidFill>
                  <a:cs typeface="+mn-ea"/>
                  <a:sym typeface="+mn-lt"/>
                </a:rPr>
                <a:t>章</a:t>
              </a:r>
              <a:endParaRPr lang="zh-CN" altLang="en-US" sz="20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97" name="组合 96"/>
          <p:cNvGrpSpPr/>
          <p:nvPr/>
        </p:nvGrpSpPr>
        <p:grpSpPr>
          <a:xfrm>
            <a:off x="523884" y="3723196"/>
            <a:ext cx="596113" cy="891611"/>
            <a:chOff x="-6712140" y="4855187"/>
            <a:chExt cx="596113" cy="891611"/>
          </a:xfrm>
        </p:grpSpPr>
        <p:sp>
          <p:nvSpPr>
            <p:cNvPr id="98" name="任意多边形: 形状 97"/>
            <p:cNvSpPr/>
            <p:nvPr/>
          </p:nvSpPr>
          <p:spPr>
            <a:xfrm>
              <a:off x="-6283987" y="4855187"/>
              <a:ext cx="115493" cy="131992"/>
            </a:xfrm>
            <a:custGeom>
              <a:avLst/>
              <a:gdLst>
                <a:gd name="connsiteX0" fmla="*/ 63291 w 93745"/>
                <a:gd name="connsiteY0" fmla="*/ 10879 h 107137"/>
                <a:gd name="connsiteX1" fmla="*/ 29274 w 93745"/>
                <a:gd name="connsiteY1" fmla="*/ 15834 h 107137"/>
                <a:gd name="connsiteX2" fmla="*/ 18561 w 93745"/>
                <a:gd name="connsiteY2" fmla="*/ 30164 h 107137"/>
                <a:gd name="connsiteX3" fmla="*/ 16686 w 93745"/>
                <a:gd name="connsiteY3" fmla="*/ 87884 h 107137"/>
                <a:gd name="connsiteX4" fmla="*/ 64094 w 93745"/>
                <a:gd name="connsiteY4" fmla="*/ 104357 h 107137"/>
                <a:gd name="connsiteX5" fmla="*/ 95030 w 93745"/>
                <a:gd name="connsiteY5" fmla="*/ 64046 h 107137"/>
                <a:gd name="connsiteX6" fmla="*/ 63291 w 93745"/>
                <a:gd name="connsiteY6" fmla="*/ 10879 h 10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745" h="107137">
                  <a:moveTo>
                    <a:pt x="63291" y="10879"/>
                  </a:moveTo>
                  <a:cubicBezTo>
                    <a:pt x="51639" y="9674"/>
                    <a:pt x="38649" y="8737"/>
                    <a:pt x="29274" y="15834"/>
                  </a:cubicBezTo>
                  <a:cubicBezTo>
                    <a:pt x="24453" y="19450"/>
                    <a:pt x="21239" y="24807"/>
                    <a:pt x="18561" y="30164"/>
                  </a:cubicBezTo>
                  <a:cubicBezTo>
                    <a:pt x="9588" y="48243"/>
                    <a:pt x="5838" y="70876"/>
                    <a:pt x="16686" y="87884"/>
                  </a:cubicBezTo>
                  <a:cubicBezTo>
                    <a:pt x="26462" y="103018"/>
                    <a:pt x="46952" y="109848"/>
                    <a:pt x="64094" y="104357"/>
                  </a:cubicBezTo>
                  <a:cubicBezTo>
                    <a:pt x="81236" y="98866"/>
                    <a:pt x="93825" y="81992"/>
                    <a:pt x="95030" y="64046"/>
                  </a:cubicBezTo>
                  <a:cubicBezTo>
                    <a:pt x="96369" y="46101"/>
                    <a:pt x="83111" y="14093"/>
                    <a:pt x="63291" y="10879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9" name="任意多边形: 形状 98"/>
            <p:cNvSpPr/>
            <p:nvPr/>
          </p:nvSpPr>
          <p:spPr>
            <a:xfrm>
              <a:off x="-6231520" y="5614806"/>
              <a:ext cx="115493" cy="131992"/>
            </a:xfrm>
            <a:custGeom>
              <a:avLst/>
              <a:gdLst>
                <a:gd name="connsiteX0" fmla="*/ 63291 w 93745"/>
                <a:gd name="connsiteY0" fmla="*/ 10879 h 107137"/>
                <a:gd name="connsiteX1" fmla="*/ 29274 w 93745"/>
                <a:gd name="connsiteY1" fmla="*/ 15834 h 107137"/>
                <a:gd name="connsiteX2" fmla="*/ 18561 w 93745"/>
                <a:gd name="connsiteY2" fmla="*/ 30164 h 107137"/>
                <a:gd name="connsiteX3" fmla="*/ 16686 w 93745"/>
                <a:gd name="connsiteY3" fmla="*/ 87884 h 107137"/>
                <a:gd name="connsiteX4" fmla="*/ 64094 w 93745"/>
                <a:gd name="connsiteY4" fmla="*/ 104357 h 107137"/>
                <a:gd name="connsiteX5" fmla="*/ 95030 w 93745"/>
                <a:gd name="connsiteY5" fmla="*/ 64046 h 107137"/>
                <a:gd name="connsiteX6" fmla="*/ 63291 w 93745"/>
                <a:gd name="connsiteY6" fmla="*/ 10879 h 10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745" h="107137">
                  <a:moveTo>
                    <a:pt x="63291" y="10879"/>
                  </a:moveTo>
                  <a:cubicBezTo>
                    <a:pt x="51639" y="9674"/>
                    <a:pt x="38649" y="8737"/>
                    <a:pt x="29274" y="15834"/>
                  </a:cubicBezTo>
                  <a:cubicBezTo>
                    <a:pt x="24453" y="19450"/>
                    <a:pt x="21239" y="24807"/>
                    <a:pt x="18561" y="30164"/>
                  </a:cubicBezTo>
                  <a:cubicBezTo>
                    <a:pt x="9588" y="48243"/>
                    <a:pt x="5838" y="70876"/>
                    <a:pt x="16686" y="87884"/>
                  </a:cubicBezTo>
                  <a:cubicBezTo>
                    <a:pt x="26462" y="103017"/>
                    <a:pt x="46952" y="109847"/>
                    <a:pt x="64094" y="104357"/>
                  </a:cubicBezTo>
                  <a:cubicBezTo>
                    <a:pt x="81236" y="98866"/>
                    <a:pt x="93825" y="81992"/>
                    <a:pt x="95030" y="64046"/>
                  </a:cubicBezTo>
                  <a:cubicBezTo>
                    <a:pt x="96369" y="46100"/>
                    <a:pt x="83111" y="14093"/>
                    <a:pt x="63291" y="10879"/>
                  </a:cubicBezTo>
                </a:path>
              </a:pathLst>
            </a:custGeom>
            <a:solidFill>
              <a:srgbClr val="C3EAF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0" name="任意多边形: 形状 99"/>
            <p:cNvSpPr/>
            <p:nvPr/>
          </p:nvSpPr>
          <p:spPr>
            <a:xfrm>
              <a:off x="-6712140" y="5140291"/>
              <a:ext cx="115493" cy="131992"/>
            </a:xfrm>
            <a:custGeom>
              <a:avLst/>
              <a:gdLst>
                <a:gd name="connsiteX0" fmla="*/ 63291 w 93745"/>
                <a:gd name="connsiteY0" fmla="*/ 10879 h 107137"/>
                <a:gd name="connsiteX1" fmla="*/ 29274 w 93745"/>
                <a:gd name="connsiteY1" fmla="*/ 15834 h 107137"/>
                <a:gd name="connsiteX2" fmla="*/ 18561 w 93745"/>
                <a:gd name="connsiteY2" fmla="*/ 30164 h 107137"/>
                <a:gd name="connsiteX3" fmla="*/ 16686 w 93745"/>
                <a:gd name="connsiteY3" fmla="*/ 87884 h 107137"/>
                <a:gd name="connsiteX4" fmla="*/ 64094 w 93745"/>
                <a:gd name="connsiteY4" fmla="*/ 104357 h 107137"/>
                <a:gd name="connsiteX5" fmla="*/ 95030 w 93745"/>
                <a:gd name="connsiteY5" fmla="*/ 64046 h 107137"/>
                <a:gd name="connsiteX6" fmla="*/ 63291 w 93745"/>
                <a:gd name="connsiteY6" fmla="*/ 10879 h 10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745" h="107137">
                  <a:moveTo>
                    <a:pt x="63291" y="10879"/>
                  </a:moveTo>
                  <a:cubicBezTo>
                    <a:pt x="51639" y="9674"/>
                    <a:pt x="38649" y="8737"/>
                    <a:pt x="29274" y="15834"/>
                  </a:cubicBezTo>
                  <a:cubicBezTo>
                    <a:pt x="24453" y="19450"/>
                    <a:pt x="21239" y="24807"/>
                    <a:pt x="18561" y="30164"/>
                  </a:cubicBezTo>
                  <a:cubicBezTo>
                    <a:pt x="9588" y="48244"/>
                    <a:pt x="5838" y="70876"/>
                    <a:pt x="16686" y="87884"/>
                  </a:cubicBezTo>
                  <a:cubicBezTo>
                    <a:pt x="26462" y="103018"/>
                    <a:pt x="46952" y="109847"/>
                    <a:pt x="64094" y="104357"/>
                  </a:cubicBezTo>
                  <a:cubicBezTo>
                    <a:pt x="81236" y="98866"/>
                    <a:pt x="93825" y="81992"/>
                    <a:pt x="95030" y="64046"/>
                  </a:cubicBezTo>
                  <a:cubicBezTo>
                    <a:pt x="96369" y="46101"/>
                    <a:pt x="83111" y="14093"/>
                    <a:pt x="63291" y="10879"/>
                  </a:cubicBezTo>
                </a:path>
              </a:pathLst>
            </a:custGeom>
            <a:solidFill>
              <a:srgbClr val="F4BDB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01" name="组合 100"/>
          <p:cNvGrpSpPr/>
          <p:nvPr/>
        </p:nvGrpSpPr>
        <p:grpSpPr>
          <a:xfrm>
            <a:off x="10828474" y="4914452"/>
            <a:ext cx="631390" cy="387288"/>
            <a:chOff x="10828474" y="4914452"/>
            <a:chExt cx="631390" cy="387288"/>
          </a:xfrm>
        </p:grpSpPr>
        <p:sp>
          <p:nvSpPr>
            <p:cNvPr id="102" name="任意多边形: 形状 101"/>
            <p:cNvSpPr/>
            <p:nvPr/>
          </p:nvSpPr>
          <p:spPr>
            <a:xfrm>
              <a:off x="10997416" y="4914452"/>
              <a:ext cx="115493" cy="131992"/>
            </a:xfrm>
            <a:custGeom>
              <a:avLst/>
              <a:gdLst>
                <a:gd name="connsiteX0" fmla="*/ 63291 w 93745"/>
                <a:gd name="connsiteY0" fmla="*/ 10880 h 107137"/>
                <a:gd name="connsiteX1" fmla="*/ 29274 w 93745"/>
                <a:gd name="connsiteY1" fmla="*/ 15835 h 107137"/>
                <a:gd name="connsiteX2" fmla="*/ 18561 w 93745"/>
                <a:gd name="connsiteY2" fmla="*/ 30164 h 107137"/>
                <a:gd name="connsiteX3" fmla="*/ 16686 w 93745"/>
                <a:gd name="connsiteY3" fmla="*/ 87885 h 107137"/>
                <a:gd name="connsiteX4" fmla="*/ 64094 w 93745"/>
                <a:gd name="connsiteY4" fmla="*/ 104357 h 107137"/>
                <a:gd name="connsiteX5" fmla="*/ 95030 w 93745"/>
                <a:gd name="connsiteY5" fmla="*/ 64046 h 107137"/>
                <a:gd name="connsiteX6" fmla="*/ 63291 w 93745"/>
                <a:gd name="connsiteY6" fmla="*/ 10880 h 10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745" h="107137">
                  <a:moveTo>
                    <a:pt x="63291" y="10880"/>
                  </a:moveTo>
                  <a:cubicBezTo>
                    <a:pt x="51639" y="9674"/>
                    <a:pt x="38649" y="8737"/>
                    <a:pt x="29274" y="15835"/>
                  </a:cubicBezTo>
                  <a:cubicBezTo>
                    <a:pt x="24453" y="19450"/>
                    <a:pt x="21239" y="24807"/>
                    <a:pt x="18561" y="30164"/>
                  </a:cubicBezTo>
                  <a:cubicBezTo>
                    <a:pt x="9588" y="48243"/>
                    <a:pt x="5838" y="70876"/>
                    <a:pt x="16686" y="87885"/>
                  </a:cubicBezTo>
                  <a:cubicBezTo>
                    <a:pt x="26462" y="103017"/>
                    <a:pt x="46952" y="109848"/>
                    <a:pt x="64094" y="104357"/>
                  </a:cubicBezTo>
                  <a:cubicBezTo>
                    <a:pt x="81236" y="98866"/>
                    <a:pt x="93825" y="81992"/>
                    <a:pt x="95030" y="64046"/>
                  </a:cubicBezTo>
                  <a:cubicBezTo>
                    <a:pt x="96369" y="46101"/>
                    <a:pt x="83111" y="14093"/>
                    <a:pt x="63291" y="10880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3" name="任意多边形: 形状 102"/>
            <p:cNvSpPr/>
            <p:nvPr/>
          </p:nvSpPr>
          <p:spPr>
            <a:xfrm>
              <a:off x="10828474" y="5169748"/>
              <a:ext cx="115493" cy="131992"/>
            </a:xfrm>
            <a:custGeom>
              <a:avLst/>
              <a:gdLst>
                <a:gd name="connsiteX0" fmla="*/ 63291 w 93745"/>
                <a:gd name="connsiteY0" fmla="*/ 10879 h 107137"/>
                <a:gd name="connsiteX1" fmla="*/ 29274 w 93745"/>
                <a:gd name="connsiteY1" fmla="*/ 15835 h 107137"/>
                <a:gd name="connsiteX2" fmla="*/ 18560 w 93745"/>
                <a:gd name="connsiteY2" fmla="*/ 30164 h 107137"/>
                <a:gd name="connsiteX3" fmla="*/ 16686 w 93745"/>
                <a:gd name="connsiteY3" fmla="*/ 87884 h 107137"/>
                <a:gd name="connsiteX4" fmla="*/ 64094 w 93745"/>
                <a:gd name="connsiteY4" fmla="*/ 104357 h 107137"/>
                <a:gd name="connsiteX5" fmla="*/ 95030 w 93745"/>
                <a:gd name="connsiteY5" fmla="*/ 64046 h 107137"/>
                <a:gd name="connsiteX6" fmla="*/ 63291 w 93745"/>
                <a:gd name="connsiteY6" fmla="*/ 10879 h 10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745" h="107137">
                  <a:moveTo>
                    <a:pt x="63291" y="10879"/>
                  </a:moveTo>
                  <a:cubicBezTo>
                    <a:pt x="51639" y="9674"/>
                    <a:pt x="38649" y="8737"/>
                    <a:pt x="29274" y="15835"/>
                  </a:cubicBezTo>
                  <a:cubicBezTo>
                    <a:pt x="24453" y="19450"/>
                    <a:pt x="21239" y="24807"/>
                    <a:pt x="18560" y="30164"/>
                  </a:cubicBezTo>
                  <a:cubicBezTo>
                    <a:pt x="9588" y="48244"/>
                    <a:pt x="5838" y="70876"/>
                    <a:pt x="16686" y="87884"/>
                  </a:cubicBezTo>
                  <a:cubicBezTo>
                    <a:pt x="26462" y="103018"/>
                    <a:pt x="46952" y="109848"/>
                    <a:pt x="64094" y="104357"/>
                  </a:cubicBezTo>
                  <a:cubicBezTo>
                    <a:pt x="81236" y="98866"/>
                    <a:pt x="93825" y="81992"/>
                    <a:pt x="95030" y="64046"/>
                  </a:cubicBezTo>
                  <a:cubicBezTo>
                    <a:pt x="96369" y="46101"/>
                    <a:pt x="83111" y="14094"/>
                    <a:pt x="63291" y="10879"/>
                  </a:cubicBezTo>
                </a:path>
              </a:pathLst>
            </a:custGeom>
            <a:solidFill>
              <a:srgbClr val="C3EAF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4" name="任意多边形: 形状 103"/>
            <p:cNvSpPr/>
            <p:nvPr/>
          </p:nvSpPr>
          <p:spPr>
            <a:xfrm>
              <a:off x="11344371" y="5134023"/>
              <a:ext cx="115493" cy="131992"/>
            </a:xfrm>
            <a:custGeom>
              <a:avLst/>
              <a:gdLst>
                <a:gd name="connsiteX0" fmla="*/ 63291 w 93745"/>
                <a:gd name="connsiteY0" fmla="*/ 10879 h 107137"/>
                <a:gd name="connsiteX1" fmla="*/ 29274 w 93745"/>
                <a:gd name="connsiteY1" fmla="*/ 15834 h 107137"/>
                <a:gd name="connsiteX2" fmla="*/ 18561 w 93745"/>
                <a:gd name="connsiteY2" fmla="*/ 30164 h 107137"/>
                <a:gd name="connsiteX3" fmla="*/ 16686 w 93745"/>
                <a:gd name="connsiteY3" fmla="*/ 87884 h 107137"/>
                <a:gd name="connsiteX4" fmla="*/ 64094 w 93745"/>
                <a:gd name="connsiteY4" fmla="*/ 104357 h 107137"/>
                <a:gd name="connsiteX5" fmla="*/ 95030 w 93745"/>
                <a:gd name="connsiteY5" fmla="*/ 64046 h 107137"/>
                <a:gd name="connsiteX6" fmla="*/ 63291 w 93745"/>
                <a:gd name="connsiteY6" fmla="*/ 10879 h 10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745" h="107137">
                  <a:moveTo>
                    <a:pt x="63291" y="10879"/>
                  </a:moveTo>
                  <a:cubicBezTo>
                    <a:pt x="51639" y="9674"/>
                    <a:pt x="38649" y="8737"/>
                    <a:pt x="29274" y="15834"/>
                  </a:cubicBezTo>
                  <a:cubicBezTo>
                    <a:pt x="24453" y="19450"/>
                    <a:pt x="21239" y="24807"/>
                    <a:pt x="18561" y="30164"/>
                  </a:cubicBezTo>
                  <a:cubicBezTo>
                    <a:pt x="9588" y="48244"/>
                    <a:pt x="5838" y="70876"/>
                    <a:pt x="16686" y="87884"/>
                  </a:cubicBezTo>
                  <a:cubicBezTo>
                    <a:pt x="26462" y="103018"/>
                    <a:pt x="46952" y="109847"/>
                    <a:pt x="64094" y="104357"/>
                  </a:cubicBezTo>
                  <a:cubicBezTo>
                    <a:pt x="81236" y="98866"/>
                    <a:pt x="93825" y="81992"/>
                    <a:pt x="95030" y="64046"/>
                  </a:cubicBezTo>
                  <a:cubicBezTo>
                    <a:pt x="96369" y="46101"/>
                    <a:pt x="83111" y="14093"/>
                    <a:pt x="63291" y="10879"/>
                  </a:cubicBezTo>
                </a:path>
              </a:pathLst>
            </a:custGeom>
            <a:solidFill>
              <a:srgbClr val="F4BDB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/>
          <p:cNvSpPr txBox="1"/>
          <p:nvPr/>
        </p:nvSpPr>
        <p:spPr>
          <a:xfrm>
            <a:off x="1343889" y="2806043"/>
            <a:ext cx="3868282" cy="2122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600" dirty="0">
                <a:cs typeface="+mn-ea"/>
                <a:sym typeface="+mn-lt"/>
              </a:rPr>
              <a:t>正文内容，本段适应大段文字章节。如果文字较多的内容描述比较适合放在这里。</a:t>
            </a:r>
            <a:br>
              <a:rPr lang="en-US" altLang="zh-CN" sz="1600" dirty="0">
                <a:cs typeface="+mn-ea"/>
                <a:sym typeface="+mn-lt"/>
              </a:rPr>
            </a:br>
            <a:endParaRPr lang="en-US" altLang="zh-CN" sz="1600" dirty="0">
              <a:cs typeface="+mn-ea"/>
              <a:sym typeface="+mn-lt"/>
            </a:endParaRPr>
          </a:p>
          <a:p>
            <a:pPr>
              <a:lnSpc>
                <a:spcPts val="2000"/>
              </a:lnSpc>
            </a:pPr>
            <a:r>
              <a:rPr lang="zh-CN" altLang="en-US" sz="1600" dirty="0">
                <a:cs typeface="+mn-ea"/>
                <a:sym typeface="+mn-lt"/>
              </a:rPr>
              <a:t>请您在此修改您的内容，或者将内容粘贴到记事本后，复制到此段落中。</a:t>
            </a:r>
            <a:endParaRPr lang="en-US" altLang="zh-CN" sz="1600" dirty="0">
              <a:cs typeface="+mn-ea"/>
              <a:sym typeface="+mn-lt"/>
            </a:endParaRPr>
          </a:p>
          <a:p>
            <a:pPr>
              <a:lnSpc>
                <a:spcPts val="2000"/>
              </a:lnSpc>
            </a:pPr>
            <a:endParaRPr lang="en-US" altLang="zh-CN" sz="1600" dirty="0">
              <a:cs typeface="+mn-ea"/>
              <a:sym typeface="+mn-lt"/>
            </a:endParaRPr>
          </a:p>
          <a:p>
            <a:pPr>
              <a:lnSpc>
                <a:spcPts val="2000"/>
              </a:lnSpc>
            </a:pPr>
            <a:r>
              <a:rPr lang="zh-CN" altLang="en-US" sz="1600" dirty="0">
                <a:cs typeface="+mn-ea"/>
                <a:sym typeface="+mn-lt"/>
              </a:rPr>
              <a:t>如果文字过多，您可右键修改“段落”调节合适的行间距。</a:t>
            </a:r>
            <a:endParaRPr lang="en-US" altLang="zh-CN" sz="1600" dirty="0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482129" y="1883400"/>
            <a:ext cx="714694" cy="714694"/>
          </a:xfrm>
          <a:prstGeom prst="ellipse">
            <a:avLst/>
          </a:prstGeom>
          <a:solidFill>
            <a:srgbClr val="C3EA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400" dirty="0">
                <a:solidFill>
                  <a:srgbClr val="95B9DA"/>
                </a:solidFill>
                <a:cs typeface="+mn-ea"/>
                <a:sym typeface="+mn-lt"/>
              </a:rPr>
              <a:t>一</a:t>
            </a:r>
            <a:endParaRPr lang="zh-CN" altLang="en-US" sz="4400" dirty="0">
              <a:solidFill>
                <a:srgbClr val="95B9DA"/>
              </a:solidFill>
              <a:cs typeface="+mn-ea"/>
              <a:sym typeface="+mn-lt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7330006" y="186467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64454B"/>
                </a:solidFill>
                <a:cs typeface="+mn-ea"/>
                <a:sym typeface="+mn-lt"/>
              </a:rPr>
              <a:t>项目名称</a:t>
            </a:r>
            <a:endParaRPr lang="zh-CN" altLang="en-US" sz="2400" dirty="0">
              <a:solidFill>
                <a:srgbClr val="64454B"/>
              </a:solidFill>
              <a:cs typeface="+mn-ea"/>
              <a:sym typeface="+mn-lt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7341729" y="2265242"/>
            <a:ext cx="32624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项目描述，单击此处添加简短说明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3" name="椭圆 42"/>
          <p:cNvSpPr/>
          <p:nvPr/>
        </p:nvSpPr>
        <p:spPr>
          <a:xfrm>
            <a:off x="6482129" y="3134649"/>
            <a:ext cx="714694" cy="714694"/>
          </a:xfrm>
          <a:prstGeom prst="ellipse">
            <a:avLst/>
          </a:prstGeom>
          <a:solidFill>
            <a:srgbClr val="FFD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400" dirty="0">
                <a:solidFill>
                  <a:srgbClr val="C88F00"/>
                </a:solidFill>
                <a:cs typeface="+mn-ea"/>
                <a:sym typeface="+mn-lt"/>
              </a:rPr>
              <a:t>二</a:t>
            </a:r>
            <a:endParaRPr lang="zh-CN" altLang="en-US" sz="4400" dirty="0">
              <a:solidFill>
                <a:srgbClr val="C88F00"/>
              </a:solidFill>
              <a:cs typeface="+mn-ea"/>
              <a:sym typeface="+mn-lt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7330006" y="311592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64454B"/>
                </a:solidFill>
                <a:cs typeface="+mn-ea"/>
                <a:sym typeface="+mn-lt"/>
              </a:rPr>
              <a:t>项目名称</a:t>
            </a:r>
            <a:endParaRPr lang="zh-CN" altLang="en-US" sz="2400" dirty="0">
              <a:solidFill>
                <a:srgbClr val="64454B"/>
              </a:solidFill>
              <a:cs typeface="+mn-ea"/>
              <a:sym typeface="+mn-lt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7341729" y="3516491"/>
            <a:ext cx="32624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项目描述，单击此处添加简短说明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9" name="椭圆 58"/>
          <p:cNvSpPr/>
          <p:nvPr/>
        </p:nvSpPr>
        <p:spPr>
          <a:xfrm>
            <a:off x="6482129" y="4385898"/>
            <a:ext cx="714694" cy="714694"/>
          </a:xfrm>
          <a:prstGeom prst="ellipse">
            <a:avLst/>
          </a:prstGeom>
          <a:solidFill>
            <a:srgbClr val="FFBD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400" dirty="0">
                <a:solidFill>
                  <a:srgbClr val="FF6F5B"/>
                </a:solidFill>
                <a:cs typeface="+mn-ea"/>
                <a:sym typeface="+mn-lt"/>
              </a:rPr>
              <a:t>三</a:t>
            </a:r>
            <a:endParaRPr lang="zh-CN" altLang="en-US" sz="4400" dirty="0">
              <a:solidFill>
                <a:srgbClr val="FF6F5B"/>
              </a:solidFill>
              <a:cs typeface="+mn-ea"/>
              <a:sym typeface="+mn-lt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7330006" y="4367174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64454B"/>
                </a:solidFill>
                <a:cs typeface="+mn-ea"/>
                <a:sym typeface="+mn-lt"/>
              </a:rPr>
              <a:t>项目名称</a:t>
            </a:r>
            <a:endParaRPr lang="zh-CN" altLang="en-US" sz="2400" dirty="0">
              <a:solidFill>
                <a:srgbClr val="64454B"/>
              </a:solidFill>
              <a:cs typeface="+mn-ea"/>
              <a:sym typeface="+mn-lt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7341729" y="4767740"/>
            <a:ext cx="32624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项目描述，单击此处添加简短说明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578465" y="2135841"/>
            <a:ext cx="587421" cy="2704289"/>
            <a:chOff x="5680065" y="2135841"/>
            <a:chExt cx="587421" cy="2704289"/>
          </a:xfrm>
        </p:grpSpPr>
        <p:cxnSp>
          <p:nvCxnSpPr>
            <p:cNvPr id="21" name="直接连接符 20"/>
            <p:cNvCxnSpPr/>
            <p:nvPr/>
          </p:nvCxnSpPr>
          <p:spPr>
            <a:xfrm>
              <a:off x="5776236" y="2326341"/>
              <a:ext cx="0" cy="2311998"/>
            </a:xfrm>
            <a:prstGeom prst="line">
              <a:avLst/>
            </a:prstGeom>
            <a:ln w="19050" cap="rnd">
              <a:solidFill>
                <a:srgbClr val="C88F00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V="1">
              <a:off x="5871486" y="2224436"/>
              <a:ext cx="396000" cy="0"/>
            </a:xfrm>
            <a:prstGeom prst="line">
              <a:avLst/>
            </a:prstGeom>
            <a:ln w="19050" cap="rnd">
              <a:solidFill>
                <a:srgbClr val="C88F00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>
              <a:off x="5825330" y="3505930"/>
              <a:ext cx="396000" cy="0"/>
            </a:xfrm>
            <a:prstGeom prst="line">
              <a:avLst/>
            </a:prstGeom>
            <a:ln w="19050" cap="rnd">
              <a:solidFill>
                <a:srgbClr val="C88F00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5871486" y="4733589"/>
              <a:ext cx="396000" cy="0"/>
            </a:xfrm>
            <a:prstGeom prst="line">
              <a:avLst/>
            </a:prstGeom>
            <a:ln w="19050" cap="rnd">
              <a:solidFill>
                <a:srgbClr val="C88F00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椭圆 1"/>
            <p:cNvSpPr/>
            <p:nvPr/>
          </p:nvSpPr>
          <p:spPr>
            <a:xfrm>
              <a:off x="5680065" y="2135841"/>
              <a:ext cx="190500" cy="190500"/>
            </a:xfrm>
            <a:prstGeom prst="ellipse">
              <a:avLst/>
            </a:prstGeom>
            <a:solidFill>
              <a:srgbClr val="FFD4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5691219" y="3421241"/>
              <a:ext cx="190500" cy="190500"/>
            </a:xfrm>
            <a:prstGeom prst="ellipse">
              <a:avLst/>
            </a:prstGeom>
            <a:solidFill>
              <a:srgbClr val="FFD4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5691219" y="4649630"/>
              <a:ext cx="190500" cy="190500"/>
            </a:xfrm>
            <a:prstGeom prst="ellipse">
              <a:avLst/>
            </a:prstGeom>
            <a:solidFill>
              <a:srgbClr val="FFD4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97" name="组合 96"/>
          <p:cNvGrpSpPr/>
          <p:nvPr/>
        </p:nvGrpSpPr>
        <p:grpSpPr>
          <a:xfrm>
            <a:off x="1518747" y="1633954"/>
            <a:ext cx="3416320" cy="1034733"/>
            <a:chOff x="4397217" y="516028"/>
            <a:chExt cx="3416320" cy="1034733"/>
          </a:xfrm>
        </p:grpSpPr>
        <p:sp>
          <p:nvSpPr>
            <p:cNvPr id="98" name="文本框 97"/>
            <p:cNvSpPr txBox="1"/>
            <p:nvPr/>
          </p:nvSpPr>
          <p:spPr>
            <a:xfrm>
              <a:off x="4928370" y="539093"/>
              <a:ext cx="2441694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400" dirty="0">
                  <a:solidFill>
                    <a:srgbClr val="64454B"/>
                  </a:solidFill>
                  <a:cs typeface="+mn-ea"/>
                  <a:sym typeface="+mn-lt"/>
                </a:rPr>
                <a:t>课堂检测</a:t>
              </a:r>
              <a:endParaRPr lang="zh-CN" altLang="en-US" sz="4400" dirty="0">
                <a:solidFill>
                  <a:srgbClr val="64454B"/>
                </a:solidFill>
                <a:cs typeface="+mn-ea"/>
                <a:sym typeface="+mn-lt"/>
              </a:endParaRPr>
            </a:p>
          </p:txBody>
        </p:sp>
        <p:sp>
          <p:nvSpPr>
            <p:cNvPr id="99" name="文本框 98"/>
            <p:cNvSpPr txBox="1"/>
            <p:nvPr/>
          </p:nvSpPr>
          <p:spPr>
            <a:xfrm>
              <a:off x="4397217" y="1181429"/>
              <a:ext cx="34163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7AB2DC"/>
                  </a:solidFill>
                  <a:cs typeface="+mn-ea"/>
                  <a:sym typeface="+mn-lt"/>
                </a:rPr>
                <a:t>在课堂上进行多种问答巩固知识</a:t>
              </a:r>
              <a:endParaRPr lang="zh-CN" altLang="en-US" dirty="0">
                <a:solidFill>
                  <a:srgbClr val="7AB2DC"/>
                </a:solidFill>
                <a:cs typeface="+mn-ea"/>
                <a:sym typeface="+mn-lt"/>
              </a:endParaRPr>
            </a:p>
          </p:txBody>
        </p:sp>
        <p:grpSp>
          <p:nvGrpSpPr>
            <p:cNvPr id="100" name="组合 99"/>
            <p:cNvGrpSpPr/>
            <p:nvPr/>
          </p:nvGrpSpPr>
          <p:grpSpPr>
            <a:xfrm>
              <a:off x="7404174" y="516028"/>
              <a:ext cx="344536" cy="548871"/>
              <a:chOff x="8363753" y="2120741"/>
              <a:chExt cx="553198" cy="881284"/>
            </a:xfrm>
          </p:grpSpPr>
          <p:sp>
            <p:nvSpPr>
              <p:cNvPr id="108" name="任意多边形: 形状 107"/>
              <p:cNvSpPr/>
              <p:nvPr/>
            </p:nvSpPr>
            <p:spPr>
              <a:xfrm>
                <a:off x="8363753" y="2120741"/>
                <a:ext cx="356491" cy="291674"/>
              </a:xfrm>
              <a:custGeom>
                <a:avLst/>
                <a:gdLst>
                  <a:gd name="connsiteX0" fmla="*/ 28470 w 314325"/>
                  <a:gd name="connsiteY0" fmla="*/ 252359 h 257175"/>
                  <a:gd name="connsiteX1" fmla="*/ 240687 w 314325"/>
                  <a:gd name="connsiteY1" fmla="*/ 77480 h 257175"/>
                  <a:gd name="connsiteX2" fmla="*/ 301742 w 314325"/>
                  <a:gd name="connsiteY2" fmla="*/ 30521 h 257175"/>
                  <a:gd name="connsiteX3" fmla="*/ 306219 w 314325"/>
                  <a:gd name="connsiteY3" fmla="*/ 13472 h 257175"/>
                  <a:gd name="connsiteX4" fmla="*/ 289169 w 314325"/>
                  <a:gd name="connsiteY4" fmla="*/ 8995 h 257175"/>
                  <a:gd name="connsiteX5" fmla="*/ 70856 w 314325"/>
                  <a:gd name="connsiteY5" fmla="*/ 183302 h 257175"/>
                  <a:gd name="connsiteX6" fmla="*/ 10754 w 314325"/>
                  <a:gd name="connsiteY6" fmla="*/ 234737 h 257175"/>
                  <a:gd name="connsiteX7" fmla="*/ 10754 w 314325"/>
                  <a:gd name="connsiteY7" fmla="*/ 252359 h 257175"/>
                  <a:gd name="connsiteX8" fmla="*/ 28470 w 314325"/>
                  <a:gd name="connsiteY8" fmla="*/ 252359 h 257175"/>
                  <a:gd name="connsiteX9" fmla="*/ 28470 w 314325"/>
                  <a:gd name="connsiteY9" fmla="*/ 252359 h 257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4325" h="257175">
                    <a:moveTo>
                      <a:pt x="28470" y="252359"/>
                    </a:moveTo>
                    <a:cubicBezTo>
                      <a:pt x="97717" y="192256"/>
                      <a:pt x="168488" y="133868"/>
                      <a:pt x="240687" y="77480"/>
                    </a:cubicBezTo>
                    <a:cubicBezTo>
                      <a:pt x="260880" y="61668"/>
                      <a:pt x="281263" y="46047"/>
                      <a:pt x="301742" y="30521"/>
                    </a:cubicBezTo>
                    <a:cubicBezTo>
                      <a:pt x="307076" y="26426"/>
                      <a:pt x="309934" y="19758"/>
                      <a:pt x="306219" y="13472"/>
                    </a:cubicBezTo>
                    <a:cubicBezTo>
                      <a:pt x="303171" y="8138"/>
                      <a:pt x="294503" y="4899"/>
                      <a:pt x="289169" y="8995"/>
                    </a:cubicBezTo>
                    <a:cubicBezTo>
                      <a:pt x="214874" y="65192"/>
                      <a:pt x="142103" y="123295"/>
                      <a:pt x="70856" y="183302"/>
                    </a:cubicBezTo>
                    <a:cubicBezTo>
                      <a:pt x="50663" y="200257"/>
                      <a:pt x="30661" y="217402"/>
                      <a:pt x="10754" y="234737"/>
                    </a:cubicBezTo>
                    <a:cubicBezTo>
                      <a:pt x="5705" y="239119"/>
                      <a:pt x="6182" y="247882"/>
                      <a:pt x="10754" y="252359"/>
                    </a:cubicBezTo>
                    <a:cubicBezTo>
                      <a:pt x="15897" y="257407"/>
                      <a:pt x="23422" y="256740"/>
                      <a:pt x="28470" y="252359"/>
                    </a:cubicBezTo>
                    <a:lnTo>
                      <a:pt x="28470" y="252359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9" name="任意多边形: 形状 108"/>
              <p:cNvSpPr/>
              <p:nvPr/>
            </p:nvSpPr>
            <p:spPr>
              <a:xfrm>
                <a:off x="8442217" y="2469929"/>
                <a:ext cx="237660" cy="97225"/>
              </a:xfrm>
              <a:custGeom>
                <a:avLst/>
                <a:gdLst>
                  <a:gd name="connsiteX0" fmla="*/ 22534 w 209550"/>
                  <a:gd name="connsiteY0" fmla="*/ 82965 h 85725"/>
                  <a:gd name="connsiteX1" fmla="*/ 193793 w 209550"/>
                  <a:gd name="connsiteY1" fmla="*/ 31816 h 85725"/>
                  <a:gd name="connsiteX2" fmla="*/ 187126 w 209550"/>
                  <a:gd name="connsiteY2" fmla="*/ 7718 h 85725"/>
                  <a:gd name="connsiteX3" fmla="*/ 15866 w 209550"/>
                  <a:gd name="connsiteY3" fmla="*/ 58867 h 85725"/>
                  <a:gd name="connsiteX4" fmla="*/ 22534 w 209550"/>
                  <a:gd name="connsiteY4" fmla="*/ 82965 h 85725"/>
                  <a:gd name="connsiteX5" fmla="*/ 22534 w 209550"/>
                  <a:gd name="connsiteY5" fmla="*/ 82965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9550" h="85725">
                    <a:moveTo>
                      <a:pt x="22534" y="82965"/>
                    </a:moveTo>
                    <a:cubicBezTo>
                      <a:pt x="79588" y="65916"/>
                      <a:pt x="136643" y="48866"/>
                      <a:pt x="193793" y="31816"/>
                    </a:cubicBezTo>
                    <a:cubicBezTo>
                      <a:pt x="209128" y="27244"/>
                      <a:pt x="202651" y="3146"/>
                      <a:pt x="187126" y="7718"/>
                    </a:cubicBezTo>
                    <a:cubicBezTo>
                      <a:pt x="130071" y="24768"/>
                      <a:pt x="73016" y="41817"/>
                      <a:pt x="15866" y="58867"/>
                    </a:cubicBezTo>
                    <a:cubicBezTo>
                      <a:pt x="531" y="63439"/>
                      <a:pt x="7103" y="87633"/>
                      <a:pt x="22534" y="82965"/>
                    </a:cubicBezTo>
                    <a:lnTo>
                      <a:pt x="22534" y="82965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0" name="任意多边形: 形状 109"/>
              <p:cNvSpPr/>
              <p:nvPr/>
            </p:nvSpPr>
            <p:spPr>
              <a:xfrm>
                <a:off x="8441630" y="2679373"/>
                <a:ext cx="475321" cy="64816"/>
              </a:xfrm>
              <a:custGeom>
                <a:avLst/>
                <a:gdLst>
                  <a:gd name="connsiteX0" fmla="*/ 19145 w 419100"/>
                  <a:gd name="connsiteY0" fmla="*/ 52409 h 57150"/>
                  <a:gd name="connsiteX1" fmla="*/ 150971 w 419100"/>
                  <a:gd name="connsiteY1" fmla="*/ 45551 h 57150"/>
                  <a:gd name="connsiteX2" fmla="*/ 359664 w 419100"/>
                  <a:gd name="connsiteY2" fmla="*/ 34597 h 57150"/>
                  <a:gd name="connsiteX3" fmla="*/ 407765 w 419100"/>
                  <a:gd name="connsiteY3" fmla="*/ 32121 h 57150"/>
                  <a:gd name="connsiteX4" fmla="*/ 407765 w 419100"/>
                  <a:gd name="connsiteY4" fmla="*/ 7165 h 57150"/>
                  <a:gd name="connsiteX5" fmla="*/ 275939 w 419100"/>
                  <a:gd name="connsiteY5" fmla="*/ 14023 h 57150"/>
                  <a:gd name="connsiteX6" fmla="*/ 67247 w 419100"/>
                  <a:gd name="connsiteY6" fmla="*/ 24977 h 57150"/>
                  <a:gd name="connsiteX7" fmla="*/ 19145 w 419100"/>
                  <a:gd name="connsiteY7" fmla="*/ 27454 h 57150"/>
                  <a:gd name="connsiteX8" fmla="*/ 19145 w 419100"/>
                  <a:gd name="connsiteY8" fmla="*/ 52409 h 57150"/>
                  <a:gd name="connsiteX9" fmla="*/ 19145 w 419100"/>
                  <a:gd name="connsiteY9" fmla="*/ 52409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9100" h="57150">
                    <a:moveTo>
                      <a:pt x="19145" y="52409"/>
                    </a:moveTo>
                    <a:cubicBezTo>
                      <a:pt x="63056" y="50123"/>
                      <a:pt x="107061" y="47837"/>
                      <a:pt x="150971" y="45551"/>
                    </a:cubicBezTo>
                    <a:cubicBezTo>
                      <a:pt x="220504" y="41932"/>
                      <a:pt x="290132" y="38312"/>
                      <a:pt x="359664" y="34597"/>
                    </a:cubicBezTo>
                    <a:cubicBezTo>
                      <a:pt x="375666" y="33740"/>
                      <a:pt x="391763" y="32883"/>
                      <a:pt x="407765" y="32121"/>
                    </a:cubicBezTo>
                    <a:cubicBezTo>
                      <a:pt x="423767" y="31264"/>
                      <a:pt x="423863" y="6308"/>
                      <a:pt x="407765" y="7165"/>
                    </a:cubicBezTo>
                    <a:cubicBezTo>
                      <a:pt x="363855" y="9451"/>
                      <a:pt x="319850" y="11737"/>
                      <a:pt x="275939" y="14023"/>
                    </a:cubicBezTo>
                    <a:cubicBezTo>
                      <a:pt x="206407" y="17643"/>
                      <a:pt x="136779" y="21262"/>
                      <a:pt x="67247" y="24977"/>
                    </a:cubicBezTo>
                    <a:cubicBezTo>
                      <a:pt x="51245" y="25834"/>
                      <a:pt x="35147" y="26692"/>
                      <a:pt x="19145" y="27454"/>
                    </a:cubicBezTo>
                    <a:cubicBezTo>
                      <a:pt x="3239" y="28311"/>
                      <a:pt x="3048" y="53266"/>
                      <a:pt x="19145" y="52409"/>
                    </a:cubicBezTo>
                    <a:lnTo>
                      <a:pt x="19145" y="52409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1" name="任意多边形: 形状 110"/>
              <p:cNvSpPr/>
              <p:nvPr/>
            </p:nvSpPr>
            <p:spPr>
              <a:xfrm>
                <a:off x="8684731" y="2441089"/>
                <a:ext cx="64816" cy="54014"/>
              </a:xfrm>
              <a:custGeom>
                <a:avLst/>
                <a:gdLst>
                  <a:gd name="connsiteX0" fmla="*/ 22921 w 57150"/>
                  <a:gd name="connsiteY0" fmla="*/ 40100 h 47625"/>
                  <a:gd name="connsiteX1" fmla="*/ 49115 w 57150"/>
                  <a:gd name="connsiteY1" fmla="*/ 30385 h 47625"/>
                  <a:gd name="connsiteX2" fmla="*/ 54830 w 57150"/>
                  <a:gd name="connsiteY2" fmla="*/ 22955 h 47625"/>
                  <a:gd name="connsiteX3" fmla="*/ 53591 w 57150"/>
                  <a:gd name="connsiteY3" fmla="*/ 13335 h 47625"/>
                  <a:gd name="connsiteX4" fmla="*/ 46162 w 57150"/>
                  <a:gd name="connsiteY4" fmla="*/ 7620 h 47625"/>
                  <a:gd name="connsiteX5" fmla="*/ 42828 w 57150"/>
                  <a:gd name="connsiteY5" fmla="*/ 7144 h 47625"/>
                  <a:gd name="connsiteX6" fmla="*/ 36542 w 57150"/>
                  <a:gd name="connsiteY6" fmla="*/ 8858 h 47625"/>
                  <a:gd name="connsiteX7" fmla="*/ 31017 w 57150"/>
                  <a:gd name="connsiteY7" fmla="*/ 11335 h 47625"/>
                  <a:gd name="connsiteX8" fmla="*/ 33970 w 57150"/>
                  <a:gd name="connsiteY8" fmla="*/ 10097 h 47625"/>
                  <a:gd name="connsiteX9" fmla="*/ 16253 w 57150"/>
                  <a:gd name="connsiteY9" fmla="*/ 16002 h 47625"/>
                  <a:gd name="connsiteX10" fmla="*/ 8824 w 57150"/>
                  <a:gd name="connsiteY10" fmla="*/ 21717 h 47625"/>
                  <a:gd name="connsiteX11" fmla="*/ 7586 w 57150"/>
                  <a:gd name="connsiteY11" fmla="*/ 31337 h 47625"/>
                  <a:gd name="connsiteX12" fmla="*/ 13301 w 57150"/>
                  <a:gd name="connsiteY12" fmla="*/ 38767 h 47625"/>
                  <a:gd name="connsiteX13" fmla="*/ 22921 w 57150"/>
                  <a:gd name="connsiteY13" fmla="*/ 40100 h 47625"/>
                  <a:gd name="connsiteX14" fmla="*/ 22921 w 57150"/>
                  <a:gd name="connsiteY14" fmla="*/ 40100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7150" h="47625">
                    <a:moveTo>
                      <a:pt x="22921" y="40100"/>
                    </a:moveTo>
                    <a:cubicBezTo>
                      <a:pt x="31970" y="37814"/>
                      <a:pt x="40733" y="34480"/>
                      <a:pt x="49115" y="30385"/>
                    </a:cubicBezTo>
                    <a:cubicBezTo>
                      <a:pt x="51782" y="29051"/>
                      <a:pt x="54068" y="25718"/>
                      <a:pt x="54830" y="22955"/>
                    </a:cubicBezTo>
                    <a:cubicBezTo>
                      <a:pt x="55687" y="20002"/>
                      <a:pt x="55306" y="16002"/>
                      <a:pt x="53591" y="13335"/>
                    </a:cubicBezTo>
                    <a:cubicBezTo>
                      <a:pt x="51877" y="10668"/>
                      <a:pt x="49305" y="8287"/>
                      <a:pt x="46162" y="7620"/>
                    </a:cubicBezTo>
                    <a:cubicBezTo>
                      <a:pt x="45019" y="7429"/>
                      <a:pt x="43971" y="7334"/>
                      <a:pt x="42828" y="7144"/>
                    </a:cubicBezTo>
                    <a:cubicBezTo>
                      <a:pt x="40542" y="7144"/>
                      <a:pt x="38447" y="7715"/>
                      <a:pt x="36542" y="8858"/>
                    </a:cubicBezTo>
                    <a:cubicBezTo>
                      <a:pt x="34732" y="9716"/>
                      <a:pt x="32827" y="10573"/>
                      <a:pt x="31017" y="11335"/>
                    </a:cubicBezTo>
                    <a:cubicBezTo>
                      <a:pt x="31970" y="10954"/>
                      <a:pt x="33017" y="10477"/>
                      <a:pt x="33970" y="10097"/>
                    </a:cubicBezTo>
                    <a:cubicBezTo>
                      <a:pt x="28255" y="12478"/>
                      <a:pt x="22349" y="14478"/>
                      <a:pt x="16253" y="16002"/>
                    </a:cubicBezTo>
                    <a:cubicBezTo>
                      <a:pt x="13205" y="16764"/>
                      <a:pt x="10348" y="19050"/>
                      <a:pt x="8824" y="21717"/>
                    </a:cubicBezTo>
                    <a:cubicBezTo>
                      <a:pt x="7300" y="24384"/>
                      <a:pt x="6633" y="28384"/>
                      <a:pt x="7586" y="31337"/>
                    </a:cubicBezTo>
                    <a:cubicBezTo>
                      <a:pt x="8538" y="34385"/>
                      <a:pt x="10443" y="37243"/>
                      <a:pt x="13301" y="38767"/>
                    </a:cubicBezTo>
                    <a:cubicBezTo>
                      <a:pt x="16349" y="40386"/>
                      <a:pt x="19587" y="40957"/>
                      <a:pt x="22921" y="40100"/>
                    </a:cubicBezTo>
                    <a:lnTo>
                      <a:pt x="22921" y="40100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2" name="任意多边形: 形状 111"/>
              <p:cNvSpPr/>
              <p:nvPr/>
            </p:nvSpPr>
            <p:spPr>
              <a:xfrm>
                <a:off x="8436266" y="2863921"/>
                <a:ext cx="226858" cy="118830"/>
              </a:xfrm>
              <a:custGeom>
                <a:avLst/>
                <a:gdLst>
                  <a:gd name="connsiteX0" fmla="*/ 16350 w 200025"/>
                  <a:gd name="connsiteY0" fmla="*/ 31897 h 104775"/>
                  <a:gd name="connsiteX1" fmla="*/ 181037 w 200025"/>
                  <a:gd name="connsiteY1" fmla="*/ 101239 h 104775"/>
                  <a:gd name="connsiteX2" fmla="*/ 196373 w 200025"/>
                  <a:gd name="connsiteY2" fmla="*/ 92476 h 104775"/>
                  <a:gd name="connsiteX3" fmla="*/ 187610 w 200025"/>
                  <a:gd name="connsiteY3" fmla="*/ 77141 h 104775"/>
                  <a:gd name="connsiteX4" fmla="*/ 22922 w 200025"/>
                  <a:gd name="connsiteY4" fmla="*/ 7799 h 104775"/>
                  <a:gd name="connsiteX5" fmla="*/ 7587 w 200025"/>
                  <a:gd name="connsiteY5" fmla="*/ 16562 h 104775"/>
                  <a:gd name="connsiteX6" fmla="*/ 16350 w 200025"/>
                  <a:gd name="connsiteY6" fmla="*/ 31897 h 104775"/>
                  <a:gd name="connsiteX7" fmla="*/ 16350 w 200025"/>
                  <a:gd name="connsiteY7" fmla="*/ 31897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0025" h="104775">
                    <a:moveTo>
                      <a:pt x="16350" y="31897"/>
                    </a:moveTo>
                    <a:cubicBezTo>
                      <a:pt x="71214" y="55043"/>
                      <a:pt x="126173" y="78094"/>
                      <a:pt x="181037" y="101239"/>
                    </a:cubicBezTo>
                    <a:cubicBezTo>
                      <a:pt x="187229" y="103811"/>
                      <a:pt x="194753" y="98382"/>
                      <a:pt x="196373" y="92476"/>
                    </a:cubicBezTo>
                    <a:cubicBezTo>
                      <a:pt x="198373" y="85237"/>
                      <a:pt x="193896" y="79713"/>
                      <a:pt x="187610" y="77141"/>
                    </a:cubicBezTo>
                    <a:cubicBezTo>
                      <a:pt x="132746" y="53995"/>
                      <a:pt x="77786" y="30945"/>
                      <a:pt x="22922" y="7799"/>
                    </a:cubicBezTo>
                    <a:cubicBezTo>
                      <a:pt x="16731" y="5227"/>
                      <a:pt x="9206" y="10657"/>
                      <a:pt x="7587" y="16562"/>
                    </a:cubicBezTo>
                    <a:cubicBezTo>
                      <a:pt x="5682" y="23801"/>
                      <a:pt x="10159" y="29326"/>
                      <a:pt x="16350" y="31897"/>
                    </a:cubicBezTo>
                    <a:lnTo>
                      <a:pt x="16350" y="31897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3" name="任意多边形: 形状 112"/>
              <p:cNvSpPr/>
              <p:nvPr/>
            </p:nvSpPr>
            <p:spPr>
              <a:xfrm>
                <a:off x="8673232" y="2958814"/>
                <a:ext cx="64816" cy="43211"/>
              </a:xfrm>
              <a:custGeom>
                <a:avLst/>
                <a:gdLst>
                  <a:gd name="connsiteX0" fmla="*/ 13343 w 57150"/>
                  <a:gd name="connsiteY0" fmla="*/ 30334 h 38100"/>
                  <a:gd name="connsiteX1" fmla="*/ 39632 w 57150"/>
                  <a:gd name="connsiteY1" fmla="*/ 39859 h 38100"/>
                  <a:gd name="connsiteX2" fmla="*/ 49252 w 57150"/>
                  <a:gd name="connsiteY2" fmla="*/ 38621 h 38100"/>
                  <a:gd name="connsiteX3" fmla="*/ 54967 w 57150"/>
                  <a:gd name="connsiteY3" fmla="*/ 31191 h 38100"/>
                  <a:gd name="connsiteX4" fmla="*/ 53729 w 57150"/>
                  <a:gd name="connsiteY4" fmla="*/ 21571 h 38100"/>
                  <a:gd name="connsiteX5" fmla="*/ 46300 w 57150"/>
                  <a:gd name="connsiteY5" fmla="*/ 15856 h 38100"/>
                  <a:gd name="connsiteX6" fmla="*/ 27726 w 57150"/>
                  <a:gd name="connsiteY6" fmla="*/ 9760 h 38100"/>
                  <a:gd name="connsiteX7" fmla="*/ 30679 w 57150"/>
                  <a:gd name="connsiteY7" fmla="*/ 10998 h 38100"/>
                  <a:gd name="connsiteX8" fmla="*/ 25916 w 57150"/>
                  <a:gd name="connsiteY8" fmla="*/ 8903 h 38100"/>
                  <a:gd name="connsiteX9" fmla="*/ 21249 w 57150"/>
                  <a:gd name="connsiteY9" fmla="*/ 7379 h 38100"/>
                  <a:gd name="connsiteX10" fmla="*/ 16296 w 57150"/>
                  <a:gd name="connsiteY10" fmla="*/ 7569 h 38100"/>
                  <a:gd name="connsiteX11" fmla="*/ 8866 w 57150"/>
                  <a:gd name="connsiteY11" fmla="*/ 13284 h 38100"/>
                  <a:gd name="connsiteX12" fmla="*/ 7628 w 57150"/>
                  <a:gd name="connsiteY12" fmla="*/ 22905 h 38100"/>
                  <a:gd name="connsiteX13" fmla="*/ 13343 w 57150"/>
                  <a:gd name="connsiteY13" fmla="*/ 30334 h 38100"/>
                  <a:gd name="connsiteX14" fmla="*/ 13343 w 57150"/>
                  <a:gd name="connsiteY14" fmla="*/ 3033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7150" h="38100">
                    <a:moveTo>
                      <a:pt x="13343" y="30334"/>
                    </a:moveTo>
                    <a:cubicBezTo>
                      <a:pt x="21820" y="34335"/>
                      <a:pt x="30583" y="37668"/>
                      <a:pt x="39632" y="39859"/>
                    </a:cubicBezTo>
                    <a:cubicBezTo>
                      <a:pt x="42871" y="40621"/>
                      <a:pt x="46395" y="40240"/>
                      <a:pt x="49252" y="38621"/>
                    </a:cubicBezTo>
                    <a:cubicBezTo>
                      <a:pt x="51824" y="37097"/>
                      <a:pt x="54301" y="34144"/>
                      <a:pt x="54967" y="31191"/>
                    </a:cubicBezTo>
                    <a:cubicBezTo>
                      <a:pt x="55729" y="27953"/>
                      <a:pt x="55539" y="24429"/>
                      <a:pt x="53729" y="21571"/>
                    </a:cubicBezTo>
                    <a:cubicBezTo>
                      <a:pt x="52015" y="18904"/>
                      <a:pt x="49443" y="16618"/>
                      <a:pt x="46300" y="15856"/>
                    </a:cubicBezTo>
                    <a:cubicBezTo>
                      <a:pt x="39918" y="14332"/>
                      <a:pt x="33727" y="12237"/>
                      <a:pt x="27726" y="9760"/>
                    </a:cubicBezTo>
                    <a:cubicBezTo>
                      <a:pt x="28678" y="10141"/>
                      <a:pt x="29726" y="10617"/>
                      <a:pt x="30679" y="10998"/>
                    </a:cubicBezTo>
                    <a:cubicBezTo>
                      <a:pt x="29059" y="10332"/>
                      <a:pt x="27535" y="9570"/>
                      <a:pt x="25916" y="8903"/>
                    </a:cubicBezTo>
                    <a:cubicBezTo>
                      <a:pt x="24487" y="7950"/>
                      <a:pt x="22963" y="7474"/>
                      <a:pt x="21249" y="7379"/>
                    </a:cubicBezTo>
                    <a:cubicBezTo>
                      <a:pt x="19630" y="6998"/>
                      <a:pt x="17915" y="7093"/>
                      <a:pt x="16296" y="7569"/>
                    </a:cubicBezTo>
                    <a:cubicBezTo>
                      <a:pt x="13438" y="8331"/>
                      <a:pt x="10295" y="10617"/>
                      <a:pt x="8866" y="13284"/>
                    </a:cubicBezTo>
                    <a:cubicBezTo>
                      <a:pt x="7342" y="16142"/>
                      <a:pt x="6580" y="19666"/>
                      <a:pt x="7628" y="22905"/>
                    </a:cubicBezTo>
                    <a:cubicBezTo>
                      <a:pt x="8485" y="25857"/>
                      <a:pt x="10390" y="29001"/>
                      <a:pt x="13343" y="30334"/>
                    </a:cubicBezTo>
                    <a:lnTo>
                      <a:pt x="13343" y="30334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01" name="组合 100"/>
            <p:cNvGrpSpPr/>
            <p:nvPr/>
          </p:nvGrpSpPr>
          <p:grpSpPr>
            <a:xfrm>
              <a:off x="4532454" y="522189"/>
              <a:ext cx="361806" cy="536548"/>
              <a:chOff x="3553322" y="2130634"/>
              <a:chExt cx="580927" cy="861498"/>
            </a:xfrm>
          </p:grpSpPr>
          <p:sp>
            <p:nvSpPr>
              <p:cNvPr id="102" name="任意多边形: 形状 101"/>
              <p:cNvSpPr/>
              <p:nvPr/>
            </p:nvSpPr>
            <p:spPr>
              <a:xfrm>
                <a:off x="3810167" y="2130634"/>
                <a:ext cx="324082" cy="324082"/>
              </a:xfrm>
              <a:custGeom>
                <a:avLst/>
                <a:gdLst>
                  <a:gd name="connsiteX0" fmla="*/ 282173 w 285750"/>
                  <a:gd name="connsiteY0" fmla="*/ 259439 h 285750"/>
                  <a:gd name="connsiteX1" fmla="*/ 85767 w 285750"/>
                  <a:gd name="connsiteY1" fmla="*/ 63700 h 285750"/>
                  <a:gd name="connsiteX2" fmla="*/ 28712 w 285750"/>
                  <a:gd name="connsiteY2" fmla="*/ 10550 h 285750"/>
                  <a:gd name="connsiteX3" fmla="*/ 11091 w 285750"/>
                  <a:gd name="connsiteY3" fmla="*/ 28172 h 285750"/>
                  <a:gd name="connsiteX4" fmla="*/ 210354 w 285750"/>
                  <a:gd name="connsiteY4" fmla="*/ 221053 h 285750"/>
                  <a:gd name="connsiteX5" fmla="*/ 264456 w 285750"/>
                  <a:gd name="connsiteY5" fmla="*/ 277155 h 285750"/>
                  <a:gd name="connsiteX6" fmla="*/ 282173 w 285750"/>
                  <a:gd name="connsiteY6" fmla="*/ 259439 h 285750"/>
                  <a:gd name="connsiteX7" fmla="*/ 282173 w 285750"/>
                  <a:gd name="connsiteY7" fmla="*/ 259439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85750" h="285750">
                    <a:moveTo>
                      <a:pt x="282173" y="259439"/>
                    </a:moveTo>
                    <a:cubicBezTo>
                      <a:pt x="218450" y="192478"/>
                      <a:pt x="152918" y="127232"/>
                      <a:pt x="85767" y="63700"/>
                    </a:cubicBezTo>
                    <a:cubicBezTo>
                      <a:pt x="66908" y="45888"/>
                      <a:pt x="47858" y="28172"/>
                      <a:pt x="28712" y="10550"/>
                    </a:cubicBezTo>
                    <a:cubicBezTo>
                      <a:pt x="16901" y="-308"/>
                      <a:pt x="-815" y="17313"/>
                      <a:pt x="11091" y="28172"/>
                    </a:cubicBezTo>
                    <a:cubicBezTo>
                      <a:pt x="79195" y="90656"/>
                      <a:pt x="145679" y="154949"/>
                      <a:pt x="210354" y="221053"/>
                    </a:cubicBezTo>
                    <a:cubicBezTo>
                      <a:pt x="228547" y="239627"/>
                      <a:pt x="246549" y="258296"/>
                      <a:pt x="264456" y="277155"/>
                    </a:cubicBezTo>
                    <a:cubicBezTo>
                      <a:pt x="275600" y="288776"/>
                      <a:pt x="293222" y="271154"/>
                      <a:pt x="282173" y="259439"/>
                    </a:cubicBezTo>
                    <a:lnTo>
                      <a:pt x="282173" y="259439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3" name="任意多边形: 形状 102"/>
              <p:cNvSpPr/>
              <p:nvPr/>
            </p:nvSpPr>
            <p:spPr>
              <a:xfrm>
                <a:off x="3817878" y="2481702"/>
                <a:ext cx="226858" cy="118830"/>
              </a:xfrm>
              <a:custGeom>
                <a:avLst/>
                <a:gdLst>
                  <a:gd name="connsiteX0" fmla="*/ 188601 w 200025"/>
                  <a:gd name="connsiteY0" fmla="*/ 74862 h 104775"/>
                  <a:gd name="connsiteX1" fmla="*/ 22961 w 200025"/>
                  <a:gd name="connsiteY1" fmla="*/ 7806 h 104775"/>
                  <a:gd name="connsiteX2" fmla="*/ 7626 w 200025"/>
                  <a:gd name="connsiteY2" fmla="*/ 16569 h 104775"/>
                  <a:gd name="connsiteX3" fmla="*/ 16389 w 200025"/>
                  <a:gd name="connsiteY3" fmla="*/ 31905 h 104775"/>
                  <a:gd name="connsiteX4" fmla="*/ 182029 w 200025"/>
                  <a:gd name="connsiteY4" fmla="*/ 98961 h 104775"/>
                  <a:gd name="connsiteX5" fmla="*/ 197364 w 200025"/>
                  <a:gd name="connsiteY5" fmla="*/ 90198 h 104775"/>
                  <a:gd name="connsiteX6" fmla="*/ 188601 w 200025"/>
                  <a:gd name="connsiteY6" fmla="*/ 74862 h 104775"/>
                  <a:gd name="connsiteX7" fmla="*/ 188601 w 200025"/>
                  <a:gd name="connsiteY7" fmla="*/ 74862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0025" h="104775">
                    <a:moveTo>
                      <a:pt x="188601" y="74862"/>
                    </a:moveTo>
                    <a:cubicBezTo>
                      <a:pt x="133356" y="52479"/>
                      <a:pt x="78206" y="30095"/>
                      <a:pt x="22961" y="7806"/>
                    </a:cubicBezTo>
                    <a:cubicBezTo>
                      <a:pt x="16675" y="5235"/>
                      <a:pt x="9245" y="10569"/>
                      <a:pt x="7626" y="16569"/>
                    </a:cubicBezTo>
                    <a:cubicBezTo>
                      <a:pt x="5626" y="23713"/>
                      <a:pt x="10102" y="29428"/>
                      <a:pt x="16389" y="31905"/>
                    </a:cubicBezTo>
                    <a:cubicBezTo>
                      <a:pt x="71634" y="54288"/>
                      <a:pt x="126784" y="76672"/>
                      <a:pt x="182029" y="98961"/>
                    </a:cubicBezTo>
                    <a:cubicBezTo>
                      <a:pt x="188315" y="101532"/>
                      <a:pt x="195745" y="96198"/>
                      <a:pt x="197364" y="90198"/>
                    </a:cubicBezTo>
                    <a:cubicBezTo>
                      <a:pt x="199269" y="83149"/>
                      <a:pt x="194887" y="77434"/>
                      <a:pt x="188601" y="74862"/>
                    </a:cubicBezTo>
                    <a:lnTo>
                      <a:pt x="188601" y="74862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4" name="任意多边形: 形状 103"/>
              <p:cNvSpPr/>
              <p:nvPr/>
            </p:nvSpPr>
            <p:spPr>
              <a:xfrm>
                <a:off x="3553322" y="2667181"/>
                <a:ext cx="475321" cy="108027"/>
              </a:xfrm>
              <a:custGeom>
                <a:avLst/>
                <a:gdLst>
                  <a:gd name="connsiteX0" fmla="*/ 407863 w 419100"/>
                  <a:gd name="connsiteY0" fmla="*/ 64389 h 95250"/>
                  <a:gd name="connsiteX1" fmla="*/ 277275 w 419100"/>
                  <a:gd name="connsiteY1" fmla="*/ 45053 h 95250"/>
                  <a:gd name="connsiteX2" fmla="*/ 70487 w 419100"/>
                  <a:gd name="connsiteY2" fmla="*/ 14383 h 95250"/>
                  <a:gd name="connsiteX3" fmla="*/ 22862 w 419100"/>
                  <a:gd name="connsiteY3" fmla="*/ 7334 h 95250"/>
                  <a:gd name="connsiteX4" fmla="*/ 7527 w 419100"/>
                  <a:gd name="connsiteY4" fmla="*/ 16097 h 95250"/>
                  <a:gd name="connsiteX5" fmla="*/ 16290 w 419100"/>
                  <a:gd name="connsiteY5" fmla="*/ 31433 h 95250"/>
                  <a:gd name="connsiteX6" fmla="*/ 146878 w 419100"/>
                  <a:gd name="connsiteY6" fmla="*/ 50768 h 95250"/>
                  <a:gd name="connsiteX7" fmla="*/ 353666 w 419100"/>
                  <a:gd name="connsiteY7" fmla="*/ 81439 h 95250"/>
                  <a:gd name="connsiteX8" fmla="*/ 401386 w 419100"/>
                  <a:gd name="connsiteY8" fmla="*/ 88487 h 95250"/>
                  <a:gd name="connsiteX9" fmla="*/ 416721 w 419100"/>
                  <a:gd name="connsiteY9" fmla="*/ 79724 h 95250"/>
                  <a:gd name="connsiteX10" fmla="*/ 407863 w 419100"/>
                  <a:gd name="connsiteY10" fmla="*/ 64389 h 95250"/>
                  <a:gd name="connsiteX11" fmla="*/ 407863 w 419100"/>
                  <a:gd name="connsiteY11" fmla="*/ 64389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19100" h="95250">
                    <a:moveTo>
                      <a:pt x="407863" y="64389"/>
                    </a:moveTo>
                    <a:cubicBezTo>
                      <a:pt x="364334" y="57912"/>
                      <a:pt x="320804" y="51530"/>
                      <a:pt x="277275" y="45053"/>
                    </a:cubicBezTo>
                    <a:cubicBezTo>
                      <a:pt x="208314" y="34862"/>
                      <a:pt x="139448" y="24670"/>
                      <a:pt x="70487" y="14383"/>
                    </a:cubicBezTo>
                    <a:cubicBezTo>
                      <a:pt x="54676" y="12097"/>
                      <a:pt x="38769" y="9716"/>
                      <a:pt x="22862" y="7334"/>
                    </a:cubicBezTo>
                    <a:cubicBezTo>
                      <a:pt x="16195" y="6382"/>
                      <a:pt x="9432" y="8954"/>
                      <a:pt x="7527" y="16097"/>
                    </a:cubicBezTo>
                    <a:cubicBezTo>
                      <a:pt x="5908" y="22003"/>
                      <a:pt x="9527" y="30480"/>
                      <a:pt x="16290" y="31433"/>
                    </a:cubicBezTo>
                    <a:cubicBezTo>
                      <a:pt x="59819" y="37910"/>
                      <a:pt x="103349" y="44291"/>
                      <a:pt x="146878" y="50768"/>
                    </a:cubicBezTo>
                    <a:cubicBezTo>
                      <a:pt x="215839" y="60960"/>
                      <a:pt x="284705" y="71152"/>
                      <a:pt x="353666" y="81439"/>
                    </a:cubicBezTo>
                    <a:cubicBezTo>
                      <a:pt x="369573" y="83820"/>
                      <a:pt x="385479" y="86106"/>
                      <a:pt x="401386" y="88487"/>
                    </a:cubicBezTo>
                    <a:cubicBezTo>
                      <a:pt x="408053" y="89440"/>
                      <a:pt x="414816" y="86868"/>
                      <a:pt x="416721" y="79724"/>
                    </a:cubicBezTo>
                    <a:cubicBezTo>
                      <a:pt x="418245" y="73914"/>
                      <a:pt x="414530" y="65437"/>
                      <a:pt x="407863" y="64389"/>
                    </a:cubicBezTo>
                    <a:lnTo>
                      <a:pt x="407863" y="64389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5" name="任意多边形: 形状 104"/>
              <p:cNvSpPr/>
              <p:nvPr/>
            </p:nvSpPr>
            <p:spPr>
              <a:xfrm>
                <a:off x="3745821" y="2445788"/>
                <a:ext cx="64816" cy="54014"/>
              </a:xfrm>
              <a:custGeom>
                <a:avLst/>
                <a:gdLst>
                  <a:gd name="connsiteX0" fmla="*/ 45347 w 57150"/>
                  <a:gd name="connsiteY0" fmla="*/ 18232 h 47625"/>
                  <a:gd name="connsiteX1" fmla="*/ 38775 w 57150"/>
                  <a:gd name="connsiteY1" fmla="*/ 15660 h 47625"/>
                  <a:gd name="connsiteX2" fmla="*/ 41727 w 57150"/>
                  <a:gd name="connsiteY2" fmla="*/ 16898 h 47625"/>
                  <a:gd name="connsiteX3" fmla="*/ 25916 w 57150"/>
                  <a:gd name="connsiteY3" fmla="*/ 8802 h 47625"/>
                  <a:gd name="connsiteX4" fmla="*/ 16296 w 57150"/>
                  <a:gd name="connsiteY4" fmla="*/ 7564 h 47625"/>
                  <a:gd name="connsiteX5" fmla="*/ 8866 w 57150"/>
                  <a:gd name="connsiteY5" fmla="*/ 13279 h 47625"/>
                  <a:gd name="connsiteX6" fmla="*/ 7628 w 57150"/>
                  <a:gd name="connsiteY6" fmla="*/ 22899 h 47625"/>
                  <a:gd name="connsiteX7" fmla="*/ 13343 w 57150"/>
                  <a:gd name="connsiteY7" fmla="*/ 30328 h 47625"/>
                  <a:gd name="connsiteX8" fmla="*/ 38679 w 57150"/>
                  <a:gd name="connsiteY8" fmla="*/ 42139 h 47625"/>
                  <a:gd name="connsiteX9" fmla="*/ 48300 w 57150"/>
                  <a:gd name="connsiteY9" fmla="*/ 40901 h 47625"/>
                  <a:gd name="connsiteX10" fmla="*/ 54015 w 57150"/>
                  <a:gd name="connsiteY10" fmla="*/ 33472 h 47625"/>
                  <a:gd name="connsiteX11" fmla="*/ 52776 w 57150"/>
                  <a:gd name="connsiteY11" fmla="*/ 23851 h 47625"/>
                  <a:gd name="connsiteX12" fmla="*/ 50871 w 57150"/>
                  <a:gd name="connsiteY12" fmla="*/ 21280 h 47625"/>
                  <a:gd name="connsiteX13" fmla="*/ 45347 w 57150"/>
                  <a:gd name="connsiteY13" fmla="*/ 18232 h 47625"/>
                  <a:gd name="connsiteX14" fmla="*/ 45347 w 57150"/>
                  <a:gd name="connsiteY14" fmla="*/ 18232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7150" h="47625">
                    <a:moveTo>
                      <a:pt x="45347" y="18232"/>
                    </a:moveTo>
                    <a:cubicBezTo>
                      <a:pt x="43156" y="17470"/>
                      <a:pt x="40965" y="16612"/>
                      <a:pt x="38775" y="15660"/>
                    </a:cubicBezTo>
                    <a:cubicBezTo>
                      <a:pt x="39727" y="16041"/>
                      <a:pt x="40775" y="16517"/>
                      <a:pt x="41727" y="16898"/>
                    </a:cubicBezTo>
                    <a:cubicBezTo>
                      <a:pt x="36298" y="14612"/>
                      <a:pt x="30964" y="11945"/>
                      <a:pt x="25916" y="8802"/>
                    </a:cubicBezTo>
                    <a:cubicBezTo>
                      <a:pt x="23154" y="7183"/>
                      <a:pt x="19344" y="6706"/>
                      <a:pt x="16296" y="7564"/>
                    </a:cubicBezTo>
                    <a:cubicBezTo>
                      <a:pt x="13438" y="8326"/>
                      <a:pt x="10295" y="10612"/>
                      <a:pt x="8866" y="13279"/>
                    </a:cubicBezTo>
                    <a:cubicBezTo>
                      <a:pt x="7342" y="16136"/>
                      <a:pt x="6580" y="19660"/>
                      <a:pt x="7628" y="22899"/>
                    </a:cubicBezTo>
                    <a:cubicBezTo>
                      <a:pt x="8676" y="26042"/>
                      <a:pt x="10485" y="28614"/>
                      <a:pt x="13343" y="30328"/>
                    </a:cubicBezTo>
                    <a:cubicBezTo>
                      <a:pt x="21344" y="35186"/>
                      <a:pt x="29916" y="39091"/>
                      <a:pt x="38679" y="42139"/>
                    </a:cubicBezTo>
                    <a:cubicBezTo>
                      <a:pt x="41632" y="43187"/>
                      <a:pt x="45728" y="42425"/>
                      <a:pt x="48300" y="40901"/>
                    </a:cubicBezTo>
                    <a:cubicBezTo>
                      <a:pt x="50871" y="39377"/>
                      <a:pt x="53348" y="36424"/>
                      <a:pt x="54015" y="33472"/>
                    </a:cubicBezTo>
                    <a:cubicBezTo>
                      <a:pt x="54777" y="30233"/>
                      <a:pt x="54586" y="26709"/>
                      <a:pt x="52776" y="23851"/>
                    </a:cubicBezTo>
                    <a:cubicBezTo>
                      <a:pt x="52110" y="22994"/>
                      <a:pt x="51443" y="22137"/>
                      <a:pt x="50871" y="21280"/>
                    </a:cubicBezTo>
                    <a:cubicBezTo>
                      <a:pt x="49252" y="19946"/>
                      <a:pt x="47442" y="18803"/>
                      <a:pt x="45347" y="18232"/>
                    </a:cubicBezTo>
                    <a:lnTo>
                      <a:pt x="45347" y="18232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6" name="任意多边形: 形状 105"/>
              <p:cNvSpPr/>
              <p:nvPr/>
            </p:nvSpPr>
            <p:spPr>
              <a:xfrm>
                <a:off x="3824694" y="2909318"/>
                <a:ext cx="237660" cy="75619"/>
              </a:xfrm>
              <a:custGeom>
                <a:avLst/>
                <a:gdLst>
                  <a:gd name="connsiteX0" fmla="*/ 192211 w 209550"/>
                  <a:gd name="connsiteY0" fmla="*/ 7388 h 66675"/>
                  <a:gd name="connsiteX1" fmla="*/ 16284 w 209550"/>
                  <a:gd name="connsiteY1" fmla="*/ 38535 h 66675"/>
                  <a:gd name="connsiteX2" fmla="*/ 7521 w 209550"/>
                  <a:gd name="connsiteY2" fmla="*/ 53870 h 66675"/>
                  <a:gd name="connsiteX3" fmla="*/ 22856 w 209550"/>
                  <a:gd name="connsiteY3" fmla="*/ 62633 h 66675"/>
                  <a:gd name="connsiteX4" fmla="*/ 198783 w 209550"/>
                  <a:gd name="connsiteY4" fmla="*/ 31486 h 66675"/>
                  <a:gd name="connsiteX5" fmla="*/ 207546 w 209550"/>
                  <a:gd name="connsiteY5" fmla="*/ 16151 h 66675"/>
                  <a:gd name="connsiteX6" fmla="*/ 192211 w 209550"/>
                  <a:gd name="connsiteY6" fmla="*/ 7388 h 66675"/>
                  <a:gd name="connsiteX7" fmla="*/ 192211 w 209550"/>
                  <a:gd name="connsiteY7" fmla="*/ 7388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9550" h="66675">
                    <a:moveTo>
                      <a:pt x="192211" y="7388"/>
                    </a:moveTo>
                    <a:cubicBezTo>
                      <a:pt x="133537" y="17770"/>
                      <a:pt x="74958" y="28153"/>
                      <a:pt x="16284" y="38535"/>
                    </a:cubicBezTo>
                    <a:cubicBezTo>
                      <a:pt x="9617" y="39678"/>
                      <a:pt x="5902" y="47869"/>
                      <a:pt x="7521" y="53870"/>
                    </a:cubicBezTo>
                    <a:cubicBezTo>
                      <a:pt x="9426" y="60919"/>
                      <a:pt x="16189" y="63776"/>
                      <a:pt x="22856" y="62633"/>
                    </a:cubicBezTo>
                    <a:cubicBezTo>
                      <a:pt x="81530" y="52251"/>
                      <a:pt x="140109" y="41869"/>
                      <a:pt x="198783" y="31486"/>
                    </a:cubicBezTo>
                    <a:cubicBezTo>
                      <a:pt x="205451" y="30343"/>
                      <a:pt x="209165" y="22152"/>
                      <a:pt x="207546" y="16151"/>
                    </a:cubicBezTo>
                    <a:cubicBezTo>
                      <a:pt x="205641" y="9103"/>
                      <a:pt x="198878" y="6245"/>
                      <a:pt x="192211" y="7388"/>
                    </a:cubicBezTo>
                    <a:lnTo>
                      <a:pt x="192211" y="7388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7" name="任意多边形: 形状 106"/>
              <p:cNvSpPr/>
              <p:nvPr/>
            </p:nvSpPr>
            <p:spPr>
              <a:xfrm>
                <a:off x="3744516" y="2948921"/>
                <a:ext cx="64816" cy="43211"/>
              </a:xfrm>
              <a:custGeom>
                <a:avLst/>
                <a:gdLst>
                  <a:gd name="connsiteX0" fmla="*/ 40782 w 57150"/>
                  <a:gd name="connsiteY0" fmla="*/ 7521 h 38100"/>
                  <a:gd name="connsiteX1" fmla="*/ 30495 w 57150"/>
                  <a:gd name="connsiteY1" fmla="*/ 9331 h 38100"/>
                  <a:gd name="connsiteX2" fmla="*/ 33829 w 57150"/>
                  <a:gd name="connsiteY2" fmla="*/ 8855 h 38100"/>
                  <a:gd name="connsiteX3" fmla="*/ 19637 w 57150"/>
                  <a:gd name="connsiteY3" fmla="*/ 9903 h 38100"/>
                  <a:gd name="connsiteX4" fmla="*/ 10778 w 57150"/>
                  <a:gd name="connsiteY4" fmla="*/ 13522 h 38100"/>
                  <a:gd name="connsiteX5" fmla="*/ 7159 w 57150"/>
                  <a:gd name="connsiteY5" fmla="*/ 22380 h 38100"/>
                  <a:gd name="connsiteX6" fmla="*/ 10778 w 57150"/>
                  <a:gd name="connsiteY6" fmla="*/ 31239 h 38100"/>
                  <a:gd name="connsiteX7" fmla="*/ 19637 w 57150"/>
                  <a:gd name="connsiteY7" fmla="*/ 34858 h 38100"/>
                  <a:gd name="connsiteX8" fmla="*/ 47545 w 57150"/>
                  <a:gd name="connsiteY8" fmla="*/ 31524 h 38100"/>
                  <a:gd name="connsiteX9" fmla="*/ 54974 w 57150"/>
                  <a:gd name="connsiteY9" fmla="*/ 25809 h 38100"/>
                  <a:gd name="connsiteX10" fmla="*/ 56213 w 57150"/>
                  <a:gd name="connsiteY10" fmla="*/ 16189 h 38100"/>
                  <a:gd name="connsiteX11" fmla="*/ 50498 w 57150"/>
                  <a:gd name="connsiteY11" fmla="*/ 8760 h 38100"/>
                  <a:gd name="connsiteX12" fmla="*/ 40782 w 57150"/>
                  <a:gd name="connsiteY12" fmla="*/ 7521 h 38100"/>
                  <a:gd name="connsiteX13" fmla="*/ 40782 w 57150"/>
                  <a:gd name="connsiteY13" fmla="*/ 7521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7150" h="38100">
                    <a:moveTo>
                      <a:pt x="40782" y="7521"/>
                    </a:moveTo>
                    <a:cubicBezTo>
                      <a:pt x="37353" y="8283"/>
                      <a:pt x="33924" y="8855"/>
                      <a:pt x="30495" y="9331"/>
                    </a:cubicBezTo>
                    <a:cubicBezTo>
                      <a:pt x="31638" y="9141"/>
                      <a:pt x="32686" y="9045"/>
                      <a:pt x="33829" y="8855"/>
                    </a:cubicBezTo>
                    <a:cubicBezTo>
                      <a:pt x="29066" y="9522"/>
                      <a:pt x="24399" y="9807"/>
                      <a:pt x="19637" y="9903"/>
                    </a:cubicBezTo>
                    <a:cubicBezTo>
                      <a:pt x="16398" y="9998"/>
                      <a:pt x="13064" y="11236"/>
                      <a:pt x="10778" y="13522"/>
                    </a:cubicBezTo>
                    <a:cubicBezTo>
                      <a:pt x="8588" y="15713"/>
                      <a:pt x="6968" y="19237"/>
                      <a:pt x="7159" y="22380"/>
                    </a:cubicBezTo>
                    <a:cubicBezTo>
                      <a:pt x="7349" y="25619"/>
                      <a:pt x="8397" y="28953"/>
                      <a:pt x="10778" y="31239"/>
                    </a:cubicBezTo>
                    <a:cubicBezTo>
                      <a:pt x="13160" y="33429"/>
                      <a:pt x="16208" y="34953"/>
                      <a:pt x="19637" y="34858"/>
                    </a:cubicBezTo>
                    <a:cubicBezTo>
                      <a:pt x="28971" y="34668"/>
                      <a:pt x="38401" y="33525"/>
                      <a:pt x="47545" y="31524"/>
                    </a:cubicBezTo>
                    <a:cubicBezTo>
                      <a:pt x="50498" y="30858"/>
                      <a:pt x="53546" y="28381"/>
                      <a:pt x="54974" y="25809"/>
                    </a:cubicBezTo>
                    <a:cubicBezTo>
                      <a:pt x="56498" y="23142"/>
                      <a:pt x="57165" y="19142"/>
                      <a:pt x="56213" y="16189"/>
                    </a:cubicBezTo>
                    <a:cubicBezTo>
                      <a:pt x="55260" y="13141"/>
                      <a:pt x="53355" y="10284"/>
                      <a:pt x="50498" y="8760"/>
                    </a:cubicBezTo>
                    <a:cubicBezTo>
                      <a:pt x="47354" y="7140"/>
                      <a:pt x="44116" y="6759"/>
                      <a:pt x="40782" y="7521"/>
                    </a:cubicBezTo>
                    <a:lnTo>
                      <a:pt x="40782" y="7521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14" name="组合 113"/>
          <p:cNvGrpSpPr/>
          <p:nvPr/>
        </p:nvGrpSpPr>
        <p:grpSpPr>
          <a:xfrm>
            <a:off x="2564050" y="5070312"/>
            <a:ext cx="1427959" cy="477549"/>
            <a:chOff x="6271690" y="4922582"/>
            <a:chExt cx="1138762" cy="477549"/>
          </a:xfrm>
        </p:grpSpPr>
        <p:grpSp>
          <p:nvGrpSpPr>
            <p:cNvPr id="115" name="组合 114"/>
            <p:cNvGrpSpPr/>
            <p:nvPr/>
          </p:nvGrpSpPr>
          <p:grpSpPr>
            <a:xfrm rot="10366">
              <a:off x="6271690" y="4922582"/>
              <a:ext cx="1138762" cy="477549"/>
              <a:chOff x="1007320" y="3891219"/>
              <a:chExt cx="1676400" cy="586561"/>
            </a:xfrm>
          </p:grpSpPr>
          <p:sp>
            <p:nvSpPr>
              <p:cNvPr id="117" name="任意多边形: 形状 116"/>
              <p:cNvSpPr/>
              <p:nvPr/>
            </p:nvSpPr>
            <p:spPr>
              <a:xfrm>
                <a:off x="1016286" y="3891219"/>
                <a:ext cx="1657350" cy="552450"/>
              </a:xfrm>
              <a:custGeom>
                <a:avLst/>
                <a:gdLst>
                  <a:gd name="connsiteX0" fmla="*/ 1476947 w 1657350"/>
                  <a:gd name="connsiteY0" fmla="*/ 21562 h 552450"/>
                  <a:gd name="connsiteX1" fmla="*/ 810007 w 1657350"/>
                  <a:gd name="connsiteY1" fmla="*/ 11656 h 552450"/>
                  <a:gd name="connsiteX2" fmla="*/ 437293 w 1657350"/>
                  <a:gd name="connsiteY2" fmla="*/ 26515 h 552450"/>
                  <a:gd name="connsiteX3" fmla="*/ 77439 w 1657350"/>
                  <a:gd name="connsiteY3" fmla="*/ 156912 h 552450"/>
                  <a:gd name="connsiteX4" fmla="*/ 118492 w 1657350"/>
                  <a:gd name="connsiteY4" fmla="*/ 510671 h 552450"/>
                  <a:gd name="connsiteX5" fmla="*/ 310040 w 1657350"/>
                  <a:gd name="connsiteY5" fmla="*/ 543437 h 552450"/>
                  <a:gd name="connsiteX6" fmla="*/ 943547 w 1657350"/>
                  <a:gd name="connsiteY6" fmla="*/ 550390 h 552450"/>
                  <a:gd name="connsiteX7" fmla="*/ 1290162 w 1657350"/>
                  <a:gd name="connsiteY7" fmla="*/ 531340 h 552450"/>
                  <a:gd name="connsiteX8" fmla="*/ 1596105 w 1657350"/>
                  <a:gd name="connsiteY8" fmla="*/ 402562 h 552450"/>
                  <a:gd name="connsiteX9" fmla="*/ 1476947 w 1657350"/>
                  <a:gd name="connsiteY9" fmla="*/ 21562 h 55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57350" h="552450">
                    <a:moveTo>
                      <a:pt x="1476947" y="21562"/>
                    </a:moveTo>
                    <a:cubicBezTo>
                      <a:pt x="1244156" y="-917"/>
                      <a:pt x="1043941" y="8894"/>
                      <a:pt x="810007" y="11656"/>
                    </a:cubicBezTo>
                    <a:cubicBezTo>
                      <a:pt x="685706" y="13085"/>
                      <a:pt x="561119" y="14609"/>
                      <a:pt x="437293" y="26515"/>
                    </a:cubicBezTo>
                    <a:cubicBezTo>
                      <a:pt x="312421" y="38612"/>
                      <a:pt x="167165" y="62234"/>
                      <a:pt x="77439" y="156912"/>
                    </a:cubicBezTo>
                    <a:cubicBezTo>
                      <a:pt x="-19621" y="259306"/>
                      <a:pt x="-25336" y="443234"/>
                      <a:pt x="118492" y="510671"/>
                    </a:cubicBezTo>
                    <a:cubicBezTo>
                      <a:pt x="178023" y="538579"/>
                      <a:pt x="244984" y="541246"/>
                      <a:pt x="310040" y="543437"/>
                    </a:cubicBezTo>
                    <a:cubicBezTo>
                      <a:pt x="521114" y="550676"/>
                      <a:pt x="732473" y="554581"/>
                      <a:pt x="943547" y="550390"/>
                    </a:cubicBezTo>
                    <a:cubicBezTo>
                      <a:pt x="1059181" y="548104"/>
                      <a:pt x="1175195" y="544199"/>
                      <a:pt x="1290162" y="531340"/>
                    </a:cubicBezTo>
                    <a:cubicBezTo>
                      <a:pt x="1403700" y="518672"/>
                      <a:pt x="1523239" y="496765"/>
                      <a:pt x="1596105" y="402562"/>
                    </a:cubicBezTo>
                    <a:cubicBezTo>
                      <a:pt x="1693546" y="276832"/>
                      <a:pt x="1669924" y="39850"/>
                      <a:pt x="1476947" y="21562"/>
                    </a:cubicBezTo>
                  </a:path>
                </a:pathLst>
              </a:custGeom>
              <a:solidFill>
                <a:srgbClr val="FF988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8" name="任意多边形: 形状 117"/>
              <p:cNvSpPr/>
              <p:nvPr/>
            </p:nvSpPr>
            <p:spPr>
              <a:xfrm>
                <a:off x="1007320" y="3906280"/>
                <a:ext cx="1676400" cy="571500"/>
              </a:xfrm>
              <a:custGeom>
                <a:avLst/>
                <a:gdLst>
                  <a:gd name="connsiteX0" fmla="*/ 1485913 w 1676400"/>
                  <a:gd name="connsiteY0" fmla="*/ 21449 h 571500"/>
                  <a:gd name="connsiteX1" fmla="*/ 1030999 w 1676400"/>
                  <a:gd name="connsiteY1" fmla="*/ 8114 h 571500"/>
                  <a:gd name="connsiteX2" fmla="*/ 799446 w 1676400"/>
                  <a:gd name="connsiteY2" fmla="*/ 11829 h 571500"/>
                  <a:gd name="connsiteX3" fmla="*/ 560274 w 1676400"/>
                  <a:gd name="connsiteY3" fmla="*/ 18115 h 571500"/>
                  <a:gd name="connsiteX4" fmla="*/ 352152 w 1676400"/>
                  <a:gd name="connsiteY4" fmla="*/ 38213 h 571500"/>
                  <a:gd name="connsiteX5" fmla="*/ 176416 w 1676400"/>
                  <a:gd name="connsiteY5" fmla="*/ 90029 h 571500"/>
                  <a:gd name="connsiteX6" fmla="*/ 49924 w 1676400"/>
                  <a:gd name="connsiteY6" fmla="*/ 197852 h 571500"/>
                  <a:gd name="connsiteX7" fmla="*/ 7252 w 1676400"/>
                  <a:gd name="connsiteY7" fmla="*/ 333774 h 571500"/>
                  <a:gd name="connsiteX8" fmla="*/ 46781 w 1676400"/>
                  <a:gd name="connsiteY8" fmla="*/ 465886 h 571500"/>
                  <a:gd name="connsiteX9" fmla="*/ 194704 w 1676400"/>
                  <a:gd name="connsiteY9" fmla="*/ 550182 h 571500"/>
                  <a:gd name="connsiteX10" fmla="*/ 302718 w 1676400"/>
                  <a:gd name="connsiteY10" fmla="*/ 560659 h 571500"/>
                  <a:gd name="connsiteX11" fmla="*/ 420542 w 1676400"/>
                  <a:gd name="connsiteY11" fmla="*/ 564469 h 571500"/>
                  <a:gd name="connsiteX12" fmla="*/ 661524 w 1676400"/>
                  <a:gd name="connsiteY12" fmla="*/ 569327 h 571500"/>
                  <a:gd name="connsiteX13" fmla="*/ 1144061 w 1676400"/>
                  <a:gd name="connsiteY13" fmla="*/ 561802 h 571500"/>
                  <a:gd name="connsiteX14" fmla="*/ 1361517 w 1676400"/>
                  <a:gd name="connsiteY14" fmla="*/ 541038 h 571500"/>
                  <a:gd name="connsiteX15" fmla="*/ 1531443 w 1676400"/>
                  <a:gd name="connsiteY15" fmla="*/ 487031 h 571500"/>
                  <a:gd name="connsiteX16" fmla="*/ 1639551 w 1676400"/>
                  <a:gd name="connsiteY16" fmla="*/ 372731 h 571500"/>
                  <a:gd name="connsiteX17" fmla="*/ 1669841 w 1676400"/>
                  <a:gd name="connsiteY17" fmla="*/ 245763 h 571500"/>
                  <a:gd name="connsiteX18" fmla="*/ 1553731 w 1676400"/>
                  <a:gd name="connsiteY18" fmla="*/ 38689 h 571500"/>
                  <a:gd name="connsiteX19" fmla="*/ 1485913 w 1676400"/>
                  <a:gd name="connsiteY19" fmla="*/ 21449 h 571500"/>
                  <a:gd name="connsiteX20" fmla="*/ 1485913 w 1676400"/>
                  <a:gd name="connsiteY20" fmla="*/ 39261 h 571500"/>
                  <a:gd name="connsiteX21" fmla="*/ 1599261 w 1676400"/>
                  <a:gd name="connsiteY21" fmla="*/ 92220 h 571500"/>
                  <a:gd name="connsiteX22" fmla="*/ 1648600 w 1676400"/>
                  <a:gd name="connsiteY22" fmla="*/ 196900 h 571500"/>
                  <a:gd name="connsiteX23" fmla="*/ 1572495 w 1676400"/>
                  <a:gd name="connsiteY23" fmla="*/ 434358 h 571500"/>
                  <a:gd name="connsiteX24" fmla="*/ 1420667 w 1676400"/>
                  <a:gd name="connsiteY24" fmla="*/ 511129 h 571500"/>
                  <a:gd name="connsiteX25" fmla="*/ 1227690 w 1676400"/>
                  <a:gd name="connsiteY25" fmla="*/ 538276 h 571500"/>
                  <a:gd name="connsiteX26" fmla="*/ 763061 w 1676400"/>
                  <a:gd name="connsiteY26" fmla="*/ 552087 h 571500"/>
                  <a:gd name="connsiteX27" fmla="*/ 297193 w 1676400"/>
                  <a:gd name="connsiteY27" fmla="*/ 542657 h 571500"/>
                  <a:gd name="connsiteX28" fmla="*/ 104121 w 1676400"/>
                  <a:gd name="connsiteY28" fmla="*/ 496270 h 571500"/>
                  <a:gd name="connsiteX29" fmla="*/ 29922 w 1676400"/>
                  <a:gd name="connsiteY29" fmla="*/ 387019 h 571500"/>
                  <a:gd name="connsiteX30" fmla="*/ 133173 w 1676400"/>
                  <a:gd name="connsiteY30" fmla="*/ 136606 h 571500"/>
                  <a:gd name="connsiteX31" fmla="*/ 476073 w 1676400"/>
                  <a:gd name="connsiteY31" fmla="*/ 41737 h 571500"/>
                  <a:gd name="connsiteX32" fmla="*/ 938130 w 1676400"/>
                  <a:gd name="connsiteY32" fmla="*/ 27640 h 571500"/>
                  <a:gd name="connsiteX33" fmla="*/ 1374185 w 1676400"/>
                  <a:gd name="connsiteY33" fmla="*/ 30784 h 571500"/>
                  <a:gd name="connsiteX34" fmla="*/ 1485723 w 1676400"/>
                  <a:gd name="connsiteY34" fmla="*/ 39356 h 571500"/>
                  <a:gd name="connsiteX35" fmla="*/ 1485913 w 1676400"/>
                  <a:gd name="connsiteY35" fmla="*/ 21449 h 571500"/>
                  <a:gd name="connsiteX36" fmla="*/ 1485913 w 1676400"/>
                  <a:gd name="connsiteY36" fmla="*/ 21449 h 57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1676400" h="571500">
                    <a:moveTo>
                      <a:pt x="1485913" y="21449"/>
                    </a:moveTo>
                    <a:cubicBezTo>
                      <a:pt x="1334656" y="6876"/>
                      <a:pt x="1182828" y="5733"/>
                      <a:pt x="1030999" y="8114"/>
                    </a:cubicBezTo>
                    <a:cubicBezTo>
                      <a:pt x="953847" y="9257"/>
                      <a:pt x="876599" y="10876"/>
                      <a:pt x="799446" y="11829"/>
                    </a:cubicBezTo>
                    <a:cubicBezTo>
                      <a:pt x="719722" y="12781"/>
                      <a:pt x="639903" y="13924"/>
                      <a:pt x="560274" y="18115"/>
                    </a:cubicBezTo>
                    <a:cubicBezTo>
                      <a:pt x="490741" y="21735"/>
                      <a:pt x="420923" y="27069"/>
                      <a:pt x="352152" y="38213"/>
                    </a:cubicBezTo>
                    <a:cubicBezTo>
                      <a:pt x="291764" y="47929"/>
                      <a:pt x="231566" y="62978"/>
                      <a:pt x="176416" y="90029"/>
                    </a:cubicBezTo>
                    <a:cubicBezTo>
                      <a:pt x="126124" y="114699"/>
                      <a:pt x="80595" y="150513"/>
                      <a:pt x="49924" y="197852"/>
                    </a:cubicBezTo>
                    <a:cubicBezTo>
                      <a:pt x="23921" y="238143"/>
                      <a:pt x="8681" y="285768"/>
                      <a:pt x="7252" y="333774"/>
                    </a:cubicBezTo>
                    <a:cubicBezTo>
                      <a:pt x="5823" y="380542"/>
                      <a:pt x="18492" y="428167"/>
                      <a:pt x="46781" y="465886"/>
                    </a:cubicBezTo>
                    <a:cubicBezTo>
                      <a:pt x="82595" y="513415"/>
                      <a:pt x="137364" y="538942"/>
                      <a:pt x="194704" y="550182"/>
                    </a:cubicBezTo>
                    <a:cubicBezTo>
                      <a:pt x="230232" y="557135"/>
                      <a:pt x="266618" y="559326"/>
                      <a:pt x="302718" y="560659"/>
                    </a:cubicBezTo>
                    <a:cubicBezTo>
                      <a:pt x="341961" y="562183"/>
                      <a:pt x="381299" y="563326"/>
                      <a:pt x="420542" y="564469"/>
                    </a:cubicBezTo>
                    <a:cubicBezTo>
                      <a:pt x="500838" y="566755"/>
                      <a:pt x="581229" y="568470"/>
                      <a:pt x="661524" y="569327"/>
                    </a:cubicBezTo>
                    <a:cubicBezTo>
                      <a:pt x="822306" y="571042"/>
                      <a:pt x="983469" y="570565"/>
                      <a:pt x="1144061" y="561802"/>
                    </a:cubicBezTo>
                    <a:cubicBezTo>
                      <a:pt x="1216737" y="557802"/>
                      <a:pt x="1289603" y="552373"/>
                      <a:pt x="1361517" y="541038"/>
                    </a:cubicBezTo>
                    <a:cubicBezTo>
                      <a:pt x="1420286" y="531799"/>
                      <a:pt x="1479531" y="517130"/>
                      <a:pt x="1531443" y="487031"/>
                    </a:cubicBezTo>
                    <a:cubicBezTo>
                      <a:pt x="1577639" y="460171"/>
                      <a:pt x="1616120" y="420832"/>
                      <a:pt x="1639551" y="372731"/>
                    </a:cubicBezTo>
                    <a:cubicBezTo>
                      <a:pt x="1658792" y="333298"/>
                      <a:pt x="1669079" y="289578"/>
                      <a:pt x="1669841" y="245763"/>
                    </a:cubicBezTo>
                    <a:cubicBezTo>
                      <a:pt x="1671270" y="161752"/>
                      <a:pt x="1634218" y="74122"/>
                      <a:pt x="1553731" y="38689"/>
                    </a:cubicBezTo>
                    <a:cubicBezTo>
                      <a:pt x="1532205" y="29164"/>
                      <a:pt x="1509440" y="23830"/>
                      <a:pt x="1485913" y="21449"/>
                    </a:cubicBezTo>
                    <a:cubicBezTo>
                      <a:pt x="1474483" y="20306"/>
                      <a:pt x="1474578" y="38118"/>
                      <a:pt x="1485913" y="39261"/>
                    </a:cubicBezTo>
                    <a:cubicBezTo>
                      <a:pt x="1528776" y="43547"/>
                      <a:pt x="1569447" y="60692"/>
                      <a:pt x="1599261" y="92220"/>
                    </a:cubicBezTo>
                    <a:cubicBezTo>
                      <a:pt x="1626312" y="120890"/>
                      <a:pt x="1641933" y="158419"/>
                      <a:pt x="1648600" y="196900"/>
                    </a:cubicBezTo>
                    <a:cubicBezTo>
                      <a:pt x="1663173" y="281767"/>
                      <a:pt x="1635170" y="374731"/>
                      <a:pt x="1572495" y="434358"/>
                    </a:cubicBezTo>
                    <a:cubicBezTo>
                      <a:pt x="1530490" y="474268"/>
                      <a:pt x="1476198" y="497223"/>
                      <a:pt x="1420667" y="511129"/>
                    </a:cubicBezTo>
                    <a:cubicBezTo>
                      <a:pt x="1357707" y="526941"/>
                      <a:pt x="1292270" y="532942"/>
                      <a:pt x="1227690" y="538276"/>
                    </a:cubicBezTo>
                    <a:cubicBezTo>
                      <a:pt x="1073385" y="550944"/>
                      <a:pt x="917937" y="552277"/>
                      <a:pt x="763061" y="552087"/>
                    </a:cubicBezTo>
                    <a:cubicBezTo>
                      <a:pt x="607803" y="551896"/>
                      <a:pt x="452355" y="548848"/>
                      <a:pt x="297193" y="542657"/>
                    </a:cubicBezTo>
                    <a:cubicBezTo>
                      <a:pt x="231185" y="539990"/>
                      <a:pt x="160605" y="534085"/>
                      <a:pt x="104121" y="496270"/>
                    </a:cubicBezTo>
                    <a:cubicBezTo>
                      <a:pt x="66021" y="470743"/>
                      <a:pt x="40113" y="431500"/>
                      <a:pt x="29922" y="387019"/>
                    </a:cubicBezTo>
                    <a:cubicBezTo>
                      <a:pt x="8205" y="291483"/>
                      <a:pt x="55830" y="192423"/>
                      <a:pt x="133173" y="136606"/>
                    </a:cubicBezTo>
                    <a:cubicBezTo>
                      <a:pt x="231090" y="65931"/>
                      <a:pt x="359106" y="51453"/>
                      <a:pt x="476073" y="41737"/>
                    </a:cubicBezTo>
                    <a:cubicBezTo>
                      <a:pt x="629711" y="28974"/>
                      <a:pt x="784111" y="30403"/>
                      <a:pt x="938130" y="27640"/>
                    </a:cubicBezTo>
                    <a:cubicBezTo>
                      <a:pt x="1083482" y="25069"/>
                      <a:pt x="1229024" y="22402"/>
                      <a:pt x="1374185" y="30784"/>
                    </a:cubicBezTo>
                    <a:cubicBezTo>
                      <a:pt x="1411428" y="32974"/>
                      <a:pt x="1448670" y="35832"/>
                      <a:pt x="1485723" y="39356"/>
                    </a:cubicBezTo>
                    <a:cubicBezTo>
                      <a:pt x="1497343" y="40404"/>
                      <a:pt x="1497248" y="22592"/>
                      <a:pt x="1485913" y="21449"/>
                    </a:cubicBezTo>
                    <a:lnTo>
                      <a:pt x="1485913" y="21449"/>
                    </a:lnTo>
                    <a:close/>
                  </a:path>
                </a:pathLst>
              </a:custGeom>
              <a:solidFill>
                <a:srgbClr val="F7858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116" name="文本框 115"/>
            <p:cNvSpPr txBox="1"/>
            <p:nvPr/>
          </p:nvSpPr>
          <p:spPr>
            <a:xfrm rot="10366">
              <a:off x="6358030" y="4980054"/>
              <a:ext cx="9654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  <a:cs typeface="+mn-ea"/>
                  <a:sym typeface="+mn-lt"/>
                </a:rPr>
                <a:t>是重点哦</a:t>
              </a:r>
              <a:endParaRPr lang="zh-CN" altLang="en-US" sz="20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617575" y="3215594"/>
            <a:ext cx="2434565" cy="1115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正文内容，本段适应大段文字章节。如果文字较多的内容描述比较适合放在这里。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 rot="16200000">
            <a:off x="6677092" y="1369999"/>
            <a:ext cx="1984839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1500" dirty="0">
                <a:solidFill>
                  <a:srgbClr val="FFD469">
                    <a:alpha val="50000"/>
                  </a:srgbClr>
                </a:solidFill>
                <a:latin typeface="站酷快乐体2016修订版" panose="02010600030101010101" charset="-122"/>
                <a:ea typeface="站酷快乐体2016修订版" panose="02010600030101010101" charset="-122"/>
                <a:cs typeface="+mn-ea"/>
                <a:sym typeface="+mn-lt"/>
              </a:rPr>
              <a:t>02</a:t>
            </a:r>
            <a:endParaRPr lang="zh-CN" altLang="en-US" sz="11500" dirty="0">
              <a:solidFill>
                <a:srgbClr val="FFD469">
                  <a:alpha val="50000"/>
                </a:srgbClr>
              </a:solidFill>
              <a:latin typeface="站酷快乐体2016修订版" panose="02010600030101010101" charset="-122"/>
              <a:ea typeface="站酷快乐体2016修订版" panose="02010600030101010101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 rot="16200000">
            <a:off x="4797834" y="3733180"/>
            <a:ext cx="1571263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1500" dirty="0">
                <a:solidFill>
                  <a:srgbClr val="FFD469">
                    <a:alpha val="50000"/>
                  </a:srgbClr>
                </a:solidFill>
                <a:latin typeface="站酷快乐体2016修订版" panose="02010600030101010101" charset="-122"/>
                <a:ea typeface="站酷快乐体2016修订版" panose="02010600030101010101" charset="-122"/>
                <a:cs typeface="+mn-ea"/>
                <a:sym typeface="+mn-lt"/>
              </a:rPr>
              <a:t>01</a:t>
            </a:r>
            <a:endParaRPr lang="zh-CN" altLang="en-US" sz="11500" dirty="0">
              <a:solidFill>
                <a:srgbClr val="FFD469">
                  <a:alpha val="50000"/>
                </a:srgbClr>
              </a:solidFill>
              <a:latin typeface="站酷快乐体2016修订版" panose="02010600030101010101" charset="-122"/>
              <a:ea typeface="站酷快乐体2016修订版" panose="02010600030101010101" charset="-122"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 rot="16200000">
            <a:off x="8878757" y="3733179"/>
            <a:ext cx="203453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1500" dirty="0">
                <a:solidFill>
                  <a:srgbClr val="FFD469">
                    <a:alpha val="50000"/>
                  </a:srgbClr>
                </a:solidFill>
                <a:latin typeface="站酷快乐体2016修订版" panose="02010600030101010101" charset="-122"/>
                <a:ea typeface="站酷快乐体2016修订版" panose="02010600030101010101" charset="-122"/>
                <a:cs typeface="+mn-ea"/>
                <a:sym typeface="+mn-lt"/>
              </a:rPr>
              <a:t>03</a:t>
            </a:r>
            <a:endParaRPr lang="zh-CN" altLang="en-US" sz="11500" dirty="0">
              <a:solidFill>
                <a:srgbClr val="FFD469">
                  <a:alpha val="50000"/>
                </a:srgbClr>
              </a:solidFill>
              <a:latin typeface="站酷快乐体2016修订版" panose="02010600030101010101" charset="-122"/>
              <a:ea typeface="站酷快乐体2016修订版" panose="02010600030101010101" charset="-122"/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811375" y="1998208"/>
            <a:ext cx="1823581" cy="1359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正文内容，本段适应大段文字章节。如果文字较多的内容描述比较适合放在这里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任意多边形: 形状 29"/>
          <p:cNvSpPr/>
          <p:nvPr/>
        </p:nvSpPr>
        <p:spPr>
          <a:xfrm flipH="1" flipV="1">
            <a:off x="4880919" y="1485581"/>
            <a:ext cx="1684493" cy="367973"/>
          </a:xfrm>
          <a:custGeom>
            <a:avLst/>
            <a:gdLst>
              <a:gd name="connsiteX0" fmla="*/ 1383981 w 1453481"/>
              <a:gd name="connsiteY0" fmla="*/ 482463 h 482463"/>
              <a:gd name="connsiteX1" fmla="*/ 69499 w 1453481"/>
              <a:gd name="connsiteY1" fmla="*/ 482463 h 482463"/>
              <a:gd name="connsiteX2" fmla="*/ 20356 w 1453481"/>
              <a:gd name="connsiteY2" fmla="*/ 462107 h 482463"/>
              <a:gd name="connsiteX3" fmla="*/ 1666 w 1453481"/>
              <a:gd name="connsiteY3" fmla="*/ 416986 h 482463"/>
              <a:gd name="connsiteX4" fmla="*/ 1 w 1453481"/>
              <a:gd name="connsiteY4" fmla="*/ 416986 h 482463"/>
              <a:gd name="connsiteX5" fmla="*/ 1 w 1453481"/>
              <a:gd name="connsiteY5" fmla="*/ 412967 h 482463"/>
              <a:gd name="connsiteX6" fmla="*/ 0 w 1453481"/>
              <a:gd name="connsiteY6" fmla="*/ 412964 h 482463"/>
              <a:gd name="connsiteX7" fmla="*/ 0 w 1453481"/>
              <a:gd name="connsiteY7" fmla="*/ 65477 h 482463"/>
              <a:gd name="connsiteX8" fmla="*/ 1667 w 1453481"/>
              <a:gd name="connsiteY8" fmla="*/ 65477 h 482463"/>
              <a:gd name="connsiteX9" fmla="*/ 20357 w 1453481"/>
              <a:gd name="connsiteY9" fmla="*/ 20356 h 482463"/>
              <a:gd name="connsiteX10" fmla="*/ 69500 w 1453481"/>
              <a:gd name="connsiteY10" fmla="*/ 0 h 482463"/>
              <a:gd name="connsiteX11" fmla="*/ 1383982 w 1453481"/>
              <a:gd name="connsiteY11" fmla="*/ 0 h 482463"/>
              <a:gd name="connsiteX12" fmla="*/ 1433125 w 1453481"/>
              <a:gd name="connsiteY12" fmla="*/ 20356 h 482463"/>
              <a:gd name="connsiteX13" fmla="*/ 1451815 w 1453481"/>
              <a:gd name="connsiteY13" fmla="*/ 65477 h 482463"/>
              <a:gd name="connsiteX14" fmla="*/ 1453480 w 1453481"/>
              <a:gd name="connsiteY14" fmla="*/ 65477 h 482463"/>
              <a:gd name="connsiteX15" fmla="*/ 1453480 w 1453481"/>
              <a:gd name="connsiteY15" fmla="*/ 69497 h 482463"/>
              <a:gd name="connsiteX16" fmla="*/ 1453481 w 1453481"/>
              <a:gd name="connsiteY16" fmla="*/ 69499 h 482463"/>
              <a:gd name="connsiteX17" fmla="*/ 1453481 w 1453481"/>
              <a:gd name="connsiteY17" fmla="*/ 416986 h 482463"/>
              <a:gd name="connsiteX18" fmla="*/ 1451814 w 1453481"/>
              <a:gd name="connsiteY18" fmla="*/ 416986 h 482463"/>
              <a:gd name="connsiteX19" fmla="*/ 1433124 w 1453481"/>
              <a:gd name="connsiteY19" fmla="*/ 462107 h 482463"/>
              <a:gd name="connsiteX20" fmla="*/ 1383981 w 1453481"/>
              <a:gd name="connsiteY20" fmla="*/ 482463 h 482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453481" h="482463">
                <a:moveTo>
                  <a:pt x="1383981" y="482463"/>
                </a:moveTo>
                <a:lnTo>
                  <a:pt x="69499" y="482463"/>
                </a:lnTo>
                <a:cubicBezTo>
                  <a:pt x="50308" y="482463"/>
                  <a:pt x="32933" y="474684"/>
                  <a:pt x="20356" y="462107"/>
                </a:cubicBezTo>
                <a:lnTo>
                  <a:pt x="1666" y="416986"/>
                </a:lnTo>
                <a:lnTo>
                  <a:pt x="1" y="416986"/>
                </a:lnTo>
                <a:lnTo>
                  <a:pt x="1" y="412967"/>
                </a:lnTo>
                <a:lnTo>
                  <a:pt x="0" y="412964"/>
                </a:lnTo>
                <a:lnTo>
                  <a:pt x="0" y="65477"/>
                </a:lnTo>
                <a:lnTo>
                  <a:pt x="1667" y="65477"/>
                </a:lnTo>
                <a:lnTo>
                  <a:pt x="20357" y="20356"/>
                </a:lnTo>
                <a:cubicBezTo>
                  <a:pt x="32934" y="7779"/>
                  <a:pt x="50309" y="0"/>
                  <a:pt x="69500" y="0"/>
                </a:cubicBezTo>
                <a:lnTo>
                  <a:pt x="1383982" y="0"/>
                </a:lnTo>
                <a:cubicBezTo>
                  <a:pt x="1403174" y="0"/>
                  <a:pt x="1420548" y="7779"/>
                  <a:pt x="1433125" y="20356"/>
                </a:cubicBezTo>
                <a:lnTo>
                  <a:pt x="1451815" y="65477"/>
                </a:lnTo>
                <a:lnTo>
                  <a:pt x="1453480" y="65477"/>
                </a:lnTo>
                <a:lnTo>
                  <a:pt x="1453480" y="69497"/>
                </a:lnTo>
                <a:lnTo>
                  <a:pt x="1453481" y="69499"/>
                </a:lnTo>
                <a:lnTo>
                  <a:pt x="1453481" y="416986"/>
                </a:lnTo>
                <a:lnTo>
                  <a:pt x="1451814" y="416986"/>
                </a:lnTo>
                <a:lnTo>
                  <a:pt x="1433124" y="462107"/>
                </a:lnTo>
                <a:cubicBezTo>
                  <a:pt x="1420547" y="474684"/>
                  <a:pt x="1403173" y="482463"/>
                  <a:pt x="1383981" y="482463"/>
                </a:cubicBezTo>
                <a:close/>
              </a:path>
            </a:pathLst>
          </a:custGeom>
          <a:solidFill>
            <a:srgbClr val="C3EA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117871" y="1489405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90B3D7"/>
                </a:solidFill>
                <a:cs typeface="+mn-ea"/>
                <a:sym typeface="+mn-lt"/>
              </a:rPr>
              <a:t>项目名称</a:t>
            </a:r>
            <a:endParaRPr lang="zh-CN" altLang="en-US" sz="2000" dirty="0">
              <a:solidFill>
                <a:srgbClr val="90B3D7"/>
              </a:solidFill>
              <a:cs typeface="+mn-ea"/>
              <a:sym typeface="+mn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884721" y="4361389"/>
            <a:ext cx="1823581" cy="1359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正文内容，本段适应大段文字章节。如果文字较多的内容描述比较适合放在这里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" name="任意多边形: 形状 29"/>
          <p:cNvSpPr/>
          <p:nvPr/>
        </p:nvSpPr>
        <p:spPr>
          <a:xfrm flipH="1" flipV="1">
            <a:off x="6954265" y="3848762"/>
            <a:ext cx="1684493" cy="367973"/>
          </a:xfrm>
          <a:custGeom>
            <a:avLst/>
            <a:gdLst>
              <a:gd name="connsiteX0" fmla="*/ 1383981 w 1453481"/>
              <a:gd name="connsiteY0" fmla="*/ 482463 h 482463"/>
              <a:gd name="connsiteX1" fmla="*/ 69499 w 1453481"/>
              <a:gd name="connsiteY1" fmla="*/ 482463 h 482463"/>
              <a:gd name="connsiteX2" fmla="*/ 20356 w 1453481"/>
              <a:gd name="connsiteY2" fmla="*/ 462107 h 482463"/>
              <a:gd name="connsiteX3" fmla="*/ 1666 w 1453481"/>
              <a:gd name="connsiteY3" fmla="*/ 416986 h 482463"/>
              <a:gd name="connsiteX4" fmla="*/ 1 w 1453481"/>
              <a:gd name="connsiteY4" fmla="*/ 416986 h 482463"/>
              <a:gd name="connsiteX5" fmla="*/ 1 w 1453481"/>
              <a:gd name="connsiteY5" fmla="*/ 412967 h 482463"/>
              <a:gd name="connsiteX6" fmla="*/ 0 w 1453481"/>
              <a:gd name="connsiteY6" fmla="*/ 412964 h 482463"/>
              <a:gd name="connsiteX7" fmla="*/ 0 w 1453481"/>
              <a:gd name="connsiteY7" fmla="*/ 65477 h 482463"/>
              <a:gd name="connsiteX8" fmla="*/ 1667 w 1453481"/>
              <a:gd name="connsiteY8" fmla="*/ 65477 h 482463"/>
              <a:gd name="connsiteX9" fmla="*/ 20357 w 1453481"/>
              <a:gd name="connsiteY9" fmla="*/ 20356 h 482463"/>
              <a:gd name="connsiteX10" fmla="*/ 69500 w 1453481"/>
              <a:gd name="connsiteY10" fmla="*/ 0 h 482463"/>
              <a:gd name="connsiteX11" fmla="*/ 1383982 w 1453481"/>
              <a:gd name="connsiteY11" fmla="*/ 0 h 482463"/>
              <a:gd name="connsiteX12" fmla="*/ 1433125 w 1453481"/>
              <a:gd name="connsiteY12" fmla="*/ 20356 h 482463"/>
              <a:gd name="connsiteX13" fmla="*/ 1451815 w 1453481"/>
              <a:gd name="connsiteY13" fmla="*/ 65477 h 482463"/>
              <a:gd name="connsiteX14" fmla="*/ 1453480 w 1453481"/>
              <a:gd name="connsiteY14" fmla="*/ 65477 h 482463"/>
              <a:gd name="connsiteX15" fmla="*/ 1453480 w 1453481"/>
              <a:gd name="connsiteY15" fmla="*/ 69497 h 482463"/>
              <a:gd name="connsiteX16" fmla="*/ 1453481 w 1453481"/>
              <a:gd name="connsiteY16" fmla="*/ 69499 h 482463"/>
              <a:gd name="connsiteX17" fmla="*/ 1453481 w 1453481"/>
              <a:gd name="connsiteY17" fmla="*/ 416986 h 482463"/>
              <a:gd name="connsiteX18" fmla="*/ 1451814 w 1453481"/>
              <a:gd name="connsiteY18" fmla="*/ 416986 h 482463"/>
              <a:gd name="connsiteX19" fmla="*/ 1433124 w 1453481"/>
              <a:gd name="connsiteY19" fmla="*/ 462107 h 482463"/>
              <a:gd name="connsiteX20" fmla="*/ 1383981 w 1453481"/>
              <a:gd name="connsiteY20" fmla="*/ 482463 h 482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453481" h="482463">
                <a:moveTo>
                  <a:pt x="1383981" y="482463"/>
                </a:moveTo>
                <a:lnTo>
                  <a:pt x="69499" y="482463"/>
                </a:lnTo>
                <a:cubicBezTo>
                  <a:pt x="50308" y="482463"/>
                  <a:pt x="32933" y="474684"/>
                  <a:pt x="20356" y="462107"/>
                </a:cubicBezTo>
                <a:lnTo>
                  <a:pt x="1666" y="416986"/>
                </a:lnTo>
                <a:lnTo>
                  <a:pt x="1" y="416986"/>
                </a:lnTo>
                <a:lnTo>
                  <a:pt x="1" y="412967"/>
                </a:lnTo>
                <a:lnTo>
                  <a:pt x="0" y="412964"/>
                </a:lnTo>
                <a:lnTo>
                  <a:pt x="0" y="65477"/>
                </a:lnTo>
                <a:lnTo>
                  <a:pt x="1667" y="65477"/>
                </a:lnTo>
                <a:lnTo>
                  <a:pt x="20357" y="20356"/>
                </a:lnTo>
                <a:cubicBezTo>
                  <a:pt x="32934" y="7779"/>
                  <a:pt x="50309" y="0"/>
                  <a:pt x="69500" y="0"/>
                </a:cubicBezTo>
                <a:lnTo>
                  <a:pt x="1383982" y="0"/>
                </a:lnTo>
                <a:cubicBezTo>
                  <a:pt x="1403174" y="0"/>
                  <a:pt x="1420548" y="7779"/>
                  <a:pt x="1433125" y="20356"/>
                </a:cubicBezTo>
                <a:lnTo>
                  <a:pt x="1451815" y="65477"/>
                </a:lnTo>
                <a:lnTo>
                  <a:pt x="1453480" y="65477"/>
                </a:lnTo>
                <a:lnTo>
                  <a:pt x="1453480" y="69497"/>
                </a:lnTo>
                <a:lnTo>
                  <a:pt x="1453481" y="69499"/>
                </a:lnTo>
                <a:lnTo>
                  <a:pt x="1453481" y="416986"/>
                </a:lnTo>
                <a:lnTo>
                  <a:pt x="1451814" y="416986"/>
                </a:lnTo>
                <a:lnTo>
                  <a:pt x="1433124" y="462107"/>
                </a:lnTo>
                <a:cubicBezTo>
                  <a:pt x="1420547" y="474684"/>
                  <a:pt x="1403173" y="482463"/>
                  <a:pt x="1383981" y="482463"/>
                </a:cubicBezTo>
                <a:close/>
              </a:path>
            </a:pathLst>
          </a:custGeom>
          <a:solidFill>
            <a:srgbClr val="FFD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191217" y="3852586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C88F00"/>
                </a:solidFill>
                <a:cs typeface="+mn-ea"/>
                <a:sym typeface="+mn-lt"/>
              </a:rPr>
              <a:t>项目名称</a:t>
            </a:r>
            <a:endParaRPr lang="zh-CN" altLang="en-US" sz="2000" dirty="0">
              <a:solidFill>
                <a:srgbClr val="C88F00"/>
              </a:solidFill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984232" y="1998208"/>
            <a:ext cx="1823581" cy="1359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正文内容，本段适应大段文字章节。如果文字较多的内容描述比较适合放在这里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" name="任意多边形: 形状 29"/>
          <p:cNvSpPr/>
          <p:nvPr/>
        </p:nvSpPr>
        <p:spPr>
          <a:xfrm flipH="1" flipV="1">
            <a:off x="9053776" y="1485581"/>
            <a:ext cx="1684493" cy="367973"/>
          </a:xfrm>
          <a:custGeom>
            <a:avLst/>
            <a:gdLst>
              <a:gd name="connsiteX0" fmla="*/ 1383981 w 1453481"/>
              <a:gd name="connsiteY0" fmla="*/ 482463 h 482463"/>
              <a:gd name="connsiteX1" fmla="*/ 69499 w 1453481"/>
              <a:gd name="connsiteY1" fmla="*/ 482463 h 482463"/>
              <a:gd name="connsiteX2" fmla="*/ 20356 w 1453481"/>
              <a:gd name="connsiteY2" fmla="*/ 462107 h 482463"/>
              <a:gd name="connsiteX3" fmla="*/ 1666 w 1453481"/>
              <a:gd name="connsiteY3" fmla="*/ 416986 h 482463"/>
              <a:gd name="connsiteX4" fmla="*/ 1 w 1453481"/>
              <a:gd name="connsiteY4" fmla="*/ 416986 h 482463"/>
              <a:gd name="connsiteX5" fmla="*/ 1 w 1453481"/>
              <a:gd name="connsiteY5" fmla="*/ 412967 h 482463"/>
              <a:gd name="connsiteX6" fmla="*/ 0 w 1453481"/>
              <a:gd name="connsiteY6" fmla="*/ 412964 h 482463"/>
              <a:gd name="connsiteX7" fmla="*/ 0 w 1453481"/>
              <a:gd name="connsiteY7" fmla="*/ 65477 h 482463"/>
              <a:gd name="connsiteX8" fmla="*/ 1667 w 1453481"/>
              <a:gd name="connsiteY8" fmla="*/ 65477 h 482463"/>
              <a:gd name="connsiteX9" fmla="*/ 20357 w 1453481"/>
              <a:gd name="connsiteY9" fmla="*/ 20356 h 482463"/>
              <a:gd name="connsiteX10" fmla="*/ 69500 w 1453481"/>
              <a:gd name="connsiteY10" fmla="*/ 0 h 482463"/>
              <a:gd name="connsiteX11" fmla="*/ 1383982 w 1453481"/>
              <a:gd name="connsiteY11" fmla="*/ 0 h 482463"/>
              <a:gd name="connsiteX12" fmla="*/ 1433125 w 1453481"/>
              <a:gd name="connsiteY12" fmla="*/ 20356 h 482463"/>
              <a:gd name="connsiteX13" fmla="*/ 1451815 w 1453481"/>
              <a:gd name="connsiteY13" fmla="*/ 65477 h 482463"/>
              <a:gd name="connsiteX14" fmla="*/ 1453480 w 1453481"/>
              <a:gd name="connsiteY14" fmla="*/ 65477 h 482463"/>
              <a:gd name="connsiteX15" fmla="*/ 1453480 w 1453481"/>
              <a:gd name="connsiteY15" fmla="*/ 69497 h 482463"/>
              <a:gd name="connsiteX16" fmla="*/ 1453481 w 1453481"/>
              <a:gd name="connsiteY16" fmla="*/ 69499 h 482463"/>
              <a:gd name="connsiteX17" fmla="*/ 1453481 w 1453481"/>
              <a:gd name="connsiteY17" fmla="*/ 416986 h 482463"/>
              <a:gd name="connsiteX18" fmla="*/ 1451814 w 1453481"/>
              <a:gd name="connsiteY18" fmla="*/ 416986 h 482463"/>
              <a:gd name="connsiteX19" fmla="*/ 1433124 w 1453481"/>
              <a:gd name="connsiteY19" fmla="*/ 462107 h 482463"/>
              <a:gd name="connsiteX20" fmla="*/ 1383981 w 1453481"/>
              <a:gd name="connsiteY20" fmla="*/ 482463 h 482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453481" h="482463">
                <a:moveTo>
                  <a:pt x="1383981" y="482463"/>
                </a:moveTo>
                <a:lnTo>
                  <a:pt x="69499" y="482463"/>
                </a:lnTo>
                <a:cubicBezTo>
                  <a:pt x="50308" y="482463"/>
                  <a:pt x="32933" y="474684"/>
                  <a:pt x="20356" y="462107"/>
                </a:cubicBezTo>
                <a:lnTo>
                  <a:pt x="1666" y="416986"/>
                </a:lnTo>
                <a:lnTo>
                  <a:pt x="1" y="416986"/>
                </a:lnTo>
                <a:lnTo>
                  <a:pt x="1" y="412967"/>
                </a:lnTo>
                <a:lnTo>
                  <a:pt x="0" y="412964"/>
                </a:lnTo>
                <a:lnTo>
                  <a:pt x="0" y="65477"/>
                </a:lnTo>
                <a:lnTo>
                  <a:pt x="1667" y="65477"/>
                </a:lnTo>
                <a:lnTo>
                  <a:pt x="20357" y="20356"/>
                </a:lnTo>
                <a:cubicBezTo>
                  <a:pt x="32934" y="7779"/>
                  <a:pt x="50309" y="0"/>
                  <a:pt x="69500" y="0"/>
                </a:cubicBezTo>
                <a:lnTo>
                  <a:pt x="1383982" y="0"/>
                </a:lnTo>
                <a:cubicBezTo>
                  <a:pt x="1403174" y="0"/>
                  <a:pt x="1420548" y="7779"/>
                  <a:pt x="1433125" y="20356"/>
                </a:cubicBezTo>
                <a:lnTo>
                  <a:pt x="1451815" y="65477"/>
                </a:lnTo>
                <a:lnTo>
                  <a:pt x="1453480" y="65477"/>
                </a:lnTo>
                <a:lnTo>
                  <a:pt x="1453480" y="69497"/>
                </a:lnTo>
                <a:lnTo>
                  <a:pt x="1453481" y="69499"/>
                </a:lnTo>
                <a:lnTo>
                  <a:pt x="1453481" y="416986"/>
                </a:lnTo>
                <a:lnTo>
                  <a:pt x="1451814" y="416986"/>
                </a:lnTo>
                <a:lnTo>
                  <a:pt x="1433124" y="462107"/>
                </a:lnTo>
                <a:cubicBezTo>
                  <a:pt x="1420547" y="474684"/>
                  <a:pt x="1403173" y="482463"/>
                  <a:pt x="1383981" y="482463"/>
                </a:cubicBezTo>
                <a:close/>
              </a:path>
            </a:pathLst>
          </a:custGeom>
          <a:solidFill>
            <a:srgbClr val="FFBD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290728" y="1489405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FF6F5B"/>
                </a:solidFill>
                <a:cs typeface="+mn-ea"/>
                <a:sym typeface="+mn-lt"/>
              </a:rPr>
              <a:t>项目名称</a:t>
            </a:r>
            <a:endParaRPr lang="zh-CN" altLang="en-US" sz="2000" dirty="0">
              <a:solidFill>
                <a:srgbClr val="FF6F5B"/>
              </a:solidFill>
              <a:cs typeface="+mn-ea"/>
              <a:sym typeface="+mn-lt"/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1204909" y="2090020"/>
            <a:ext cx="3216256" cy="1072833"/>
            <a:chOff x="4532454" y="516028"/>
            <a:chExt cx="3216256" cy="1072833"/>
          </a:xfrm>
        </p:grpSpPr>
        <p:sp>
          <p:nvSpPr>
            <p:cNvPr id="39" name="文本框 38"/>
            <p:cNvSpPr txBox="1"/>
            <p:nvPr/>
          </p:nvSpPr>
          <p:spPr>
            <a:xfrm>
              <a:off x="4928370" y="539093"/>
              <a:ext cx="2441694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400" dirty="0">
                  <a:solidFill>
                    <a:srgbClr val="64454B"/>
                  </a:solidFill>
                  <a:cs typeface="+mn-ea"/>
                  <a:sym typeface="+mn-lt"/>
                </a:rPr>
                <a:t>课堂检测</a:t>
              </a:r>
              <a:endParaRPr lang="zh-CN" altLang="en-US" sz="4400" dirty="0">
                <a:solidFill>
                  <a:srgbClr val="64454B"/>
                </a:solidFill>
                <a:cs typeface="+mn-ea"/>
                <a:sym typeface="+mn-lt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5123047" y="1219529"/>
              <a:ext cx="20313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7AB2DC"/>
                  </a:solidFill>
                  <a:cs typeface="+mn-ea"/>
                  <a:sym typeface="+mn-lt"/>
                </a:rPr>
                <a:t>多种问答巩固知识</a:t>
              </a:r>
              <a:endParaRPr lang="zh-CN" altLang="en-US" dirty="0">
                <a:solidFill>
                  <a:srgbClr val="7AB2DC"/>
                </a:solidFill>
                <a:cs typeface="+mn-ea"/>
                <a:sym typeface="+mn-lt"/>
              </a:endParaRPr>
            </a:p>
          </p:txBody>
        </p:sp>
        <p:grpSp>
          <p:nvGrpSpPr>
            <p:cNvPr id="41" name="组合 40"/>
            <p:cNvGrpSpPr/>
            <p:nvPr/>
          </p:nvGrpSpPr>
          <p:grpSpPr>
            <a:xfrm>
              <a:off x="7404174" y="516028"/>
              <a:ext cx="344536" cy="548871"/>
              <a:chOff x="8363753" y="2120741"/>
              <a:chExt cx="553198" cy="881284"/>
            </a:xfrm>
          </p:grpSpPr>
          <p:sp>
            <p:nvSpPr>
              <p:cNvPr id="49" name="任意多边形: 形状 48"/>
              <p:cNvSpPr/>
              <p:nvPr/>
            </p:nvSpPr>
            <p:spPr>
              <a:xfrm>
                <a:off x="8363753" y="2120741"/>
                <a:ext cx="356491" cy="291674"/>
              </a:xfrm>
              <a:custGeom>
                <a:avLst/>
                <a:gdLst>
                  <a:gd name="connsiteX0" fmla="*/ 28470 w 314325"/>
                  <a:gd name="connsiteY0" fmla="*/ 252359 h 257175"/>
                  <a:gd name="connsiteX1" fmla="*/ 240687 w 314325"/>
                  <a:gd name="connsiteY1" fmla="*/ 77480 h 257175"/>
                  <a:gd name="connsiteX2" fmla="*/ 301742 w 314325"/>
                  <a:gd name="connsiteY2" fmla="*/ 30521 h 257175"/>
                  <a:gd name="connsiteX3" fmla="*/ 306219 w 314325"/>
                  <a:gd name="connsiteY3" fmla="*/ 13472 h 257175"/>
                  <a:gd name="connsiteX4" fmla="*/ 289169 w 314325"/>
                  <a:gd name="connsiteY4" fmla="*/ 8995 h 257175"/>
                  <a:gd name="connsiteX5" fmla="*/ 70856 w 314325"/>
                  <a:gd name="connsiteY5" fmla="*/ 183302 h 257175"/>
                  <a:gd name="connsiteX6" fmla="*/ 10754 w 314325"/>
                  <a:gd name="connsiteY6" fmla="*/ 234737 h 257175"/>
                  <a:gd name="connsiteX7" fmla="*/ 10754 w 314325"/>
                  <a:gd name="connsiteY7" fmla="*/ 252359 h 257175"/>
                  <a:gd name="connsiteX8" fmla="*/ 28470 w 314325"/>
                  <a:gd name="connsiteY8" fmla="*/ 252359 h 257175"/>
                  <a:gd name="connsiteX9" fmla="*/ 28470 w 314325"/>
                  <a:gd name="connsiteY9" fmla="*/ 252359 h 257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4325" h="257175">
                    <a:moveTo>
                      <a:pt x="28470" y="252359"/>
                    </a:moveTo>
                    <a:cubicBezTo>
                      <a:pt x="97717" y="192256"/>
                      <a:pt x="168488" y="133868"/>
                      <a:pt x="240687" y="77480"/>
                    </a:cubicBezTo>
                    <a:cubicBezTo>
                      <a:pt x="260880" y="61668"/>
                      <a:pt x="281263" y="46047"/>
                      <a:pt x="301742" y="30521"/>
                    </a:cubicBezTo>
                    <a:cubicBezTo>
                      <a:pt x="307076" y="26426"/>
                      <a:pt x="309934" y="19758"/>
                      <a:pt x="306219" y="13472"/>
                    </a:cubicBezTo>
                    <a:cubicBezTo>
                      <a:pt x="303171" y="8138"/>
                      <a:pt x="294503" y="4899"/>
                      <a:pt x="289169" y="8995"/>
                    </a:cubicBezTo>
                    <a:cubicBezTo>
                      <a:pt x="214874" y="65192"/>
                      <a:pt x="142103" y="123295"/>
                      <a:pt x="70856" y="183302"/>
                    </a:cubicBezTo>
                    <a:cubicBezTo>
                      <a:pt x="50663" y="200257"/>
                      <a:pt x="30661" y="217402"/>
                      <a:pt x="10754" y="234737"/>
                    </a:cubicBezTo>
                    <a:cubicBezTo>
                      <a:pt x="5705" y="239119"/>
                      <a:pt x="6182" y="247882"/>
                      <a:pt x="10754" y="252359"/>
                    </a:cubicBezTo>
                    <a:cubicBezTo>
                      <a:pt x="15897" y="257407"/>
                      <a:pt x="23422" y="256740"/>
                      <a:pt x="28470" y="252359"/>
                    </a:cubicBezTo>
                    <a:lnTo>
                      <a:pt x="28470" y="252359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0" name="任意多边形: 形状 49"/>
              <p:cNvSpPr/>
              <p:nvPr/>
            </p:nvSpPr>
            <p:spPr>
              <a:xfrm>
                <a:off x="8442217" y="2469929"/>
                <a:ext cx="237660" cy="97225"/>
              </a:xfrm>
              <a:custGeom>
                <a:avLst/>
                <a:gdLst>
                  <a:gd name="connsiteX0" fmla="*/ 22534 w 209550"/>
                  <a:gd name="connsiteY0" fmla="*/ 82965 h 85725"/>
                  <a:gd name="connsiteX1" fmla="*/ 193793 w 209550"/>
                  <a:gd name="connsiteY1" fmla="*/ 31816 h 85725"/>
                  <a:gd name="connsiteX2" fmla="*/ 187126 w 209550"/>
                  <a:gd name="connsiteY2" fmla="*/ 7718 h 85725"/>
                  <a:gd name="connsiteX3" fmla="*/ 15866 w 209550"/>
                  <a:gd name="connsiteY3" fmla="*/ 58867 h 85725"/>
                  <a:gd name="connsiteX4" fmla="*/ 22534 w 209550"/>
                  <a:gd name="connsiteY4" fmla="*/ 82965 h 85725"/>
                  <a:gd name="connsiteX5" fmla="*/ 22534 w 209550"/>
                  <a:gd name="connsiteY5" fmla="*/ 82965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9550" h="85725">
                    <a:moveTo>
                      <a:pt x="22534" y="82965"/>
                    </a:moveTo>
                    <a:cubicBezTo>
                      <a:pt x="79588" y="65916"/>
                      <a:pt x="136643" y="48866"/>
                      <a:pt x="193793" y="31816"/>
                    </a:cubicBezTo>
                    <a:cubicBezTo>
                      <a:pt x="209128" y="27244"/>
                      <a:pt x="202651" y="3146"/>
                      <a:pt x="187126" y="7718"/>
                    </a:cubicBezTo>
                    <a:cubicBezTo>
                      <a:pt x="130071" y="24768"/>
                      <a:pt x="73016" y="41817"/>
                      <a:pt x="15866" y="58867"/>
                    </a:cubicBezTo>
                    <a:cubicBezTo>
                      <a:pt x="531" y="63439"/>
                      <a:pt x="7103" y="87633"/>
                      <a:pt x="22534" y="82965"/>
                    </a:cubicBezTo>
                    <a:lnTo>
                      <a:pt x="22534" y="82965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1" name="任意多边形: 形状 50"/>
              <p:cNvSpPr/>
              <p:nvPr/>
            </p:nvSpPr>
            <p:spPr>
              <a:xfrm>
                <a:off x="8441630" y="2679373"/>
                <a:ext cx="475321" cy="64816"/>
              </a:xfrm>
              <a:custGeom>
                <a:avLst/>
                <a:gdLst>
                  <a:gd name="connsiteX0" fmla="*/ 19145 w 419100"/>
                  <a:gd name="connsiteY0" fmla="*/ 52409 h 57150"/>
                  <a:gd name="connsiteX1" fmla="*/ 150971 w 419100"/>
                  <a:gd name="connsiteY1" fmla="*/ 45551 h 57150"/>
                  <a:gd name="connsiteX2" fmla="*/ 359664 w 419100"/>
                  <a:gd name="connsiteY2" fmla="*/ 34597 h 57150"/>
                  <a:gd name="connsiteX3" fmla="*/ 407765 w 419100"/>
                  <a:gd name="connsiteY3" fmla="*/ 32121 h 57150"/>
                  <a:gd name="connsiteX4" fmla="*/ 407765 w 419100"/>
                  <a:gd name="connsiteY4" fmla="*/ 7165 h 57150"/>
                  <a:gd name="connsiteX5" fmla="*/ 275939 w 419100"/>
                  <a:gd name="connsiteY5" fmla="*/ 14023 h 57150"/>
                  <a:gd name="connsiteX6" fmla="*/ 67247 w 419100"/>
                  <a:gd name="connsiteY6" fmla="*/ 24977 h 57150"/>
                  <a:gd name="connsiteX7" fmla="*/ 19145 w 419100"/>
                  <a:gd name="connsiteY7" fmla="*/ 27454 h 57150"/>
                  <a:gd name="connsiteX8" fmla="*/ 19145 w 419100"/>
                  <a:gd name="connsiteY8" fmla="*/ 52409 h 57150"/>
                  <a:gd name="connsiteX9" fmla="*/ 19145 w 419100"/>
                  <a:gd name="connsiteY9" fmla="*/ 52409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9100" h="57150">
                    <a:moveTo>
                      <a:pt x="19145" y="52409"/>
                    </a:moveTo>
                    <a:cubicBezTo>
                      <a:pt x="63056" y="50123"/>
                      <a:pt x="107061" y="47837"/>
                      <a:pt x="150971" y="45551"/>
                    </a:cubicBezTo>
                    <a:cubicBezTo>
                      <a:pt x="220504" y="41932"/>
                      <a:pt x="290132" y="38312"/>
                      <a:pt x="359664" y="34597"/>
                    </a:cubicBezTo>
                    <a:cubicBezTo>
                      <a:pt x="375666" y="33740"/>
                      <a:pt x="391763" y="32883"/>
                      <a:pt x="407765" y="32121"/>
                    </a:cubicBezTo>
                    <a:cubicBezTo>
                      <a:pt x="423767" y="31264"/>
                      <a:pt x="423863" y="6308"/>
                      <a:pt x="407765" y="7165"/>
                    </a:cubicBezTo>
                    <a:cubicBezTo>
                      <a:pt x="363855" y="9451"/>
                      <a:pt x="319850" y="11737"/>
                      <a:pt x="275939" y="14023"/>
                    </a:cubicBezTo>
                    <a:cubicBezTo>
                      <a:pt x="206407" y="17643"/>
                      <a:pt x="136779" y="21262"/>
                      <a:pt x="67247" y="24977"/>
                    </a:cubicBezTo>
                    <a:cubicBezTo>
                      <a:pt x="51245" y="25834"/>
                      <a:pt x="35147" y="26692"/>
                      <a:pt x="19145" y="27454"/>
                    </a:cubicBezTo>
                    <a:cubicBezTo>
                      <a:pt x="3239" y="28311"/>
                      <a:pt x="3048" y="53266"/>
                      <a:pt x="19145" y="52409"/>
                    </a:cubicBezTo>
                    <a:lnTo>
                      <a:pt x="19145" y="52409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2" name="任意多边形: 形状 51"/>
              <p:cNvSpPr/>
              <p:nvPr/>
            </p:nvSpPr>
            <p:spPr>
              <a:xfrm>
                <a:off x="8684731" y="2441089"/>
                <a:ext cx="64816" cy="54014"/>
              </a:xfrm>
              <a:custGeom>
                <a:avLst/>
                <a:gdLst>
                  <a:gd name="connsiteX0" fmla="*/ 22921 w 57150"/>
                  <a:gd name="connsiteY0" fmla="*/ 40100 h 47625"/>
                  <a:gd name="connsiteX1" fmla="*/ 49115 w 57150"/>
                  <a:gd name="connsiteY1" fmla="*/ 30385 h 47625"/>
                  <a:gd name="connsiteX2" fmla="*/ 54830 w 57150"/>
                  <a:gd name="connsiteY2" fmla="*/ 22955 h 47625"/>
                  <a:gd name="connsiteX3" fmla="*/ 53591 w 57150"/>
                  <a:gd name="connsiteY3" fmla="*/ 13335 h 47625"/>
                  <a:gd name="connsiteX4" fmla="*/ 46162 w 57150"/>
                  <a:gd name="connsiteY4" fmla="*/ 7620 h 47625"/>
                  <a:gd name="connsiteX5" fmla="*/ 42828 w 57150"/>
                  <a:gd name="connsiteY5" fmla="*/ 7144 h 47625"/>
                  <a:gd name="connsiteX6" fmla="*/ 36542 w 57150"/>
                  <a:gd name="connsiteY6" fmla="*/ 8858 h 47625"/>
                  <a:gd name="connsiteX7" fmla="*/ 31017 w 57150"/>
                  <a:gd name="connsiteY7" fmla="*/ 11335 h 47625"/>
                  <a:gd name="connsiteX8" fmla="*/ 33970 w 57150"/>
                  <a:gd name="connsiteY8" fmla="*/ 10097 h 47625"/>
                  <a:gd name="connsiteX9" fmla="*/ 16253 w 57150"/>
                  <a:gd name="connsiteY9" fmla="*/ 16002 h 47625"/>
                  <a:gd name="connsiteX10" fmla="*/ 8824 w 57150"/>
                  <a:gd name="connsiteY10" fmla="*/ 21717 h 47625"/>
                  <a:gd name="connsiteX11" fmla="*/ 7586 w 57150"/>
                  <a:gd name="connsiteY11" fmla="*/ 31337 h 47625"/>
                  <a:gd name="connsiteX12" fmla="*/ 13301 w 57150"/>
                  <a:gd name="connsiteY12" fmla="*/ 38767 h 47625"/>
                  <a:gd name="connsiteX13" fmla="*/ 22921 w 57150"/>
                  <a:gd name="connsiteY13" fmla="*/ 40100 h 47625"/>
                  <a:gd name="connsiteX14" fmla="*/ 22921 w 57150"/>
                  <a:gd name="connsiteY14" fmla="*/ 40100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7150" h="47625">
                    <a:moveTo>
                      <a:pt x="22921" y="40100"/>
                    </a:moveTo>
                    <a:cubicBezTo>
                      <a:pt x="31970" y="37814"/>
                      <a:pt x="40733" y="34480"/>
                      <a:pt x="49115" y="30385"/>
                    </a:cubicBezTo>
                    <a:cubicBezTo>
                      <a:pt x="51782" y="29051"/>
                      <a:pt x="54068" y="25718"/>
                      <a:pt x="54830" y="22955"/>
                    </a:cubicBezTo>
                    <a:cubicBezTo>
                      <a:pt x="55687" y="20002"/>
                      <a:pt x="55306" y="16002"/>
                      <a:pt x="53591" y="13335"/>
                    </a:cubicBezTo>
                    <a:cubicBezTo>
                      <a:pt x="51877" y="10668"/>
                      <a:pt x="49305" y="8287"/>
                      <a:pt x="46162" y="7620"/>
                    </a:cubicBezTo>
                    <a:cubicBezTo>
                      <a:pt x="45019" y="7429"/>
                      <a:pt x="43971" y="7334"/>
                      <a:pt x="42828" y="7144"/>
                    </a:cubicBezTo>
                    <a:cubicBezTo>
                      <a:pt x="40542" y="7144"/>
                      <a:pt x="38447" y="7715"/>
                      <a:pt x="36542" y="8858"/>
                    </a:cubicBezTo>
                    <a:cubicBezTo>
                      <a:pt x="34732" y="9716"/>
                      <a:pt x="32827" y="10573"/>
                      <a:pt x="31017" y="11335"/>
                    </a:cubicBezTo>
                    <a:cubicBezTo>
                      <a:pt x="31970" y="10954"/>
                      <a:pt x="33017" y="10477"/>
                      <a:pt x="33970" y="10097"/>
                    </a:cubicBezTo>
                    <a:cubicBezTo>
                      <a:pt x="28255" y="12478"/>
                      <a:pt x="22349" y="14478"/>
                      <a:pt x="16253" y="16002"/>
                    </a:cubicBezTo>
                    <a:cubicBezTo>
                      <a:pt x="13205" y="16764"/>
                      <a:pt x="10348" y="19050"/>
                      <a:pt x="8824" y="21717"/>
                    </a:cubicBezTo>
                    <a:cubicBezTo>
                      <a:pt x="7300" y="24384"/>
                      <a:pt x="6633" y="28384"/>
                      <a:pt x="7586" y="31337"/>
                    </a:cubicBezTo>
                    <a:cubicBezTo>
                      <a:pt x="8538" y="34385"/>
                      <a:pt x="10443" y="37243"/>
                      <a:pt x="13301" y="38767"/>
                    </a:cubicBezTo>
                    <a:cubicBezTo>
                      <a:pt x="16349" y="40386"/>
                      <a:pt x="19587" y="40957"/>
                      <a:pt x="22921" y="40100"/>
                    </a:cubicBezTo>
                    <a:lnTo>
                      <a:pt x="22921" y="40100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3" name="任意多边形: 形状 52"/>
              <p:cNvSpPr/>
              <p:nvPr/>
            </p:nvSpPr>
            <p:spPr>
              <a:xfrm>
                <a:off x="8436266" y="2863921"/>
                <a:ext cx="226858" cy="118830"/>
              </a:xfrm>
              <a:custGeom>
                <a:avLst/>
                <a:gdLst>
                  <a:gd name="connsiteX0" fmla="*/ 16350 w 200025"/>
                  <a:gd name="connsiteY0" fmla="*/ 31897 h 104775"/>
                  <a:gd name="connsiteX1" fmla="*/ 181037 w 200025"/>
                  <a:gd name="connsiteY1" fmla="*/ 101239 h 104775"/>
                  <a:gd name="connsiteX2" fmla="*/ 196373 w 200025"/>
                  <a:gd name="connsiteY2" fmla="*/ 92476 h 104775"/>
                  <a:gd name="connsiteX3" fmla="*/ 187610 w 200025"/>
                  <a:gd name="connsiteY3" fmla="*/ 77141 h 104775"/>
                  <a:gd name="connsiteX4" fmla="*/ 22922 w 200025"/>
                  <a:gd name="connsiteY4" fmla="*/ 7799 h 104775"/>
                  <a:gd name="connsiteX5" fmla="*/ 7587 w 200025"/>
                  <a:gd name="connsiteY5" fmla="*/ 16562 h 104775"/>
                  <a:gd name="connsiteX6" fmla="*/ 16350 w 200025"/>
                  <a:gd name="connsiteY6" fmla="*/ 31897 h 104775"/>
                  <a:gd name="connsiteX7" fmla="*/ 16350 w 200025"/>
                  <a:gd name="connsiteY7" fmla="*/ 31897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0025" h="104775">
                    <a:moveTo>
                      <a:pt x="16350" y="31897"/>
                    </a:moveTo>
                    <a:cubicBezTo>
                      <a:pt x="71214" y="55043"/>
                      <a:pt x="126173" y="78094"/>
                      <a:pt x="181037" y="101239"/>
                    </a:cubicBezTo>
                    <a:cubicBezTo>
                      <a:pt x="187229" y="103811"/>
                      <a:pt x="194753" y="98382"/>
                      <a:pt x="196373" y="92476"/>
                    </a:cubicBezTo>
                    <a:cubicBezTo>
                      <a:pt x="198373" y="85237"/>
                      <a:pt x="193896" y="79713"/>
                      <a:pt x="187610" y="77141"/>
                    </a:cubicBezTo>
                    <a:cubicBezTo>
                      <a:pt x="132746" y="53995"/>
                      <a:pt x="77786" y="30945"/>
                      <a:pt x="22922" y="7799"/>
                    </a:cubicBezTo>
                    <a:cubicBezTo>
                      <a:pt x="16731" y="5227"/>
                      <a:pt x="9206" y="10657"/>
                      <a:pt x="7587" y="16562"/>
                    </a:cubicBezTo>
                    <a:cubicBezTo>
                      <a:pt x="5682" y="23801"/>
                      <a:pt x="10159" y="29326"/>
                      <a:pt x="16350" y="31897"/>
                    </a:cubicBezTo>
                    <a:lnTo>
                      <a:pt x="16350" y="31897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4" name="任意多边形: 形状 53"/>
              <p:cNvSpPr/>
              <p:nvPr/>
            </p:nvSpPr>
            <p:spPr>
              <a:xfrm>
                <a:off x="8673232" y="2958814"/>
                <a:ext cx="64816" cy="43211"/>
              </a:xfrm>
              <a:custGeom>
                <a:avLst/>
                <a:gdLst>
                  <a:gd name="connsiteX0" fmla="*/ 13343 w 57150"/>
                  <a:gd name="connsiteY0" fmla="*/ 30334 h 38100"/>
                  <a:gd name="connsiteX1" fmla="*/ 39632 w 57150"/>
                  <a:gd name="connsiteY1" fmla="*/ 39859 h 38100"/>
                  <a:gd name="connsiteX2" fmla="*/ 49252 w 57150"/>
                  <a:gd name="connsiteY2" fmla="*/ 38621 h 38100"/>
                  <a:gd name="connsiteX3" fmla="*/ 54967 w 57150"/>
                  <a:gd name="connsiteY3" fmla="*/ 31191 h 38100"/>
                  <a:gd name="connsiteX4" fmla="*/ 53729 w 57150"/>
                  <a:gd name="connsiteY4" fmla="*/ 21571 h 38100"/>
                  <a:gd name="connsiteX5" fmla="*/ 46300 w 57150"/>
                  <a:gd name="connsiteY5" fmla="*/ 15856 h 38100"/>
                  <a:gd name="connsiteX6" fmla="*/ 27726 w 57150"/>
                  <a:gd name="connsiteY6" fmla="*/ 9760 h 38100"/>
                  <a:gd name="connsiteX7" fmla="*/ 30679 w 57150"/>
                  <a:gd name="connsiteY7" fmla="*/ 10998 h 38100"/>
                  <a:gd name="connsiteX8" fmla="*/ 25916 w 57150"/>
                  <a:gd name="connsiteY8" fmla="*/ 8903 h 38100"/>
                  <a:gd name="connsiteX9" fmla="*/ 21249 w 57150"/>
                  <a:gd name="connsiteY9" fmla="*/ 7379 h 38100"/>
                  <a:gd name="connsiteX10" fmla="*/ 16296 w 57150"/>
                  <a:gd name="connsiteY10" fmla="*/ 7569 h 38100"/>
                  <a:gd name="connsiteX11" fmla="*/ 8866 w 57150"/>
                  <a:gd name="connsiteY11" fmla="*/ 13284 h 38100"/>
                  <a:gd name="connsiteX12" fmla="*/ 7628 w 57150"/>
                  <a:gd name="connsiteY12" fmla="*/ 22905 h 38100"/>
                  <a:gd name="connsiteX13" fmla="*/ 13343 w 57150"/>
                  <a:gd name="connsiteY13" fmla="*/ 30334 h 38100"/>
                  <a:gd name="connsiteX14" fmla="*/ 13343 w 57150"/>
                  <a:gd name="connsiteY14" fmla="*/ 3033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7150" h="38100">
                    <a:moveTo>
                      <a:pt x="13343" y="30334"/>
                    </a:moveTo>
                    <a:cubicBezTo>
                      <a:pt x="21820" y="34335"/>
                      <a:pt x="30583" y="37668"/>
                      <a:pt x="39632" y="39859"/>
                    </a:cubicBezTo>
                    <a:cubicBezTo>
                      <a:pt x="42871" y="40621"/>
                      <a:pt x="46395" y="40240"/>
                      <a:pt x="49252" y="38621"/>
                    </a:cubicBezTo>
                    <a:cubicBezTo>
                      <a:pt x="51824" y="37097"/>
                      <a:pt x="54301" y="34144"/>
                      <a:pt x="54967" y="31191"/>
                    </a:cubicBezTo>
                    <a:cubicBezTo>
                      <a:pt x="55729" y="27953"/>
                      <a:pt x="55539" y="24429"/>
                      <a:pt x="53729" y="21571"/>
                    </a:cubicBezTo>
                    <a:cubicBezTo>
                      <a:pt x="52015" y="18904"/>
                      <a:pt x="49443" y="16618"/>
                      <a:pt x="46300" y="15856"/>
                    </a:cubicBezTo>
                    <a:cubicBezTo>
                      <a:pt x="39918" y="14332"/>
                      <a:pt x="33727" y="12237"/>
                      <a:pt x="27726" y="9760"/>
                    </a:cubicBezTo>
                    <a:cubicBezTo>
                      <a:pt x="28678" y="10141"/>
                      <a:pt x="29726" y="10617"/>
                      <a:pt x="30679" y="10998"/>
                    </a:cubicBezTo>
                    <a:cubicBezTo>
                      <a:pt x="29059" y="10332"/>
                      <a:pt x="27535" y="9570"/>
                      <a:pt x="25916" y="8903"/>
                    </a:cubicBezTo>
                    <a:cubicBezTo>
                      <a:pt x="24487" y="7950"/>
                      <a:pt x="22963" y="7474"/>
                      <a:pt x="21249" y="7379"/>
                    </a:cubicBezTo>
                    <a:cubicBezTo>
                      <a:pt x="19630" y="6998"/>
                      <a:pt x="17915" y="7093"/>
                      <a:pt x="16296" y="7569"/>
                    </a:cubicBezTo>
                    <a:cubicBezTo>
                      <a:pt x="13438" y="8331"/>
                      <a:pt x="10295" y="10617"/>
                      <a:pt x="8866" y="13284"/>
                    </a:cubicBezTo>
                    <a:cubicBezTo>
                      <a:pt x="7342" y="16142"/>
                      <a:pt x="6580" y="19666"/>
                      <a:pt x="7628" y="22905"/>
                    </a:cubicBezTo>
                    <a:cubicBezTo>
                      <a:pt x="8485" y="25857"/>
                      <a:pt x="10390" y="29001"/>
                      <a:pt x="13343" y="30334"/>
                    </a:cubicBezTo>
                    <a:lnTo>
                      <a:pt x="13343" y="30334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42" name="组合 41"/>
            <p:cNvGrpSpPr/>
            <p:nvPr/>
          </p:nvGrpSpPr>
          <p:grpSpPr>
            <a:xfrm>
              <a:off x="4532454" y="522189"/>
              <a:ext cx="361806" cy="536548"/>
              <a:chOff x="3553322" y="2130634"/>
              <a:chExt cx="580927" cy="861498"/>
            </a:xfrm>
          </p:grpSpPr>
          <p:sp>
            <p:nvSpPr>
              <p:cNvPr id="43" name="任意多边形: 形状 42"/>
              <p:cNvSpPr/>
              <p:nvPr/>
            </p:nvSpPr>
            <p:spPr>
              <a:xfrm>
                <a:off x="3810167" y="2130634"/>
                <a:ext cx="324082" cy="324082"/>
              </a:xfrm>
              <a:custGeom>
                <a:avLst/>
                <a:gdLst>
                  <a:gd name="connsiteX0" fmla="*/ 282173 w 285750"/>
                  <a:gd name="connsiteY0" fmla="*/ 259439 h 285750"/>
                  <a:gd name="connsiteX1" fmla="*/ 85767 w 285750"/>
                  <a:gd name="connsiteY1" fmla="*/ 63700 h 285750"/>
                  <a:gd name="connsiteX2" fmla="*/ 28712 w 285750"/>
                  <a:gd name="connsiteY2" fmla="*/ 10550 h 285750"/>
                  <a:gd name="connsiteX3" fmla="*/ 11091 w 285750"/>
                  <a:gd name="connsiteY3" fmla="*/ 28172 h 285750"/>
                  <a:gd name="connsiteX4" fmla="*/ 210354 w 285750"/>
                  <a:gd name="connsiteY4" fmla="*/ 221053 h 285750"/>
                  <a:gd name="connsiteX5" fmla="*/ 264456 w 285750"/>
                  <a:gd name="connsiteY5" fmla="*/ 277155 h 285750"/>
                  <a:gd name="connsiteX6" fmla="*/ 282173 w 285750"/>
                  <a:gd name="connsiteY6" fmla="*/ 259439 h 285750"/>
                  <a:gd name="connsiteX7" fmla="*/ 282173 w 285750"/>
                  <a:gd name="connsiteY7" fmla="*/ 259439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85750" h="285750">
                    <a:moveTo>
                      <a:pt x="282173" y="259439"/>
                    </a:moveTo>
                    <a:cubicBezTo>
                      <a:pt x="218450" y="192478"/>
                      <a:pt x="152918" y="127232"/>
                      <a:pt x="85767" y="63700"/>
                    </a:cubicBezTo>
                    <a:cubicBezTo>
                      <a:pt x="66908" y="45888"/>
                      <a:pt x="47858" y="28172"/>
                      <a:pt x="28712" y="10550"/>
                    </a:cubicBezTo>
                    <a:cubicBezTo>
                      <a:pt x="16901" y="-308"/>
                      <a:pt x="-815" y="17313"/>
                      <a:pt x="11091" y="28172"/>
                    </a:cubicBezTo>
                    <a:cubicBezTo>
                      <a:pt x="79195" y="90656"/>
                      <a:pt x="145679" y="154949"/>
                      <a:pt x="210354" y="221053"/>
                    </a:cubicBezTo>
                    <a:cubicBezTo>
                      <a:pt x="228547" y="239627"/>
                      <a:pt x="246549" y="258296"/>
                      <a:pt x="264456" y="277155"/>
                    </a:cubicBezTo>
                    <a:cubicBezTo>
                      <a:pt x="275600" y="288776"/>
                      <a:pt x="293222" y="271154"/>
                      <a:pt x="282173" y="259439"/>
                    </a:cubicBezTo>
                    <a:lnTo>
                      <a:pt x="282173" y="259439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4" name="任意多边形: 形状 43"/>
              <p:cNvSpPr/>
              <p:nvPr/>
            </p:nvSpPr>
            <p:spPr>
              <a:xfrm>
                <a:off x="3817878" y="2481702"/>
                <a:ext cx="226858" cy="118830"/>
              </a:xfrm>
              <a:custGeom>
                <a:avLst/>
                <a:gdLst>
                  <a:gd name="connsiteX0" fmla="*/ 188601 w 200025"/>
                  <a:gd name="connsiteY0" fmla="*/ 74862 h 104775"/>
                  <a:gd name="connsiteX1" fmla="*/ 22961 w 200025"/>
                  <a:gd name="connsiteY1" fmla="*/ 7806 h 104775"/>
                  <a:gd name="connsiteX2" fmla="*/ 7626 w 200025"/>
                  <a:gd name="connsiteY2" fmla="*/ 16569 h 104775"/>
                  <a:gd name="connsiteX3" fmla="*/ 16389 w 200025"/>
                  <a:gd name="connsiteY3" fmla="*/ 31905 h 104775"/>
                  <a:gd name="connsiteX4" fmla="*/ 182029 w 200025"/>
                  <a:gd name="connsiteY4" fmla="*/ 98961 h 104775"/>
                  <a:gd name="connsiteX5" fmla="*/ 197364 w 200025"/>
                  <a:gd name="connsiteY5" fmla="*/ 90198 h 104775"/>
                  <a:gd name="connsiteX6" fmla="*/ 188601 w 200025"/>
                  <a:gd name="connsiteY6" fmla="*/ 74862 h 104775"/>
                  <a:gd name="connsiteX7" fmla="*/ 188601 w 200025"/>
                  <a:gd name="connsiteY7" fmla="*/ 74862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0025" h="104775">
                    <a:moveTo>
                      <a:pt x="188601" y="74862"/>
                    </a:moveTo>
                    <a:cubicBezTo>
                      <a:pt x="133356" y="52479"/>
                      <a:pt x="78206" y="30095"/>
                      <a:pt x="22961" y="7806"/>
                    </a:cubicBezTo>
                    <a:cubicBezTo>
                      <a:pt x="16675" y="5235"/>
                      <a:pt x="9245" y="10569"/>
                      <a:pt x="7626" y="16569"/>
                    </a:cubicBezTo>
                    <a:cubicBezTo>
                      <a:pt x="5626" y="23713"/>
                      <a:pt x="10102" y="29428"/>
                      <a:pt x="16389" y="31905"/>
                    </a:cubicBezTo>
                    <a:cubicBezTo>
                      <a:pt x="71634" y="54288"/>
                      <a:pt x="126784" y="76672"/>
                      <a:pt x="182029" y="98961"/>
                    </a:cubicBezTo>
                    <a:cubicBezTo>
                      <a:pt x="188315" y="101532"/>
                      <a:pt x="195745" y="96198"/>
                      <a:pt x="197364" y="90198"/>
                    </a:cubicBezTo>
                    <a:cubicBezTo>
                      <a:pt x="199269" y="83149"/>
                      <a:pt x="194887" y="77434"/>
                      <a:pt x="188601" y="74862"/>
                    </a:cubicBezTo>
                    <a:lnTo>
                      <a:pt x="188601" y="74862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5" name="任意多边形: 形状 44"/>
              <p:cNvSpPr/>
              <p:nvPr/>
            </p:nvSpPr>
            <p:spPr>
              <a:xfrm>
                <a:off x="3553322" y="2667181"/>
                <a:ext cx="475321" cy="108027"/>
              </a:xfrm>
              <a:custGeom>
                <a:avLst/>
                <a:gdLst>
                  <a:gd name="connsiteX0" fmla="*/ 407863 w 419100"/>
                  <a:gd name="connsiteY0" fmla="*/ 64389 h 95250"/>
                  <a:gd name="connsiteX1" fmla="*/ 277275 w 419100"/>
                  <a:gd name="connsiteY1" fmla="*/ 45053 h 95250"/>
                  <a:gd name="connsiteX2" fmla="*/ 70487 w 419100"/>
                  <a:gd name="connsiteY2" fmla="*/ 14383 h 95250"/>
                  <a:gd name="connsiteX3" fmla="*/ 22862 w 419100"/>
                  <a:gd name="connsiteY3" fmla="*/ 7334 h 95250"/>
                  <a:gd name="connsiteX4" fmla="*/ 7527 w 419100"/>
                  <a:gd name="connsiteY4" fmla="*/ 16097 h 95250"/>
                  <a:gd name="connsiteX5" fmla="*/ 16290 w 419100"/>
                  <a:gd name="connsiteY5" fmla="*/ 31433 h 95250"/>
                  <a:gd name="connsiteX6" fmla="*/ 146878 w 419100"/>
                  <a:gd name="connsiteY6" fmla="*/ 50768 h 95250"/>
                  <a:gd name="connsiteX7" fmla="*/ 353666 w 419100"/>
                  <a:gd name="connsiteY7" fmla="*/ 81439 h 95250"/>
                  <a:gd name="connsiteX8" fmla="*/ 401386 w 419100"/>
                  <a:gd name="connsiteY8" fmla="*/ 88487 h 95250"/>
                  <a:gd name="connsiteX9" fmla="*/ 416721 w 419100"/>
                  <a:gd name="connsiteY9" fmla="*/ 79724 h 95250"/>
                  <a:gd name="connsiteX10" fmla="*/ 407863 w 419100"/>
                  <a:gd name="connsiteY10" fmla="*/ 64389 h 95250"/>
                  <a:gd name="connsiteX11" fmla="*/ 407863 w 419100"/>
                  <a:gd name="connsiteY11" fmla="*/ 64389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19100" h="95250">
                    <a:moveTo>
                      <a:pt x="407863" y="64389"/>
                    </a:moveTo>
                    <a:cubicBezTo>
                      <a:pt x="364334" y="57912"/>
                      <a:pt x="320804" y="51530"/>
                      <a:pt x="277275" y="45053"/>
                    </a:cubicBezTo>
                    <a:cubicBezTo>
                      <a:pt x="208314" y="34862"/>
                      <a:pt x="139448" y="24670"/>
                      <a:pt x="70487" y="14383"/>
                    </a:cubicBezTo>
                    <a:cubicBezTo>
                      <a:pt x="54676" y="12097"/>
                      <a:pt x="38769" y="9716"/>
                      <a:pt x="22862" y="7334"/>
                    </a:cubicBezTo>
                    <a:cubicBezTo>
                      <a:pt x="16195" y="6382"/>
                      <a:pt x="9432" y="8954"/>
                      <a:pt x="7527" y="16097"/>
                    </a:cubicBezTo>
                    <a:cubicBezTo>
                      <a:pt x="5908" y="22003"/>
                      <a:pt x="9527" y="30480"/>
                      <a:pt x="16290" y="31433"/>
                    </a:cubicBezTo>
                    <a:cubicBezTo>
                      <a:pt x="59819" y="37910"/>
                      <a:pt x="103349" y="44291"/>
                      <a:pt x="146878" y="50768"/>
                    </a:cubicBezTo>
                    <a:cubicBezTo>
                      <a:pt x="215839" y="60960"/>
                      <a:pt x="284705" y="71152"/>
                      <a:pt x="353666" y="81439"/>
                    </a:cubicBezTo>
                    <a:cubicBezTo>
                      <a:pt x="369573" y="83820"/>
                      <a:pt x="385479" y="86106"/>
                      <a:pt x="401386" y="88487"/>
                    </a:cubicBezTo>
                    <a:cubicBezTo>
                      <a:pt x="408053" y="89440"/>
                      <a:pt x="414816" y="86868"/>
                      <a:pt x="416721" y="79724"/>
                    </a:cubicBezTo>
                    <a:cubicBezTo>
                      <a:pt x="418245" y="73914"/>
                      <a:pt x="414530" y="65437"/>
                      <a:pt x="407863" y="64389"/>
                    </a:cubicBezTo>
                    <a:lnTo>
                      <a:pt x="407863" y="64389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6" name="任意多边形: 形状 45"/>
              <p:cNvSpPr/>
              <p:nvPr/>
            </p:nvSpPr>
            <p:spPr>
              <a:xfrm>
                <a:off x="3745821" y="2445788"/>
                <a:ext cx="64816" cy="54014"/>
              </a:xfrm>
              <a:custGeom>
                <a:avLst/>
                <a:gdLst>
                  <a:gd name="connsiteX0" fmla="*/ 45347 w 57150"/>
                  <a:gd name="connsiteY0" fmla="*/ 18232 h 47625"/>
                  <a:gd name="connsiteX1" fmla="*/ 38775 w 57150"/>
                  <a:gd name="connsiteY1" fmla="*/ 15660 h 47625"/>
                  <a:gd name="connsiteX2" fmla="*/ 41727 w 57150"/>
                  <a:gd name="connsiteY2" fmla="*/ 16898 h 47625"/>
                  <a:gd name="connsiteX3" fmla="*/ 25916 w 57150"/>
                  <a:gd name="connsiteY3" fmla="*/ 8802 h 47625"/>
                  <a:gd name="connsiteX4" fmla="*/ 16296 w 57150"/>
                  <a:gd name="connsiteY4" fmla="*/ 7564 h 47625"/>
                  <a:gd name="connsiteX5" fmla="*/ 8866 w 57150"/>
                  <a:gd name="connsiteY5" fmla="*/ 13279 h 47625"/>
                  <a:gd name="connsiteX6" fmla="*/ 7628 w 57150"/>
                  <a:gd name="connsiteY6" fmla="*/ 22899 h 47625"/>
                  <a:gd name="connsiteX7" fmla="*/ 13343 w 57150"/>
                  <a:gd name="connsiteY7" fmla="*/ 30328 h 47625"/>
                  <a:gd name="connsiteX8" fmla="*/ 38679 w 57150"/>
                  <a:gd name="connsiteY8" fmla="*/ 42139 h 47625"/>
                  <a:gd name="connsiteX9" fmla="*/ 48300 w 57150"/>
                  <a:gd name="connsiteY9" fmla="*/ 40901 h 47625"/>
                  <a:gd name="connsiteX10" fmla="*/ 54015 w 57150"/>
                  <a:gd name="connsiteY10" fmla="*/ 33472 h 47625"/>
                  <a:gd name="connsiteX11" fmla="*/ 52776 w 57150"/>
                  <a:gd name="connsiteY11" fmla="*/ 23851 h 47625"/>
                  <a:gd name="connsiteX12" fmla="*/ 50871 w 57150"/>
                  <a:gd name="connsiteY12" fmla="*/ 21280 h 47625"/>
                  <a:gd name="connsiteX13" fmla="*/ 45347 w 57150"/>
                  <a:gd name="connsiteY13" fmla="*/ 18232 h 47625"/>
                  <a:gd name="connsiteX14" fmla="*/ 45347 w 57150"/>
                  <a:gd name="connsiteY14" fmla="*/ 18232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7150" h="47625">
                    <a:moveTo>
                      <a:pt x="45347" y="18232"/>
                    </a:moveTo>
                    <a:cubicBezTo>
                      <a:pt x="43156" y="17470"/>
                      <a:pt x="40965" y="16612"/>
                      <a:pt x="38775" y="15660"/>
                    </a:cubicBezTo>
                    <a:cubicBezTo>
                      <a:pt x="39727" y="16041"/>
                      <a:pt x="40775" y="16517"/>
                      <a:pt x="41727" y="16898"/>
                    </a:cubicBezTo>
                    <a:cubicBezTo>
                      <a:pt x="36298" y="14612"/>
                      <a:pt x="30964" y="11945"/>
                      <a:pt x="25916" y="8802"/>
                    </a:cubicBezTo>
                    <a:cubicBezTo>
                      <a:pt x="23154" y="7183"/>
                      <a:pt x="19344" y="6706"/>
                      <a:pt x="16296" y="7564"/>
                    </a:cubicBezTo>
                    <a:cubicBezTo>
                      <a:pt x="13438" y="8326"/>
                      <a:pt x="10295" y="10612"/>
                      <a:pt x="8866" y="13279"/>
                    </a:cubicBezTo>
                    <a:cubicBezTo>
                      <a:pt x="7342" y="16136"/>
                      <a:pt x="6580" y="19660"/>
                      <a:pt x="7628" y="22899"/>
                    </a:cubicBezTo>
                    <a:cubicBezTo>
                      <a:pt x="8676" y="26042"/>
                      <a:pt x="10485" y="28614"/>
                      <a:pt x="13343" y="30328"/>
                    </a:cubicBezTo>
                    <a:cubicBezTo>
                      <a:pt x="21344" y="35186"/>
                      <a:pt x="29916" y="39091"/>
                      <a:pt x="38679" y="42139"/>
                    </a:cubicBezTo>
                    <a:cubicBezTo>
                      <a:pt x="41632" y="43187"/>
                      <a:pt x="45728" y="42425"/>
                      <a:pt x="48300" y="40901"/>
                    </a:cubicBezTo>
                    <a:cubicBezTo>
                      <a:pt x="50871" y="39377"/>
                      <a:pt x="53348" y="36424"/>
                      <a:pt x="54015" y="33472"/>
                    </a:cubicBezTo>
                    <a:cubicBezTo>
                      <a:pt x="54777" y="30233"/>
                      <a:pt x="54586" y="26709"/>
                      <a:pt x="52776" y="23851"/>
                    </a:cubicBezTo>
                    <a:cubicBezTo>
                      <a:pt x="52110" y="22994"/>
                      <a:pt x="51443" y="22137"/>
                      <a:pt x="50871" y="21280"/>
                    </a:cubicBezTo>
                    <a:cubicBezTo>
                      <a:pt x="49252" y="19946"/>
                      <a:pt x="47442" y="18803"/>
                      <a:pt x="45347" y="18232"/>
                    </a:cubicBezTo>
                    <a:lnTo>
                      <a:pt x="45347" y="18232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7" name="任意多边形: 形状 46"/>
              <p:cNvSpPr/>
              <p:nvPr/>
            </p:nvSpPr>
            <p:spPr>
              <a:xfrm>
                <a:off x="3824694" y="2909318"/>
                <a:ext cx="237660" cy="75619"/>
              </a:xfrm>
              <a:custGeom>
                <a:avLst/>
                <a:gdLst>
                  <a:gd name="connsiteX0" fmla="*/ 192211 w 209550"/>
                  <a:gd name="connsiteY0" fmla="*/ 7388 h 66675"/>
                  <a:gd name="connsiteX1" fmla="*/ 16284 w 209550"/>
                  <a:gd name="connsiteY1" fmla="*/ 38535 h 66675"/>
                  <a:gd name="connsiteX2" fmla="*/ 7521 w 209550"/>
                  <a:gd name="connsiteY2" fmla="*/ 53870 h 66675"/>
                  <a:gd name="connsiteX3" fmla="*/ 22856 w 209550"/>
                  <a:gd name="connsiteY3" fmla="*/ 62633 h 66675"/>
                  <a:gd name="connsiteX4" fmla="*/ 198783 w 209550"/>
                  <a:gd name="connsiteY4" fmla="*/ 31486 h 66675"/>
                  <a:gd name="connsiteX5" fmla="*/ 207546 w 209550"/>
                  <a:gd name="connsiteY5" fmla="*/ 16151 h 66675"/>
                  <a:gd name="connsiteX6" fmla="*/ 192211 w 209550"/>
                  <a:gd name="connsiteY6" fmla="*/ 7388 h 66675"/>
                  <a:gd name="connsiteX7" fmla="*/ 192211 w 209550"/>
                  <a:gd name="connsiteY7" fmla="*/ 7388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9550" h="66675">
                    <a:moveTo>
                      <a:pt x="192211" y="7388"/>
                    </a:moveTo>
                    <a:cubicBezTo>
                      <a:pt x="133537" y="17770"/>
                      <a:pt x="74958" y="28153"/>
                      <a:pt x="16284" y="38535"/>
                    </a:cubicBezTo>
                    <a:cubicBezTo>
                      <a:pt x="9617" y="39678"/>
                      <a:pt x="5902" y="47869"/>
                      <a:pt x="7521" y="53870"/>
                    </a:cubicBezTo>
                    <a:cubicBezTo>
                      <a:pt x="9426" y="60919"/>
                      <a:pt x="16189" y="63776"/>
                      <a:pt x="22856" y="62633"/>
                    </a:cubicBezTo>
                    <a:cubicBezTo>
                      <a:pt x="81530" y="52251"/>
                      <a:pt x="140109" y="41869"/>
                      <a:pt x="198783" y="31486"/>
                    </a:cubicBezTo>
                    <a:cubicBezTo>
                      <a:pt x="205451" y="30343"/>
                      <a:pt x="209165" y="22152"/>
                      <a:pt x="207546" y="16151"/>
                    </a:cubicBezTo>
                    <a:cubicBezTo>
                      <a:pt x="205641" y="9103"/>
                      <a:pt x="198878" y="6245"/>
                      <a:pt x="192211" y="7388"/>
                    </a:cubicBezTo>
                    <a:lnTo>
                      <a:pt x="192211" y="7388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8" name="任意多边形: 形状 47"/>
              <p:cNvSpPr/>
              <p:nvPr/>
            </p:nvSpPr>
            <p:spPr>
              <a:xfrm>
                <a:off x="3744516" y="2948921"/>
                <a:ext cx="64816" cy="43211"/>
              </a:xfrm>
              <a:custGeom>
                <a:avLst/>
                <a:gdLst>
                  <a:gd name="connsiteX0" fmla="*/ 40782 w 57150"/>
                  <a:gd name="connsiteY0" fmla="*/ 7521 h 38100"/>
                  <a:gd name="connsiteX1" fmla="*/ 30495 w 57150"/>
                  <a:gd name="connsiteY1" fmla="*/ 9331 h 38100"/>
                  <a:gd name="connsiteX2" fmla="*/ 33829 w 57150"/>
                  <a:gd name="connsiteY2" fmla="*/ 8855 h 38100"/>
                  <a:gd name="connsiteX3" fmla="*/ 19637 w 57150"/>
                  <a:gd name="connsiteY3" fmla="*/ 9903 h 38100"/>
                  <a:gd name="connsiteX4" fmla="*/ 10778 w 57150"/>
                  <a:gd name="connsiteY4" fmla="*/ 13522 h 38100"/>
                  <a:gd name="connsiteX5" fmla="*/ 7159 w 57150"/>
                  <a:gd name="connsiteY5" fmla="*/ 22380 h 38100"/>
                  <a:gd name="connsiteX6" fmla="*/ 10778 w 57150"/>
                  <a:gd name="connsiteY6" fmla="*/ 31239 h 38100"/>
                  <a:gd name="connsiteX7" fmla="*/ 19637 w 57150"/>
                  <a:gd name="connsiteY7" fmla="*/ 34858 h 38100"/>
                  <a:gd name="connsiteX8" fmla="*/ 47545 w 57150"/>
                  <a:gd name="connsiteY8" fmla="*/ 31524 h 38100"/>
                  <a:gd name="connsiteX9" fmla="*/ 54974 w 57150"/>
                  <a:gd name="connsiteY9" fmla="*/ 25809 h 38100"/>
                  <a:gd name="connsiteX10" fmla="*/ 56213 w 57150"/>
                  <a:gd name="connsiteY10" fmla="*/ 16189 h 38100"/>
                  <a:gd name="connsiteX11" fmla="*/ 50498 w 57150"/>
                  <a:gd name="connsiteY11" fmla="*/ 8760 h 38100"/>
                  <a:gd name="connsiteX12" fmla="*/ 40782 w 57150"/>
                  <a:gd name="connsiteY12" fmla="*/ 7521 h 38100"/>
                  <a:gd name="connsiteX13" fmla="*/ 40782 w 57150"/>
                  <a:gd name="connsiteY13" fmla="*/ 7521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7150" h="38100">
                    <a:moveTo>
                      <a:pt x="40782" y="7521"/>
                    </a:moveTo>
                    <a:cubicBezTo>
                      <a:pt x="37353" y="8283"/>
                      <a:pt x="33924" y="8855"/>
                      <a:pt x="30495" y="9331"/>
                    </a:cubicBezTo>
                    <a:cubicBezTo>
                      <a:pt x="31638" y="9141"/>
                      <a:pt x="32686" y="9045"/>
                      <a:pt x="33829" y="8855"/>
                    </a:cubicBezTo>
                    <a:cubicBezTo>
                      <a:pt x="29066" y="9522"/>
                      <a:pt x="24399" y="9807"/>
                      <a:pt x="19637" y="9903"/>
                    </a:cubicBezTo>
                    <a:cubicBezTo>
                      <a:pt x="16398" y="9998"/>
                      <a:pt x="13064" y="11236"/>
                      <a:pt x="10778" y="13522"/>
                    </a:cubicBezTo>
                    <a:cubicBezTo>
                      <a:pt x="8588" y="15713"/>
                      <a:pt x="6968" y="19237"/>
                      <a:pt x="7159" y="22380"/>
                    </a:cubicBezTo>
                    <a:cubicBezTo>
                      <a:pt x="7349" y="25619"/>
                      <a:pt x="8397" y="28953"/>
                      <a:pt x="10778" y="31239"/>
                    </a:cubicBezTo>
                    <a:cubicBezTo>
                      <a:pt x="13160" y="33429"/>
                      <a:pt x="16208" y="34953"/>
                      <a:pt x="19637" y="34858"/>
                    </a:cubicBezTo>
                    <a:cubicBezTo>
                      <a:pt x="28971" y="34668"/>
                      <a:pt x="38401" y="33525"/>
                      <a:pt x="47545" y="31524"/>
                    </a:cubicBezTo>
                    <a:cubicBezTo>
                      <a:pt x="50498" y="30858"/>
                      <a:pt x="53546" y="28381"/>
                      <a:pt x="54974" y="25809"/>
                    </a:cubicBezTo>
                    <a:cubicBezTo>
                      <a:pt x="56498" y="23142"/>
                      <a:pt x="57165" y="19142"/>
                      <a:pt x="56213" y="16189"/>
                    </a:cubicBezTo>
                    <a:cubicBezTo>
                      <a:pt x="55260" y="13141"/>
                      <a:pt x="53355" y="10284"/>
                      <a:pt x="50498" y="8760"/>
                    </a:cubicBezTo>
                    <a:cubicBezTo>
                      <a:pt x="47354" y="7140"/>
                      <a:pt x="44116" y="6759"/>
                      <a:pt x="40782" y="7521"/>
                    </a:cubicBezTo>
                    <a:lnTo>
                      <a:pt x="40782" y="7521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55" name="组合 54"/>
          <p:cNvGrpSpPr/>
          <p:nvPr/>
        </p:nvGrpSpPr>
        <p:grpSpPr>
          <a:xfrm>
            <a:off x="2120877" y="4361389"/>
            <a:ext cx="1427959" cy="477549"/>
            <a:chOff x="6271690" y="4922582"/>
            <a:chExt cx="1138762" cy="477549"/>
          </a:xfrm>
        </p:grpSpPr>
        <p:grpSp>
          <p:nvGrpSpPr>
            <p:cNvPr id="56" name="组合 55"/>
            <p:cNvGrpSpPr/>
            <p:nvPr/>
          </p:nvGrpSpPr>
          <p:grpSpPr>
            <a:xfrm rot="10366">
              <a:off x="6271690" y="4922582"/>
              <a:ext cx="1138762" cy="477549"/>
              <a:chOff x="1007320" y="3891219"/>
              <a:chExt cx="1676400" cy="586561"/>
            </a:xfrm>
          </p:grpSpPr>
          <p:sp>
            <p:nvSpPr>
              <p:cNvPr id="58" name="任意多边形: 形状 57"/>
              <p:cNvSpPr/>
              <p:nvPr/>
            </p:nvSpPr>
            <p:spPr>
              <a:xfrm>
                <a:off x="1016286" y="3891219"/>
                <a:ext cx="1657350" cy="552450"/>
              </a:xfrm>
              <a:custGeom>
                <a:avLst/>
                <a:gdLst>
                  <a:gd name="connsiteX0" fmla="*/ 1476947 w 1657350"/>
                  <a:gd name="connsiteY0" fmla="*/ 21562 h 552450"/>
                  <a:gd name="connsiteX1" fmla="*/ 810007 w 1657350"/>
                  <a:gd name="connsiteY1" fmla="*/ 11656 h 552450"/>
                  <a:gd name="connsiteX2" fmla="*/ 437293 w 1657350"/>
                  <a:gd name="connsiteY2" fmla="*/ 26515 h 552450"/>
                  <a:gd name="connsiteX3" fmla="*/ 77439 w 1657350"/>
                  <a:gd name="connsiteY3" fmla="*/ 156912 h 552450"/>
                  <a:gd name="connsiteX4" fmla="*/ 118492 w 1657350"/>
                  <a:gd name="connsiteY4" fmla="*/ 510671 h 552450"/>
                  <a:gd name="connsiteX5" fmla="*/ 310040 w 1657350"/>
                  <a:gd name="connsiteY5" fmla="*/ 543437 h 552450"/>
                  <a:gd name="connsiteX6" fmla="*/ 943547 w 1657350"/>
                  <a:gd name="connsiteY6" fmla="*/ 550390 h 552450"/>
                  <a:gd name="connsiteX7" fmla="*/ 1290162 w 1657350"/>
                  <a:gd name="connsiteY7" fmla="*/ 531340 h 552450"/>
                  <a:gd name="connsiteX8" fmla="*/ 1596105 w 1657350"/>
                  <a:gd name="connsiteY8" fmla="*/ 402562 h 552450"/>
                  <a:gd name="connsiteX9" fmla="*/ 1476947 w 1657350"/>
                  <a:gd name="connsiteY9" fmla="*/ 21562 h 55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57350" h="552450">
                    <a:moveTo>
                      <a:pt x="1476947" y="21562"/>
                    </a:moveTo>
                    <a:cubicBezTo>
                      <a:pt x="1244156" y="-917"/>
                      <a:pt x="1043941" y="8894"/>
                      <a:pt x="810007" y="11656"/>
                    </a:cubicBezTo>
                    <a:cubicBezTo>
                      <a:pt x="685706" y="13085"/>
                      <a:pt x="561119" y="14609"/>
                      <a:pt x="437293" y="26515"/>
                    </a:cubicBezTo>
                    <a:cubicBezTo>
                      <a:pt x="312421" y="38612"/>
                      <a:pt x="167165" y="62234"/>
                      <a:pt x="77439" y="156912"/>
                    </a:cubicBezTo>
                    <a:cubicBezTo>
                      <a:pt x="-19621" y="259306"/>
                      <a:pt x="-25336" y="443234"/>
                      <a:pt x="118492" y="510671"/>
                    </a:cubicBezTo>
                    <a:cubicBezTo>
                      <a:pt x="178023" y="538579"/>
                      <a:pt x="244984" y="541246"/>
                      <a:pt x="310040" y="543437"/>
                    </a:cubicBezTo>
                    <a:cubicBezTo>
                      <a:pt x="521114" y="550676"/>
                      <a:pt x="732473" y="554581"/>
                      <a:pt x="943547" y="550390"/>
                    </a:cubicBezTo>
                    <a:cubicBezTo>
                      <a:pt x="1059181" y="548104"/>
                      <a:pt x="1175195" y="544199"/>
                      <a:pt x="1290162" y="531340"/>
                    </a:cubicBezTo>
                    <a:cubicBezTo>
                      <a:pt x="1403700" y="518672"/>
                      <a:pt x="1523239" y="496765"/>
                      <a:pt x="1596105" y="402562"/>
                    </a:cubicBezTo>
                    <a:cubicBezTo>
                      <a:pt x="1693546" y="276832"/>
                      <a:pt x="1669924" y="39850"/>
                      <a:pt x="1476947" y="21562"/>
                    </a:cubicBezTo>
                  </a:path>
                </a:pathLst>
              </a:custGeom>
              <a:solidFill>
                <a:srgbClr val="FF988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9" name="任意多边形: 形状 58"/>
              <p:cNvSpPr/>
              <p:nvPr/>
            </p:nvSpPr>
            <p:spPr>
              <a:xfrm>
                <a:off x="1007320" y="3906280"/>
                <a:ext cx="1676400" cy="571500"/>
              </a:xfrm>
              <a:custGeom>
                <a:avLst/>
                <a:gdLst>
                  <a:gd name="connsiteX0" fmla="*/ 1485913 w 1676400"/>
                  <a:gd name="connsiteY0" fmla="*/ 21449 h 571500"/>
                  <a:gd name="connsiteX1" fmla="*/ 1030999 w 1676400"/>
                  <a:gd name="connsiteY1" fmla="*/ 8114 h 571500"/>
                  <a:gd name="connsiteX2" fmla="*/ 799446 w 1676400"/>
                  <a:gd name="connsiteY2" fmla="*/ 11829 h 571500"/>
                  <a:gd name="connsiteX3" fmla="*/ 560274 w 1676400"/>
                  <a:gd name="connsiteY3" fmla="*/ 18115 h 571500"/>
                  <a:gd name="connsiteX4" fmla="*/ 352152 w 1676400"/>
                  <a:gd name="connsiteY4" fmla="*/ 38213 h 571500"/>
                  <a:gd name="connsiteX5" fmla="*/ 176416 w 1676400"/>
                  <a:gd name="connsiteY5" fmla="*/ 90029 h 571500"/>
                  <a:gd name="connsiteX6" fmla="*/ 49924 w 1676400"/>
                  <a:gd name="connsiteY6" fmla="*/ 197852 h 571500"/>
                  <a:gd name="connsiteX7" fmla="*/ 7252 w 1676400"/>
                  <a:gd name="connsiteY7" fmla="*/ 333774 h 571500"/>
                  <a:gd name="connsiteX8" fmla="*/ 46781 w 1676400"/>
                  <a:gd name="connsiteY8" fmla="*/ 465886 h 571500"/>
                  <a:gd name="connsiteX9" fmla="*/ 194704 w 1676400"/>
                  <a:gd name="connsiteY9" fmla="*/ 550182 h 571500"/>
                  <a:gd name="connsiteX10" fmla="*/ 302718 w 1676400"/>
                  <a:gd name="connsiteY10" fmla="*/ 560659 h 571500"/>
                  <a:gd name="connsiteX11" fmla="*/ 420542 w 1676400"/>
                  <a:gd name="connsiteY11" fmla="*/ 564469 h 571500"/>
                  <a:gd name="connsiteX12" fmla="*/ 661524 w 1676400"/>
                  <a:gd name="connsiteY12" fmla="*/ 569327 h 571500"/>
                  <a:gd name="connsiteX13" fmla="*/ 1144061 w 1676400"/>
                  <a:gd name="connsiteY13" fmla="*/ 561802 h 571500"/>
                  <a:gd name="connsiteX14" fmla="*/ 1361517 w 1676400"/>
                  <a:gd name="connsiteY14" fmla="*/ 541038 h 571500"/>
                  <a:gd name="connsiteX15" fmla="*/ 1531443 w 1676400"/>
                  <a:gd name="connsiteY15" fmla="*/ 487031 h 571500"/>
                  <a:gd name="connsiteX16" fmla="*/ 1639551 w 1676400"/>
                  <a:gd name="connsiteY16" fmla="*/ 372731 h 571500"/>
                  <a:gd name="connsiteX17" fmla="*/ 1669841 w 1676400"/>
                  <a:gd name="connsiteY17" fmla="*/ 245763 h 571500"/>
                  <a:gd name="connsiteX18" fmla="*/ 1553731 w 1676400"/>
                  <a:gd name="connsiteY18" fmla="*/ 38689 h 571500"/>
                  <a:gd name="connsiteX19" fmla="*/ 1485913 w 1676400"/>
                  <a:gd name="connsiteY19" fmla="*/ 21449 h 571500"/>
                  <a:gd name="connsiteX20" fmla="*/ 1485913 w 1676400"/>
                  <a:gd name="connsiteY20" fmla="*/ 39261 h 571500"/>
                  <a:gd name="connsiteX21" fmla="*/ 1599261 w 1676400"/>
                  <a:gd name="connsiteY21" fmla="*/ 92220 h 571500"/>
                  <a:gd name="connsiteX22" fmla="*/ 1648600 w 1676400"/>
                  <a:gd name="connsiteY22" fmla="*/ 196900 h 571500"/>
                  <a:gd name="connsiteX23" fmla="*/ 1572495 w 1676400"/>
                  <a:gd name="connsiteY23" fmla="*/ 434358 h 571500"/>
                  <a:gd name="connsiteX24" fmla="*/ 1420667 w 1676400"/>
                  <a:gd name="connsiteY24" fmla="*/ 511129 h 571500"/>
                  <a:gd name="connsiteX25" fmla="*/ 1227690 w 1676400"/>
                  <a:gd name="connsiteY25" fmla="*/ 538276 h 571500"/>
                  <a:gd name="connsiteX26" fmla="*/ 763061 w 1676400"/>
                  <a:gd name="connsiteY26" fmla="*/ 552087 h 571500"/>
                  <a:gd name="connsiteX27" fmla="*/ 297193 w 1676400"/>
                  <a:gd name="connsiteY27" fmla="*/ 542657 h 571500"/>
                  <a:gd name="connsiteX28" fmla="*/ 104121 w 1676400"/>
                  <a:gd name="connsiteY28" fmla="*/ 496270 h 571500"/>
                  <a:gd name="connsiteX29" fmla="*/ 29922 w 1676400"/>
                  <a:gd name="connsiteY29" fmla="*/ 387019 h 571500"/>
                  <a:gd name="connsiteX30" fmla="*/ 133173 w 1676400"/>
                  <a:gd name="connsiteY30" fmla="*/ 136606 h 571500"/>
                  <a:gd name="connsiteX31" fmla="*/ 476073 w 1676400"/>
                  <a:gd name="connsiteY31" fmla="*/ 41737 h 571500"/>
                  <a:gd name="connsiteX32" fmla="*/ 938130 w 1676400"/>
                  <a:gd name="connsiteY32" fmla="*/ 27640 h 571500"/>
                  <a:gd name="connsiteX33" fmla="*/ 1374185 w 1676400"/>
                  <a:gd name="connsiteY33" fmla="*/ 30784 h 571500"/>
                  <a:gd name="connsiteX34" fmla="*/ 1485723 w 1676400"/>
                  <a:gd name="connsiteY34" fmla="*/ 39356 h 571500"/>
                  <a:gd name="connsiteX35" fmla="*/ 1485913 w 1676400"/>
                  <a:gd name="connsiteY35" fmla="*/ 21449 h 571500"/>
                  <a:gd name="connsiteX36" fmla="*/ 1485913 w 1676400"/>
                  <a:gd name="connsiteY36" fmla="*/ 21449 h 57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1676400" h="571500">
                    <a:moveTo>
                      <a:pt x="1485913" y="21449"/>
                    </a:moveTo>
                    <a:cubicBezTo>
                      <a:pt x="1334656" y="6876"/>
                      <a:pt x="1182828" y="5733"/>
                      <a:pt x="1030999" y="8114"/>
                    </a:cubicBezTo>
                    <a:cubicBezTo>
                      <a:pt x="953847" y="9257"/>
                      <a:pt x="876599" y="10876"/>
                      <a:pt x="799446" y="11829"/>
                    </a:cubicBezTo>
                    <a:cubicBezTo>
                      <a:pt x="719722" y="12781"/>
                      <a:pt x="639903" y="13924"/>
                      <a:pt x="560274" y="18115"/>
                    </a:cubicBezTo>
                    <a:cubicBezTo>
                      <a:pt x="490741" y="21735"/>
                      <a:pt x="420923" y="27069"/>
                      <a:pt x="352152" y="38213"/>
                    </a:cubicBezTo>
                    <a:cubicBezTo>
                      <a:pt x="291764" y="47929"/>
                      <a:pt x="231566" y="62978"/>
                      <a:pt x="176416" y="90029"/>
                    </a:cubicBezTo>
                    <a:cubicBezTo>
                      <a:pt x="126124" y="114699"/>
                      <a:pt x="80595" y="150513"/>
                      <a:pt x="49924" y="197852"/>
                    </a:cubicBezTo>
                    <a:cubicBezTo>
                      <a:pt x="23921" y="238143"/>
                      <a:pt x="8681" y="285768"/>
                      <a:pt x="7252" y="333774"/>
                    </a:cubicBezTo>
                    <a:cubicBezTo>
                      <a:pt x="5823" y="380542"/>
                      <a:pt x="18492" y="428167"/>
                      <a:pt x="46781" y="465886"/>
                    </a:cubicBezTo>
                    <a:cubicBezTo>
                      <a:pt x="82595" y="513415"/>
                      <a:pt x="137364" y="538942"/>
                      <a:pt x="194704" y="550182"/>
                    </a:cubicBezTo>
                    <a:cubicBezTo>
                      <a:pt x="230232" y="557135"/>
                      <a:pt x="266618" y="559326"/>
                      <a:pt x="302718" y="560659"/>
                    </a:cubicBezTo>
                    <a:cubicBezTo>
                      <a:pt x="341961" y="562183"/>
                      <a:pt x="381299" y="563326"/>
                      <a:pt x="420542" y="564469"/>
                    </a:cubicBezTo>
                    <a:cubicBezTo>
                      <a:pt x="500838" y="566755"/>
                      <a:pt x="581229" y="568470"/>
                      <a:pt x="661524" y="569327"/>
                    </a:cubicBezTo>
                    <a:cubicBezTo>
                      <a:pt x="822306" y="571042"/>
                      <a:pt x="983469" y="570565"/>
                      <a:pt x="1144061" y="561802"/>
                    </a:cubicBezTo>
                    <a:cubicBezTo>
                      <a:pt x="1216737" y="557802"/>
                      <a:pt x="1289603" y="552373"/>
                      <a:pt x="1361517" y="541038"/>
                    </a:cubicBezTo>
                    <a:cubicBezTo>
                      <a:pt x="1420286" y="531799"/>
                      <a:pt x="1479531" y="517130"/>
                      <a:pt x="1531443" y="487031"/>
                    </a:cubicBezTo>
                    <a:cubicBezTo>
                      <a:pt x="1577639" y="460171"/>
                      <a:pt x="1616120" y="420832"/>
                      <a:pt x="1639551" y="372731"/>
                    </a:cubicBezTo>
                    <a:cubicBezTo>
                      <a:pt x="1658792" y="333298"/>
                      <a:pt x="1669079" y="289578"/>
                      <a:pt x="1669841" y="245763"/>
                    </a:cubicBezTo>
                    <a:cubicBezTo>
                      <a:pt x="1671270" y="161752"/>
                      <a:pt x="1634218" y="74122"/>
                      <a:pt x="1553731" y="38689"/>
                    </a:cubicBezTo>
                    <a:cubicBezTo>
                      <a:pt x="1532205" y="29164"/>
                      <a:pt x="1509440" y="23830"/>
                      <a:pt x="1485913" y="21449"/>
                    </a:cubicBezTo>
                    <a:cubicBezTo>
                      <a:pt x="1474483" y="20306"/>
                      <a:pt x="1474578" y="38118"/>
                      <a:pt x="1485913" y="39261"/>
                    </a:cubicBezTo>
                    <a:cubicBezTo>
                      <a:pt x="1528776" y="43547"/>
                      <a:pt x="1569447" y="60692"/>
                      <a:pt x="1599261" y="92220"/>
                    </a:cubicBezTo>
                    <a:cubicBezTo>
                      <a:pt x="1626312" y="120890"/>
                      <a:pt x="1641933" y="158419"/>
                      <a:pt x="1648600" y="196900"/>
                    </a:cubicBezTo>
                    <a:cubicBezTo>
                      <a:pt x="1663173" y="281767"/>
                      <a:pt x="1635170" y="374731"/>
                      <a:pt x="1572495" y="434358"/>
                    </a:cubicBezTo>
                    <a:cubicBezTo>
                      <a:pt x="1530490" y="474268"/>
                      <a:pt x="1476198" y="497223"/>
                      <a:pt x="1420667" y="511129"/>
                    </a:cubicBezTo>
                    <a:cubicBezTo>
                      <a:pt x="1357707" y="526941"/>
                      <a:pt x="1292270" y="532942"/>
                      <a:pt x="1227690" y="538276"/>
                    </a:cubicBezTo>
                    <a:cubicBezTo>
                      <a:pt x="1073385" y="550944"/>
                      <a:pt x="917937" y="552277"/>
                      <a:pt x="763061" y="552087"/>
                    </a:cubicBezTo>
                    <a:cubicBezTo>
                      <a:pt x="607803" y="551896"/>
                      <a:pt x="452355" y="548848"/>
                      <a:pt x="297193" y="542657"/>
                    </a:cubicBezTo>
                    <a:cubicBezTo>
                      <a:pt x="231185" y="539990"/>
                      <a:pt x="160605" y="534085"/>
                      <a:pt x="104121" y="496270"/>
                    </a:cubicBezTo>
                    <a:cubicBezTo>
                      <a:pt x="66021" y="470743"/>
                      <a:pt x="40113" y="431500"/>
                      <a:pt x="29922" y="387019"/>
                    </a:cubicBezTo>
                    <a:cubicBezTo>
                      <a:pt x="8205" y="291483"/>
                      <a:pt x="55830" y="192423"/>
                      <a:pt x="133173" y="136606"/>
                    </a:cubicBezTo>
                    <a:cubicBezTo>
                      <a:pt x="231090" y="65931"/>
                      <a:pt x="359106" y="51453"/>
                      <a:pt x="476073" y="41737"/>
                    </a:cubicBezTo>
                    <a:cubicBezTo>
                      <a:pt x="629711" y="28974"/>
                      <a:pt x="784111" y="30403"/>
                      <a:pt x="938130" y="27640"/>
                    </a:cubicBezTo>
                    <a:cubicBezTo>
                      <a:pt x="1083482" y="25069"/>
                      <a:pt x="1229024" y="22402"/>
                      <a:pt x="1374185" y="30784"/>
                    </a:cubicBezTo>
                    <a:cubicBezTo>
                      <a:pt x="1411428" y="32974"/>
                      <a:pt x="1448670" y="35832"/>
                      <a:pt x="1485723" y="39356"/>
                    </a:cubicBezTo>
                    <a:cubicBezTo>
                      <a:pt x="1497343" y="40404"/>
                      <a:pt x="1497248" y="22592"/>
                      <a:pt x="1485913" y="21449"/>
                    </a:cubicBezTo>
                    <a:lnTo>
                      <a:pt x="1485913" y="21449"/>
                    </a:lnTo>
                    <a:close/>
                  </a:path>
                </a:pathLst>
              </a:custGeom>
              <a:solidFill>
                <a:srgbClr val="F7858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57" name="文本框 56"/>
            <p:cNvSpPr txBox="1"/>
            <p:nvPr/>
          </p:nvSpPr>
          <p:spPr>
            <a:xfrm rot="10366">
              <a:off x="6358030" y="4980054"/>
              <a:ext cx="9654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  <a:cs typeface="+mn-ea"/>
                  <a:sym typeface="+mn-lt"/>
                </a:rPr>
                <a:t>是重点哦</a:t>
              </a:r>
              <a:endParaRPr lang="zh-CN" altLang="en-US" sz="20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89884" y="3489393"/>
            <a:ext cx="2430984" cy="2252717"/>
          </a:xfrm>
          <a:prstGeom prst="rect">
            <a:avLst/>
          </a:prstGeom>
          <a:solidFill>
            <a:srgbClr val="FFF4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1675176" y="3188863"/>
            <a:ext cx="660400" cy="6604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arrow-pointing-left-circular-button_20407"/>
          <p:cNvSpPr>
            <a:spLocks noChangeAspect="1"/>
          </p:cNvSpPr>
          <p:nvPr/>
        </p:nvSpPr>
        <p:spPr bwMode="auto">
          <a:xfrm>
            <a:off x="1806271" y="3320212"/>
            <a:ext cx="398210" cy="397703"/>
          </a:xfrm>
          <a:custGeom>
            <a:avLst/>
            <a:gdLst>
              <a:gd name="T0" fmla="*/ 2307 w 4612"/>
              <a:gd name="T1" fmla="*/ 4614 h 4614"/>
              <a:gd name="T2" fmla="*/ 0 w 4612"/>
              <a:gd name="T3" fmla="*/ 2307 h 4614"/>
              <a:gd name="T4" fmla="*/ 2307 w 4612"/>
              <a:gd name="T5" fmla="*/ 0 h 4614"/>
              <a:gd name="T6" fmla="*/ 4612 w 4612"/>
              <a:gd name="T7" fmla="*/ 2227 h 4614"/>
              <a:gd name="T8" fmla="*/ 2031 w 4612"/>
              <a:gd name="T9" fmla="*/ 2222 h 4614"/>
              <a:gd name="T10" fmla="*/ 2479 w 4612"/>
              <a:gd name="T11" fmla="*/ 1775 h 4614"/>
              <a:gd name="T12" fmla="*/ 2367 w 4612"/>
              <a:gd name="T13" fmla="*/ 1662 h 4614"/>
              <a:gd name="T14" fmla="*/ 1727 w 4612"/>
              <a:gd name="T15" fmla="*/ 2302 h 4614"/>
              <a:gd name="T16" fmla="*/ 2378 w 4612"/>
              <a:gd name="T17" fmla="*/ 2952 h 4614"/>
              <a:gd name="T18" fmla="*/ 2490 w 4612"/>
              <a:gd name="T19" fmla="*/ 2840 h 4614"/>
              <a:gd name="T20" fmla="*/ 2032 w 4612"/>
              <a:gd name="T21" fmla="*/ 2381 h 4614"/>
              <a:gd name="T22" fmla="*/ 4612 w 4612"/>
              <a:gd name="T23" fmla="*/ 2387 h 4614"/>
              <a:gd name="T24" fmla="*/ 2307 w 4612"/>
              <a:gd name="T25" fmla="*/ 4614 h 46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612" h="4614">
                <a:moveTo>
                  <a:pt x="2307" y="4614"/>
                </a:moveTo>
                <a:cubicBezTo>
                  <a:pt x="1035" y="4614"/>
                  <a:pt x="0" y="3579"/>
                  <a:pt x="0" y="2307"/>
                </a:cubicBezTo>
                <a:cubicBezTo>
                  <a:pt x="0" y="1035"/>
                  <a:pt x="1035" y="0"/>
                  <a:pt x="2307" y="0"/>
                </a:cubicBezTo>
                <a:cubicBezTo>
                  <a:pt x="3553" y="0"/>
                  <a:pt x="4570" y="992"/>
                  <a:pt x="4612" y="2227"/>
                </a:cubicBezTo>
                <a:lnTo>
                  <a:pt x="2031" y="2222"/>
                </a:lnTo>
                <a:lnTo>
                  <a:pt x="2479" y="1775"/>
                </a:lnTo>
                <a:lnTo>
                  <a:pt x="2367" y="1662"/>
                </a:lnTo>
                <a:lnTo>
                  <a:pt x="1727" y="2302"/>
                </a:lnTo>
                <a:lnTo>
                  <a:pt x="2378" y="2952"/>
                </a:lnTo>
                <a:lnTo>
                  <a:pt x="2490" y="2840"/>
                </a:lnTo>
                <a:lnTo>
                  <a:pt x="2032" y="2381"/>
                </a:lnTo>
                <a:lnTo>
                  <a:pt x="4612" y="2387"/>
                </a:lnTo>
                <a:cubicBezTo>
                  <a:pt x="4570" y="3622"/>
                  <a:pt x="3553" y="4614"/>
                  <a:pt x="2307" y="461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535358" y="3508126"/>
            <a:ext cx="2430984" cy="2252717"/>
          </a:xfrm>
          <a:prstGeom prst="rect">
            <a:avLst/>
          </a:prstGeom>
          <a:solidFill>
            <a:srgbClr val="C3EAF4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4420650" y="3188863"/>
            <a:ext cx="660400" cy="6604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arrow-pointing-left-circular-button_20407"/>
          <p:cNvSpPr>
            <a:spLocks noChangeAspect="1"/>
          </p:cNvSpPr>
          <p:nvPr/>
        </p:nvSpPr>
        <p:spPr bwMode="auto">
          <a:xfrm>
            <a:off x="4551745" y="3320212"/>
            <a:ext cx="398210" cy="397703"/>
          </a:xfrm>
          <a:custGeom>
            <a:avLst/>
            <a:gdLst>
              <a:gd name="T0" fmla="*/ 2307 w 4612"/>
              <a:gd name="T1" fmla="*/ 4614 h 4614"/>
              <a:gd name="T2" fmla="*/ 0 w 4612"/>
              <a:gd name="T3" fmla="*/ 2307 h 4614"/>
              <a:gd name="T4" fmla="*/ 2307 w 4612"/>
              <a:gd name="T5" fmla="*/ 0 h 4614"/>
              <a:gd name="T6" fmla="*/ 4612 w 4612"/>
              <a:gd name="T7" fmla="*/ 2227 h 4614"/>
              <a:gd name="T8" fmla="*/ 2031 w 4612"/>
              <a:gd name="T9" fmla="*/ 2222 h 4614"/>
              <a:gd name="T10" fmla="*/ 2479 w 4612"/>
              <a:gd name="T11" fmla="*/ 1775 h 4614"/>
              <a:gd name="T12" fmla="*/ 2367 w 4612"/>
              <a:gd name="T13" fmla="*/ 1662 h 4614"/>
              <a:gd name="T14" fmla="*/ 1727 w 4612"/>
              <a:gd name="T15" fmla="*/ 2302 h 4614"/>
              <a:gd name="T16" fmla="*/ 2378 w 4612"/>
              <a:gd name="T17" fmla="*/ 2952 h 4614"/>
              <a:gd name="T18" fmla="*/ 2490 w 4612"/>
              <a:gd name="T19" fmla="*/ 2840 h 4614"/>
              <a:gd name="T20" fmla="*/ 2032 w 4612"/>
              <a:gd name="T21" fmla="*/ 2381 h 4614"/>
              <a:gd name="T22" fmla="*/ 4612 w 4612"/>
              <a:gd name="T23" fmla="*/ 2387 h 4614"/>
              <a:gd name="T24" fmla="*/ 2307 w 4612"/>
              <a:gd name="T25" fmla="*/ 4614 h 46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612" h="4614">
                <a:moveTo>
                  <a:pt x="2307" y="4614"/>
                </a:moveTo>
                <a:cubicBezTo>
                  <a:pt x="1035" y="4614"/>
                  <a:pt x="0" y="3579"/>
                  <a:pt x="0" y="2307"/>
                </a:cubicBezTo>
                <a:cubicBezTo>
                  <a:pt x="0" y="1035"/>
                  <a:pt x="1035" y="0"/>
                  <a:pt x="2307" y="0"/>
                </a:cubicBezTo>
                <a:cubicBezTo>
                  <a:pt x="3553" y="0"/>
                  <a:pt x="4570" y="992"/>
                  <a:pt x="4612" y="2227"/>
                </a:cubicBezTo>
                <a:lnTo>
                  <a:pt x="2031" y="2222"/>
                </a:lnTo>
                <a:lnTo>
                  <a:pt x="2479" y="1775"/>
                </a:lnTo>
                <a:lnTo>
                  <a:pt x="2367" y="1662"/>
                </a:lnTo>
                <a:lnTo>
                  <a:pt x="1727" y="2302"/>
                </a:lnTo>
                <a:lnTo>
                  <a:pt x="2378" y="2952"/>
                </a:lnTo>
                <a:lnTo>
                  <a:pt x="2490" y="2840"/>
                </a:lnTo>
                <a:lnTo>
                  <a:pt x="2032" y="2381"/>
                </a:lnTo>
                <a:lnTo>
                  <a:pt x="4612" y="2387"/>
                </a:lnTo>
                <a:cubicBezTo>
                  <a:pt x="4570" y="3622"/>
                  <a:pt x="3553" y="4614"/>
                  <a:pt x="2307" y="461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280832" y="3497956"/>
            <a:ext cx="2430984" cy="2252717"/>
          </a:xfrm>
          <a:prstGeom prst="rect">
            <a:avLst/>
          </a:prstGeom>
          <a:solidFill>
            <a:srgbClr val="FFBDB5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7166124" y="3188863"/>
            <a:ext cx="660400" cy="6604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arrow-pointing-left-circular-button_20407"/>
          <p:cNvSpPr>
            <a:spLocks noChangeAspect="1"/>
          </p:cNvSpPr>
          <p:nvPr/>
        </p:nvSpPr>
        <p:spPr bwMode="auto">
          <a:xfrm>
            <a:off x="7297219" y="3320212"/>
            <a:ext cx="398210" cy="397703"/>
          </a:xfrm>
          <a:custGeom>
            <a:avLst/>
            <a:gdLst>
              <a:gd name="T0" fmla="*/ 2307 w 4612"/>
              <a:gd name="T1" fmla="*/ 4614 h 4614"/>
              <a:gd name="T2" fmla="*/ 0 w 4612"/>
              <a:gd name="T3" fmla="*/ 2307 h 4614"/>
              <a:gd name="T4" fmla="*/ 2307 w 4612"/>
              <a:gd name="T5" fmla="*/ 0 h 4614"/>
              <a:gd name="T6" fmla="*/ 4612 w 4612"/>
              <a:gd name="T7" fmla="*/ 2227 h 4614"/>
              <a:gd name="T8" fmla="*/ 2031 w 4612"/>
              <a:gd name="T9" fmla="*/ 2222 h 4614"/>
              <a:gd name="T10" fmla="*/ 2479 w 4612"/>
              <a:gd name="T11" fmla="*/ 1775 h 4614"/>
              <a:gd name="T12" fmla="*/ 2367 w 4612"/>
              <a:gd name="T13" fmla="*/ 1662 h 4614"/>
              <a:gd name="T14" fmla="*/ 1727 w 4612"/>
              <a:gd name="T15" fmla="*/ 2302 h 4614"/>
              <a:gd name="T16" fmla="*/ 2378 w 4612"/>
              <a:gd name="T17" fmla="*/ 2952 h 4614"/>
              <a:gd name="T18" fmla="*/ 2490 w 4612"/>
              <a:gd name="T19" fmla="*/ 2840 h 4614"/>
              <a:gd name="T20" fmla="*/ 2032 w 4612"/>
              <a:gd name="T21" fmla="*/ 2381 h 4614"/>
              <a:gd name="T22" fmla="*/ 4612 w 4612"/>
              <a:gd name="T23" fmla="*/ 2387 h 4614"/>
              <a:gd name="T24" fmla="*/ 2307 w 4612"/>
              <a:gd name="T25" fmla="*/ 4614 h 46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612" h="4614">
                <a:moveTo>
                  <a:pt x="2307" y="4614"/>
                </a:moveTo>
                <a:cubicBezTo>
                  <a:pt x="1035" y="4614"/>
                  <a:pt x="0" y="3579"/>
                  <a:pt x="0" y="2307"/>
                </a:cubicBezTo>
                <a:cubicBezTo>
                  <a:pt x="0" y="1035"/>
                  <a:pt x="1035" y="0"/>
                  <a:pt x="2307" y="0"/>
                </a:cubicBezTo>
                <a:cubicBezTo>
                  <a:pt x="3553" y="0"/>
                  <a:pt x="4570" y="992"/>
                  <a:pt x="4612" y="2227"/>
                </a:cubicBezTo>
                <a:lnTo>
                  <a:pt x="2031" y="2222"/>
                </a:lnTo>
                <a:lnTo>
                  <a:pt x="2479" y="1775"/>
                </a:lnTo>
                <a:lnTo>
                  <a:pt x="2367" y="1662"/>
                </a:lnTo>
                <a:lnTo>
                  <a:pt x="1727" y="2302"/>
                </a:lnTo>
                <a:lnTo>
                  <a:pt x="2378" y="2952"/>
                </a:lnTo>
                <a:lnTo>
                  <a:pt x="2490" y="2840"/>
                </a:lnTo>
                <a:lnTo>
                  <a:pt x="2032" y="2381"/>
                </a:lnTo>
                <a:lnTo>
                  <a:pt x="4612" y="2387"/>
                </a:lnTo>
                <a:cubicBezTo>
                  <a:pt x="4570" y="3622"/>
                  <a:pt x="3553" y="4614"/>
                  <a:pt x="2307" y="461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026306" y="3503041"/>
            <a:ext cx="2430984" cy="2252717"/>
          </a:xfrm>
          <a:prstGeom prst="rect">
            <a:avLst/>
          </a:prstGeom>
          <a:solidFill>
            <a:srgbClr val="F3FB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9911598" y="3188863"/>
            <a:ext cx="660400" cy="6604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arrow-pointing-left-circular-button_20407"/>
          <p:cNvSpPr>
            <a:spLocks noChangeAspect="1"/>
          </p:cNvSpPr>
          <p:nvPr/>
        </p:nvSpPr>
        <p:spPr bwMode="auto">
          <a:xfrm>
            <a:off x="10042693" y="3320212"/>
            <a:ext cx="398210" cy="397703"/>
          </a:xfrm>
          <a:custGeom>
            <a:avLst/>
            <a:gdLst>
              <a:gd name="T0" fmla="*/ 2307 w 4612"/>
              <a:gd name="T1" fmla="*/ 4614 h 4614"/>
              <a:gd name="T2" fmla="*/ 0 w 4612"/>
              <a:gd name="T3" fmla="*/ 2307 h 4614"/>
              <a:gd name="T4" fmla="*/ 2307 w 4612"/>
              <a:gd name="T5" fmla="*/ 0 h 4614"/>
              <a:gd name="T6" fmla="*/ 4612 w 4612"/>
              <a:gd name="T7" fmla="*/ 2227 h 4614"/>
              <a:gd name="T8" fmla="*/ 2031 w 4612"/>
              <a:gd name="T9" fmla="*/ 2222 h 4614"/>
              <a:gd name="T10" fmla="*/ 2479 w 4612"/>
              <a:gd name="T11" fmla="*/ 1775 h 4614"/>
              <a:gd name="T12" fmla="*/ 2367 w 4612"/>
              <a:gd name="T13" fmla="*/ 1662 h 4614"/>
              <a:gd name="T14" fmla="*/ 1727 w 4612"/>
              <a:gd name="T15" fmla="*/ 2302 h 4614"/>
              <a:gd name="T16" fmla="*/ 2378 w 4612"/>
              <a:gd name="T17" fmla="*/ 2952 h 4614"/>
              <a:gd name="T18" fmla="*/ 2490 w 4612"/>
              <a:gd name="T19" fmla="*/ 2840 h 4614"/>
              <a:gd name="T20" fmla="*/ 2032 w 4612"/>
              <a:gd name="T21" fmla="*/ 2381 h 4614"/>
              <a:gd name="T22" fmla="*/ 4612 w 4612"/>
              <a:gd name="T23" fmla="*/ 2387 h 4614"/>
              <a:gd name="T24" fmla="*/ 2307 w 4612"/>
              <a:gd name="T25" fmla="*/ 4614 h 46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612" h="4614">
                <a:moveTo>
                  <a:pt x="2307" y="4614"/>
                </a:moveTo>
                <a:cubicBezTo>
                  <a:pt x="1035" y="4614"/>
                  <a:pt x="0" y="3579"/>
                  <a:pt x="0" y="2307"/>
                </a:cubicBezTo>
                <a:cubicBezTo>
                  <a:pt x="0" y="1035"/>
                  <a:pt x="1035" y="0"/>
                  <a:pt x="2307" y="0"/>
                </a:cubicBezTo>
                <a:cubicBezTo>
                  <a:pt x="3553" y="0"/>
                  <a:pt x="4570" y="992"/>
                  <a:pt x="4612" y="2227"/>
                </a:cubicBezTo>
                <a:lnTo>
                  <a:pt x="2031" y="2222"/>
                </a:lnTo>
                <a:lnTo>
                  <a:pt x="2479" y="1775"/>
                </a:lnTo>
                <a:lnTo>
                  <a:pt x="2367" y="1662"/>
                </a:lnTo>
                <a:lnTo>
                  <a:pt x="1727" y="2302"/>
                </a:lnTo>
                <a:lnTo>
                  <a:pt x="2378" y="2952"/>
                </a:lnTo>
                <a:lnTo>
                  <a:pt x="2490" y="2840"/>
                </a:lnTo>
                <a:lnTo>
                  <a:pt x="2032" y="2381"/>
                </a:lnTo>
                <a:lnTo>
                  <a:pt x="4612" y="2387"/>
                </a:lnTo>
                <a:cubicBezTo>
                  <a:pt x="4570" y="3622"/>
                  <a:pt x="3553" y="4614"/>
                  <a:pt x="2307" y="461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297490" y="4180502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64454B"/>
                </a:solidFill>
                <a:cs typeface="+mn-ea"/>
                <a:sym typeface="+mn-lt"/>
              </a:rPr>
              <a:t>项目名称</a:t>
            </a:r>
            <a:endParaRPr lang="zh-CN" altLang="en-US" sz="2400" dirty="0">
              <a:solidFill>
                <a:srgbClr val="64454B"/>
              </a:solidFill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969030" y="4699317"/>
            <a:ext cx="207269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项目描述，单击此处添加简短说明，请您在此修改您的内容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042964" y="421938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64454B"/>
                </a:solidFill>
                <a:cs typeface="+mn-ea"/>
                <a:sym typeface="+mn-lt"/>
              </a:rPr>
              <a:t>项目名称</a:t>
            </a:r>
            <a:endParaRPr lang="zh-CN" altLang="en-US" sz="2400" dirty="0">
              <a:solidFill>
                <a:srgbClr val="64454B"/>
              </a:solidFill>
              <a:cs typeface="+mn-ea"/>
              <a:sym typeface="+mn-lt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714504" y="4738202"/>
            <a:ext cx="207269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项目描述，单击此处添加简短说明，请您在此修改您的内容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788438" y="422388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64454B"/>
                </a:solidFill>
                <a:cs typeface="+mn-ea"/>
                <a:sym typeface="+mn-lt"/>
              </a:rPr>
              <a:t>项目名称</a:t>
            </a:r>
            <a:endParaRPr lang="zh-CN" altLang="en-US" sz="2400" dirty="0">
              <a:solidFill>
                <a:srgbClr val="64454B"/>
              </a:solidFill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459978" y="4742701"/>
            <a:ext cx="207269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项目描述，单击此处添加简短说明，请您在此修改您的内容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533912" y="421938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64454B"/>
                </a:solidFill>
                <a:cs typeface="+mn-ea"/>
                <a:sym typeface="+mn-lt"/>
              </a:rPr>
              <a:t>项目名称</a:t>
            </a:r>
            <a:endParaRPr lang="zh-CN" altLang="en-US" sz="2400" dirty="0">
              <a:solidFill>
                <a:srgbClr val="64454B"/>
              </a:solidFill>
              <a:cs typeface="+mn-ea"/>
              <a:sym typeface="+mn-lt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205452" y="4738202"/>
            <a:ext cx="207269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项目描述，单击此处添加简短说明，请您在此修改您的内容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464757" y="2114080"/>
            <a:ext cx="7446841" cy="602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正文内容，本段适应大段文字章节。如果文字较多的内容描述比较适合放在这里。</a:t>
            </a:r>
            <a:b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</a:b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请您在此修改您的内容，或者将内容粘贴到记事本后，复制到此段落中。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1603399" y="3117086"/>
            <a:ext cx="803955" cy="803955"/>
          </a:xfrm>
          <a:prstGeom prst="ellipse">
            <a:avLst/>
          </a:prstGeom>
          <a:solidFill>
            <a:srgbClr val="FFD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4400" dirty="0">
                <a:solidFill>
                  <a:srgbClr val="C88F00"/>
                </a:solidFill>
                <a:cs typeface="+mn-ea"/>
                <a:sym typeface="+mn-lt"/>
              </a:rPr>
              <a:t>一</a:t>
            </a:r>
            <a:endParaRPr lang="zh-CN" altLang="en-US" sz="4400" dirty="0">
              <a:solidFill>
                <a:srgbClr val="C88F00"/>
              </a:solidFill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4348873" y="3117086"/>
            <a:ext cx="803955" cy="803955"/>
          </a:xfrm>
          <a:prstGeom prst="ellipse">
            <a:avLst/>
          </a:prstGeom>
          <a:solidFill>
            <a:srgbClr val="C3EA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4400" dirty="0">
                <a:solidFill>
                  <a:srgbClr val="90B3D7"/>
                </a:solidFill>
                <a:cs typeface="+mn-ea"/>
                <a:sym typeface="+mn-lt"/>
              </a:rPr>
              <a:t>二</a:t>
            </a:r>
            <a:endParaRPr lang="zh-CN" altLang="en-US" sz="4400" dirty="0">
              <a:solidFill>
                <a:srgbClr val="90B3D7"/>
              </a:solidFill>
              <a:cs typeface="+mn-ea"/>
              <a:sym typeface="+mn-lt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7094347" y="3117086"/>
            <a:ext cx="803955" cy="803955"/>
          </a:xfrm>
          <a:prstGeom prst="ellipse">
            <a:avLst/>
          </a:prstGeom>
          <a:solidFill>
            <a:srgbClr val="FFBD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4400" dirty="0">
                <a:solidFill>
                  <a:srgbClr val="FF6F5B"/>
                </a:solidFill>
                <a:cs typeface="+mn-ea"/>
                <a:sym typeface="+mn-lt"/>
              </a:rPr>
              <a:t>三</a:t>
            </a:r>
            <a:endParaRPr lang="zh-CN" altLang="en-US" sz="4400" dirty="0">
              <a:solidFill>
                <a:srgbClr val="FF6F5B"/>
              </a:solidFill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9839821" y="3117086"/>
            <a:ext cx="803955" cy="803955"/>
          </a:xfrm>
          <a:prstGeom prst="ellipse">
            <a:avLst/>
          </a:prstGeom>
          <a:solidFill>
            <a:srgbClr val="C3EA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4400" dirty="0">
                <a:solidFill>
                  <a:srgbClr val="90B3D7"/>
                </a:solidFill>
                <a:cs typeface="+mn-ea"/>
                <a:sym typeface="+mn-lt"/>
              </a:rPr>
              <a:t>四</a:t>
            </a:r>
            <a:endParaRPr lang="zh-CN" altLang="en-US" sz="4400" dirty="0">
              <a:solidFill>
                <a:srgbClr val="90B3D7"/>
              </a:solidFill>
              <a:cs typeface="+mn-ea"/>
              <a:sym typeface="+mn-lt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4258182" y="949926"/>
            <a:ext cx="3416320" cy="1034733"/>
            <a:chOff x="4397217" y="516028"/>
            <a:chExt cx="3416320" cy="1034733"/>
          </a:xfrm>
        </p:grpSpPr>
        <p:sp>
          <p:nvSpPr>
            <p:cNvPr id="40" name="文本框 39"/>
            <p:cNvSpPr txBox="1"/>
            <p:nvPr/>
          </p:nvSpPr>
          <p:spPr>
            <a:xfrm>
              <a:off x="4928370" y="539093"/>
              <a:ext cx="2441694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400" dirty="0">
                  <a:solidFill>
                    <a:srgbClr val="64454B"/>
                  </a:solidFill>
                  <a:cs typeface="+mn-ea"/>
                  <a:sym typeface="+mn-lt"/>
                </a:rPr>
                <a:t>课堂检测</a:t>
              </a:r>
              <a:endParaRPr lang="zh-CN" altLang="en-US" sz="4400" dirty="0">
                <a:solidFill>
                  <a:srgbClr val="64454B"/>
                </a:solidFill>
                <a:cs typeface="+mn-ea"/>
                <a:sym typeface="+mn-lt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4397217" y="1181429"/>
              <a:ext cx="34163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7AB2DC"/>
                  </a:solidFill>
                  <a:cs typeface="+mn-ea"/>
                  <a:sym typeface="+mn-lt"/>
                </a:rPr>
                <a:t>在课堂上进行多种问答巩固知识</a:t>
              </a:r>
              <a:endParaRPr lang="zh-CN" altLang="en-US" dirty="0">
                <a:solidFill>
                  <a:srgbClr val="7AB2DC"/>
                </a:solidFill>
                <a:cs typeface="+mn-ea"/>
                <a:sym typeface="+mn-lt"/>
              </a:endParaRPr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7404174" y="516028"/>
              <a:ext cx="344536" cy="548871"/>
              <a:chOff x="8363753" y="2120741"/>
              <a:chExt cx="553198" cy="881284"/>
            </a:xfrm>
          </p:grpSpPr>
          <p:sp>
            <p:nvSpPr>
              <p:cNvPr id="50" name="任意多边形: 形状 49"/>
              <p:cNvSpPr/>
              <p:nvPr/>
            </p:nvSpPr>
            <p:spPr>
              <a:xfrm>
                <a:off x="8363753" y="2120741"/>
                <a:ext cx="356491" cy="291674"/>
              </a:xfrm>
              <a:custGeom>
                <a:avLst/>
                <a:gdLst>
                  <a:gd name="connsiteX0" fmla="*/ 28470 w 314325"/>
                  <a:gd name="connsiteY0" fmla="*/ 252359 h 257175"/>
                  <a:gd name="connsiteX1" fmla="*/ 240687 w 314325"/>
                  <a:gd name="connsiteY1" fmla="*/ 77480 h 257175"/>
                  <a:gd name="connsiteX2" fmla="*/ 301742 w 314325"/>
                  <a:gd name="connsiteY2" fmla="*/ 30521 h 257175"/>
                  <a:gd name="connsiteX3" fmla="*/ 306219 w 314325"/>
                  <a:gd name="connsiteY3" fmla="*/ 13472 h 257175"/>
                  <a:gd name="connsiteX4" fmla="*/ 289169 w 314325"/>
                  <a:gd name="connsiteY4" fmla="*/ 8995 h 257175"/>
                  <a:gd name="connsiteX5" fmla="*/ 70856 w 314325"/>
                  <a:gd name="connsiteY5" fmla="*/ 183302 h 257175"/>
                  <a:gd name="connsiteX6" fmla="*/ 10754 w 314325"/>
                  <a:gd name="connsiteY6" fmla="*/ 234737 h 257175"/>
                  <a:gd name="connsiteX7" fmla="*/ 10754 w 314325"/>
                  <a:gd name="connsiteY7" fmla="*/ 252359 h 257175"/>
                  <a:gd name="connsiteX8" fmla="*/ 28470 w 314325"/>
                  <a:gd name="connsiteY8" fmla="*/ 252359 h 257175"/>
                  <a:gd name="connsiteX9" fmla="*/ 28470 w 314325"/>
                  <a:gd name="connsiteY9" fmla="*/ 252359 h 257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4325" h="257175">
                    <a:moveTo>
                      <a:pt x="28470" y="252359"/>
                    </a:moveTo>
                    <a:cubicBezTo>
                      <a:pt x="97717" y="192256"/>
                      <a:pt x="168488" y="133868"/>
                      <a:pt x="240687" y="77480"/>
                    </a:cubicBezTo>
                    <a:cubicBezTo>
                      <a:pt x="260880" y="61668"/>
                      <a:pt x="281263" y="46047"/>
                      <a:pt x="301742" y="30521"/>
                    </a:cubicBezTo>
                    <a:cubicBezTo>
                      <a:pt x="307076" y="26426"/>
                      <a:pt x="309934" y="19758"/>
                      <a:pt x="306219" y="13472"/>
                    </a:cubicBezTo>
                    <a:cubicBezTo>
                      <a:pt x="303171" y="8138"/>
                      <a:pt x="294503" y="4899"/>
                      <a:pt x="289169" y="8995"/>
                    </a:cubicBezTo>
                    <a:cubicBezTo>
                      <a:pt x="214874" y="65192"/>
                      <a:pt x="142103" y="123295"/>
                      <a:pt x="70856" y="183302"/>
                    </a:cubicBezTo>
                    <a:cubicBezTo>
                      <a:pt x="50663" y="200257"/>
                      <a:pt x="30661" y="217402"/>
                      <a:pt x="10754" y="234737"/>
                    </a:cubicBezTo>
                    <a:cubicBezTo>
                      <a:pt x="5705" y="239119"/>
                      <a:pt x="6182" y="247882"/>
                      <a:pt x="10754" y="252359"/>
                    </a:cubicBezTo>
                    <a:cubicBezTo>
                      <a:pt x="15897" y="257407"/>
                      <a:pt x="23422" y="256740"/>
                      <a:pt x="28470" y="252359"/>
                    </a:cubicBezTo>
                    <a:lnTo>
                      <a:pt x="28470" y="252359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1" name="任意多边形: 形状 50"/>
              <p:cNvSpPr/>
              <p:nvPr/>
            </p:nvSpPr>
            <p:spPr>
              <a:xfrm>
                <a:off x="8442217" y="2469929"/>
                <a:ext cx="237660" cy="97225"/>
              </a:xfrm>
              <a:custGeom>
                <a:avLst/>
                <a:gdLst>
                  <a:gd name="connsiteX0" fmla="*/ 22534 w 209550"/>
                  <a:gd name="connsiteY0" fmla="*/ 82965 h 85725"/>
                  <a:gd name="connsiteX1" fmla="*/ 193793 w 209550"/>
                  <a:gd name="connsiteY1" fmla="*/ 31816 h 85725"/>
                  <a:gd name="connsiteX2" fmla="*/ 187126 w 209550"/>
                  <a:gd name="connsiteY2" fmla="*/ 7718 h 85725"/>
                  <a:gd name="connsiteX3" fmla="*/ 15866 w 209550"/>
                  <a:gd name="connsiteY3" fmla="*/ 58867 h 85725"/>
                  <a:gd name="connsiteX4" fmla="*/ 22534 w 209550"/>
                  <a:gd name="connsiteY4" fmla="*/ 82965 h 85725"/>
                  <a:gd name="connsiteX5" fmla="*/ 22534 w 209550"/>
                  <a:gd name="connsiteY5" fmla="*/ 82965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9550" h="85725">
                    <a:moveTo>
                      <a:pt x="22534" y="82965"/>
                    </a:moveTo>
                    <a:cubicBezTo>
                      <a:pt x="79588" y="65916"/>
                      <a:pt x="136643" y="48866"/>
                      <a:pt x="193793" y="31816"/>
                    </a:cubicBezTo>
                    <a:cubicBezTo>
                      <a:pt x="209128" y="27244"/>
                      <a:pt x="202651" y="3146"/>
                      <a:pt x="187126" y="7718"/>
                    </a:cubicBezTo>
                    <a:cubicBezTo>
                      <a:pt x="130071" y="24768"/>
                      <a:pt x="73016" y="41817"/>
                      <a:pt x="15866" y="58867"/>
                    </a:cubicBezTo>
                    <a:cubicBezTo>
                      <a:pt x="531" y="63439"/>
                      <a:pt x="7103" y="87633"/>
                      <a:pt x="22534" y="82965"/>
                    </a:cubicBezTo>
                    <a:lnTo>
                      <a:pt x="22534" y="82965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2" name="任意多边形: 形状 51"/>
              <p:cNvSpPr/>
              <p:nvPr/>
            </p:nvSpPr>
            <p:spPr>
              <a:xfrm>
                <a:off x="8441630" y="2679373"/>
                <a:ext cx="475321" cy="64816"/>
              </a:xfrm>
              <a:custGeom>
                <a:avLst/>
                <a:gdLst>
                  <a:gd name="connsiteX0" fmla="*/ 19145 w 419100"/>
                  <a:gd name="connsiteY0" fmla="*/ 52409 h 57150"/>
                  <a:gd name="connsiteX1" fmla="*/ 150971 w 419100"/>
                  <a:gd name="connsiteY1" fmla="*/ 45551 h 57150"/>
                  <a:gd name="connsiteX2" fmla="*/ 359664 w 419100"/>
                  <a:gd name="connsiteY2" fmla="*/ 34597 h 57150"/>
                  <a:gd name="connsiteX3" fmla="*/ 407765 w 419100"/>
                  <a:gd name="connsiteY3" fmla="*/ 32121 h 57150"/>
                  <a:gd name="connsiteX4" fmla="*/ 407765 w 419100"/>
                  <a:gd name="connsiteY4" fmla="*/ 7165 h 57150"/>
                  <a:gd name="connsiteX5" fmla="*/ 275939 w 419100"/>
                  <a:gd name="connsiteY5" fmla="*/ 14023 h 57150"/>
                  <a:gd name="connsiteX6" fmla="*/ 67247 w 419100"/>
                  <a:gd name="connsiteY6" fmla="*/ 24977 h 57150"/>
                  <a:gd name="connsiteX7" fmla="*/ 19145 w 419100"/>
                  <a:gd name="connsiteY7" fmla="*/ 27454 h 57150"/>
                  <a:gd name="connsiteX8" fmla="*/ 19145 w 419100"/>
                  <a:gd name="connsiteY8" fmla="*/ 52409 h 57150"/>
                  <a:gd name="connsiteX9" fmla="*/ 19145 w 419100"/>
                  <a:gd name="connsiteY9" fmla="*/ 52409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9100" h="57150">
                    <a:moveTo>
                      <a:pt x="19145" y="52409"/>
                    </a:moveTo>
                    <a:cubicBezTo>
                      <a:pt x="63056" y="50123"/>
                      <a:pt x="107061" y="47837"/>
                      <a:pt x="150971" y="45551"/>
                    </a:cubicBezTo>
                    <a:cubicBezTo>
                      <a:pt x="220504" y="41932"/>
                      <a:pt x="290132" y="38312"/>
                      <a:pt x="359664" y="34597"/>
                    </a:cubicBezTo>
                    <a:cubicBezTo>
                      <a:pt x="375666" y="33740"/>
                      <a:pt x="391763" y="32883"/>
                      <a:pt x="407765" y="32121"/>
                    </a:cubicBezTo>
                    <a:cubicBezTo>
                      <a:pt x="423767" y="31264"/>
                      <a:pt x="423863" y="6308"/>
                      <a:pt x="407765" y="7165"/>
                    </a:cubicBezTo>
                    <a:cubicBezTo>
                      <a:pt x="363855" y="9451"/>
                      <a:pt x="319850" y="11737"/>
                      <a:pt x="275939" y="14023"/>
                    </a:cubicBezTo>
                    <a:cubicBezTo>
                      <a:pt x="206407" y="17643"/>
                      <a:pt x="136779" y="21262"/>
                      <a:pt x="67247" y="24977"/>
                    </a:cubicBezTo>
                    <a:cubicBezTo>
                      <a:pt x="51245" y="25834"/>
                      <a:pt x="35147" y="26692"/>
                      <a:pt x="19145" y="27454"/>
                    </a:cubicBezTo>
                    <a:cubicBezTo>
                      <a:pt x="3239" y="28311"/>
                      <a:pt x="3048" y="53266"/>
                      <a:pt x="19145" y="52409"/>
                    </a:cubicBezTo>
                    <a:lnTo>
                      <a:pt x="19145" y="52409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3" name="任意多边形: 形状 52"/>
              <p:cNvSpPr/>
              <p:nvPr/>
            </p:nvSpPr>
            <p:spPr>
              <a:xfrm>
                <a:off x="8684731" y="2441089"/>
                <a:ext cx="64816" cy="54014"/>
              </a:xfrm>
              <a:custGeom>
                <a:avLst/>
                <a:gdLst>
                  <a:gd name="connsiteX0" fmla="*/ 22921 w 57150"/>
                  <a:gd name="connsiteY0" fmla="*/ 40100 h 47625"/>
                  <a:gd name="connsiteX1" fmla="*/ 49115 w 57150"/>
                  <a:gd name="connsiteY1" fmla="*/ 30385 h 47625"/>
                  <a:gd name="connsiteX2" fmla="*/ 54830 w 57150"/>
                  <a:gd name="connsiteY2" fmla="*/ 22955 h 47625"/>
                  <a:gd name="connsiteX3" fmla="*/ 53591 w 57150"/>
                  <a:gd name="connsiteY3" fmla="*/ 13335 h 47625"/>
                  <a:gd name="connsiteX4" fmla="*/ 46162 w 57150"/>
                  <a:gd name="connsiteY4" fmla="*/ 7620 h 47625"/>
                  <a:gd name="connsiteX5" fmla="*/ 42828 w 57150"/>
                  <a:gd name="connsiteY5" fmla="*/ 7144 h 47625"/>
                  <a:gd name="connsiteX6" fmla="*/ 36542 w 57150"/>
                  <a:gd name="connsiteY6" fmla="*/ 8858 h 47625"/>
                  <a:gd name="connsiteX7" fmla="*/ 31017 w 57150"/>
                  <a:gd name="connsiteY7" fmla="*/ 11335 h 47625"/>
                  <a:gd name="connsiteX8" fmla="*/ 33970 w 57150"/>
                  <a:gd name="connsiteY8" fmla="*/ 10097 h 47625"/>
                  <a:gd name="connsiteX9" fmla="*/ 16253 w 57150"/>
                  <a:gd name="connsiteY9" fmla="*/ 16002 h 47625"/>
                  <a:gd name="connsiteX10" fmla="*/ 8824 w 57150"/>
                  <a:gd name="connsiteY10" fmla="*/ 21717 h 47625"/>
                  <a:gd name="connsiteX11" fmla="*/ 7586 w 57150"/>
                  <a:gd name="connsiteY11" fmla="*/ 31337 h 47625"/>
                  <a:gd name="connsiteX12" fmla="*/ 13301 w 57150"/>
                  <a:gd name="connsiteY12" fmla="*/ 38767 h 47625"/>
                  <a:gd name="connsiteX13" fmla="*/ 22921 w 57150"/>
                  <a:gd name="connsiteY13" fmla="*/ 40100 h 47625"/>
                  <a:gd name="connsiteX14" fmla="*/ 22921 w 57150"/>
                  <a:gd name="connsiteY14" fmla="*/ 40100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7150" h="47625">
                    <a:moveTo>
                      <a:pt x="22921" y="40100"/>
                    </a:moveTo>
                    <a:cubicBezTo>
                      <a:pt x="31970" y="37814"/>
                      <a:pt x="40733" y="34480"/>
                      <a:pt x="49115" y="30385"/>
                    </a:cubicBezTo>
                    <a:cubicBezTo>
                      <a:pt x="51782" y="29051"/>
                      <a:pt x="54068" y="25718"/>
                      <a:pt x="54830" y="22955"/>
                    </a:cubicBezTo>
                    <a:cubicBezTo>
                      <a:pt x="55687" y="20002"/>
                      <a:pt x="55306" y="16002"/>
                      <a:pt x="53591" y="13335"/>
                    </a:cubicBezTo>
                    <a:cubicBezTo>
                      <a:pt x="51877" y="10668"/>
                      <a:pt x="49305" y="8287"/>
                      <a:pt x="46162" y="7620"/>
                    </a:cubicBezTo>
                    <a:cubicBezTo>
                      <a:pt x="45019" y="7429"/>
                      <a:pt x="43971" y="7334"/>
                      <a:pt x="42828" y="7144"/>
                    </a:cubicBezTo>
                    <a:cubicBezTo>
                      <a:pt x="40542" y="7144"/>
                      <a:pt x="38447" y="7715"/>
                      <a:pt x="36542" y="8858"/>
                    </a:cubicBezTo>
                    <a:cubicBezTo>
                      <a:pt x="34732" y="9716"/>
                      <a:pt x="32827" y="10573"/>
                      <a:pt x="31017" y="11335"/>
                    </a:cubicBezTo>
                    <a:cubicBezTo>
                      <a:pt x="31970" y="10954"/>
                      <a:pt x="33017" y="10477"/>
                      <a:pt x="33970" y="10097"/>
                    </a:cubicBezTo>
                    <a:cubicBezTo>
                      <a:pt x="28255" y="12478"/>
                      <a:pt x="22349" y="14478"/>
                      <a:pt x="16253" y="16002"/>
                    </a:cubicBezTo>
                    <a:cubicBezTo>
                      <a:pt x="13205" y="16764"/>
                      <a:pt x="10348" y="19050"/>
                      <a:pt x="8824" y="21717"/>
                    </a:cubicBezTo>
                    <a:cubicBezTo>
                      <a:pt x="7300" y="24384"/>
                      <a:pt x="6633" y="28384"/>
                      <a:pt x="7586" y="31337"/>
                    </a:cubicBezTo>
                    <a:cubicBezTo>
                      <a:pt x="8538" y="34385"/>
                      <a:pt x="10443" y="37243"/>
                      <a:pt x="13301" y="38767"/>
                    </a:cubicBezTo>
                    <a:cubicBezTo>
                      <a:pt x="16349" y="40386"/>
                      <a:pt x="19587" y="40957"/>
                      <a:pt x="22921" y="40100"/>
                    </a:cubicBezTo>
                    <a:lnTo>
                      <a:pt x="22921" y="40100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4" name="任意多边形: 形状 53"/>
              <p:cNvSpPr/>
              <p:nvPr/>
            </p:nvSpPr>
            <p:spPr>
              <a:xfrm>
                <a:off x="8436266" y="2863921"/>
                <a:ext cx="226858" cy="118830"/>
              </a:xfrm>
              <a:custGeom>
                <a:avLst/>
                <a:gdLst>
                  <a:gd name="connsiteX0" fmla="*/ 16350 w 200025"/>
                  <a:gd name="connsiteY0" fmla="*/ 31897 h 104775"/>
                  <a:gd name="connsiteX1" fmla="*/ 181037 w 200025"/>
                  <a:gd name="connsiteY1" fmla="*/ 101239 h 104775"/>
                  <a:gd name="connsiteX2" fmla="*/ 196373 w 200025"/>
                  <a:gd name="connsiteY2" fmla="*/ 92476 h 104775"/>
                  <a:gd name="connsiteX3" fmla="*/ 187610 w 200025"/>
                  <a:gd name="connsiteY3" fmla="*/ 77141 h 104775"/>
                  <a:gd name="connsiteX4" fmla="*/ 22922 w 200025"/>
                  <a:gd name="connsiteY4" fmla="*/ 7799 h 104775"/>
                  <a:gd name="connsiteX5" fmla="*/ 7587 w 200025"/>
                  <a:gd name="connsiteY5" fmla="*/ 16562 h 104775"/>
                  <a:gd name="connsiteX6" fmla="*/ 16350 w 200025"/>
                  <a:gd name="connsiteY6" fmla="*/ 31897 h 104775"/>
                  <a:gd name="connsiteX7" fmla="*/ 16350 w 200025"/>
                  <a:gd name="connsiteY7" fmla="*/ 31897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0025" h="104775">
                    <a:moveTo>
                      <a:pt x="16350" y="31897"/>
                    </a:moveTo>
                    <a:cubicBezTo>
                      <a:pt x="71214" y="55043"/>
                      <a:pt x="126173" y="78094"/>
                      <a:pt x="181037" y="101239"/>
                    </a:cubicBezTo>
                    <a:cubicBezTo>
                      <a:pt x="187229" y="103811"/>
                      <a:pt x="194753" y="98382"/>
                      <a:pt x="196373" y="92476"/>
                    </a:cubicBezTo>
                    <a:cubicBezTo>
                      <a:pt x="198373" y="85237"/>
                      <a:pt x="193896" y="79713"/>
                      <a:pt x="187610" y="77141"/>
                    </a:cubicBezTo>
                    <a:cubicBezTo>
                      <a:pt x="132746" y="53995"/>
                      <a:pt x="77786" y="30945"/>
                      <a:pt x="22922" y="7799"/>
                    </a:cubicBezTo>
                    <a:cubicBezTo>
                      <a:pt x="16731" y="5227"/>
                      <a:pt x="9206" y="10657"/>
                      <a:pt x="7587" y="16562"/>
                    </a:cubicBezTo>
                    <a:cubicBezTo>
                      <a:pt x="5682" y="23801"/>
                      <a:pt x="10159" y="29326"/>
                      <a:pt x="16350" y="31897"/>
                    </a:cubicBezTo>
                    <a:lnTo>
                      <a:pt x="16350" y="31897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5" name="任意多边形: 形状 54"/>
              <p:cNvSpPr/>
              <p:nvPr/>
            </p:nvSpPr>
            <p:spPr>
              <a:xfrm>
                <a:off x="8673232" y="2958814"/>
                <a:ext cx="64816" cy="43211"/>
              </a:xfrm>
              <a:custGeom>
                <a:avLst/>
                <a:gdLst>
                  <a:gd name="connsiteX0" fmla="*/ 13343 w 57150"/>
                  <a:gd name="connsiteY0" fmla="*/ 30334 h 38100"/>
                  <a:gd name="connsiteX1" fmla="*/ 39632 w 57150"/>
                  <a:gd name="connsiteY1" fmla="*/ 39859 h 38100"/>
                  <a:gd name="connsiteX2" fmla="*/ 49252 w 57150"/>
                  <a:gd name="connsiteY2" fmla="*/ 38621 h 38100"/>
                  <a:gd name="connsiteX3" fmla="*/ 54967 w 57150"/>
                  <a:gd name="connsiteY3" fmla="*/ 31191 h 38100"/>
                  <a:gd name="connsiteX4" fmla="*/ 53729 w 57150"/>
                  <a:gd name="connsiteY4" fmla="*/ 21571 h 38100"/>
                  <a:gd name="connsiteX5" fmla="*/ 46300 w 57150"/>
                  <a:gd name="connsiteY5" fmla="*/ 15856 h 38100"/>
                  <a:gd name="connsiteX6" fmla="*/ 27726 w 57150"/>
                  <a:gd name="connsiteY6" fmla="*/ 9760 h 38100"/>
                  <a:gd name="connsiteX7" fmla="*/ 30679 w 57150"/>
                  <a:gd name="connsiteY7" fmla="*/ 10998 h 38100"/>
                  <a:gd name="connsiteX8" fmla="*/ 25916 w 57150"/>
                  <a:gd name="connsiteY8" fmla="*/ 8903 h 38100"/>
                  <a:gd name="connsiteX9" fmla="*/ 21249 w 57150"/>
                  <a:gd name="connsiteY9" fmla="*/ 7379 h 38100"/>
                  <a:gd name="connsiteX10" fmla="*/ 16296 w 57150"/>
                  <a:gd name="connsiteY10" fmla="*/ 7569 h 38100"/>
                  <a:gd name="connsiteX11" fmla="*/ 8866 w 57150"/>
                  <a:gd name="connsiteY11" fmla="*/ 13284 h 38100"/>
                  <a:gd name="connsiteX12" fmla="*/ 7628 w 57150"/>
                  <a:gd name="connsiteY12" fmla="*/ 22905 h 38100"/>
                  <a:gd name="connsiteX13" fmla="*/ 13343 w 57150"/>
                  <a:gd name="connsiteY13" fmla="*/ 30334 h 38100"/>
                  <a:gd name="connsiteX14" fmla="*/ 13343 w 57150"/>
                  <a:gd name="connsiteY14" fmla="*/ 3033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7150" h="38100">
                    <a:moveTo>
                      <a:pt x="13343" y="30334"/>
                    </a:moveTo>
                    <a:cubicBezTo>
                      <a:pt x="21820" y="34335"/>
                      <a:pt x="30583" y="37668"/>
                      <a:pt x="39632" y="39859"/>
                    </a:cubicBezTo>
                    <a:cubicBezTo>
                      <a:pt x="42871" y="40621"/>
                      <a:pt x="46395" y="40240"/>
                      <a:pt x="49252" y="38621"/>
                    </a:cubicBezTo>
                    <a:cubicBezTo>
                      <a:pt x="51824" y="37097"/>
                      <a:pt x="54301" y="34144"/>
                      <a:pt x="54967" y="31191"/>
                    </a:cubicBezTo>
                    <a:cubicBezTo>
                      <a:pt x="55729" y="27953"/>
                      <a:pt x="55539" y="24429"/>
                      <a:pt x="53729" y="21571"/>
                    </a:cubicBezTo>
                    <a:cubicBezTo>
                      <a:pt x="52015" y="18904"/>
                      <a:pt x="49443" y="16618"/>
                      <a:pt x="46300" y="15856"/>
                    </a:cubicBezTo>
                    <a:cubicBezTo>
                      <a:pt x="39918" y="14332"/>
                      <a:pt x="33727" y="12237"/>
                      <a:pt x="27726" y="9760"/>
                    </a:cubicBezTo>
                    <a:cubicBezTo>
                      <a:pt x="28678" y="10141"/>
                      <a:pt x="29726" y="10617"/>
                      <a:pt x="30679" y="10998"/>
                    </a:cubicBezTo>
                    <a:cubicBezTo>
                      <a:pt x="29059" y="10332"/>
                      <a:pt x="27535" y="9570"/>
                      <a:pt x="25916" y="8903"/>
                    </a:cubicBezTo>
                    <a:cubicBezTo>
                      <a:pt x="24487" y="7950"/>
                      <a:pt x="22963" y="7474"/>
                      <a:pt x="21249" y="7379"/>
                    </a:cubicBezTo>
                    <a:cubicBezTo>
                      <a:pt x="19630" y="6998"/>
                      <a:pt x="17915" y="7093"/>
                      <a:pt x="16296" y="7569"/>
                    </a:cubicBezTo>
                    <a:cubicBezTo>
                      <a:pt x="13438" y="8331"/>
                      <a:pt x="10295" y="10617"/>
                      <a:pt x="8866" y="13284"/>
                    </a:cubicBezTo>
                    <a:cubicBezTo>
                      <a:pt x="7342" y="16142"/>
                      <a:pt x="6580" y="19666"/>
                      <a:pt x="7628" y="22905"/>
                    </a:cubicBezTo>
                    <a:cubicBezTo>
                      <a:pt x="8485" y="25857"/>
                      <a:pt x="10390" y="29001"/>
                      <a:pt x="13343" y="30334"/>
                    </a:cubicBezTo>
                    <a:lnTo>
                      <a:pt x="13343" y="30334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43" name="组合 42"/>
            <p:cNvGrpSpPr/>
            <p:nvPr/>
          </p:nvGrpSpPr>
          <p:grpSpPr>
            <a:xfrm>
              <a:off x="4532454" y="522189"/>
              <a:ext cx="361806" cy="536548"/>
              <a:chOff x="3553322" y="2130634"/>
              <a:chExt cx="580927" cy="861498"/>
            </a:xfrm>
          </p:grpSpPr>
          <p:sp>
            <p:nvSpPr>
              <p:cNvPr id="44" name="任意多边形: 形状 43"/>
              <p:cNvSpPr/>
              <p:nvPr/>
            </p:nvSpPr>
            <p:spPr>
              <a:xfrm>
                <a:off x="3810167" y="2130634"/>
                <a:ext cx="324082" cy="324082"/>
              </a:xfrm>
              <a:custGeom>
                <a:avLst/>
                <a:gdLst>
                  <a:gd name="connsiteX0" fmla="*/ 282173 w 285750"/>
                  <a:gd name="connsiteY0" fmla="*/ 259439 h 285750"/>
                  <a:gd name="connsiteX1" fmla="*/ 85767 w 285750"/>
                  <a:gd name="connsiteY1" fmla="*/ 63700 h 285750"/>
                  <a:gd name="connsiteX2" fmla="*/ 28712 w 285750"/>
                  <a:gd name="connsiteY2" fmla="*/ 10550 h 285750"/>
                  <a:gd name="connsiteX3" fmla="*/ 11091 w 285750"/>
                  <a:gd name="connsiteY3" fmla="*/ 28172 h 285750"/>
                  <a:gd name="connsiteX4" fmla="*/ 210354 w 285750"/>
                  <a:gd name="connsiteY4" fmla="*/ 221053 h 285750"/>
                  <a:gd name="connsiteX5" fmla="*/ 264456 w 285750"/>
                  <a:gd name="connsiteY5" fmla="*/ 277155 h 285750"/>
                  <a:gd name="connsiteX6" fmla="*/ 282173 w 285750"/>
                  <a:gd name="connsiteY6" fmla="*/ 259439 h 285750"/>
                  <a:gd name="connsiteX7" fmla="*/ 282173 w 285750"/>
                  <a:gd name="connsiteY7" fmla="*/ 259439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85750" h="285750">
                    <a:moveTo>
                      <a:pt x="282173" y="259439"/>
                    </a:moveTo>
                    <a:cubicBezTo>
                      <a:pt x="218450" y="192478"/>
                      <a:pt x="152918" y="127232"/>
                      <a:pt x="85767" y="63700"/>
                    </a:cubicBezTo>
                    <a:cubicBezTo>
                      <a:pt x="66908" y="45888"/>
                      <a:pt x="47858" y="28172"/>
                      <a:pt x="28712" y="10550"/>
                    </a:cubicBezTo>
                    <a:cubicBezTo>
                      <a:pt x="16901" y="-308"/>
                      <a:pt x="-815" y="17313"/>
                      <a:pt x="11091" y="28172"/>
                    </a:cubicBezTo>
                    <a:cubicBezTo>
                      <a:pt x="79195" y="90656"/>
                      <a:pt x="145679" y="154949"/>
                      <a:pt x="210354" y="221053"/>
                    </a:cubicBezTo>
                    <a:cubicBezTo>
                      <a:pt x="228547" y="239627"/>
                      <a:pt x="246549" y="258296"/>
                      <a:pt x="264456" y="277155"/>
                    </a:cubicBezTo>
                    <a:cubicBezTo>
                      <a:pt x="275600" y="288776"/>
                      <a:pt x="293222" y="271154"/>
                      <a:pt x="282173" y="259439"/>
                    </a:cubicBezTo>
                    <a:lnTo>
                      <a:pt x="282173" y="259439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5" name="任意多边形: 形状 44"/>
              <p:cNvSpPr/>
              <p:nvPr/>
            </p:nvSpPr>
            <p:spPr>
              <a:xfrm>
                <a:off x="3817878" y="2481702"/>
                <a:ext cx="226858" cy="118830"/>
              </a:xfrm>
              <a:custGeom>
                <a:avLst/>
                <a:gdLst>
                  <a:gd name="connsiteX0" fmla="*/ 188601 w 200025"/>
                  <a:gd name="connsiteY0" fmla="*/ 74862 h 104775"/>
                  <a:gd name="connsiteX1" fmla="*/ 22961 w 200025"/>
                  <a:gd name="connsiteY1" fmla="*/ 7806 h 104775"/>
                  <a:gd name="connsiteX2" fmla="*/ 7626 w 200025"/>
                  <a:gd name="connsiteY2" fmla="*/ 16569 h 104775"/>
                  <a:gd name="connsiteX3" fmla="*/ 16389 w 200025"/>
                  <a:gd name="connsiteY3" fmla="*/ 31905 h 104775"/>
                  <a:gd name="connsiteX4" fmla="*/ 182029 w 200025"/>
                  <a:gd name="connsiteY4" fmla="*/ 98961 h 104775"/>
                  <a:gd name="connsiteX5" fmla="*/ 197364 w 200025"/>
                  <a:gd name="connsiteY5" fmla="*/ 90198 h 104775"/>
                  <a:gd name="connsiteX6" fmla="*/ 188601 w 200025"/>
                  <a:gd name="connsiteY6" fmla="*/ 74862 h 104775"/>
                  <a:gd name="connsiteX7" fmla="*/ 188601 w 200025"/>
                  <a:gd name="connsiteY7" fmla="*/ 74862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0025" h="104775">
                    <a:moveTo>
                      <a:pt x="188601" y="74862"/>
                    </a:moveTo>
                    <a:cubicBezTo>
                      <a:pt x="133356" y="52479"/>
                      <a:pt x="78206" y="30095"/>
                      <a:pt x="22961" y="7806"/>
                    </a:cubicBezTo>
                    <a:cubicBezTo>
                      <a:pt x="16675" y="5235"/>
                      <a:pt x="9245" y="10569"/>
                      <a:pt x="7626" y="16569"/>
                    </a:cubicBezTo>
                    <a:cubicBezTo>
                      <a:pt x="5626" y="23713"/>
                      <a:pt x="10102" y="29428"/>
                      <a:pt x="16389" y="31905"/>
                    </a:cubicBezTo>
                    <a:cubicBezTo>
                      <a:pt x="71634" y="54288"/>
                      <a:pt x="126784" y="76672"/>
                      <a:pt x="182029" y="98961"/>
                    </a:cubicBezTo>
                    <a:cubicBezTo>
                      <a:pt x="188315" y="101532"/>
                      <a:pt x="195745" y="96198"/>
                      <a:pt x="197364" y="90198"/>
                    </a:cubicBezTo>
                    <a:cubicBezTo>
                      <a:pt x="199269" y="83149"/>
                      <a:pt x="194887" y="77434"/>
                      <a:pt x="188601" y="74862"/>
                    </a:cubicBezTo>
                    <a:lnTo>
                      <a:pt x="188601" y="74862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6" name="任意多边形: 形状 45"/>
              <p:cNvSpPr/>
              <p:nvPr/>
            </p:nvSpPr>
            <p:spPr>
              <a:xfrm>
                <a:off x="3553322" y="2667181"/>
                <a:ext cx="475321" cy="108027"/>
              </a:xfrm>
              <a:custGeom>
                <a:avLst/>
                <a:gdLst>
                  <a:gd name="connsiteX0" fmla="*/ 407863 w 419100"/>
                  <a:gd name="connsiteY0" fmla="*/ 64389 h 95250"/>
                  <a:gd name="connsiteX1" fmla="*/ 277275 w 419100"/>
                  <a:gd name="connsiteY1" fmla="*/ 45053 h 95250"/>
                  <a:gd name="connsiteX2" fmla="*/ 70487 w 419100"/>
                  <a:gd name="connsiteY2" fmla="*/ 14383 h 95250"/>
                  <a:gd name="connsiteX3" fmla="*/ 22862 w 419100"/>
                  <a:gd name="connsiteY3" fmla="*/ 7334 h 95250"/>
                  <a:gd name="connsiteX4" fmla="*/ 7527 w 419100"/>
                  <a:gd name="connsiteY4" fmla="*/ 16097 h 95250"/>
                  <a:gd name="connsiteX5" fmla="*/ 16290 w 419100"/>
                  <a:gd name="connsiteY5" fmla="*/ 31433 h 95250"/>
                  <a:gd name="connsiteX6" fmla="*/ 146878 w 419100"/>
                  <a:gd name="connsiteY6" fmla="*/ 50768 h 95250"/>
                  <a:gd name="connsiteX7" fmla="*/ 353666 w 419100"/>
                  <a:gd name="connsiteY7" fmla="*/ 81439 h 95250"/>
                  <a:gd name="connsiteX8" fmla="*/ 401386 w 419100"/>
                  <a:gd name="connsiteY8" fmla="*/ 88487 h 95250"/>
                  <a:gd name="connsiteX9" fmla="*/ 416721 w 419100"/>
                  <a:gd name="connsiteY9" fmla="*/ 79724 h 95250"/>
                  <a:gd name="connsiteX10" fmla="*/ 407863 w 419100"/>
                  <a:gd name="connsiteY10" fmla="*/ 64389 h 95250"/>
                  <a:gd name="connsiteX11" fmla="*/ 407863 w 419100"/>
                  <a:gd name="connsiteY11" fmla="*/ 64389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19100" h="95250">
                    <a:moveTo>
                      <a:pt x="407863" y="64389"/>
                    </a:moveTo>
                    <a:cubicBezTo>
                      <a:pt x="364334" y="57912"/>
                      <a:pt x="320804" y="51530"/>
                      <a:pt x="277275" y="45053"/>
                    </a:cubicBezTo>
                    <a:cubicBezTo>
                      <a:pt x="208314" y="34862"/>
                      <a:pt x="139448" y="24670"/>
                      <a:pt x="70487" y="14383"/>
                    </a:cubicBezTo>
                    <a:cubicBezTo>
                      <a:pt x="54676" y="12097"/>
                      <a:pt x="38769" y="9716"/>
                      <a:pt x="22862" y="7334"/>
                    </a:cubicBezTo>
                    <a:cubicBezTo>
                      <a:pt x="16195" y="6382"/>
                      <a:pt x="9432" y="8954"/>
                      <a:pt x="7527" y="16097"/>
                    </a:cubicBezTo>
                    <a:cubicBezTo>
                      <a:pt x="5908" y="22003"/>
                      <a:pt x="9527" y="30480"/>
                      <a:pt x="16290" y="31433"/>
                    </a:cubicBezTo>
                    <a:cubicBezTo>
                      <a:pt x="59819" y="37910"/>
                      <a:pt x="103349" y="44291"/>
                      <a:pt x="146878" y="50768"/>
                    </a:cubicBezTo>
                    <a:cubicBezTo>
                      <a:pt x="215839" y="60960"/>
                      <a:pt x="284705" y="71152"/>
                      <a:pt x="353666" y="81439"/>
                    </a:cubicBezTo>
                    <a:cubicBezTo>
                      <a:pt x="369573" y="83820"/>
                      <a:pt x="385479" y="86106"/>
                      <a:pt x="401386" y="88487"/>
                    </a:cubicBezTo>
                    <a:cubicBezTo>
                      <a:pt x="408053" y="89440"/>
                      <a:pt x="414816" y="86868"/>
                      <a:pt x="416721" y="79724"/>
                    </a:cubicBezTo>
                    <a:cubicBezTo>
                      <a:pt x="418245" y="73914"/>
                      <a:pt x="414530" y="65437"/>
                      <a:pt x="407863" y="64389"/>
                    </a:cubicBezTo>
                    <a:lnTo>
                      <a:pt x="407863" y="64389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7" name="任意多边形: 形状 46"/>
              <p:cNvSpPr/>
              <p:nvPr/>
            </p:nvSpPr>
            <p:spPr>
              <a:xfrm>
                <a:off x="3745821" y="2445788"/>
                <a:ext cx="64816" cy="54014"/>
              </a:xfrm>
              <a:custGeom>
                <a:avLst/>
                <a:gdLst>
                  <a:gd name="connsiteX0" fmla="*/ 45347 w 57150"/>
                  <a:gd name="connsiteY0" fmla="*/ 18232 h 47625"/>
                  <a:gd name="connsiteX1" fmla="*/ 38775 w 57150"/>
                  <a:gd name="connsiteY1" fmla="*/ 15660 h 47625"/>
                  <a:gd name="connsiteX2" fmla="*/ 41727 w 57150"/>
                  <a:gd name="connsiteY2" fmla="*/ 16898 h 47625"/>
                  <a:gd name="connsiteX3" fmla="*/ 25916 w 57150"/>
                  <a:gd name="connsiteY3" fmla="*/ 8802 h 47625"/>
                  <a:gd name="connsiteX4" fmla="*/ 16296 w 57150"/>
                  <a:gd name="connsiteY4" fmla="*/ 7564 h 47625"/>
                  <a:gd name="connsiteX5" fmla="*/ 8866 w 57150"/>
                  <a:gd name="connsiteY5" fmla="*/ 13279 h 47625"/>
                  <a:gd name="connsiteX6" fmla="*/ 7628 w 57150"/>
                  <a:gd name="connsiteY6" fmla="*/ 22899 h 47625"/>
                  <a:gd name="connsiteX7" fmla="*/ 13343 w 57150"/>
                  <a:gd name="connsiteY7" fmla="*/ 30328 h 47625"/>
                  <a:gd name="connsiteX8" fmla="*/ 38679 w 57150"/>
                  <a:gd name="connsiteY8" fmla="*/ 42139 h 47625"/>
                  <a:gd name="connsiteX9" fmla="*/ 48300 w 57150"/>
                  <a:gd name="connsiteY9" fmla="*/ 40901 h 47625"/>
                  <a:gd name="connsiteX10" fmla="*/ 54015 w 57150"/>
                  <a:gd name="connsiteY10" fmla="*/ 33472 h 47625"/>
                  <a:gd name="connsiteX11" fmla="*/ 52776 w 57150"/>
                  <a:gd name="connsiteY11" fmla="*/ 23851 h 47625"/>
                  <a:gd name="connsiteX12" fmla="*/ 50871 w 57150"/>
                  <a:gd name="connsiteY12" fmla="*/ 21280 h 47625"/>
                  <a:gd name="connsiteX13" fmla="*/ 45347 w 57150"/>
                  <a:gd name="connsiteY13" fmla="*/ 18232 h 47625"/>
                  <a:gd name="connsiteX14" fmla="*/ 45347 w 57150"/>
                  <a:gd name="connsiteY14" fmla="*/ 18232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7150" h="47625">
                    <a:moveTo>
                      <a:pt x="45347" y="18232"/>
                    </a:moveTo>
                    <a:cubicBezTo>
                      <a:pt x="43156" y="17470"/>
                      <a:pt x="40965" y="16612"/>
                      <a:pt x="38775" y="15660"/>
                    </a:cubicBezTo>
                    <a:cubicBezTo>
                      <a:pt x="39727" y="16041"/>
                      <a:pt x="40775" y="16517"/>
                      <a:pt x="41727" y="16898"/>
                    </a:cubicBezTo>
                    <a:cubicBezTo>
                      <a:pt x="36298" y="14612"/>
                      <a:pt x="30964" y="11945"/>
                      <a:pt x="25916" y="8802"/>
                    </a:cubicBezTo>
                    <a:cubicBezTo>
                      <a:pt x="23154" y="7183"/>
                      <a:pt x="19344" y="6706"/>
                      <a:pt x="16296" y="7564"/>
                    </a:cubicBezTo>
                    <a:cubicBezTo>
                      <a:pt x="13438" y="8326"/>
                      <a:pt x="10295" y="10612"/>
                      <a:pt x="8866" y="13279"/>
                    </a:cubicBezTo>
                    <a:cubicBezTo>
                      <a:pt x="7342" y="16136"/>
                      <a:pt x="6580" y="19660"/>
                      <a:pt x="7628" y="22899"/>
                    </a:cubicBezTo>
                    <a:cubicBezTo>
                      <a:pt x="8676" y="26042"/>
                      <a:pt x="10485" y="28614"/>
                      <a:pt x="13343" y="30328"/>
                    </a:cubicBezTo>
                    <a:cubicBezTo>
                      <a:pt x="21344" y="35186"/>
                      <a:pt x="29916" y="39091"/>
                      <a:pt x="38679" y="42139"/>
                    </a:cubicBezTo>
                    <a:cubicBezTo>
                      <a:pt x="41632" y="43187"/>
                      <a:pt x="45728" y="42425"/>
                      <a:pt x="48300" y="40901"/>
                    </a:cubicBezTo>
                    <a:cubicBezTo>
                      <a:pt x="50871" y="39377"/>
                      <a:pt x="53348" y="36424"/>
                      <a:pt x="54015" y="33472"/>
                    </a:cubicBezTo>
                    <a:cubicBezTo>
                      <a:pt x="54777" y="30233"/>
                      <a:pt x="54586" y="26709"/>
                      <a:pt x="52776" y="23851"/>
                    </a:cubicBezTo>
                    <a:cubicBezTo>
                      <a:pt x="52110" y="22994"/>
                      <a:pt x="51443" y="22137"/>
                      <a:pt x="50871" y="21280"/>
                    </a:cubicBezTo>
                    <a:cubicBezTo>
                      <a:pt x="49252" y="19946"/>
                      <a:pt x="47442" y="18803"/>
                      <a:pt x="45347" y="18232"/>
                    </a:cubicBezTo>
                    <a:lnTo>
                      <a:pt x="45347" y="18232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8" name="任意多边形: 形状 47"/>
              <p:cNvSpPr/>
              <p:nvPr/>
            </p:nvSpPr>
            <p:spPr>
              <a:xfrm>
                <a:off x="3824694" y="2909318"/>
                <a:ext cx="237660" cy="75619"/>
              </a:xfrm>
              <a:custGeom>
                <a:avLst/>
                <a:gdLst>
                  <a:gd name="connsiteX0" fmla="*/ 192211 w 209550"/>
                  <a:gd name="connsiteY0" fmla="*/ 7388 h 66675"/>
                  <a:gd name="connsiteX1" fmla="*/ 16284 w 209550"/>
                  <a:gd name="connsiteY1" fmla="*/ 38535 h 66675"/>
                  <a:gd name="connsiteX2" fmla="*/ 7521 w 209550"/>
                  <a:gd name="connsiteY2" fmla="*/ 53870 h 66675"/>
                  <a:gd name="connsiteX3" fmla="*/ 22856 w 209550"/>
                  <a:gd name="connsiteY3" fmla="*/ 62633 h 66675"/>
                  <a:gd name="connsiteX4" fmla="*/ 198783 w 209550"/>
                  <a:gd name="connsiteY4" fmla="*/ 31486 h 66675"/>
                  <a:gd name="connsiteX5" fmla="*/ 207546 w 209550"/>
                  <a:gd name="connsiteY5" fmla="*/ 16151 h 66675"/>
                  <a:gd name="connsiteX6" fmla="*/ 192211 w 209550"/>
                  <a:gd name="connsiteY6" fmla="*/ 7388 h 66675"/>
                  <a:gd name="connsiteX7" fmla="*/ 192211 w 209550"/>
                  <a:gd name="connsiteY7" fmla="*/ 7388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9550" h="66675">
                    <a:moveTo>
                      <a:pt x="192211" y="7388"/>
                    </a:moveTo>
                    <a:cubicBezTo>
                      <a:pt x="133537" y="17770"/>
                      <a:pt x="74958" y="28153"/>
                      <a:pt x="16284" y="38535"/>
                    </a:cubicBezTo>
                    <a:cubicBezTo>
                      <a:pt x="9617" y="39678"/>
                      <a:pt x="5902" y="47869"/>
                      <a:pt x="7521" y="53870"/>
                    </a:cubicBezTo>
                    <a:cubicBezTo>
                      <a:pt x="9426" y="60919"/>
                      <a:pt x="16189" y="63776"/>
                      <a:pt x="22856" y="62633"/>
                    </a:cubicBezTo>
                    <a:cubicBezTo>
                      <a:pt x="81530" y="52251"/>
                      <a:pt x="140109" y="41869"/>
                      <a:pt x="198783" y="31486"/>
                    </a:cubicBezTo>
                    <a:cubicBezTo>
                      <a:pt x="205451" y="30343"/>
                      <a:pt x="209165" y="22152"/>
                      <a:pt x="207546" y="16151"/>
                    </a:cubicBezTo>
                    <a:cubicBezTo>
                      <a:pt x="205641" y="9103"/>
                      <a:pt x="198878" y="6245"/>
                      <a:pt x="192211" y="7388"/>
                    </a:cubicBezTo>
                    <a:lnTo>
                      <a:pt x="192211" y="7388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9" name="任意多边形: 形状 48"/>
              <p:cNvSpPr/>
              <p:nvPr/>
            </p:nvSpPr>
            <p:spPr>
              <a:xfrm>
                <a:off x="3744516" y="2948921"/>
                <a:ext cx="64816" cy="43211"/>
              </a:xfrm>
              <a:custGeom>
                <a:avLst/>
                <a:gdLst>
                  <a:gd name="connsiteX0" fmla="*/ 40782 w 57150"/>
                  <a:gd name="connsiteY0" fmla="*/ 7521 h 38100"/>
                  <a:gd name="connsiteX1" fmla="*/ 30495 w 57150"/>
                  <a:gd name="connsiteY1" fmla="*/ 9331 h 38100"/>
                  <a:gd name="connsiteX2" fmla="*/ 33829 w 57150"/>
                  <a:gd name="connsiteY2" fmla="*/ 8855 h 38100"/>
                  <a:gd name="connsiteX3" fmla="*/ 19637 w 57150"/>
                  <a:gd name="connsiteY3" fmla="*/ 9903 h 38100"/>
                  <a:gd name="connsiteX4" fmla="*/ 10778 w 57150"/>
                  <a:gd name="connsiteY4" fmla="*/ 13522 h 38100"/>
                  <a:gd name="connsiteX5" fmla="*/ 7159 w 57150"/>
                  <a:gd name="connsiteY5" fmla="*/ 22380 h 38100"/>
                  <a:gd name="connsiteX6" fmla="*/ 10778 w 57150"/>
                  <a:gd name="connsiteY6" fmla="*/ 31239 h 38100"/>
                  <a:gd name="connsiteX7" fmla="*/ 19637 w 57150"/>
                  <a:gd name="connsiteY7" fmla="*/ 34858 h 38100"/>
                  <a:gd name="connsiteX8" fmla="*/ 47545 w 57150"/>
                  <a:gd name="connsiteY8" fmla="*/ 31524 h 38100"/>
                  <a:gd name="connsiteX9" fmla="*/ 54974 w 57150"/>
                  <a:gd name="connsiteY9" fmla="*/ 25809 h 38100"/>
                  <a:gd name="connsiteX10" fmla="*/ 56213 w 57150"/>
                  <a:gd name="connsiteY10" fmla="*/ 16189 h 38100"/>
                  <a:gd name="connsiteX11" fmla="*/ 50498 w 57150"/>
                  <a:gd name="connsiteY11" fmla="*/ 8760 h 38100"/>
                  <a:gd name="connsiteX12" fmla="*/ 40782 w 57150"/>
                  <a:gd name="connsiteY12" fmla="*/ 7521 h 38100"/>
                  <a:gd name="connsiteX13" fmla="*/ 40782 w 57150"/>
                  <a:gd name="connsiteY13" fmla="*/ 7521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7150" h="38100">
                    <a:moveTo>
                      <a:pt x="40782" y="7521"/>
                    </a:moveTo>
                    <a:cubicBezTo>
                      <a:pt x="37353" y="8283"/>
                      <a:pt x="33924" y="8855"/>
                      <a:pt x="30495" y="9331"/>
                    </a:cubicBezTo>
                    <a:cubicBezTo>
                      <a:pt x="31638" y="9141"/>
                      <a:pt x="32686" y="9045"/>
                      <a:pt x="33829" y="8855"/>
                    </a:cubicBezTo>
                    <a:cubicBezTo>
                      <a:pt x="29066" y="9522"/>
                      <a:pt x="24399" y="9807"/>
                      <a:pt x="19637" y="9903"/>
                    </a:cubicBezTo>
                    <a:cubicBezTo>
                      <a:pt x="16398" y="9998"/>
                      <a:pt x="13064" y="11236"/>
                      <a:pt x="10778" y="13522"/>
                    </a:cubicBezTo>
                    <a:cubicBezTo>
                      <a:pt x="8588" y="15713"/>
                      <a:pt x="6968" y="19237"/>
                      <a:pt x="7159" y="22380"/>
                    </a:cubicBezTo>
                    <a:cubicBezTo>
                      <a:pt x="7349" y="25619"/>
                      <a:pt x="8397" y="28953"/>
                      <a:pt x="10778" y="31239"/>
                    </a:cubicBezTo>
                    <a:cubicBezTo>
                      <a:pt x="13160" y="33429"/>
                      <a:pt x="16208" y="34953"/>
                      <a:pt x="19637" y="34858"/>
                    </a:cubicBezTo>
                    <a:cubicBezTo>
                      <a:pt x="28971" y="34668"/>
                      <a:pt x="38401" y="33525"/>
                      <a:pt x="47545" y="31524"/>
                    </a:cubicBezTo>
                    <a:cubicBezTo>
                      <a:pt x="50498" y="30858"/>
                      <a:pt x="53546" y="28381"/>
                      <a:pt x="54974" y="25809"/>
                    </a:cubicBezTo>
                    <a:cubicBezTo>
                      <a:pt x="56498" y="23142"/>
                      <a:pt x="57165" y="19142"/>
                      <a:pt x="56213" y="16189"/>
                    </a:cubicBezTo>
                    <a:cubicBezTo>
                      <a:pt x="55260" y="13141"/>
                      <a:pt x="53355" y="10284"/>
                      <a:pt x="50498" y="8760"/>
                    </a:cubicBezTo>
                    <a:cubicBezTo>
                      <a:pt x="47354" y="7140"/>
                      <a:pt x="44116" y="6759"/>
                      <a:pt x="40782" y="7521"/>
                    </a:cubicBezTo>
                    <a:lnTo>
                      <a:pt x="40782" y="7521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5516487" y="2011769"/>
            <a:ext cx="1159026" cy="1159026"/>
          </a:xfrm>
          <a:prstGeom prst="ellipse">
            <a:avLst/>
          </a:prstGeom>
          <a:solidFill>
            <a:srgbClr val="C3EA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6000" dirty="0">
                <a:solidFill>
                  <a:srgbClr val="90B3D7"/>
                </a:solidFill>
                <a:cs typeface="+mn-ea"/>
                <a:sym typeface="+mn-lt"/>
              </a:rPr>
              <a:t>四</a:t>
            </a:r>
            <a:endParaRPr lang="zh-CN" altLang="en-US" sz="6000" dirty="0">
              <a:solidFill>
                <a:srgbClr val="90B3D7"/>
              </a:solidFill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000290" y="3488015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rgbClr val="64454B"/>
                </a:solidFill>
                <a:cs typeface="+mn-ea"/>
                <a:sym typeface="+mn-lt"/>
              </a:rPr>
              <a:t>课后作业</a:t>
            </a:r>
            <a:endParaRPr lang="zh-CN" altLang="en-US" sz="4000" dirty="0">
              <a:solidFill>
                <a:srgbClr val="64454B"/>
              </a:solidFill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387840" y="4160555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7AB2DC"/>
                </a:solidFill>
                <a:cs typeface="+mn-ea"/>
                <a:sym typeface="+mn-lt"/>
              </a:rPr>
              <a:t>通过课后作业复习本节课的知识</a:t>
            </a:r>
            <a:endParaRPr lang="zh-CN" altLang="en-US" dirty="0">
              <a:solidFill>
                <a:srgbClr val="7AB2DC"/>
              </a:solidFill>
              <a:cs typeface="+mn-ea"/>
              <a:sym typeface="+mn-lt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7266176" y="3491545"/>
            <a:ext cx="344536" cy="548871"/>
            <a:chOff x="8363753" y="2120741"/>
            <a:chExt cx="553198" cy="881284"/>
          </a:xfrm>
        </p:grpSpPr>
        <p:sp>
          <p:nvSpPr>
            <p:cNvPr id="59" name="任意多边形: 形状 58"/>
            <p:cNvSpPr/>
            <p:nvPr/>
          </p:nvSpPr>
          <p:spPr>
            <a:xfrm>
              <a:off x="8363753" y="2120741"/>
              <a:ext cx="356491" cy="291674"/>
            </a:xfrm>
            <a:custGeom>
              <a:avLst/>
              <a:gdLst>
                <a:gd name="connsiteX0" fmla="*/ 28470 w 314325"/>
                <a:gd name="connsiteY0" fmla="*/ 252359 h 257175"/>
                <a:gd name="connsiteX1" fmla="*/ 240687 w 314325"/>
                <a:gd name="connsiteY1" fmla="*/ 77480 h 257175"/>
                <a:gd name="connsiteX2" fmla="*/ 301742 w 314325"/>
                <a:gd name="connsiteY2" fmla="*/ 30521 h 257175"/>
                <a:gd name="connsiteX3" fmla="*/ 306219 w 314325"/>
                <a:gd name="connsiteY3" fmla="*/ 13472 h 257175"/>
                <a:gd name="connsiteX4" fmla="*/ 289169 w 314325"/>
                <a:gd name="connsiteY4" fmla="*/ 8995 h 257175"/>
                <a:gd name="connsiteX5" fmla="*/ 70856 w 314325"/>
                <a:gd name="connsiteY5" fmla="*/ 183302 h 257175"/>
                <a:gd name="connsiteX6" fmla="*/ 10754 w 314325"/>
                <a:gd name="connsiteY6" fmla="*/ 234737 h 257175"/>
                <a:gd name="connsiteX7" fmla="*/ 10754 w 314325"/>
                <a:gd name="connsiteY7" fmla="*/ 252359 h 257175"/>
                <a:gd name="connsiteX8" fmla="*/ 28470 w 314325"/>
                <a:gd name="connsiteY8" fmla="*/ 252359 h 257175"/>
                <a:gd name="connsiteX9" fmla="*/ 28470 w 314325"/>
                <a:gd name="connsiteY9" fmla="*/ 252359 h 257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4325" h="257175">
                  <a:moveTo>
                    <a:pt x="28470" y="252359"/>
                  </a:moveTo>
                  <a:cubicBezTo>
                    <a:pt x="97717" y="192256"/>
                    <a:pt x="168488" y="133868"/>
                    <a:pt x="240687" y="77480"/>
                  </a:cubicBezTo>
                  <a:cubicBezTo>
                    <a:pt x="260880" y="61668"/>
                    <a:pt x="281263" y="46047"/>
                    <a:pt x="301742" y="30521"/>
                  </a:cubicBezTo>
                  <a:cubicBezTo>
                    <a:pt x="307076" y="26426"/>
                    <a:pt x="309934" y="19758"/>
                    <a:pt x="306219" y="13472"/>
                  </a:cubicBezTo>
                  <a:cubicBezTo>
                    <a:pt x="303171" y="8138"/>
                    <a:pt x="294503" y="4899"/>
                    <a:pt x="289169" y="8995"/>
                  </a:cubicBezTo>
                  <a:cubicBezTo>
                    <a:pt x="214874" y="65192"/>
                    <a:pt x="142103" y="123295"/>
                    <a:pt x="70856" y="183302"/>
                  </a:cubicBezTo>
                  <a:cubicBezTo>
                    <a:pt x="50663" y="200257"/>
                    <a:pt x="30661" y="217402"/>
                    <a:pt x="10754" y="234737"/>
                  </a:cubicBezTo>
                  <a:cubicBezTo>
                    <a:pt x="5705" y="239119"/>
                    <a:pt x="6182" y="247882"/>
                    <a:pt x="10754" y="252359"/>
                  </a:cubicBezTo>
                  <a:cubicBezTo>
                    <a:pt x="15897" y="257407"/>
                    <a:pt x="23422" y="256740"/>
                    <a:pt x="28470" y="252359"/>
                  </a:cubicBezTo>
                  <a:lnTo>
                    <a:pt x="28470" y="252359"/>
                  </a:lnTo>
                  <a:close/>
                </a:path>
              </a:pathLst>
            </a:custGeom>
            <a:solidFill>
              <a:srgbClr val="5D47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0" name="任意多边形: 形状 59"/>
            <p:cNvSpPr/>
            <p:nvPr/>
          </p:nvSpPr>
          <p:spPr>
            <a:xfrm>
              <a:off x="8442217" y="2469929"/>
              <a:ext cx="237660" cy="97225"/>
            </a:xfrm>
            <a:custGeom>
              <a:avLst/>
              <a:gdLst>
                <a:gd name="connsiteX0" fmla="*/ 22534 w 209550"/>
                <a:gd name="connsiteY0" fmla="*/ 82965 h 85725"/>
                <a:gd name="connsiteX1" fmla="*/ 193793 w 209550"/>
                <a:gd name="connsiteY1" fmla="*/ 31816 h 85725"/>
                <a:gd name="connsiteX2" fmla="*/ 187126 w 209550"/>
                <a:gd name="connsiteY2" fmla="*/ 7718 h 85725"/>
                <a:gd name="connsiteX3" fmla="*/ 15866 w 209550"/>
                <a:gd name="connsiteY3" fmla="*/ 58867 h 85725"/>
                <a:gd name="connsiteX4" fmla="*/ 22534 w 209550"/>
                <a:gd name="connsiteY4" fmla="*/ 82965 h 85725"/>
                <a:gd name="connsiteX5" fmla="*/ 22534 w 209550"/>
                <a:gd name="connsiteY5" fmla="*/ 82965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9550" h="85725">
                  <a:moveTo>
                    <a:pt x="22534" y="82965"/>
                  </a:moveTo>
                  <a:cubicBezTo>
                    <a:pt x="79588" y="65916"/>
                    <a:pt x="136643" y="48866"/>
                    <a:pt x="193793" y="31816"/>
                  </a:cubicBezTo>
                  <a:cubicBezTo>
                    <a:pt x="209128" y="27244"/>
                    <a:pt x="202651" y="3146"/>
                    <a:pt x="187126" y="7718"/>
                  </a:cubicBezTo>
                  <a:cubicBezTo>
                    <a:pt x="130071" y="24768"/>
                    <a:pt x="73016" y="41817"/>
                    <a:pt x="15866" y="58867"/>
                  </a:cubicBezTo>
                  <a:cubicBezTo>
                    <a:pt x="531" y="63439"/>
                    <a:pt x="7103" y="87633"/>
                    <a:pt x="22534" y="82965"/>
                  </a:cubicBezTo>
                  <a:lnTo>
                    <a:pt x="22534" y="82965"/>
                  </a:lnTo>
                  <a:close/>
                </a:path>
              </a:pathLst>
            </a:custGeom>
            <a:solidFill>
              <a:srgbClr val="5D47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1" name="任意多边形: 形状 60"/>
            <p:cNvSpPr/>
            <p:nvPr/>
          </p:nvSpPr>
          <p:spPr>
            <a:xfrm>
              <a:off x="8441630" y="2679373"/>
              <a:ext cx="475321" cy="64816"/>
            </a:xfrm>
            <a:custGeom>
              <a:avLst/>
              <a:gdLst>
                <a:gd name="connsiteX0" fmla="*/ 19145 w 419100"/>
                <a:gd name="connsiteY0" fmla="*/ 52409 h 57150"/>
                <a:gd name="connsiteX1" fmla="*/ 150971 w 419100"/>
                <a:gd name="connsiteY1" fmla="*/ 45551 h 57150"/>
                <a:gd name="connsiteX2" fmla="*/ 359664 w 419100"/>
                <a:gd name="connsiteY2" fmla="*/ 34597 h 57150"/>
                <a:gd name="connsiteX3" fmla="*/ 407765 w 419100"/>
                <a:gd name="connsiteY3" fmla="*/ 32121 h 57150"/>
                <a:gd name="connsiteX4" fmla="*/ 407765 w 419100"/>
                <a:gd name="connsiteY4" fmla="*/ 7165 h 57150"/>
                <a:gd name="connsiteX5" fmla="*/ 275939 w 419100"/>
                <a:gd name="connsiteY5" fmla="*/ 14023 h 57150"/>
                <a:gd name="connsiteX6" fmla="*/ 67247 w 419100"/>
                <a:gd name="connsiteY6" fmla="*/ 24977 h 57150"/>
                <a:gd name="connsiteX7" fmla="*/ 19145 w 419100"/>
                <a:gd name="connsiteY7" fmla="*/ 27454 h 57150"/>
                <a:gd name="connsiteX8" fmla="*/ 19145 w 419100"/>
                <a:gd name="connsiteY8" fmla="*/ 52409 h 57150"/>
                <a:gd name="connsiteX9" fmla="*/ 19145 w 419100"/>
                <a:gd name="connsiteY9" fmla="*/ 5240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9100" h="57150">
                  <a:moveTo>
                    <a:pt x="19145" y="52409"/>
                  </a:moveTo>
                  <a:cubicBezTo>
                    <a:pt x="63056" y="50123"/>
                    <a:pt x="107061" y="47837"/>
                    <a:pt x="150971" y="45551"/>
                  </a:cubicBezTo>
                  <a:cubicBezTo>
                    <a:pt x="220504" y="41932"/>
                    <a:pt x="290132" y="38312"/>
                    <a:pt x="359664" y="34597"/>
                  </a:cubicBezTo>
                  <a:cubicBezTo>
                    <a:pt x="375666" y="33740"/>
                    <a:pt x="391763" y="32883"/>
                    <a:pt x="407765" y="32121"/>
                  </a:cubicBezTo>
                  <a:cubicBezTo>
                    <a:pt x="423767" y="31264"/>
                    <a:pt x="423863" y="6308"/>
                    <a:pt x="407765" y="7165"/>
                  </a:cubicBezTo>
                  <a:cubicBezTo>
                    <a:pt x="363855" y="9451"/>
                    <a:pt x="319850" y="11737"/>
                    <a:pt x="275939" y="14023"/>
                  </a:cubicBezTo>
                  <a:cubicBezTo>
                    <a:pt x="206407" y="17643"/>
                    <a:pt x="136779" y="21262"/>
                    <a:pt x="67247" y="24977"/>
                  </a:cubicBezTo>
                  <a:cubicBezTo>
                    <a:pt x="51245" y="25834"/>
                    <a:pt x="35147" y="26692"/>
                    <a:pt x="19145" y="27454"/>
                  </a:cubicBezTo>
                  <a:cubicBezTo>
                    <a:pt x="3239" y="28311"/>
                    <a:pt x="3048" y="53266"/>
                    <a:pt x="19145" y="52409"/>
                  </a:cubicBezTo>
                  <a:lnTo>
                    <a:pt x="19145" y="52409"/>
                  </a:lnTo>
                  <a:close/>
                </a:path>
              </a:pathLst>
            </a:custGeom>
            <a:solidFill>
              <a:srgbClr val="5D47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3" name="任意多边形: 形状 62"/>
            <p:cNvSpPr/>
            <p:nvPr/>
          </p:nvSpPr>
          <p:spPr>
            <a:xfrm>
              <a:off x="8684731" y="2441089"/>
              <a:ext cx="64816" cy="54014"/>
            </a:xfrm>
            <a:custGeom>
              <a:avLst/>
              <a:gdLst>
                <a:gd name="connsiteX0" fmla="*/ 22921 w 57150"/>
                <a:gd name="connsiteY0" fmla="*/ 40100 h 47625"/>
                <a:gd name="connsiteX1" fmla="*/ 49115 w 57150"/>
                <a:gd name="connsiteY1" fmla="*/ 30385 h 47625"/>
                <a:gd name="connsiteX2" fmla="*/ 54830 w 57150"/>
                <a:gd name="connsiteY2" fmla="*/ 22955 h 47625"/>
                <a:gd name="connsiteX3" fmla="*/ 53591 w 57150"/>
                <a:gd name="connsiteY3" fmla="*/ 13335 h 47625"/>
                <a:gd name="connsiteX4" fmla="*/ 46162 w 57150"/>
                <a:gd name="connsiteY4" fmla="*/ 7620 h 47625"/>
                <a:gd name="connsiteX5" fmla="*/ 42828 w 57150"/>
                <a:gd name="connsiteY5" fmla="*/ 7144 h 47625"/>
                <a:gd name="connsiteX6" fmla="*/ 36542 w 57150"/>
                <a:gd name="connsiteY6" fmla="*/ 8858 h 47625"/>
                <a:gd name="connsiteX7" fmla="*/ 31017 w 57150"/>
                <a:gd name="connsiteY7" fmla="*/ 11335 h 47625"/>
                <a:gd name="connsiteX8" fmla="*/ 33970 w 57150"/>
                <a:gd name="connsiteY8" fmla="*/ 10097 h 47625"/>
                <a:gd name="connsiteX9" fmla="*/ 16253 w 57150"/>
                <a:gd name="connsiteY9" fmla="*/ 16002 h 47625"/>
                <a:gd name="connsiteX10" fmla="*/ 8824 w 57150"/>
                <a:gd name="connsiteY10" fmla="*/ 21717 h 47625"/>
                <a:gd name="connsiteX11" fmla="*/ 7586 w 57150"/>
                <a:gd name="connsiteY11" fmla="*/ 31337 h 47625"/>
                <a:gd name="connsiteX12" fmla="*/ 13301 w 57150"/>
                <a:gd name="connsiteY12" fmla="*/ 38767 h 47625"/>
                <a:gd name="connsiteX13" fmla="*/ 22921 w 57150"/>
                <a:gd name="connsiteY13" fmla="*/ 40100 h 47625"/>
                <a:gd name="connsiteX14" fmla="*/ 22921 w 57150"/>
                <a:gd name="connsiteY14" fmla="*/ 4010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7150" h="47625">
                  <a:moveTo>
                    <a:pt x="22921" y="40100"/>
                  </a:moveTo>
                  <a:cubicBezTo>
                    <a:pt x="31970" y="37814"/>
                    <a:pt x="40733" y="34480"/>
                    <a:pt x="49115" y="30385"/>
                  </a:cubicBezTo>
                  <a:cubicBezTo>
                    <a:pt x="51782" y="29051"/>
                    <a:pt x="54068" y="25718"/>
                    <a:pt x="54830" y="22955"/>
                  </a:cubicBezTo>
                  <a:cubicBezTo>
                    <a:pt x="55687" y="20002"/>
                    <a:pt x="55306" y="16002"/>
                    <a:pt x="53591" y="13335"/>
                  </a:cubicBezTo>
                  <a:cubicBezTo>
                    <a:pt x="51877" y="10668"/>
                    <a:pt x="49305" y="8287"/>
                    <a:pt x="46162" y="7620"/>
                  </a:cubicBezTo>
                  <a:cubicBezTo>
                    <a:pt x="45019" y="7429"/>
                    <a:pt x="43971" y="7334"/>
                    <a:pt x="42828" y="7144"/>
                  </a:cubicBezTo>
                  <a:cubicBezTo>
                    <a:pt x="40542" y="7144"/>
                    <a:pt x="38447" y="7715"/>
                    <a:pt x="36542" y="8858"/>
                  </a:cubicBezTo>
                  <a:cubicBezTo>
                    <a:pt x="34732" y="9716"/>
                    <a:pt x="32827" y="10573"/>
                    <a:pt x="31017" y="11335"/>
                  </a:cubicBezTo>
                  <a:cubicBezTo>
                    <a:pt x="31970" y="10954"/>
                    <a:pt x="33017" y="10477"/>
                    <a:pt x="33970" y="10097"/>
                  </a:cubicBezTo>
                  <a:cubicBezTo>
                    <a:pt x="28255" y="12478"/>
                    <a:pt x="22349" y="14478"/>
                    <a:pt x="16253" y="16002"/>
                  </a:cubicBezTo>
                  <a:cubicBezTo>
                    <a:pt x="13205" y="16764"/>
                    <a:pt x="10348" y="19050"/>
                    <a:pt x="8824" y="21717"/>
                  </a:cubicBezTo>
                  <a:cubicBezTo>
                    <a:pt x="7300" y="24384"/>
                    <a:pt x="6633" y="28384"/>
                    <a:pt x="7586" y="31337"/>
                  </a:cubicBezTo>
                  <a:cubicBezTo>
                    <a:pt x="8538" y="34385"/>
                    <a:pt x="10443" y="37243"/>
                    <a:pt x="13301" y="38767"/>
                  </a:cubicBezTo>
                  <a:cubicBezTo>
                    <a:pt x="16349" y="40386"/>
                    <a:pt x="19587" y="40957"/>
                    <a:pt x="22921" y="40100"/>
                  </a:cubicBezTo>
                  <a:lnTo>
                    <a:pt x="22921" y="40100"/>
                  </a:lnTo>
                  <a:close/>
                </a:path>
              </a:pathLst>
            </a:custGeom>
            <a:solidFill>
              <a:srgbClr val="5D47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4" name="任意多边形: 形状 63"/>
            <p:cNvSpPr/>
            <p:nvPr/>
          </p:nvSpPr>
          <p:spPr>
            <a:xfrm>
              <a:off x="8436266" y="2863921"/>
              <a:ext cx="226858" cy="118830"/>
            </a:xfrm>
            <a:custGeom>
              <a:avLst/>
              <a:gdLst>
                <a:gd name="connsiteX0" fmla="*/ 16350 w 200025"/>
                <a:gd name="connsiteY0" fmla="*/ 31897 h 104775"/>
                <a:gd name="connsiteX1" fmla="*/ 181037 w 200025"/>
                <a:gd name="connsiteY1" fmla="*/ 101239 h 104775"/>
                <a:gd name="connsiteX2" fmla="*/ 196373 w 200025"/>
                <a:gd name="connsiteY2" fmla="*/ 92476 h 104775"/>
                <a:gd name="connsiteX3" fmla="*/ 187610 w 200025"/>
                <a:gd name="connsiteY3" fmla="*/ 77141 h 104775"/>
                <a:gd name="connsiteX4" fmla="*/ 22922 w 200025"/>
                <a:gd name="connsiteY4" fmla="*/ 7799 h 104775"/>
                <a:gd name="connsiteX5" fmla="*/ 7587 w 200025"/>
                <a:gd name="connsiteY5" fmla="*/ 16562 h 104775"/>
                <a:gd name="connsiteX6" fmla="*/ 16350 w 200025"/>
                <a:gd name="connsiteY6" fmla="*/ 31897 h 104775"/>
                <a:gd name="connsiteX7" fmla="*/ 16350 w 200025"/>
                <a:gd name="connsiteY7" fmla="*/ 31897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0025" h="104775">
                  <a:moveTo>
                    <a:pt x="16350" y="31897"/>
                  </a:moveTo>
                  <a:cubicBezTo>
                    <a:pt x="71214" y="55043"/>
                    <a:pt x="126173" y="78094"/>
                    <a:pt x="181037" y="101239"/>
                  </a:cubicBezTo>
                  <a:cubicBezTo>
                    <a:pt x="187229" y="103811"/>
                    <a:pt x="194753" y="98382"/>
                    <a:pt x="196373" y="92476"/>
                  </a:cubicBezTo>
                  <a:cubicBezTo>
                    <a:pt x="198373" y="85237"/>
                    <a:pt x="193896" y="79713"/>
                    <a:pt x="187610" y="77141"/>
                  </a:cubicBezTo>
                  <a:cubicBezTo>
                    <a:pt x="132746" y="53995"/>
                    <a:pt x="77786" y="30945"/>
                    <a:pt x="22922" y="7799"/>
                  </a:cubicBezTo>
                  <a:cubicBezTo>
                    <a:pt x="16731" y="5227"/>
                    <a:pt x="9206" y="10657"/>
                    <a:pt x="7587" y="16562"/>
                  </a:cubicBezTo>
                  <a:cubicBezTo>
                    <a:pt x="5682" y="23801"/>
                    <a:pt x="10159" y="29326"/>
                    <a:pt x="16350" y="31897"/>
                  </a:cubicBezTo>
                  <a:lnTo>
                    <a:pt x="16350" y="31897"/>
                  </a:lnTo>
                  <a:close/>
                </a:path>
              </a:pathLst>
            </a:custGeom>
            <a:solidFill>
              <a:srgbClr val="5D47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5" name="任意多边形: 形状 64"/>
            <p:cNvSpPr/>
            <p:nvPr/>
          </p:nvSpPr>
          <p:spPr>
            <a:xfrm>
              <a:off x="8673232" y="2958814"/>
              <a:ext cx="64816" cy="43211"/>
            </a:xfrm>
            <a:custGeom>
              <a:avLst/>
              <a:gdLst>
                <a:gd name="connsiteX0" fmla="*/ 13343 w 57150"/>
                <a:gd name="connsiteY0" fmla="*/ 30334 h 38100"/>
                <a:gd name="connsiteX1" fmla="*/ 39632 w 57150"/>
                <a:gd name="connsiteY1" fmla="*/ 39859 h 38100"/>
                <a:gd name="connsiteX2" fmla="*/ 49252 w 57150"/>
                <a:gd name="connsiteY2" fmla="*/ 38621 h 38100"/>
                <a:gd name="connsiteX3" fmla="*/ 54967 w 57150"/>
                <a:gd name="connsiteY3" fmla="*/ 31191 h 38100"/>
                <a:gd name="connsiteX4" fmla="*/ 53729 w 57150"/>
                <a:gd name="connsiteY4" fmla="*/ 21571 h 38100"/>
                <a:gd name="connsiteX5" fmla="*/ 46300 w 57150"/>
                <a:gd name="connsiteY5" fmla="*/ 15856 h 38100"/>
                <a:gd name="connsiteX6" fmla="*/ 27726 w 57150"/>
                <a:gd name="connsiteY6" fmla="*/ 9760 h 38100"/>
                <a:gd name="connsiteX7" fmla="*/ 30679 w 57150"/>
                <a:gd name="connsiteY7" fmla="*/ 10998 h 38100"/>
                <a:gd name="connsiteX8" fmla="*/ 25916 w 57150"/>
                <a:gd name="connsiteY8" fmla="*/ 8903 h 38100"/>
                <a:gd name="connsiteX9" fmla="*/ 21249 w 57150"/>
                <a:gd name="connsiteY9" fmla="*/ 7379 h 38100"/>
                <a:gd name="connsiteX10" fmla="*/ 16296 w 57150"/>
                <a:gd name="connsiteY10" fmla="*/ 7569 h 38100"/>
                <a:gd name="connsiteX11" fmla="*/ 8866 w 57150"/>
                <a:gd name="connsiteY11" fmla="*/ 13284 h 38100"/>
                <a:gd name="connsiteX12" fmla="*/ 7628 w 57150"/>
                <a:gd name="connsiteY12" fmla="*/ 22905 h 38100"/>
                <a:gd name="connsiteX13" fmla="*/ 13343 w 57150"/>
                <a:gd name="connsiteY13" fmla="*/ 30334 h 38100"/>
                <a:gd name="connsiteX14" fmla="*/ 13343 w 57150"/>
                <a:gd name="connsiteY14" fmla="*/ 30334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7150" h="38100">
                  <a:moveTo>
                    <a:pt x="13343" y="30334"/>
                  </a:moveTo>
                  <a:cubicBezTo>
                    <a:pt x="21820" y="34335"/>
                    <a:pt x="30583" y="37668"/>
                    <a:pt x="39632" y="39859"/>
                  </a:cubicBezTo>
                  <a:cubicBezTo>
                    <a:pt x="42871" y="40621"/>
                    <a:pt x="46395" y="40240"/>
                    <a:pt x="49252" y="38621"/>
                  </a:cubicBezTo>
                  <a:cubicBezTo>
                    <a:pt x="51824" y="37097"/>
                    <a:pt x="54301" y="34144"/>
                    <a:pt x="54967" y="31191"/>
                  </a:cubicBezTo>
                  <a:cubicBezTo>
                    <a:pt x="55729" y="27953"/>
                    <a:pt x="55539" y="24429"/>
                    <a:pt x="53729" y="21571"/>
                  </a:cubicBezTo>
                  <a:cubicBezTo>
                    <a:pt x="52015" y="18904"/>
                    <a:pt x="49443" y="16618"/>
                    <a:pt x="46300" y="15856"/>
                  </a:cubicBezTo>
                  <a:cubicBezTo>
                    <a:pt x="39918" y="14332"/>
                    <a:pt x="33727" y="12237"/>
                    <a:pt x="27726" y="9760"/>
                  </a:cubicBezTo>
                  <a:cubicBezTo>
                    <a:pt x="28678" y="10141"/>
                    <a:pt x="29726" y="10617"/>
                    <a:pt x="30679" y="10998"/>
                  </a:cubicBezTo>
                  <a:cubicBezTo>
                    <a:pt x="29059" y="10332"/>
                    <a:pt x="27535" y="9570"/>
                    <a:pt x="25916" y="8903"/>
                  </a:cubicBezTo>
                  <a:cubicBezTo>
                    <a:pt x="24487" y="7950"/>
                    <a:pt x="22963" y="7474"/>
                    <a:pt x="21249" y="7379"/>
                  </a:cubicBezTo>
                  <a:cubicBezTo>
                    <a:pt x="19630" y="6998"/>
                    <a:pt x="17915" y="7093"/>
                    <a:pt x="16296" y="7569"/>
                  </a:cubicBezTo>
                  <a:cubicBezTo>
                    <a:pt x="13438" y="8331"/>
                    <a:pt x="10295" y="10617"/>
                    <a:pt x="8866" y="13284"/>
                  </a:cubicBezTo>
                  <a:cubicBezTo>
                    <a:pt x="7342" y="16142"/>
                    <a:pt x="6580" y="19666"/>
                    <a:pt x="7628" y="22905"/>
                  </a:cubicBezTo>
                  <a:cubicBezTo>
                    <a:pt x="8485" y="25857"/>
                    <a:pt x="10390" y="29001"/>
                    <a:pt x="13343" y="30334"/>
                  </a:cubicBezTo>
                  <a:lnTo>
                    <a:pt x="13343" y="30334"/>
                  </a:lnTo>
                  <a:close/>
                </a:path>
              </a:pathLst>
            </a:custGeom>
            <a:solidFill>
              <a:srgbClr val="5D47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4562290" y="3497706"/>
            <a:ext cx="361806" cy="536548"/>
            <a:chOff x="3553322" y="2130634"/>
            <a:chExt cx="580927" cy="861498"/>
          </a:xfrm>
        </p:grpSpPr>
        <p:sp>
          <p:nvSpPr>
            <p:cNvPr id="53" name="任意多边形: 形状 52"/>
            <p:cNvSpPr/>
            <p:nvPr/>
          </p:nvSpPr>
          <p:spPr>
            <a:xfrm>
              <a:off x="3810167" y="2130634"/>
              <a:ext cx="324082" cy="324082"/>
            </a:xfrm>
            <a:custGeom>
              <a:avLst/>
              <a:gdLst>
                <a:gd name="connsiteX0" fmla="*/ 282173 w 285750"/>
                <a:gd name="connsiteY0" fmla="*/ 259439 h 285750"/>
                <a:gd name="connsiteX1" fmla="*/ 85767 w 285750"/>
                <a:gd name="connsiteY1" fmla="*/ 63700 h 285750"/>
                <a:gd name="connsiteX2" fmla="*/ 28712 w 285750"/>
                <a:gd name="connsiteY2" fmla="*/ 10550 h 285750"/>
                <a:gd name="connsiteX3" fmla="*/ 11091 w 285750"/>
                <a:gd name="connsiteY3" fmla="*/ 28172 h 285750"/>
                <a:gd name="connsiteX4" fmla="*/ 210354 w 285750"/>
                <a:gd name="connsiteY4" fmla="*/ 221053 h 285750"/>
                <a:gd name="connsiteX5" fmla="*/ 264456 w 285750"/>
                <a:gd name="connsiteY5" fmla="*/ 277155 h 285750"/>
                <a:gd name="connsiteX6" fmla="*/ 282173 w 285750"/>
                <a:gd name="connsiteY6" fmla="*/ 259439 h 285750"/>
                <a:gd name="connsiteX7" fmla="*/ 282173 w 285750"/>
                <a:gd name="connsiteY7" fmla="*/ 259439 h 28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5750" h="285750">
                  <a:moveTo>
                    <a:pt x="282173" y="259439"/>
                  </a:moveTo>
                  <a:cubicBezTo>
                    <a:pt x="218450" y="192478"/>
                    <a:pt x="152918" y="127232"/>
                    <a:pt x="85767" y="63700"/>
                  </a:cubicBezTo>
                  <a:cubicBezTo>
                    <a:pt x="66908" y="45888"/>
                    <a:pt x="47858" y="28172"/>
                    <a:pt x="28712" y="10550"/>
                  </a:cubicBezTo>
                  <a:cubicBezTo>
                    <a:pt x="16901" y="-308"/>
                    <a:pt x="-815" y="17313"/>
                    <a:pt x="11091" y="28172"/>
                  </a:cubicBezTo>
                  <a:cubicBezTo>
                    <a:pt x="79195" y="90656"/>
                    <a:pt x="145679" y="154949"/>
                    <a:pt x="210354" y="221053"/>
                  </a:cubicBezTo>
                  <a:cubicBezTo>
                    <a:pt x="228547" y="239627"/>
                    <a:pt x="246549" y="258296"/>
                    <a:pt x="264456" y="277155"/>
                  </a:cubicBezTo>
                  <a:cubicBezTo>
                    <a:pt x="275600" y="288776"/>
                    <a:pt x="293222" y="271154"/>
                    <a:pt x="282173" y="259439"/>
                  </a:cubicBezTo>
                  <a:lnTo>
                    <a:pt x="282173" y="259439"/>
                  </a:lnTo>
                  <a:close/>
                </a:path>
              </a:pathLst>
            </a:custGeom>
            <a:solidFill>
              <a:srgbClr val="5D47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4" name="任意多边形: 形状 53"/>
            <p:cNvSpPr/>
            <p:nvPr/>
          </p:nvSpPr>
          <p:spPr>
            <a:xfrm>
              <a:off x="3817878" y="2481702"/>
              <a:ext cx="226858" cy="118830"/>
            </a:xfrm>
            <a:custGeom>
              <a:avLst/>
              <a:gdLst>
                <a:gd name="connsiteX0" fmla="*/ 188601 w 200025"/>
                <a:gd name="connsiteY0" fmla="*/ 74862 h 104775"/>
                <a:gd name="connsiteX1" fmla="*/ 22961 w 200025"/>
                <a:gd name="connsiteY1" fmla="*/ 7806 h 104775"/>
                <a:gd name="connsiteX2" fmla="*/ 7626 w 200025"/>
                <a:gd name="connsiteY2" fmla="*/ 16569 h 104775"/>
                <a:gd name="connsiteX3" fmla="*/ 16389 w 200025"/>
                <a:gd name="connsiteY3" fmla="*/ 31905 h 104775"/>
                <a:gd name="connsiteX4" fmla="*/ 182029 w 200025"/>
                <a:gd name="connsiteY4" fmla="*/ 98961 h 104775"/>
                <a:gd name="connsiteX5" fmla="*/ 197364 w 200025"/>
                <a:gd name="connsiteY5" fmla="*/ 90198 h 104775"/>
                <a:gd name="connsiteX6" fmla="*/ 188601 w 200025"/>
                <a:gd name="connsiteY6" fmla="*/ 74862 h 104775"/>
                <a:gd name="connsiteX7" fmla="*/ 188601 w 200025"/>
                <a:gd name="connsiteY7" fmla="*/ 74862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0025" h="104775">
                  <a:moveTo>
                    <a:pt x="188601" y="74862"/>
                  </a:moveTo>
                  <a:cubicBezTo>
                    <a:pt x="133356" y="52479"/>
                    <a:pt x="78206" y="30095"/>
                    <a:pt x="22961" y="7806"/>
                  </a:cubicBezTo>
                  <a:cubicBezTo>
                    <a:pt x="16675" y="5235"/>
                    <a:pt x="9245" y="10569"/>
                    <a:pt x="7626" y="16569"/>
                  </a:cubicBezTo>
                  <a:cubicBezTo>
                    <a:pt x="5626" y="23713"/>
                    <a:pt x="10102" y="29428"/>
                    <a:pt x="16389" y="31905"/>
                  </a:cubicBezTo>
                  <a:cubicBezTo>
                    <a:pt x="71634" y="54288"/>
                    <a:pt x="126784" y="76672"/>
                    <a:pt x="182029" y="98961"/>
                  </a:cubicBezTo>
                  <a:cubicBezTo>
                    <a:pt x="188315" y="101532"/>
                    <a:pt x="195745" y="96198"/>
                    <a:pt x="197364" y="90198"/>
                  </a:cubicBezTo>
                  <a:cubicBezTo>
                    <a:pt x="199269" y="83149"/>
                    <a:pt x="194887" y="77434"/>
                    <a:pt x="188601" y="74862"/>
                  </a:cubicBezTo>
                  <a:lnTo>
                    <a:pt x="188601" y="74862"/>
                  </a:lnTo>
                  <a:close/>
                </a:path>
              </a:pathLst>
            </a:custGeom>
            <a:solidFill>
              <a:srgbClr val="5D47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5" name="任意多边形: 形状 54"/>
            <p:cNvSpPr/>
            <p:nvPr/>
          </p:nvSpPr>
          <p:spPr>
            <a:xfrm>
              <a:off x="3553322" y="2667181"/>
              <a:ext cx="475321" cy="108027"/>
            </a:xfrm>
            <a:custGeom>
              <a:avLst/>
              <a:gdLst>
                <a:gd name="connsiteX0" fmla="*/ 407863 w 419100"/>
                <a:gd name="connsiteY0" fmla="*/ 64389 h 95250"/>
                <a:gd name="connsiteX1" fmla="*/ 277275 w 419100"/>
                <a:gd name="connsiteY1" fmla="*/ 45053 h 95250"/>
                <a:gd name="connsiteX2" fmla="*/ 70487 w 419100"/>
                <a:gd name="connsiteY2" fmla="*/ 14383 h 95250"/>
                <a:gd name="connsiteX3" fmla="*/ 22862 w 419100"/>
                <a:gd name="connsiteY3" fmla="*/ 7334 h 95250"/>
                <a:gd name="connsiteX4" fmla="*/ 7527 w 419100"/>
                <a:gd name="connsiteY4" fmla="*/ 16097 h 95250"/>
                <a:gd name="connsiteX5" fmla="*/ 16290 w 419100"/>
                <a:gd name="connsiteY5" fmla="*/ 31433 h 95250"/>
                <a:gd name="connsiteX6" fmla="*/ 146878 w 419100"/>
                <a:gd name="connsiteY6" fmla="*/ 50768 h 95250"/>
                <a:gd name="connsiteX7" fmla="*/ 353666 w 419100"/>
                <a:gd name="connsiteY7" fmla="*/ 81439 h 95250"/>
                <a:gd name="connsiteX8" fmla="*/ 401386 w 419100"/>
                <a:gd name="connsiteY8" fmla="*/ 88487 h 95250"/>
                <a:gd name="connsiteX9" fmla="*/ 416721 w 419100"/>
                <a:gd name="connsiteY9" fmla="*/ 79724 h 95250"/>
                <a:gd name="connsiteX10" fmla="*/ 407863 w 419100"/>
                <a:gd name="connsiteY10" fmla="*/ 64389 h 95250"/>
                <a:gd name="connsiteX11" fmla="*/ 407863 w 419100"/>
                <a:gd name="connsiteY11" fmla="*/ 64389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9100" h="95250">
                  <a:moveTo>
                    <a:pt x="407863" y="64389"/>
                  </a:moveTo>
                  <a:cubicBezTo>
                    <a:pt x="364334" y="57912"/>
                    <a:pt x="320804" y="51530"/>
                    <a:pt x="277275" y="45053"/>
                  </a:cubicBezTo>
                  <a:cubicBezTo>
                    <a:pt x="208314" y="34862"/>
                    <a:pt x="139448" y="24670"/>
                    <a:pt x="70487" y="14383"/>
                  </a:cubicBezTo>
                  <a:cubicBezTo>
                    <a:pt x="54676" y="12097"/>
                    <a:pt x="38769" y="9716"/>
                    <a:pt x="22862" y="7334"/>
                  </a:cubicBezTo>
                  <a:cubicBezTo>
                    <a:pt x="16195" y="6382"/>
                    <a:pt x="9432" y="8954"/>
                    <a:pt x="7527" y="16097"/>
                  </a:cubicBezTo>
                  <a:cubicBezTo>
                    <a:pt x="5908" y="22003"/>
                    <a:pt x="9527" y="30480"/>
                    <a:pt x="16290" y="31433"/>
                  </a:cubicBezTo>
                  <a:cubicBezTo>
                    <a:pt x="59819" y="37910"/>
                    <a:pt x="103349" y="44291"/>
                    <a:pt x="146878" y="50768"/>
                  </a:cubicBezTo>
                  <a:cubicBezTo>
                    <a:pt x="215839" y="60960"/>
                    <a:pt x="284705" y="71152"/>
                    <a:pt x="353666" y="81439"/>
                  </a:cubicBezTo>
                  <a:cubicBezTo>
                    <a:pt x="369573" y="83820"/>
                    <a:pt x="385479" y="86106"/>
                    <a:pt x="401386" y="88487"/>
                  </a:cubicBezTo>
                  <a:cubicBezTo>
                    <a:pt x="408053" y="89440"/>
                    <a:pt x="414816" y="86868"/>
                    <a:pt x="416721" y="79724"/>
                  </a:cubicBezTo>
                  <a:cubicBezTo>
                    <a:pt x="418245" y="73914"/>
                    <a:pt x="414530" y="65437"/>
                    <a:pt x="407863" y="64389"/>
                  </a:cubicBezTo>
                  <a:lnTo>
                    <a:pt x="407863" y="64389"/>
                  </a:lnTo>
                  <a:close/>
                </a:path>
              </a:pathLst>
            </a:custGeom>
            <a:solidFill>
              <a:srgbClr val="5D47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6" name="任意多边形: 形状 55"/>
            <p:cNvSpPr/>
            <p:nvPr/>
          </p:nvSpPr>
          <p:spPr>
            <a:xfrm>
              <a:off x="3745821" y="2445788"/>
              <a:ext cx="64816" cy="54014"/>
            </a:xfrm>
            <a:custGeom>
              <a:avLst/>
              <a:gdLst>
                <a:gd name="connsiteX0" fmla="*/ 45347 w 57150"/>
                <a:gd name="connsiteY0" fmla="*/ 18232 h 47625"/>
                <a:gd name="connsiteX1" fmla="*/ 38775 w 57150"/>
                <a:gd name="connsiteY1" fmla="*/ 15660 h 47625"/>
                <a:gd name="connsiteX2" fmla="*/ 41727 w 57150"/>
                <a:gd name="connsiteY2" fmla="*/ 16898 h 47625"/>
                <a:gd name="connsiteX3" fmla="*/ 25916 w 57150"/>
                <a:gd name="connsiteY3" fmla="*/ 8802 h 47625"/>
                <a:gd name="connsiteX4" fmla="*/ 16296 w 57150"/>
                <a:gd name="connsiteY4" fmla="*/ 7564 h 47625"/>
                <a:gd name="connsiteX5" fmla="*/ 8866 w 57150"/>
                <a:gd name="connsiteY5" fmla="*/ 13279 h 47625"/>
                <a:gd name="connsiteX6" fmla="*/ 7628 w 57150"/>
                <a:gd name="connsiteY6" fmla="*/ 22899 h 47625"/>
                <a:gd name="connsiteX7" fmla="*/ 13343 w 57150"/>
                <a:gd name="connsiteY7" fmla="*/ 30328 h 47625"/>
                <a:gd name="connsiteX8" fmla="*/ 38679 w 57150"/>
                <a:gd name="connsiteY8" fmla="*/ 42139 h 47625"/>
                <a:gd name="connsiteX9" fmla="*/ 48300 w 57150"/>
                <a:gd name="connsiteY9" fmla="*/ 40901 h 47625"/>
                <a:gd name="connsiteX10" fmla="*/ 54015 w 57150"/>
                <a:gd name="connsiteY10" fmla="*/ 33472 h 47625"/>
                <a:gd name="connsiteX11" fmla="*/ 52776 w 57150"/>
                <a:gd name="connsiteY11" fmla="*/ 23851 h 47625"/>
                <a:gd name="connsiteX12" fmla="*/ 50871 w 57150"/>
                <a:gd name="connsiteY12" fmla="*/ 21280 h 47625"/>
                <a:gd name="connsiteX13" fmla="*/ 45347 w 57150"/>
                <a:gd name="connsiteY13" fmla="*/ 18232 h 47625"/>
                <a:gd name="connsiteX14" fmla="*/ 45347 w 57150"/>
                <a:gd name="connsiteY14" fmla="*/ 18232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7150" h="47625">
                  <a:moveTo>
                    <a:pt x="45347" y="18232"/>
                  </a:moveTo>
                  <a:cubicBezTo>
                    <a:pt x="43156" y="17470"/>
                    <a:pt x="40965" y="16612"/>
                    <a:pt x="38775" y="15660"/>
                  </a:cubicBezTo>
                  <a:cubicBezTo>
                    <a:pt x="39727" y="16041"/>
                    <a:pt x="40775" y="16517"/>
                    <a:pt x="41727" y="16898"/>
                  </a:cubicBezTo>
                  <a:cubicBezTo>
                    <a:pt x="36298" y="14612"/>
                    <a:pt x="30964" y="11945"/>
                    <a:pt x="25916" y="8802"/>
                  </a:cubicBezTo>
                  <a:cubicBezTo>
                    <a:pt x="23154" y="7183"/>
                    <a:pt x="19344" y="6706"/>
                    <a:pt x="16296" y="7564"/>
                  </a:cubicBezTo>
                  <a:cubicBezTo>
                    <a:pt x="13438" y="8326"/>
                    <a:pt x="10295" y="10612"/>
                    <a:pt x="8866" y="13279"/>
                  </a:cubicBezTo>
                  <a:cubicBezTo>
                    <a:pt x="7342" y="16136"/>
                    <a:pt x="6580" y="19660"/>
                    <a:pt x="7628" y="22899"/>
                  </a:cubicBezTo>
                  <a:cubicBezTo>
                    <a:pt x="8676" y="26042"/>
                    <a:pt x="10485" y="28614"/>
                    <a:pt x="13343" y="30328"/>
                  </a:cubicBezTo>
                  <a:cubicBezTo>
                    <a:pt x="21344" y="35186"/>
                    <a:pt x="29916" y="39091"/>
                    <a:pt x="38679" y="42139"/>
                  </a:cubicBezTo>
                  <a:cubicBezTo>
                    <a:pt x="41632" y="43187"/>
                    <a:pt x="45728" y="42425"/>
                    <a:pt x="48300" y="40901"/>
                  </a:cubicBezTo>
                  <a:cubicBezTo>
                    <a:pt x="50871" y="39377"/>
                    <a:pt x="53348" y="36424"/>
                    <a:pt x="54015" y="33472"/>
                  </a:cubicBezTo>
                  <a:cubicBezTo>
                    <a:pt x="54777" y="30233"/>
                    <a:pt x="54586" y="26709"/>
                    <a:pt x="52776" y="23851"/>
                  </a:cubicBezTo>
                  <a:cubicBezTo>
                    <a:pt x="52110" y="22994"/>
                    <a:pt x="51443" y="22137"/>
                    <a:pt x="50871" y="21280"/>
                  </a:cubicBezTo>
                  <a:cubicBezTo>
                    <a:pt x="49252" y="19946"/>
                    <a:pt x="47442" y="18803"/>
                    <a:pt x="45347" y="18232"/>
                  </a:cubicBezTo>
                  <a:lnTo>
                    <a:pt x="45347" y="18232"/>
                  </a:lnTo>
                  <a:close/>
                </a:path>
              </a:pathLst>
            </a:custGeom>
            <a:solidFill>
              <a:srgbClr val="5D47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7" name="任意多边形: 形状 56"/>
            <p:cNvSpPr/>
            <p:nvPr/>
          </p:nvSpPr>
          <p:spPr>
            <a:xfrm>
              <a:off x="3824694" y="2909318"/>
              <a:ext cx="237660" cy="75619"/>
            </a:xfrm>
            <a:custGeom>
              <a:avLst/>
              <a:gdLst>
                <a:gd name="connsiteX0" fmla="*/ 192211 w 209550"/>
                <a:gd name="connsiteY0" fmla="*/ 7388 h 66675"/>
                <a:gd name="connsiteX1" fmla="*/ 16284 w 209550"/>
                <a:gd name="connsiteY1" fmla="*/ 38535 h 66675"/>
                <a:gd name="connsiteX2" fmla="*/ 7521 w 209550"/>
                <a:gd name="connsiteY2" fmla="*/ 53870 h 66675"/>
                <a:gd name="connsiteX3" fmla="*/ 22856 w 209550"/>
                <a:gd name="connsiteY3" fmla="*/ 62633 h 66675"/>
                <a:gd name="connsiteX4" fmla="*/ 198783 w 209550"/>
                <a:gd name="connsiteY4" fmla="*/ 31486 h 66675"/>
                <a:gd name="connsiteX5" fmla="*/ 207546 w 209550"/>
                <a:gd name="connsiteY5" fmla="*/ 16151 h 66675"/>
                <a:gd name="connsiteX6" fmla="*/ 192211 w 209550"/>
                <a:gd name="connsiteY6" fmla="*/ 7388 h 66675"/>
                <a:gd name="connsiteX7" fmla="*/ 192211 w 209550"/>
                <a:gd name="connsiteY7" fmla="*/ 738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9550" h="66675">
                  <a:moveTo>
                    <a:pt x="192211" y="7388"/>
                  </a:moveTo>
                  <a:cubicBezTo>
                    <a:pt x="133537" y="17770"/>
                    <a:pt x="74958" y="28153"/>
                    <a:pt x="16284" y="38535"/>
                  </a:cubicBezTo>
                  <a:cubicBezTo>
                    <a:pt x="9617" y="39678"/>
                    <a:pt x="5902" y="47869"/>
                    <a:pt x="7521" y="53870"/>
                  </a:cubicBezTo>
                  <a:cubicBezTo>
                    <a:pt x="9426" y="60919"/>
                    <a:pt x="16189" y="63776"/>
                    <a:pt x="22856" y="62633"/>
                  </a:cubicBezTo>
                  <a:cubicBezTo>
                    <a:pt x="81530" y="52251"/>
                    <a:pt x="140109" y="41869"/>
                    <a:pt x="198783" y="31486"/>
                  </a:cubicBezTo>
                  <a:cubicBezTo>
                    <a:pt x="205451" y="30343"/>
                    <a:pt x="209165" y="22152"/>
                    <a:pt x="207546" y="16151"/>
                  </a:cubicBezTo>
                  <a:cubicBezTo>
                    <a:pt x="205641" y="9103"/>
                    <a:pt x="198878" y="6245"/>
                    <a:pt x="192211" y="7388"/>
                  </a:cubicBezTo>
                  <a:lnTo>
                    <a:pt x="192211" y="7388"/>
                  </a:lnTo>
                  <a:close/>
                </a:path>
              </a:pathLst>
            </a:custGeom>
            <a:solidFill>
              <a:srgbClr val="5D47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8" name="任意多边形: 形状 57"/>
            <p:cNvSpPr/>
            <p:nvPr/>
          </p:nvSpPr>
          <p:spPr>
            <a:xfrm>
              <a:off x="3744516" y="2948921"/>
              <a:ext cx="64816" cy="43211"/>
            </a:xfrm>
            <a:custGeom>
              <a:avLst/>
              <a:gdLst>
                <a:gd name="connsiteX0" fmla="*/ 40782 w 57150"/>
                <a:gd name="connsiteY0" fmla="*/ 7521 h 38100"/>
                <a:gd name="connsiteX1" fmla="*/ 30495 w 57150"/>
                <a:gd name="connsiteY1" fmla="*/ 9331 h 38100"/>
                <a:gd name="connsiteX2" fmla="*/ 33829 w 57150"/>
                <a:gd name="connsiteY2" fmla="*/ 8855 h 38100"/>
                <a:gd name="connsiteX3" fmla="*/ 19637 w 57150"/>
                <a:gd name="connsiteY3" fmla="*/ 9903 h 38100"/>
                <a:gd name="connsiteX4" fmla="*/ 10778 w 57150"/>
                <a:gd name="connsiteY4" fmla="*/ 13522 h 38100"/>
                <a:gd name="connsiteX5" fmla="*/ 7159 w 57150"/>
                <a:gd name="connsiteY5" fmla="*/ 22380 h 38100"/>
                <a:gd name="connsiteX6" fmla="*/ 10778 w 57150"/>
                <a:gd name="connsiteY6" fmla="*/ 31239 h 38100"/>
                <a:gd name="connsiteX7" fmla="*/ 19637 w 57150"/>
                <a:gd name="connsiteY7" fmla="*/ 34858 h 38100"/>
                <a:gd name="connsiteX8" fmla="*/ 47545 w 57150"/>
                <a:gd name="connsiteY8" fmla="*/ 31524 h 38100"/>
                <a:gd name="connsiteX9" fmla="*/ 54974 w 57150"/>
                <a:gd name="connsiteY9" fmla="*/ 25809 h 38100"/>
                <a:gd name="connsiteX10" fmla="*/ 56213 w 57150"/>
                <a:gd name="connsiteY10" fmla="*/ 16189 h 38100"/>
                <a:gd name="connsiteX11" fmla="*/ 50498 w 57150"/>
                <a:gd name="connsiteY11" fmla="*/ 8760 h 38100"/>
                <a:gd name="connsiteX12" fmla="*/ 40782 w 57150"/>
                <a:gd name="connsiteY12" fmla="*/ 7521 h 38100"/>
                <a:gd name="connsiteX13" fmla="*/ 40782 w 57150"/>
                <a:gd name="connsiteY13" fmla="*/ 7521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7150" h="38100">
                  <a:moveTo>
                    <a:pt x="40782" y="7521"/>
                  </a:moveTo>
                  <a:cubicBezTo>
                    <a:pt x="37353" y="8283"/>
                    <a:pt x="33924" y="8855"/>
                    <a:pt x="30495" y="9331"/>
                  </a:cubicBezTo>
                  <a:cubicBezTo>
                    <a:pt x="31638" y="9141"/>
                    <a:pt x="32686" y="9045"/>
                    <a:pt x="33829" y="8855"/>
                  </a:cubicBezTo>
                  <a:cubicBezTo>
                    <a:pt x="29066" y="9522"/>
                    <a:pt x="24399" y="9807"/>
                    <a:pt x="19637" y="9903"/>
                  </a:cubicBezTo>
                  <a:cubicBezTo>
                    <a:pt x="16398" y="9998"/>
                    <a:pt x="13064" y="11236"/>
                    <a:pt x="10778" y="13522"/>
                  </a:cubicBezTo>
                  <a:cubicBezTo>
                    <a:pt x="8588" y="15713"/>
                    <a:pt x="6968" y="19237"/>
                    <a:pt x="7159" y="22380"/>
                  </a:cubicBezTo>
                  <a:cubicBezTo>
                    <a:pt x="7349" y="25619"/>
                    <a:pt x="8397" y="28953"/>
                    <a:pt x="10778" y="31239"/>
                  </a:cubicBezTo>
                  <a:cubicBezTo>
                    <a:pt x="13160" y="33429"/>
                    <a:pt x="16208" y="34953"/>
                    <a:pt x="19637" y="34858"/>
                  </a:cubicBezTo>
                  <a:cubicBezTo>
                    <a:pt x="28971" y="34668"/>
                    <a:pt x="38401" y="33525"/>
                    <a:pt x="47545" y="31524"/>
                  </a:cubicBezTo>
                  <a:cubicBezTo>
                    <a:pt x="50498" y="30858"/>
                    <a:pt x="53546" y="28381"/>
                    <a:pt x="54974" y="25809"/>
                  </a:cubicBezTo>
                  <a:cubicBezTo>
                    <a:pt x="56498" y="23142"/>
                    <a:pt x="57165" y="19142"/>
                    <a:pt x="56213" y="16189"/>
                  </a:cubicBezTo>
                  <a:cubicBezTo>
                    <a:pt x="55260" y="13141"/>
                    <a:pt x="53355" y="10284"/>
                    <a:pt x="50498" y="8760"/>
                  </a:cubicBezTo>
                  <a:cubicBezTo>
                    <a:pt x="47354" y="7140"/>
                    <a:pt x="44116" y="6759"/>
                    <a:pt x="40782" y="7521"/>
                  </a:cubicBezTo>
                  <a:lnTo>
                    <a:pt x="40782" y="7521"/>
                  </a:lnTo>
                  <a:close/>
                </a:path>
              </a:pathLst>
            </a:custGeom>
            <a:solidFill>
              <a:srgbClr val="5D47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9152854" y="2198886"/>
            <a:ext cx="511971" cy="1850772"/>
            <a:chOff x="2709165" y="3485769"/>
            <a:chExt cx="255175" cy="922457"/>
          </a:xfrm>
        </p:grpSpPr>
        <p:sp>
          <p:nvSpPr>
            <p:cNvPr id="69" name="任意多边形: 形状 68"/>
            <p:cNvSpPr/>
            <p:nvPr/>
          </p:nvSpPr>
          <p:spPr>
            <a:xfrm>
              <a:off x="2736499" y="3589076"/>
              <a:ext cx="123825" cy="819150"/>
            </a:xfrm>
            <a:custGeom>
              <a:avLst/>
              <a:gdLst>
                <a:gd name="connsiteX0" fmla="*/ 42294 w 123825"/>
                <a:gd name="connsiteY0" fmla="*/ 13755 h 819150"/>
                <a:gd name="connsiteX1" fmla="*/ 109731 w 123825"/>
                <a:gd name="connsiteY1" fmla="*/ 331985 h 819150"/>
                <a:gd name="connsiteX2" fmla="*/ 108969 w 123825"/>
                <a:gd name="connsiteY2" fmla="*/ 493243 h 819150"/>
                <a:gd name="connsiteX3" fmla="*/ 74489 w 123825"/>
                <a:gd name="connsiteY3" fmla="*/ 642976 h 819150"/>
                <a:gd name="connsiteX4" fmla="*/ 7718 w 123825"/>
                <a:gd name="connsiteY4" fmla="*/ 803854 h 819150"/>
                <a:gd name="connsiteX5" fmla="*/ 16958 w 123825"/>
                <a:gd name="connsiteY5" fmla="*/ 809283 h 819150"/>
                <a:gd name="connsiteX6" fmla="*/ 116875 w 123825"/>
                <a:gd name="connsiteY6" fmla="*/ 514198 h 819150"/>
                <a:gd name="connsiteX7" fmla="*/ 98206 w 123825"/>
                <a:gd name="connsiteY7" fmla="*/ 191777 h 819150"/>
                <a:gd name="connsiteX8" fmla="*/ 52676 w 123825"/>
                <a:gd name="connsiteY8" fmla="*/ 10897 h 819150"/>
                <a:gd name="connsiteX9" fmla="*/ 42294 w 123825"/>
                <a:gd name="connsiteY9" fmla="*/ 13755 h 819150"/>
                <a:gd name="connsiteX10" fmla="*/ 42294 w 123825"/>
                <a:gd name="connsiteY10" fmla="*/ 13755 h 81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3825" h="819150">
                  <a:moveTo>
                    <a:pt x="42294" y="13755"/>
                  </a:moveTo>
                  <a:cubicBezTo>
                    <a:pt x="70774" y="118339"/>
                    <a:pt x="99349" y="223781"/>
                    <a:pt x="109731" y="331985"/>
                  </a:cubicBezTo>
                  <a:cubicBezTo>
                    <a:pt x="114875" y="385611"/>
                    <a:pt x="115351" y="439713"/>
                    <a:pt x="108969" y="493243"/>
                  </a:cubicBezTo>
                  <a:cubicBezTo>
                    <a:pt x="102968" y="544202"/>
                    <a:pt x="90586" y="594304"/>
                    <a:pt x="74489" y="642976"/>
                  </a:cubicBezTo>
                  <a:cubicBezTo>
                    <a:pt x="56201" y="698126"/>
                    <a:pt x="33055" y="751562"/>
                    <a:pt x="7718" y="803854"/>
                  </a:cubicBezTo>
                  <a:cubicBezTo>
                    <a:pt x="4766" y="810045"/>
                    <a:pt x="14005" y="815474"/>
                    <a:pt x="16958" y="809283"/>
                  </a:cubicBezTo>
                  <a:cubicBezTo>
                    <a:pt x="62106" y="715652"/>
                    <a:pt x="101444" y="617640"/>
                    <a:pt x="116875" y="514198"/>
                  </a:cubicBezTo>
                  <a:cubicBezTo>
                    <a:pt x="132972" y="406566"/>
                    <a:pt x="120685" y="297600"/>
                    <a:pt x="98206" y="191777"/>
                  </a:cubicBezTo>
                  <a:cubicBezTo>
                    <a:pt x="85252" y="130912"/>
                    <a:pt x="69060" y="70905"/>
                    <a:pt x="52676" y="10897"/>
                  </a:cubicBezTo>
                  <a:cubicBezTo>
                    <a:pt x="50771" y="4325"/>
                    <a:pt x="40485" y="7087"/>
                    <a:pt x="42294" y="13755"/>
                  </a:cubicBezTo>
                  <a:lnTo>
                    <a:pt x="42294" y="13755"/>
                  </a:lnTo>
                  <a:close/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0" name="任意多边形: 形状 69"/>
            <p:cNvSpPr/>
            <p:nvPr/>
          </p:nvSpPr>
          <p:spPr>
            <a:xfrm>
              <a:off x="2753428" y="3485769"/>
              <a:ext cx="66675" cy="200025"/>
            </a:xfrm>
            <a:custGeom>
              <a:avLst/>
              <a:gdLst>
                <a:gd name="connsiteX0" fmla="*/ 50892 w 66675"/>
                <a:gd name="connsiteY0" fmla="*/ 199073 h 200025"/>
                <a:gd name="connsiteX1" fmla="*/ 7172 w 66675"/>
                <a:gd name="connsiteY1" fmla="*/ 91250 h 200025"/>
                <a:gd name="connsiteX2" fmla="*/ 14697 w 66675"/>
                <a:gd name="connsiteY2" fmla="*/ 7144 h 200025"/>
                <a:gd name="connsiteX3" fmla="*/ 58702 w 66675"/>
                <a:gd name="connsiteY3" fmla="*/ 99441 h 200025"/>
                <a:gd name="connsiteX4" fmla="*/ 50892 w 66675"/>
                <a:gd name="connsiteY4" fmla="*/ 199073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200025">
                  <a:moveTo>
                    <a:pt x="50892" y="199073"/>
                  </a:moveTo>
                  <a:cubicBezTo>
                    <a:pt x="20983" y="164782"/>
                    <a:pt x="6410" y="136684"/>
                    <a:pt x="7172" y="91250"/>
                  </a:cubicBezTo>
                  <a:cubicBezTo>
                    <a:pt x="7648" y="63056"/>
                    <a:pt x="14602" y="35243"/>
                    <a:pt x="14697" y="7144"/>
                  </a:cubicBezTo>
                  <a:cubicBezTo>
                    <a:pt x="32032" y="36576"/>
                    <a:pt x="49558" y="66485"/>
                    <a:pt x="58702" y="99441"/>
                  </a:cubicBezTo>
                  <a:cubicBezTo>
                    <a:pt x="67846" y="132302"/>
                    <a:pt x="67751" y="169259"/>
                    <a:pt x="50892" y="199073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1" name="任意多边形: 形状 70"/>
            <p:cNvSpPr/>
            <p:nvPr/>
          </p:nvSpPr>
          <p:spPr>
            <a:xfrm>
              <a:off x="2843468" y="3746945"/>
              <a:ext cx="104775" cy="180975"/>
            </a:xfrm>
            <a:custGeom>
              <a:avLst/>
              <a:gdLst>
                <a:gd name="connsiteX0" fmla="*/ 7144 w 104775"/>
                <a:gd name="connsiteY0" fmla="*/ 175641 h 180975"/>
                <a:gd name="connsiteX1" fmla="*/ 45148 w 104775"/>
                <a:gd name="connsiteY1" fmla="*/ 65627 h 180975"/>
                <a:gd name="connsiteX2" fmla="*/ 106108 w 104775"/>
                <a:gd name="connsiteY2" fmla="*/ 7144 h 180975"/>
                <a:gd name="connsiteX3" fmla="*/ 78486 w 104775"/>
                <a:gd name="connsiteY3" fmla="*/ 105632 h 180975"/>
                <a:gd name="connsiteX4" fmla="*/ 7144 w 104775"/>
                <a:gd name="connsiteY4" fmla="*/ 175641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180975">
                  <a:moveTo>
                    <a:pt x="7144" y="175641"/>
                  </a:moveTo>
                  <a:cubicBezTo>
                    <a:pt x="7144" y="130207"/>
                    <a:pt x="14668" y="99346"/>
                    <a:pt x="45148" y="65627"/>
                  </a:cubicBezTo>
                  <a:cubicBezTo>
                    <a:pt x="64103" y="44767"/>
                    <a:pt x="87535" y="28384"/>
                    <a:pt x="106108" y="7144"/>
                  </a:cubicBezTo>
                  <a:cubicBezTo>
                    <a:pt x="99822" y="40767"/>
                    <a:pt x="93345" y="74771"/>
                    <a:pt x="78486" y="105632"/>
                  </a:cubicBezTo>
                  <a:cubicBezTo>
                    <a:pt x="63817" y="136588"/>
                    <a:pt x="39433" y="164306"/>
                    <a:pt x="7144" y="175641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2" name="任意多边形: 形状 71"/>
            <p:cNvSpPr/>
            <p:nvPr/>
          </p:nvSpPr>
          <p:spPr>
            <a:xfrm>
              <a:off x="2839182" y="3973163"/>
              <a:ext cx="104775" cy="152400"/>
            </a:xfrm>
            <a:custGeom>
              <a:avLst/>
              <a:gdLst>
                <a:gd name="connsiteX0" fmla="*/ 7144 w 104775"/>
                <a:gd name="connsiteY0" fmla="*/ 146971 h 152400"/>
                <a:gd name="connsiteX1" fmla="*/ 44958 w 104775"/>
                <a:gd name="connsiteY1" fmla="*/ 54388 h 152400"/>
                <a:gd name="connsiteX2" fmla="*/ 100108 w 104775"/>
                <a:gd name="connsiteY2" fmla="*/ 7144 h 152400"/>
                <a:gd name="connsiteX3" fmla="*/ 71818 w 104775"/>
                <a:gd name="connsiteY3" fmla="*/ 90392 h 152400"/>
                <a:gd name="connsiteX4" fmla="*/ 7144 w 104775"/>
                <a:gd name="connsiteY4" fmla="*/ 14697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152400">
                  <a:moveTo>
                    <a:pt x="7144" y="146971"/>
                  </a:moveTo>
                  <a:cubicBezTo>
                    <a:pt x="9334" y="107918"/>
                    <a:pt x="17145" y="81820"/>
                    <a:pt x="44958" y="54388"/>
                  </a:cubicBezTo>
                  <a:cubicBezTo>
                    <a:pt x="62198" y="37338"/>
                    <a:pt x="83153" y="24384"/>
                    <a:pt x="100108" y="7144"/>
                  </a:cubicBezTo>
                  <a:cubicBezTo>
                    <a:pt x="93059" y="35719"/>
                    <a:pt x="85915" y="64579"/>
                    <a:pt x="71818" y="90392"/>
                  </a:cubicBezTo>
                  <a:cubicBezTo>
                    <a:pt x="57531" y="116014"/>
                    <a:pt x="35338" y="138684"/>
                    <a:pt x="7144" y="146971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3" name="任意多边形: 形状 72"/>
            <p:cNvSpPr/>
            <p:nvPr/>
          </p:nvSpPr>
          <p:spPr>
            <a:xfrm>
              <a:off x="2757933" y="4288875"/>
              <a:ext cx="152400" cy="76200"/>
            </a:xfrm>
            <a:custGeom>
              <a:avLst/>
              <a:gdLst>
                <a:gd name="connsiteX0" fmla="*/ 7144 w 152400"/>
                <a:gd name="connsiteY0" fmla="*/ 69955 h 76200"/>
                <a:gd name="connsiteX1" fmla="*/ 89630 w 152400"/>
                <a:gd name="connsiteY1" fmla="*/ 13282 h 76200"/>
                <a:gd name="connsiteX2" fmla="*/ 141637 w 152400"/>
                <a:gd name="connsiteY2" fmla="*/ 7186 h 76200"/>
                <a:gd name="connsiteX3" fmla="*/ 146494 w 152400"/>
                <a:gd name="connsiteY3" fmla="*/ 17949 h 76200"/>
                <a:gd name="connsiteX4" fmla="*/ 92297 w 152400"/>
                <a:gd name="connsiteY4" fmla="*/ 57954 h 76200"/>
                <a:gd name="connsiteX5" fmla="*/ 7144 w 152400"/>
                <a:gd name="connsiteY5" fmla="*/ 69955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400" h="76200">
                  <a:moveTo>
                    <a:pt x="7144" y="69955"/>
                  </a:moveTo>
                  <a:cubicBezTo>
                    <a:pt x="30385" y="38523"/>
                    <a:pt x="51340" y="21092"/>
                    <a:pt x="89630" y="13282"/>
                  </a:cubicBezTo>
                  <a:cubicBezTo>
                    <a:pt x="106775" y="9853"/>
                    <a:pt x="124301" y="9186"/>
                    <a:pt x="141637" y="7186"/>
                  </a:cubicBezTo>
                  <a:cubicBezTo>
                    <a:pt x="147638" y="6519"/>
                    <a:pt x="150971" y="13949"/>
                    <a:pt x="146494" y="17949"/>
                  </a:cubicBezTo>
                  <a:cubicBezTo>
                    <a:pt x="129730" y="33094"/>
                    <a:pt x="112204" y="47476"/>
                    <a:pt x="92297" y="57954"/>
                  </a:cubicBezTo>
                  <a:cubicBezTo>
                    <a:pt x="66294" y="71861"/>
                    <a:pt x="35242" y="78623"/>
                    <a:pt x="7144" y="69955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4" name="任意多边形: 形状 73"/>
            <p:cNvSpPr/>
            <p:nvPr/>
          </p:nvSpPr>
          <p:spPr>
            <a:xfrm>
              <a:off x="2811940" y="4169802"/>
              <a:ext cx="152400" cy="57150"/>
            </a:xfrm>
            <a:custGeom>
              <a:avLst/>
              <a:gdLst>
                <a:gd name="connsiteX0" fmla="*/ 7144 w 152400"/>
                <a:gd name="connsiteY0" fmla="*/ 47106 h 57150"/>
                <a:gd name="connsiteX1" fmla="*/ 98869 w 152400"/>
                <a:gd name="connsiteY1" fmla="*/ 7196 h 57150"/>
                <a:gd name="connsiteX2" fmla="*/ 128206 w 152400"/>
                <a:gd name="connsiteY2" fmla="*/ 9006 h 57150"/>
                <a:gd name="connsiteX3" fmla="*/ 148400 w 152400"/>
                <a:gd name="connsiteY3" fmla="*/ 15673 h 57150"/>
                <a:gd name="connsiteX4" fmla="*/ 131064 w 152400"/>
                <a:gd name="connsiteY4" fmla="*/ 35485 h 57150"/>
                <a:gd name="connsiteX5" fmla="*/ 92869 w 152400"/>
                <a:gd name="connsiteY5" fmla="*/ 51582 h 57150"/>
                <a:gd name="connsiteX6" fmla="*/ 7144 w 152400"/>
                <a:gd name="connsiteY6" fmla="*/ 47106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2400" h="57150">
                  <a:moveTo>
                    <a:pt x="7144" y="47106"/>
                  </a:moveTo>
                  <a:cubicBezTo>
                    <a:pt x="35909" y="20626"/>
                    <a:pt x="59817" y="7482"/>
                    <a:pt x="98869" y="7196"/>
                  </a:cubicBezTo>
                  <a:cubicBezTo>
                    <a:pt x="108299" y="7101"/>
                    <a:pt x="119063" y="6910"/>
                    <a:pt x="128206" y="9006"/>
                  </a:cubicBezTo>
                  <a:cubicBezTo>
                    <a:pt x="132683" y="10053"/>
                    <a:pt x="146399" y="11958"/>
                    <a:pt x="148400" y="15673"/>
                  </a:cubicBezTo>
                  <a:cubicBezTo>
                    <a:pt x="152019" y="22531"/>
                    <a:pt x="135636" y="33104"/>
                    <a:pt x="131064" y="35485"/>
                  </a:cubicBezTo>
                  <a:cubicBezTo>
                    <a:pt x="118872" y="41962"/>
                    <a:pt x="106108" y="47582"/>
                    <a:pt x="92869" y="51582"/>
                  </a:cubicBezTo>
                  <a:cubicBezTo>
                    <a:pt x="64865" y="60250"/>
                    <a:pt x="33147" y="60917"/>
                    <a:pt x="7144" y="47106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5" name="任意多边形: 形状 74"/>
            <p:cNvSpPr/>
            <p:nvPr/>
          </p:nvSpPr>
          <p:spPr>
            <a:xfrm>
              <a:off x="2817259" y="3610356"/>
              <a:ext cx="47625" cy="180975"/>
            </a:xfrm>
            <a:custGeom>
              <a:avLst/>
              <a:gdLst>
                <a:gd name="connsiteX0" fmla="*/ 14017 w 47625"/>
                <a:gd name="connsiteY0" fmla="*/ 176022 h 180975"/>
                <a:gd name="connsiteX1" fmla="*/ 14779 w 47625"/>
                <a:gd name="connsiteY1" fmla="*/ 80296 h 180975"/>
                <a:gd name="connsiteX2" fmla="*/ 47069 w 47625"/>
                <a:gd name="connsiteY2" fmla="*/ 7144 h 180975"/>
                <a:gd name="connsiteX3" fmla="*/ 46212 w 47625"/>
                <a:gd name="connsiteY3" fmla="*/ 84392 h 180975"/>
                <a:gd name="connsiteX4" fmla="*/ 14017 w 47625"/>
                <a:gd name="connsiteY4" fmla="*/ 176022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180975">
                  <a:moveTo>
                    <a:pt x="14017" y="176022"/>
                  </a:moveTo>
                  <a:cubicBezTo>
                    <a:pt x="5540" y="145256"/>
                    <a:pt x="3921" y="110395"/>
                    <a:pt x="14779" y="80296"/>
                  </a:cubicBezTo>
                  <a:cubicBezTo>
                    <a:pt x="23828" y="55245"/>
                    <a:pt x="39258" y="32671"/>
                    <a:pt x="47069" y="7144"/>
                  </a:cubicBezTo>
                  <a:cubicBezTo>
                    <a:pt x="48307" y="32861"/>
                    <a:pt x="48021" y="58674"/>
                    <a:pt x="46212" y="84392"/>
                  </a:cubicBezTo>
                  <a:cubicBezTo>
                    <a:pt x="43926" y="117539"/>
                    <a:pt x="37925" y="153067"/>
                    <a:pt x="14017" y="176022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6" name="任意多边形: 形状 75"/>
            <p:cNvSpPr/>
            <p:nvPr/>
          </p:nvSpPr>
          <p:spPr>
            <a:xfrm>
              <a:off x="2709165" y="3763468"/>
              <a:ext cx="133350" cy="95250"/>
            </a:xfrm>
            <a:custGeom>
              <a:avLst/>
              <a:gdLst>
                <a:gd name="connsiteX0" fmla="*/ 135065 w 133350"/>
                <a:gd name="connsiteY0" fmla="*/ 87490 h 95250"/>
                <a:gd name="connsiteX1" fmla="*/ 60103 w 133350"/>
                <a:gd name="connsiteY1" fmla="*/ 9480 h 95250"/>
                <a:gd name="connsiteX2" fmla="*/ 7144 w 133350"/>
                <a:gd name="connsiteY2" fmla="*/ 8528 h 95250"/>
                <a:gd name="connsiteX3" fmla="*/ 25146 w 133350"/>
                <a:gd name="connsiteY3" fmla="*/ 35293 h 95250"/>
                <a:gd name="connsiteX4" fmla="*/ 135065 w 133350"/>
                <a:gd name="connsiteY4" fmla="*/ 8749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95250">
                  <a:moveTo>
                    <a:pt x="135065" y="87490"/>
                  </a:moveTo>
                  <a:cubicBezTo>
                    <a:pt x="128778" y="49676"/>
                    <a:pt x="97631" y="17291"/>
                    <a:pt x="60103" y="9480"/>
                  </a:cubicBezTo>
                  <a:cubicBezTo>
                    <a:pt x="42767" y="5861"/>
                    <a:pt x="24765" y="7194"/>
                    <a:pt x="7144" y="8528"/>
                  </a:cubicBezTo>
                  <a:cubicBezTo>
                    <a:pt x="11811" y="18243"/>
                    <a:pt x="17812" y="27387"/>
                    <a:pt x="25146" y="35293"/>
                  </a:cubicBezTo>
                  <a:cubicBezTo>
                    <a:pt x="84201" y="98063"/>
                    <a:pt x="126397" y="88633"/>
                    <a:pt x="135065" y="87490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7" name="任意多边形: 形状 76"/>
            <p:cNvSpPr/>
            <p:nvPr/>
          </p:nvSpPr>
          <p:spPr>
            <a:xfrm>
              <a:off x="2761838" y="3929443"/>
              <a:ext cx="95250" cy="104775"/>
            </a:xfrm>
            <a:custGeom>
              <a:avLst/>
              <a:gdLst>
                <a:gd name="connsiteX0" fmla="*/ 95155 w 95250"/>
                <a:gd name="connsiteY0" fmla="*/ 99346 h 104775"/>
                <a:gd name="connsiteX1" fmla="*/ 50387 w 95250"/>
                <a:gd name="connsiteY1" fmla="*/ 19336 h 104775"/>
                <a:gd name="connsiteX2" fmla="*/ 7144 w 95250"/>
                <a:gd name="connsiteY2" fmla="*/ 7144 h 104775"/>
                <a:gd name="connsiteX3" fmla="*/ 16193 w 95250"/>
                <a:gd name="connsiteY3" fmla="*/ 32957 h 104775"/>
                <a:gd name="connsiteX4" fmla="*/ 95155 w 95250"/>
                <a:gd name="connsiteY4" fmla="*/ 99346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95155" y="99346"/>
                  </a:moveTo>
                  <a:cubicBezTo>
                    <a:pt x="98108" y="66961"/>
                    <a:pt x="79534" y="33719"/>
                    <a:pt x="50387" y="19336"/>
                  </a:cubicBezTo>
                  <a:cubicBezTo>
                    <a:pt x="36957" y="12668"/>
                    <a:pt x="21908" y="9906"/>
                    <a:pt x="7144" y="7144"/>
                  </a:cubicBezTo>
                  <a:cubicBezTo>
                    <a:pt x="8858" y="16097"/>
                    <a:pt x="11811" y="24860"/>
                    <a:pt x="16193" y="32957"/>
                  </a:cubicBezTo>
                  <a:cubicBezTo>
                    <a:pt x="51149" y="97060"/>
                    <a:pt x="87725" y="98393"/>
                    <a:pt x="95155" y="99346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8" name="任意多边形: 形状 77"/>
            <p:cNvSpPr/>
            <p:nvPr/>
          </p:nvSpPr>
          <p:spPr>
            <a:xfrm>
              <a:off x="2729728" y="4193191"/>
              <a:ext cx="66675" cy="133350"/>
            </a:xfrm>
            <a:custGeom>
              <a:avLst/>
              <a:gdLst>
                <a:gd name="connsiteX0" fmla="*/ 49922 w 66675"/>
                <a:gd name="connsiteY0" fmla="*/ 128207 h 133350"/>
                <a:gd name="connsiteX1" fmla="*/ 44017 w 66675"/>
                <a:gd name="connsiteY1" fmla="*/ 36767 h 133350"/>
                <a:gd name="connsiteX2" fmla="*/ 10203 w 66675"/>
                <a:gd name="connsiteY2" fmla="*/ 7144 h 133350"/>
                <a:gd name="connsiteX3" fmla="*/ 7250 w 66675"/>
                <a:gd name="connsiteY3" fmla="*/ 34290 h 133350"/>
                <a:gd name="connsiteX4" fmla="*/ 49922 w 66675"/>
                <a:gd name="connsiteY4" fmla="*/ 128207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133350">
                  <a:moveTo>
                    <a:pt x="49922" y="128207"/>
                  </a:moveTo>
                  <a:cubicBezTo>
                    <a:pt x="66496" y="100298"/>
                    <a:pt x="64019" y="62294"/>
                    <a:pt x="44017" y="36767"/>
                  </a:cubicBezTo>
                  <a:cubicBezTo>
                    <a:pt x="34778" y="24956"/>
                    <a:pt x="22395" y="16002"/>
                    <a:pt x="10203" y="7144"/>
                  </a:cubicBezTo>
                  <a:cubicBezTo>
                    <a:pt x="7917" y="16002"/>
                    <a:pt x="6774" y="25146"/>
                    <a:pt x="7250" y="34290"/>
                  </a:cubicBezTo>
                  <a:cubicBezTo>
                    <a:pt x="11251" y="107252"/>
                    <a:pt x="43636" y="124206"/>
                    <a:pt x="49922" y="128207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9" name="任意多边形: 形状 78"/>
            <p:cNvSpPr/>
            <p:nvPr/>
          </p:nvSpPr>
          <p:spPr>
            <a:xfrm>
              <a:off x="2771483" y="4072318"/>
              <a:ext cx="66675" cy="123825"/>
            </a:xfrm>
            <a:custGeom>
              <a:avLst/>
              <a:gdLst>
                <a:gd name="connsiteX0" fmla="*/ 55031 w 66675"/>
                <a:gd name="connsiteY0" fmla="*/ 126016 h 123825"/>
                <a:gd name="connsiteX1" fmla="*/ 44363 w 66675"/>
                <a:gd name="connsiteY1" fmla="*/ 34957 h 123825"/>
                <a:gd name="connsiteX2" fmla="*/ 9120 w 66675"/>
                <a:gd name="connsiteY2" fmla="*/ 7144 h 123825"/>
                <a:gd name="connsiteX3" fmla="*/ 7596 w 66675"/>
                <a:gd name="connsiteY3" fmla="*/ 34385 h 123825"/>
                <a:gd name="connsiteX4" fmla="*/ 55031 w 66675"/>
                <a:gd name="connsiteY4" fmla="*/ 126016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123825">
                  <a:moveTo>
                    <a:pt x="55031" y="126016"/>
                  </a:moveTo>
                  <a:cubicBezTo>
                    <a:pt x="70175" y="97250"/>
                    <a:pt x="65699" y="59436"/>
                    <a:pt x="44363" y="34957"/>
                  </a:cubicBezTo>
                  <a:cubicBezTo>
                    <a:pt x="34457" y="23622"/>
                    <a:pt x="21693" y="15335"/>
                    <a:pt x="9120" y="7144"/>
                  </a:cubicBezTo>
                  <a:cubicBezTo>
                    <a:pt x="7215" y="16097"/>
                    <a:pt x="6644" y="25337"/>
                    <a:pt x="7596" y="34385"/>
                  </a:cubicBezTo>
                  <a:cubicBezTo>
                    <a:pt x="15312" y="107061"/>
                    <a:pt x="48554" y="122301"/>
                    <a:pt x="55031" y="126016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2474069" y="2199814"/>
            <a:ext cx="559514" cy="1848917"/>
            <a:chOff x="776659" y="3485864"/>
            <a:chExt cx="278871" cy="921532"/>
          </a:xfrm>
        </p:grpSpPr>
        <p:sp>
          <p:nvSpPr>
            <p:cNvPr id="81" name="任意多边形: 形状 80"/>
            <p:cNvSpPr/>
            <p:nvPr/>
          </p:nvSpPr>
          <p:spPr>
            <a:xfrm>
              <a:off x="886295" y="3588246"/>
              <a:ext cx="114300" cy="819150"/>
            </a:xfrm>
            <a:custGeom>
              <a:avLst/>
              <a:gdLst>
                <a:gd name="connsiteX0" fmla="*/ 103132 w 114300"/>
                <a:gd name="connsiteY0" fmla="*/ 10870 h 819150"/>
                <a:gd name="connsiteX1" fmla="*/ 17502 w 114300"/>
                <a:gd name="connsiteY1" fmla="*/ 323481 h 819150"/>
                <a:gd name="connsiteX2" fmla="*/ 8072 w 114300"/>
                <a:gd name="connsiteY2" fmla="*/ 484072 h 819150"/>
                <a:gd name="connsiteX3" fmla="*/ 33504 w 114300"/>
                <a:gd name="connsiteY3" fmla="*/ 639520 h 819150"/>
                <a:gd name="connsiteX4" fmla="*/ 92083 w 114300"/>
                <a:gd name="connsiteY4" fmla="*/ 808684 h 819150"/>
                <a:gd name="connsiteX5" fmla="*/ 102370 w 114300"/>
                <a:gd name="connsiteY5" fmla="*/ 805827 h 819150"/>
                <a:gd name="connsiteX6" fmla="*/ 19883 w 114300"/>
                <a:gd name="connsiteY6" fmla="*/ 501789 h 819150"/>
                <a:gd name="connsiteX7" fmla="*/ 58745 w 114300"/>
                <a:gd name="connsiteY7" fmla="*/ 187178 h 819150"/>
                <a:gd name="connsiteX8" fmla="*/ 113419 w 114300"/>
                <a:gd name="connsiteY8" fmla="*/ 13728 h 819150"/>
                <a:gd name="connsiteX9" fmla="*/ 103132 w 114300"/>
                <a:gd name="connsiteY9" fmla="*/ 10870 h 819150"/>
                <a:gd name="connsiteX10" fmla="*/ 103132 w 114300"/>
                <a:gd name="connsiteY10" fmla="*/ 10870 h 81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4300" h="819150">
                  <a:moveTo>
                    <a:pt x="103132" y="10870"/>
                  </a:moveTo>
                  <a:cubicBezTo>
                    <a:pt x="68746" y="113264"/>
                    <a:pt x="34266" y="216420"/>
                    <a:pt x="17502" y="323481"/>
                  </a:cubicBezTo>
                  <a:cubicBezTo>
                    <a:pt x="9120" y="376535"/>
                    <a:pt x="5215" y="430351"/>
                    <a:pt x="8072" y="484072"/>
                  </a:cubicBezTo>
                  <a:cubicBezTo>
                    <a:pt x="10834" y="536650"/>
                    <a:pt x="20074" y="588657"/>
                    <a:pt x="33504" y="639520"/>
                  </a:cubicBezTo>
                  <a:cubicBezTo>
                    <a:pt x="48744" y="697337"/>
                    <a:pt x="69318" y="753535"/>
                    <a:pt x="92083" y="808684"/>
                  </a:cubicBezTo>
                  <a:cubicBezTo>
                    <a:pt x="94654" y="814971"/>
                    <a:pt x="105037" y="812209"/>
                    <a:pt x="102370" y="805827"/>
                  </a:cubicBezTo>
                  <a:cubicBezTo>
                    <a:pt x="62269" y="708672"/>
                    <a:pt x="28360" y="607231"/>
                    <a:pt x="19883" y="501789"/>
                  </a:cubicBezTo>
                  <a:cubicBezTo>
                    <a:pt x="11311" y="395394"/>
                    <a:pt x="30361" y="289381"/>
                    <a:pt x="58745" y="187178"/>
                  </a:cubicBezTo>
                  <a:cubicBezTo>
                    <a:pt x="74938" y="128694"/>
                    <a:pt x="94178" y="71164"/>
                    <a:pt x="113419" y="13728"/>
                  </a:cubicBezTo>
                  <a:cubicBezTo>
                    <a:pt x="115609" y="7156"/>
                    <a:pt x="105322" y="4298"/>
                    <a:pt x="103132" y="10870"/>
                  </a:cubicBezTo>
                  <a:lnTo>
                    <a:pt x="103132" y="10870"/>
                  </a:lnTo>
                  <a:close/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2" name="任意多边形: 形状 81"/>
            <p:cNvSpPr/>
            <p:nvPr/>
          </p:nvSpPr>
          <p:spPr>
            <a:xfrm>
              <a:off x="951434" y="3485864"/>
              <a:ext cx="66675" cy="200025"/>
            </a:xfrm>
            <a:custGeom>
              <a:avLst/>
              <a:gdLst>
                <a:gd name="connsiteX0" fmla="*/ 17895 w 66675"/>
                <a:gd name="connsiteY0" fmla="*/ 196691 h 200025"/>
                <a:gd name="connsiteX1" fmla="*/ 67806 w 66675"/>
                <a:gd name="connsiteY1" fmla="*/ 91535 h 200025"/>
                <a:gd name="connsiteX2" fmla="*/ 65234 w 66675"/>
                <a:gd name="connsiteY2" fmla="*/ 7144 h 200025"/>
                <a:gd name="connsiteX3" fmla="*/ 15895 w 66675"/>
                <a:gd name="connsiteY3" fmla="*/ 96774 h 200025"/>
                <a:gd name="connsiteX4" fmla="*/ 17895 w 66675"/>
                <a:gd name="connsiteY4" fmla="*/ 196691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200025">
                  <a:moveTo>
                    <a:pt x="17895" y="196691"/>
                  </a:moveTo>
                  <a:cubicBezTo>
                    <a:pt x="49709" y="164211"/>
                    <a:pt x="65996" y="136970"/>
                    <a:pt x="67806" y="91535"/>
                  </a:cubicBezTo>
                  <a:cubicBezTo>
                    <a:pt x="68949" y="63341"/>
                    <a:pt x="63615" y="35242"/>
                    <a:pt x="65234" y="7144"/>
                  </a:cubicBezTo>
                  <a:cubicBezTo>
                    <a:pt x="46184" y="35528"/>
                    <a:pt x="26944" y="64389"/>
                    <a:pt x="15895" y="96774"/>
                  </a:cubicBezTo>
                  <a:cubicBezTo>
                    <a:pt x="4941" y="129159"/>
                    <a:pt x="2846" y="166021"/>
                    <a:pt x="17895" y="196691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3" name="任意多边形: 形状 82"/>
            <p:cNvSpPr/>
            <p:nvPr/>
          </p:nvSpPr>
          <p:spPr>
            <a:xfrm>
              <a:off x="813024" y="3736181"/>
              <a:ext cx="95250" cy="180975"/>
            </a:xfrm>
            <a:custGeom>
              <a:avLst/>
              <a:gdLst>
                <a:gd name="connsiteX0" fmla="*/ 96298 w 95250"/>
                <a:gd name="connsiteY0" fmla="*/ 181070 h 180975"/>
                <a:gd name="connsiteX1" fmla="*/ 64675 w 95250"/>
                <a:gd name="connsiteY1" fmla="*/ 69056 h 180975"/>
                <a:gd name="connsiteX2" fmla="*/ 7144 w 95250"/>
                <a:gd name="connsiteY2" fmla="*/ 7144 h 180975"/>
                <a:gd name="connsiteX3" fmla="*/ 28956 w 95250"/>
                <a:gd name="connsiteY3" fmla="*/ 107061 h 180975"/>
                <a:gd name="connsiteX4" fmla="*/ 96298 w 95250"/>
                <a:gd name="connsiteY4" fmla="*/ 18107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80975">
                  <a:moveTo>
                    <a:pt x="96298" y="181070"/>
                  </a:moveTo>
                  <a:cubicBezTo>
                    <a:pt x="98965" y="135636"/>
                    <a:pt x="93250" y="104489"/>
                    <a:pt x="64675" y="69056"/>
                  </a:cubicBezTo>
                  <a:cubicBezTo>
                    <a:pt x="47053" y="47149"/>
                    <a:pt x="24479" y="29337"/>
                    <a:pt x="7144" y="7144"/>
                  </a:cubicBezTo>
                  <a:cubicBezTo>
                    <a:pt x="11525" y="41053"/>
                    <a:pt x="16002" y="75438"/>
                    <a:pt x="28956" y="107061"/>
                  </a:cubicBezTo>
                  <a:cubicBezTo>
                    <a:pt x="42005" y="138779"/>
                    <a:pt x="64770" y="167926"/>
                    <a:pt x="96298" y="181070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4" name="任意多边形: 形状 83"/>
            <p:cNvSpPr/>
            <p:nvPr/>
          </p:nvSpPr>
          <p:spPr>
            <a:xfrm>
              <a:off x="810356" y="3962495"/>
              <a:ext cx="95250" cy="152400"/>
            </a:xfrm>
            <a:custGeom>
              <a:avLst/>
              <a:gdLst>
                <a:gd name="connsiteX0" fmla="*/ 91821 w 95250"/>
                <a:gd name="connsiteY0" fmla="*/ 152210 h 152400"/>
                <a:gd name="connsiteX1" fmla="*/ 59436 w 95250"/>
                <a:gd name="connsiteY1" fmla="*/ 57531 h 152400"/>
                <a:gd name="connsiteX2" fmla="*/ 7144 w 95250"/>
                <a:gd name="connsiteY2" fmla="*/ 7144 h 152400"/>
                <a:gd name="connsiteX3" fmla="*/ 30575 w 95250"/>
                <a:gd name="connsiteY3" fmla="*/ 91916 h 152400"/>
                <a:gd name="connsiteX4" fmla="*/ 91821 w 95250"/>
                <a:gd name="connsiteY4" fmla="*/ 15221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52400">
                  <a:moveTo>
                    <a:pt x="91821" y="152210"/>
                  </a:moveTo>
                  <a:cubicBezTo>
                    <a:pt x="91916" y="113157"/>
                    <a:pt x="85534" y="86582"/>
                    <a:pt x="59436" y="57531"/>
                  </a:cubicBezTo>
                  <a:cubicBezTo>
                    <a:pt x="43244" y="39529"/>
                    <a:pt x="23051" y="25337"/>
                    <a:pt x="7144" y="7144"/>
                  </a:cubicBezTo>
                  <a:cubicBezTo>
                    <a:pt x="12478" y="36004"/>
                    <a:pt x="17907" y="65342"/>
                    <a:pt x="30575" y="91916"/>
                  </a:cubicBezTo>
                  <a:cubicBezTo>
                    <a:pt x="43244" y="118491"/>
                    <a:pt x="64103" y="142399"/>
                    <a:pt x="91821" y="152210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5" name="任意多边形: 形状 84"/>
            <p:cNvSpPr/>
            <p:nvPr/>
          </p:nvSpPr>
          <p:spPr>
            <a:xfrm>
              <a:off x="824334" y="4280147"/>
              <a:ext cx="142875" cy="85725"/>
            </a:xfrm>
            <a:custGeom>
              <a:avLst/>
              <a:gdLst>
                <a:gd name="connsiteX0" fmla="*/ 144995 w 142875"/>
                <a:gd name="connsiteY0" fmla="*/ 77636 h 85725"/>
                <a:gd name="connsiteX1" fmla="*/ 65937 w 142875"/>
                <a:gd name="connsiteY1" fmla="*/ 16295 h 85725"/>
                <a:gd name="connsiteX2" fmla="*/ 14407 w 142875"/>
                <a:gd name="connsiteY2" fmla="*/ 7246 h 85725"/>
                <a:gd name="connsiteX3" fmla="*/ 8978 w 142875"/>
                <a:gd name="connsiteY3" fmla="*/ 17724 h 85725"/>
                <a:gd name="connsiteX4" fmla="*/ 60794 w 142875"/>
                <a:gd name="connsiteY4" fmla="*/ 60872 h 85725"/>
                <a:gd name="connsiteX5" fmla="*/ 144995 w 142875"/>
                <a:gd name="connsiteY5" fmla="*/ 77636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2875" h="85725">
                  <a:moveTo>
                    <a:pt x="144995" y="77636"/>
                  </a:moveTo>
                  <a:cubicBezTo>
                    <a:pt x="123659" y="44870"/>
                    <a:pt x="103751" y="26201"/>
                    <a:pt x="65937" y="16295"/>
                  </a:cubicBezTo>
                  <a:cubicBezTo>
                    <a:pt x="49078" y="11818"/>
                    <a:pt x="31552" y="10199"/>
                    <a:pt x="14407" y="7246"/>
                  </a:cubicBezTo>
                  <a:cubicBezTo>
                    <a:pt x="8501" y="6198"/>
                    <a:pt x="4691" y="13437"/>
                    <a:pt x="8978" y="17724"/>
                  </a:cubicBezTo>
                  <a:cubicBezTo>
                    <a:pt x="24884" y="33821"/>
                    <a:pt x="41458" y="49156"/>
                    <a:pt x="60794" y="60872"/>
                  </a:cubicBezTo>
                  <a:cubicBezTo>
                    <a:pt x="85844" y="76017"/>
                    <a:pt x="116420" y="84589"/>
                    <a:pt x="144995" y="77636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6" name="任意多边形: 形状 85"/>
            <p:cNvSpPr/>
            <p:nvPr/>
          </p:nvSpPr>
          <p:spPr>
            <a:xfrm>
              <a:off x="776659" y="4159853"/>
              <a:ext cx="152400" cy="66675"/>
            </a:xfrm>
            <a:custGeom>
              <a:avLst/>
              <a:gdLst>
                <a:gd name="connsiteX0" fmla="*/ 147045 w 152400"/>
                <a:gd name="connsiteY0" fmla="*/ 53055 h 66675"/>
                <a:gd name="connsiteX1" fmla="*/ 57796 w 152400"/>
                <a:gd name="connsiteY1" fmla="*/ 7906 h 66675"/>
                <a:gd name="connsiteX2" fmla="*/ 28363 w 152400"/>
                <a:gd name="connsiteY2" fmla="*/ 8001 h 66675"/>
                <a:gd name="connsiteX3" fmla="*/ 7789 w 152400"/>
                <a:gd name="connsiteY3" fmla="*/ 13526 h 66675"/>
                <a:gd name="connsiteX4" fmla="*/ 23982 w 152400"/>
                <a:gd name="connsiteY4" fmla="*/ 34290 h 66675"/>
                <a:gd name="connsiteX5" fmla="*/ 61129 w 152400"/>
                <a:gd name="connsiteY5" fmla="*/ 52578 h 66675"/>
                <a:gd name="connsiteX6" fmla="*/ 147045 w 152400"/>
                <a:gd name="connsiteY6" fmla="*/ 53055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2400" h="66675">
                  <a:moveTo>
                    <a:pt x="147045" y="53055"/>
                  </a:moveTo>
                  <a:cubicBezTo>
                    <a:pt x="119803" y="24956"/>
                    <a:pt x="96753" y="10478"/>
                    <a:pt x="57796" y="7906"/>
                  </a:cubicBezTo>
                  <a:cubicBezTo>
                    <a:pt x="48366" y="7335"/>
                    <a:pt x="37698" y="6477"/>
                    <a:pt x="28363" y="8001"/>
                  </a:cubicBezTo>
                  <a:cubicBezTo>
                    <a:pt x="23887" y="8763"/>
                    <a:pt x="10075" y="9906"/>
                    <a:pt x="7789" y="13526"/>
                  </a:cubicBezTo>
                  <a:cubicBezTo>
                    <a:pt x="3789" y="20193"/>
                    <a:pt x="19505" y="31719"/>
                    <a:pt x="23982" y="34290"/>
                  </a:cubicBezTo>
                  <a:cubicBezTo>
                    <a:pt x="35793" y="41434"/>
                    <a:pt x="48175" y="47816"/>
                    <a:pt x="61129" y="52578"/>
                  </a:cubicBezTo>
                  <a:cubicBezTo>
                    <a:pt x="88657" y="62770"/>
                    <a:pt x="120280" y="65342"/>
                    <a:pt x="147045" y="53055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7" name="任意多边形: 形状 86"/>
            <p:cNvSpPr/>
            <p:nvPr/>
          </p:nvSpPr>
          <p:spPr>
            <a:xfrm>
              <a:off x="902613" y="3604927"/>
              <a:ext cx="47625" cy="180975"/>
            </a:xfrm>
            <a:custGeom>
              <a:avLst/>
              <a:gdLst>
                <a:gd name="connsiteX0" fmla="*/ 33949 w 47625"/>
                <a:gd name="connsiteY0" fmla="*/ 177546 h 180975"/>
                <a:gd name="connsiteX1" fmla="*/ 38807 w 47625"/>
                <a:gd name="connsiteY1" fmla="*/ 82010 h 180975"/>
                <a:gd name="connsiteX2" fmla="*/ 10804 w 47625"/>
                <a:gd name="connsiteY2" fmla="*/ 7144 h 180975"/>
                <a:gd name="connsiteX3" fmla="*/ 7184 w 47625"/>
                <a:gd name="connsiteY3" fmla="*/ 84296 h 180975"/>
                <a:gd name="connsiteX4" fmla="*/ 33949 w 47625"/>
                <a:gd name="connsiteY4" fmla="*/ 177546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180975">
                  <a:moveTo>
                    <a:pt x="33949" y="177546"/>
                  </a:moveTo>
                  <a:cubicBezTo>
                    <a:pt x="44141" y="147256"/>
                    <a:pt x="47856" y="112585"/>
                    <a:pt x="38807" y="82010"/>
                  </a:cubicBezTo>
                  <a:cubicBezTo>
                    <a:pt x="31187" y="56388"/>
                    <a:pt x="17185" y="33052"/>
                    <a:pt x="10804" y="7144"/>
                  </a:cubicBezTo>
                  <a:cubicBezTo>
                    <a:pt x="8137" y="32766"/>
                    <a:pt x="6898" y="58579"/>
                    <a:pt x="7184" y="84296"/>
                  </a:cubicBezTo>
                  <a:cubicBezTo>
                    <a:pt x="7470" y="117348"/>
                    <a:pt x="11470" y="153162"/>
                    <a:pt x="33949" y="177546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8" name="任意多边形: 形状 87"/>
            <p:cNvSpPr/>
            <p:nvPr/>
          </p:nvSpPr>
          <p:spPr>
            <a:xfrm>
              <a:off x="912655" y="3764385"/>
              <a:ext cx="142875" cy="85725"/>
            </a:xfrm>
            <a:custGeom>
              <a:avLst/>
              <a:gdLst>
                <a:gd name="connsiteX0" fmla="*/ 7144 w 142875"/>
                <a:gd name="connsiteY0" fmla="*/ 81810 h 85725"/>
                <a:gd name="connsiteX1" fmla="*/ 86487 w 142875"/>
                <a:gd name="connsiteY1" fmla="*/ 8277 h 85725"/>
                <a:gd name="connsiteX2" fmla="*/ 139446 w 142875"/>
                <a:gd name="connsiteY2" fmla="*/ 10372 h 85725"/>
                <a:gd name="connsiteX3" fmla="*/ 119920 w 142875"/>
                <a:gd name="connsiteY3" fmla="*/ 35995 h 85725"/>
                <a:gd name="connsiteX4" fmla="*/ 7144 w 142875"/>
                <a:gd name="connsiteY4" fmla="*/ 81810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85725">
                  <a:moveTo>
                    <a:pt x="7144" y="81810"/>
                  </a:moveTo>
                  <a:cubicBezTo>
                    <a:pt x="15621" y="44472"/>
                    <a:pt x="48578" y="13897"/>
                    <a:pt x="86487" y="8277"/>
                  </a:cubicBezTo>
                  <a:cubicBezTo>
                    <a:pt x="104013" y="5705"/>
                    <a:pt x="121920" y="7991"/>
                    <a:pt x="139446" y="10372"/>
                  </a:cubicBezTo>
                  <a:cubicBezTo>
                    <a:pt x="134303" y="19802"/>
                    <a:pt x="127730" y="28565"/>
                    <a:pt x="119920" y="35995"/>
                  </a:cubicBezTo>
                  <a:cubicBezTo>
                    <a:pt x="57341" y="95240"/>
                    <a:pt x="15811" y="83429"/>
                    <a:pt x="7144" y="81810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9" name="任意多边形: 形状 88"/>
            <p:cNvSpPr/>
            <p:nvPr/>
          </p:nvSpPr>
          <p:spPr>
            <a:xfrm>
              <a:off x="889661" y="3928872"/>
              <a:ext cx="104775" cy="95250"/>
            </a:xfrm>
            <a:custGeom>
              <a:avLst/>
              <a:gdLst>
                <a:gd name="connsiteX0" fmla="*/ 7182 w 104775"/>
                <a:gd name="connsiteY0" fmla="*/ 94012 h 95250"/>
                <a:gd name="connsiteX1" fmla="*/ 56522 w 104775"/>
                <a:gd name="connsiteY1" fmla="*/ 16764 h 95250"/>
                <a:gd name="connsiteX2" fmla="*/ 100432 w 104775"/>
                <a:gd name="connsiteY2" fmla="*/ 7144 h 95250"/>
                <a:gd name="connsiteX3" fmla="*/ 89859 w 104775"/>
                <a:gd name="connsiteY3" fmla="*/ 32385 h 95250"/>
                <a:gd name="connsiteX4" fmla="*/ 7182 w 104775"/>
                <a:gd name="connsiteY4" fmla="*/ 94012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95250">
                  <a:moveTo>
                    <a:pt x="7182" y="94012"/>
                  </a:moveTo>
                  <a:cubicBezTo>
                    <a:pt x="6134" y="61532"/>
                    <a:pt x="26613" y="29432"/>
                    <a:pt x="56522" y="16764"/>
                  </a:cubicBezTo>
                  <a:cubicBezTo>
                    <a:pt x="70333" y="10858"/>
                    <a:pt x="85478" y="8954"/>
                    <a:pt x="100432" y="7144"/>
                  </a:cubicBezTo>
                  <a:cubicBezTo>
                    <a:pt x="98241" y="16002"/>
                    <a:pt x="94717" y="24575"/>
                    <a:pt x="89859" y="32385"/>
                  </a:cubicBezTo>
                  <a:cubicBezTo>
                    <a:pt x="51188" y="94298"/>
                    <a:pt x="14612" y="93536"/>
                    <a:pt x="7182" y="94012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0" name="任意多边形: 形状 89"/>
            <p:cNvSpPr/>
            <p:nvPr/>
          </p:nvSpPr>
          <p:spPr>
            <a:xfrm>
              <a:off x="941095" y="4193762"/>
              <a:ext cx="66675" cy="123825"/>
            </a:xfrm>
            <a:custGeom>
              <a:avLst/>
              <a:gdLst>
                <a:gd name="connsiteX0" fmla="*/ 15851 w 66675"/>
                <a:gd name="connsiteY0" fmla="*/ 125730 h 123825"/>
                <a:gd name="connsiteX1" fmla="*/ 27090 w 66675"/>
                <a:gd name="connsiteY1" fmla="*/ 34766 h 123825"/>
                <a:gd name="connsiteX2" fmla="*/ 62523 w 66675"/>
                <a:gd name="connsiteY2" fmla="*/ 7144 h 123825"/>
                <a:gd name="connsiteX3" fmla="*/ 63857 w 66675"/>
                <a:gd name="connsiteY3" fmla="*/ 34385 h 123825"/>
                <a:gd name="connsiteX4" fmla="*/ 15851 w 66675"/>
                <a:gd name="connsiteY4" fmla="*/ 125730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123825">
                  <a:moveTo>
                    <a:pt x="15851" y="125730"/>
                  </a:moveTo>
                  <a:cubicBezTo>
                    <a:pt x="897" y="96869"/>
                    <a:pt x="5564" y="59055"/>
                    <a:pt x="27090" y="34766"/>
                  </a:cubicBezTo>
                  <a:cubicBezTo>
                    <a:pt x="36996" y="23527"/>
                    <a:pt x="49855" y="15240"/>
                    <a:pt x="62523" y="7144"/>
                  </a:cubicBezTo>
                  <a:cubicBezTo>
                    <a:pt x="64333" y="16097"/>
                    <a:pt x="64905" y="25337"/>
                    <a:pt x="63857" y="34385"/>
                  </a:cubicBezTo>
                  <a:cubicBezTo>
                    <a:pt x="55761" y="107061"/>
                    <a:pt x="22328" y="122111"/>
                    <a:pt x="15851" y="125730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1" name="任意多边形: 形状 90"/>
            <p:cNvSpPr/>
            <p:nvPr/>
          </p:nvSpPr>
          <p:spPr>
            <a:xfrm>
              <a:off x="903286" y="4070795"/>
              <a:ext cx="66675" cy="123825"/>
            </a:xfrm>
            <a:custGeom>
              <a:avLst/>
              <a:gdLst>
                <a:gd name="connsiteX0" fmla="*/ 14036 w 66675"/>
                <a:gd name="connsiteY0" fmla="*/ 123158 h 123825"/>
                <a:gd name="connsiteX1" fmla="*/ 29943 w 66675"/>
                <a:gd name="connsiteY1" fmla="*/ 32861 h 123825"/>
                <a:gd name="connsiteX2" fmla="*/ 66804 w 66675"/>
                <a:gd name="connsiteY2" fmla="*/ 7144 h 123825"/>
                <a:gd name="connsiteX3" fmla="*/ 66709 w 66675"/>
                <a:gd name="connsiteY3" fmla="*/ 34480 h 123825"/>
                <a:gd name="connsiteX4" fmla="*/ 14036 w 66675"/>
                <a:gd name="connsiteY4" fmla="*/ 123158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123825">
                  <a:moveTo>
                    <a:pt x="14036" y="123158"/>
                  </a:moveTo>
                  <a:cubicBezTo>
                    <a:pt x="606" y="93631"/>
                    <a:pt x="7273" y="56102"/>
                    <a:pt x="29943" y="32861"/>
                  </a:cubicBezTo>
                  <a:cubicBezTo>
                    <a:pt x="40420" y="22098"/>
                    <a:pt x="53755" y="14573"/>
                    <a:pt x="66804" y="7144"/>
                  </a:cubicBezTo>
                  <a:cubicBezTo>
                    <a:pt x="68138" y="16192"/>
                    <a:pt x="68233" y="25432"/>
                    <a:pt x="66709" y="34480"/>
                  </a:cubicBezTo>
                  <a:cubicBezTo>
                    <a:pt x="54803" y="106489"/>
                    <a:pt x="20799" y="119825"/>
                    <a:pt x="14036" y="123158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5516487" y="4656909"/>
            <a:ext cx="1138762" cy="477549"/>
            <a:chOff x="6271690" y="4922582"/>
            <a:chExt cx="1138762" cy="477549"/>
          </a:xfrm>
        </p:grpSpPr>
        <p:grpSp>
          <p:nvGrpSpPr>
            <p:cNvPr id="95" name="组合 94"/>
            <p:cNvGrpSpPr/>
            <p:nvPr/>
          </p:nvGrpSpPr>
          <p:grpSpPr>
            <a:xfrm rot="10366">
              <a:off x="6271690" y="4922582"/>
              <a:ext cx="1138762" cy="477549"/>
              <a:chOff x="1007320" y="3891219"/>
              <a:chExt cx="1676400" cy="586561"/>
            </a:xfrm>
          </p:grpSpPr>
          <p:sp>
            <p:nvSpPr>
              <p:cNvPr id="114" name="任意多边形: 形状 113"/>
              <p:cNvSpPr/>
              <p:nvPr/>
            </p:nvSpPr>
            <p:spPr>
              <a:xfrm>
                <a:off x="1016286" y="3891219"/>
                <a:ext cx="1657350" cy="552450"/>
              </a:xfrm>
              <a:custGeom>
                <a:avLst/>
                <a:gdLst>
                  <a:gd name="connsiteX0" fmla="*/ 1476947 w 1657350"/>
                  <a:gd name="connsiteY0" fmla="*/ 21562 h 552450"/>
                  <a:gd name="connsiteX1" fmla="*/ 810007 w 1657350"/>
                  <a:gd name="connsiteY1" fmla="*/ 11656 h 552450"/>
                  <a:gd name="connsiteX2" fmla="*/ 437293 w 1657350"/>
                  <a:gd name="connsiteY2" fmla="*/ 26515 h 552450"/>
                  <a:gd name="connsiteX3" fmla="*/ 77439 w 1657350"/>
                  <a:gd name="connsiteY3" fmla="*/ 156912 h 552450"/>
                  <a:gd name="connsiteX4" fmla="*/ 118492 w 1657350"/>
                  <a:gd name="connsiteY4" fmla="*/ 510671 h 552450"/>
                  <a:gd name="connsiteX5" fmla="*/ 310040 w 1657350"/>
                  <a:gd name="connsiteY5" fmla="*/ 543437 h 552450"/>
                  <a:gd name="connsiteX6" fmla="*/ 943547 w 1657350"/>
                  <a:gd name="connsiteY6" fmla="*/ 550390 h 552450"/>
                  <a:gd name="connsiteX7" fmla="*/ 1290162 w 1657350"/>
                  <a:gd name="connsiteY7" fmla="*/ 531340 h 552450"/>
                  <a:gd name="connsiteX8" fmla="*/ 1596105 w 1657350"/>
                  <a:gd name="connsiteY8" fmla="*/ 402562 h 552450"/>
                  <a:gd name="connsiteX9" fmla="*/ 1476947 w 1657350"/>
                  <a:gd name="connsiteY9" fmla="*/ 21562 h 55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57350" h="552450">
                    <a:moveTo>
                      <a:pt x="1476947" y="21562"/>
                    </a:moveTo>
                    <a:cubicBezTo>
                      <a:pt x="1244156" y="-917"/>
                      <a:pt x="1043941" y="8894"/>
                      <a:pt x="810007" y="11656"/>
                    </a:cubicBezTo>
                    <a:cubicBezTo>
                      <a:pt x="685706" y="13085"/>
                      <a:pt x="561119" y="14609"/>
                      <a:pt x="437293" y="26515"/>
                    </a:cubicBezTo>
                    <a:cubicBezTo>
                      <a:pt x="312421" y="38612"/>
                      <a:pt x="167165" y="62234"/>
                      <a:pt x="77439" y="156912"/>
                    </a:cubicBezTo>
                    <a:cubicBezTo>
                      <a:pt x="-19621" y="259306"/>
                      <a:pt x="-25336" y="443234"/>
                      <a:pt x="118492" y="510671"/>
                    </a:cubicBezTo>
                    <a:cubicBezTo>
                      <a:pt x="178023" y="538579"/>
                      <a:pt x="244984" y="541246"/>
                      <a:pt x="310040" y="543437"/>
                    </a:cubicBezTo>
                    <a:cubicBezTo>
                      <a:pt x="521114" y="550676"/>
                      <a:pt x="732473" y="554581"/>
                      <a:pt x="943547" y="550390"/>
                    </a:cubicBezTo>
                    <a:cubicBezTo>
                      <a:pt x="1059181" y="548104"/>
                      <a:pt x="1175195" y="544199"/>
                      <a:pt x="1290162" y="531340"/>
                    </a:cubicBezTo>
                    <a:cubicBezTo>
                      <a:pt x="1403700" y="518672"/>
                      <a:pt x="1523239" y="496765"/>
                      <a:pt x="1596105" y="402562"/>
                    </a:cubicBezTo>
                    <a:cubicBezTo>
                      <a:pt x="1693546" y="276832"/>
                      <a:pt x="1669924" y="39850"/>
                      <a:pt x="1476947" y="21562"/>
                    </a:cubicBezTo>
                  </a:path>
                </a:pathLst>
              </a:custGeom>
              <a:solidFill>
                <a:srgbClr val="FF988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6" name="任意多边形: 形状 115"/>
              <p:cNvSpPr/>
              <p:nvPr/>
            </p:nvSpPr>
            <p:spPr>
              <a:xfrm>
                <a:off x="1007320" y="3906280"/>
                <a:ext cx="1676400" cy="571500"/>
              </a:xfrm>
              <a:custGeom>
                <a:avLst/>
                <a:gdLst>
                  <a:gd name="connsiteX0" fmla="*/ 1485913 w 1676400"/>
                  <a:gd name="connsiteY0" fmla="*/ 21449 h 571500"/>
                  <a:gd name="connsiteX1" fmla="*/ 1030999 w 1676400"/>
                  <a:gd name="connsiteY1" fmla="*/ 8114 h 571500"/>
                  <a:gd name="connsiteX2" fmla="*/ 799446 w 1676400"/>
                  <a:gd name="connsiteY2" fmla="*/ 11829 h 571500"/>
                  <a:gd name="connsiteX3" fmla="*/ 560274 w 1676400"/>
                  <a:gd name="connsiteY3" fmla="*/ 18115 h 571500"/>
                  <a:gd name="connsiteX4" fmla="*/ 352152 w 1676400"/>
                  <a:gd name="connsiteY4" fmla="*/ 38213 h 571500"/>
                  <a:gd name="connsiteX5" fmla="*/ 176416 w 1676400"/>
                  <a:gd name="connsiteY5" fmla="*/ 90029 h 571500"/>
                  <a:gd name="connsiteX6" fmla="*/ 49924 w 1676400"/>
                  <a:gd name="connsiteY6" fmla="*/ 197852 h 571500"/>
                  <a:gd name="connsiteX7" fmla="*/ 7252 w 1676400"/>
                  <a:gd name="connsiteY7" fmla="*/ 333774 h 571500"/>
                  <a:gd name="connsiteX8" fmla="*/ 46781 w 1676400"/>
                  <a:gd name="connsiteY8" fmla="*/ 465886 h 571500"/>
                  <a:gd name="connsiteX9" fmla="*/ 194704 w 1676400"/>
                  <a:gd name="connsiteY9" fmla="*/ 550182 h 571500"/>
                  <a:gd name="connsiteX10" fmla="*/ 302718 w 1676400"/>
                  <a:gd name="connsiteY10" fmla="*/ 560659 h 571500"/>
                  <a:gd name="connsiteX11" fmla="*/ 420542 w 1676400"/>
                  <a:gd name="connsiteY11" fmla="*/ 564469 h 571500"/>
                  <a:gd name="connsiteX12" fmla="*/ 661524 w 1676400"/>
                  <a:gd name="connsiteY12" fmla="*/ 569327 h 571500"/>
                  <a:gd name="connsiteX13" fmla="*/ 1144061 w 1676400"/>
                  <a:gd name="connsiteY13" fmla="*/ 561802 h 571500"/>
                  <a:gd name="connsiteX14" fmla="*/ 1361517 w 1676400"/>
                  <a:gd name="connsiteY14" fmla="*/ 541038 h 571500"/>
                  <a:gd name="connsiteX15" fmla="*/ 1531443 w 1676400"/>
                  <a:gd name="connsiteY15" fmla="*/ 487031 h 571500"/>
                  <a:gd name="connsiteX16" fmla="*/ 1639551 w 1676400"/>
                  <a:gd name="connsiteY16" fmla="*/ 372731 h 571500"/>
                  <a:gd name="connsiteX17" fmla="*/ 1669841 w 1676400"/>
                  <a:gd name="connsiteY17" fmla="*/ 245763 h 571500"/>
                  <a:gd name="connsiteX18" fmla="*/ 1553731 w 1676400"/>
                  <a:gd name="connsiteY18" fmla="*/ 38689 h 571500"/>
                  <a:gd name="connsiteX19" fmla="*/ 1485913 w 1676400"/>
                  <a:gd name="connsiteY19" fmla="*/ 21449 h 571500"/>
                  <a:gd name="connsiteX20" fmla="*/ 1485913 w 1676400"/>
                  <a:gd name="connsiteY20" fmla="*/ 39261 h 571500"/>
                  <a:gd name="connsiteX21" fmla="*/ 1599261 w 1676400"/>
                  <a:gd name="connsiteY21" fmla="*/ 92220 h 571500"/>
                  <a:gd name="connsiteX22" fmla="*/ 1648600 w 1676400"/>
                  <a:gd name="connsiteY22" fmla="*/ 196900 h 571500"/>
                  <a:gd name="connsiteX23" fmla="*/ 1572495 w 1676400"/>
                  <a:gd name="connsiteY23" fmla="*/ 434358 h 571500"/>
                  <a:gd name="connsiteX24" fmla="*/ 1420667 w 1676400"/>
                  <a:gd name="connsiteY24" fmla="*/ 511129 h 571500"/>
                  <a:gd name="connsiteX25" fmla="*/ 1227690 w 1676400"/>
                  <a:gd name="connsiteY25" fmla="*/ 538276 h 571500"/>
                  <a:gd name="connsiteX26" fmla="*/ 763061 w 1676400"/>
                  <a:gd name="connsiteY26" fmla="*/ 552087 h 571500"/>
                  <a:gd name="connsiteX27" fmla="*/ 297193 w 1676400"/>
                  <a:gd name="connsiteY27" fmla="*/ 542657 h 571500"/>
                  <a:gd name="connsiteX28" fmla="*/ 104121 w 1676400"/>
                  <a:gd name="connsiteY28" fmla="*/ 496270 h 571500"/>
                  <a:gd name="connsiteX29" fmla="*/ 29922 w 1676400"/>
                  <a:gd name="connsiteY29" fmla="*/ 387019 h 571500"/>
                  <a:gd name="connsiteX30" fmla="*/ 133173 w 1676400"/>
                  <a:gd name="connsiteY30" fmla="*/ 136606 h 571500"/>
                  <a:gd name="connsiteX31" fmla="*/ 476073 w 1676400"/>
                  <a:gd name="connsiteY31" fmla="*/ 41737 h 571500"/>
                  <a:gd name="connsiteX32" fmla="*/ 938130 w 1676400"/>
                  <a:gd name="connsiteY32" fmla="*/ 27640 h 571500"/>
                  <a:gd name="connsiteX33" fmla="*/ 1374185 w 1676400"/>
                  <a:gd name="connsiteY33" fmla="*/ 30784 h 571500"/>
                  <a:gd name="connsiteX34" fmla="*/ 1485723 w 1676400"/>
                  <a:gd name="connsiteY34" fmla="*/ 39356 h 571500"/>
                  <a:gd name="connsiteX35" fmla="*/ 1485913 w 1676400"/>
                  <a:gd name="connsiteY35" fmla="*/ 21449 h 571500"/>
                  <a:gd name="connsiteX36" fmla="*/ 1485913 w 1676400"/>
                  <a:gd name="connsiteY36" fmla="*/ 21449 h 57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1676400" h="571500">
                    <a:moveTo>
                      <a:pt x="1485913" y="21449"/>
                    </a:moveTo>
                    <a:cubicBezTo>
                      <a:pt x="1334656" y="6876"/>
                      <a:pt x="1182828" y="5733"/>
                      <a:pt x="1030999" y="8114"/>
                    </a:cubicBezTo>
                    <a:cubicBezTo>
                      <a:pt x="953847" y="9257"/>
                      <a:pt x="876599" y="10876"/>
                      <a:pt x="799446" y="11829"/>
                    </a:cubicBezTo>
                    <a:cubicBezTo>
                      <a:pt x="719722" y="12781"/>
                      <a:pt x="639903" y="13924"/>
                      <a:pt x="560274" y="18115"/>
                    </a:cubicBezTo>
                    <a:cubicBezTo>
                      <a:pt x="490741" y="21735"/>
                      <a:pt x="420923" y="27069"/>
                      <a:pt x="352152" y="38213"/>
                    </a:cubicBezTo>
                    <a:cubicBezTo>
                      <a:pt x="291764" y="47929"/>
                      <a:pt x="231566" y="62978"/>
                      <a:pt x="176416" y="90029"/>
                    </a:cubicBezTo>
                    <a:cubicBezTo>
                      <a:pt x="126124" y="114699"/>
                      <a:pt x="80595" y="150513"/>
                      <a:pt x="49924" y="197852"/>
                    </a:cubicBezTo>
                    <a:cubicBezTo>
                      <a:pt x="23921" y="238143"/>
                      <a:pt x="8681" y="285768"/>
                      <a:pt x="7252" y="333774"/>
                    </a:cubicBezTo>
                    <a:cubicBezTo>
                      <a:pt x="5823" y="380542"/>
                      <a:pt x="18492" y="428167"/>
                      <a:pt x="46781" y="465886"/>
                    </a:cubicBezTo>
                    <a:cubicBezTo>
                      <a:pt x="82595" y="513415"/>
                      <a:pt x="137364" y="538942"/>
                      <a:pt x="194704" y="550182"/>
                    </a:cubicBezTo>
                    <a:cubicBezTo>
                      <a:pt x="230232" y="557135"/>
                      <a:pt x="266618" y="559326"/>
                      <a:pt x="302718" y="560659"/>
                    </a:cubicBezTo>
                    <a:cubicBezTo>
                      <a:pt x="341961" y="562183"/>
                      <a:pt x="381299" y="563326"/>
                      <a:pt x="420542" y="564469"/>
                    </a:cubicBezTo>
                    <a:cubicBezTo>
                      <a:pt x="500838" y="566755"/>
                      <a:pt x="581229" y="568470"/>
                      <a:pt x="661524" y="569327"/>
                    </a:cubicBezTo>
                    <a:cubicBezTo>
                      <a:pt x="822306" y="571042"/>
                      <a:pt x="983469" y="570565"/>
                      <a:pt x="1144061" y="561802"/>
                    </a:cubicBezTo>
                    <a:cubicBezTo>
                      <a:pt x="1216737" y="557802"/>
                      <a:pt x="1289603" y="552373"/>
                      <a:pt x="1361517" y="541038"/>
                    </a:cubicBezTo>
                    <a:cubicBezTo>
                      <a:pt x="1420286" y="531799"/>
                      <a:pt x="1479531" y="517130"/>
                      <a:pt x="1531443" y="487031"/>
                    </a:cubicBezTo>
                    <a:cubicBezTo>
                      <a:pt x="1577639" y="460171"/>
                      <a:pt x="1616120" y="420832"/>
                      <a:pt x="1639551" y="372731"/>
                    </a:cubicBezTo>
                    <a:cubicBezTo>
                      <a:pt x="1658792" y="333298"/>
                      <a:pt x="1669079" y="289578"/>
                      <a:pt x="1669841" y="245763"/>
                    </a:cubicBezTo>
                    <a:cubicBezTo>
                      <a:pt x="1671270" y="161752"/>
                      <a:pt x="1634218" y="74122"/>
                      <a:pt x="1553731" y="38689"/>
                    </a:cubicBezTo>
                    <a:cubicBezTo>
                      <a:pt x="1532205" y="29164"/>
                      <a:pt x="1509440" y="23830"/>
                      <a:pt x="1485913" y="21449"/>
                    </a:cubicBezTo>
                    <a:cubicBezTo>
                      <a:pt x="1474483" y="20306"/>
                      <a:pt x="1474578" y="38118"/>
                      <a:pt x="1485913" y="39261"/>
                    </a:cubicBezTo>
                    <a:cubicBezTo>
                      <a:pt x="1528776" y="43547"/>
                      <a:pt x="1569447" y="60692"/>
                      <a:pt x="1599261" y="92220"/>
                    </a:cubicBezTo>
                    <a:cubicBezTo>
                      <a:pt x="1626312" y="120890"/>
                      <a:pt x="1641933" y="158419"/>
                      <a:pt x="1648600" y="196900"/>
                    </a:cubicBezTo>
                    <a:cubicBezTo>
                      <a:pt x="1663173" y="281767"/>
                      <a:pt x="1635170" y="374731"/>
                      <a:pt x="1572495" y="434358"/>
                    </a:cubicBezTo>
                    <a:cubicBezTo>
                      <a:pt x="1530490" y="474268"/>
                      <a:pt x="1476198" y="497223"/>
                      <a:pt x="1420667" y="511129"/>
                    </a:cubicBezTo>
                    <a:cubicBezTo>
                      <a:pt x="1357707" y="526941"/>
                      <a:pt x="1292270" y="532942"/>
                      <a:pt x="1227690" y="538276"/>
                    </a:cubicBezTo>
                    <a:cubicBezTo>
                      <a:pt x="1073385" y="550944"/>
                      <a:pt x="917937" y="552277"/>
                      <a:pt x="763061" y="552087"/>
                    </a:cubicBezTo>
                    <a:cubicBezTo>
                      <a:pt x="607803" y="551896"/>
                      <a:pt x="452355" y="548848"/>
                      <a:pt x="297193" y="542657"/>
                    </a:cubicBezTo>
                    <a:cubicBezTo>
                      <a:pt x="231185" y="539990"/>
                      <a:pt x="160605" y="534085"/>
                      <a:pt x="104121" y="496270"/>
                    </a:cubicBezTo>
                    <a:cubicBezTo>
                      <a:pt x="66021" y="470743"/>
                      <a:pt x="40113" y="431500"/>
                      <a:pt x="29922" y="387019"/>
                    </a:cubicBezTo>
                    <a:cubicBezTo>
                      <a:pt x="8205" y="291483"/>
                      <a:pt x="55830" y="192423"/>
                      <a:pt x="133173" y="136606"/>
                    </a:cubicBezTo>
                    <a:cubicBezTo>
                      <a:pt x="231090" y="65931"/>
                      <a:pt x="359106" y="51453"/>
                      <a:pt x="476073" y="41737"/>
                    </a:cubicBezTo>
                    <a:cubicBezTo>
                      <a:pt x="629711" y="28974"/>
                      <a:pt x="784111" y="30403"/>
                      <a:pt x="938130" y="27640"/>
                    </a:cubicBezTo>
                    <a:cubicBezTo>
                      <a:pt x="1083482" y="25069"/>
                      <a:pt x="1229024" y="22402"/>
                      <a:pt x="1374185" y="30784"/>
                    </a:cubicBezTo>
                    <a:cubicBezTo>
                      <a:pt x="1411428" y="32974"/>
                      <a:pt x="1448670" y="35832"/>
                      <a:pt x="1485723" y="39356"/>
                    </a:cubicBezTo>
                    <a:cubicBezTo>
                      <a:pt x="1497343" y="40404"/>
                      <a:pt x="1497248" y="22592"/>
                      <a:pt x="1485913" y="21449"/>
                    </a:cubicBezTo>
                    <a:lnTo>
                      <a:pt x="1485913" y="21449"/>
                    </a:lnTo>
                    <a:close/>
                  </a:path>
                </a:pathLst>
              </a:custGeom>
              <a:solidFill>
                <a:srgbClr val="F7858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122" name="文本框 121"/>
            <p:cNvSpPr txBox="1"/>
            <p:nvPr/>
          </p:nvSpPr>
          <p:spPr>
            <a:xfrm rot="10366">
              <a:off x="6398143" y="4980054"/>
              <a:ext cx="8851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  <a:cs typeface="+mn-ea"/>
                  <a:sym typeface="+mn-lt"/>
                </a:rPr>
                <a:t>第</a:t>
              </a:r>
              <a:r>
                <a:rPr lang="en-US" altLang="zh-CN" sz="2000" dirty="0">
                  <a:solidFill>
                    <a:schemeClr val="bg1"/>
                  </a:solidFill>
                  <a:cs typeface="+mn-ea"/>
                  <a:sym typeface="+mn-lt"/>
                </a:rPr>
                <a:t>4</a:t>
              </a:r>
              <a:r>
                <a:rPr lang="zh-CN" altLang="en-US" sz="2000" dirty="0">
                  <a:solidFill>
                    <a:schemeClr val="bg1"/>
                  </a:solidFill>
                  <a:cs typeface="+mn-ea"/>
                  <a:sym typeface="+mn-lt"/>
                </a:rPr>
                <a:t>章</a:t>
              </a:r>
              <a:endParaRPr lang="zh-CN" altLang="en-US" sz="20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97" name="组合 96"/>
          <p:cNvGrpSpPr/>
          <p:nvPr/>
        </p:nvGrpSpPr>
        <p:grpSpPr>
          <a:xfrm>
            <a:off x="523884" y="3723196"/>
            <a:ext cx="596113" cy="891611"/>
            <a:chOff x="-6712140" y="4855187"/>
            <a:chExt cx="596113" cy="891611"/>
          </a:xfrm>
        </p:grpSpPr>
        <p:sp>
          <p:nvSpPr>
            <p:cNvPr id="98" name="任意多边形: 形状 97"/>
            <p:cNvSpPr/>
            <p:nvPr/>
          </p:nvSpPr>
          <p:spPr>
            <a:xfrm>
              <a:off x="-6283987" y="4855187"/>
              <a:ext cx="115493" cy="131992"/>
            </a:xfrm>
            <a:custGeom>
              <a:avLst/>
              <a:gdLst>
                <a:gd name="connsiteX0" fmla="*/ 63291 w 93745"/>
                <a:gd name="connsiteY0" fmla="*/ 10879 h 107137"/>
                <a:gd name="connsiteX1" fmla="*/ 29274 w 93745"/>
                <a:gd name="connsiteY1" fmla="*/ 15834 h 107137"/>
                <a:gd name="connsiteX2" fmla="*/ 18561 w 93745"/>
                <a:gd name="connsiteY2" fmla="*/ 30164 h 107137"/>
                <a:gd name="connsiteX3" fmla="*/ 16686 w 93745"/>
                <a:gd name="connsiteY3" fmla="*/ 87884 h 107137"/>
                <a:gd name="connsiteX4" fmla="*/ 64094 w 93745"/>
                <a:gd name="connsiteY4" fmla="*/ 104357 h 107137"/>
                <a:gd name="connsiteX5" fmla="*/ 95030 w 93745"/>
                <a:gd name="connsiteY5" fmla="*/ 64046 h 107137"/>
                <a:gd name="connsiteX6" fmla="*/ 63291 w 93745"/>
                <a:gd name="connsiteY6" fmla="*/ 10879 h 10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745" h="107137">
                  <a:moveTo>
                    <a:pt x="63291" y="10879"/>
                  </a:moveTo>
                  <a:cubicBezTo>
                    <a:pt x="51639" y="9674"/>
                    <a:pt x="38649" y="8737"/>
                    <a:pt x="29274" y="15834"/>
                  </a:cubicBezTo>
                  <a:cubicBezTo>
                    <a:pt x="24453" y="19450"/>
                    <a:pt x="21239" y="24807"/>
                    <a:pt x="18561" y="30164"/>
                  </a:cubicBezTo>
                  <a:cubicBezTo>
                    <a:pt x="9588" y="48243"/>
                    <a:pt x="5838" y="70876"/>
                    <a:pt x="16686" y="87884"/>
                  </a:cubicBezTo>
                  <a:cubicBezTo>
                    <a:pt x="26462" y="103018"/>
                    <a:pt x="46952" y="109848"/>
                    <a:pt x="64094" y="104357"/>
                  </a:cubicBezTo>
                  <a:cubicBezTo>
                    <a:pt x="81236" y="98866"/>
                    <a:pt x="93825" y="81992"/>
                    <a:pt x="95030" y="64046"/>
                  </a:cubicBezTo>
                  <a:cubicBezTo>
                    <a:pt x="96369" y="46101"/>
                    <a:pt x="83111" y="14093"/>
                    <a:pt x="63291" y="10879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9" name="任意多边形: 形状 98"/>
            <p:cNvSpPr/>
            <p:nvPr/>
          </p:nvSpPr>
          <p:spPr>
            <a:xfrm>
              <a:off x="-6231520" y="5614806"/>
              <a:ext cx="115493" cy="131992"/>
            </a:xfrm>
            <a:custGeom>
              <a:avLst/>
              <a:gdLst>
                <a:gd name="connsiteX0" fmla="*/ 63291 w 93745"/>
                <a:gd name="connsiteY0" fmla="*/ 10879 h 107137"/>
                <a:gd name="connsiteX1" fmla="*/ 29274 w 93745"/>
                <a:gd name="connsiteY1" fmla="*/ 15834 h 107137"/>
                <a:gd name="connsiteX2" fmla="*/ 18561 w 93745"/>
                <a:gd name="connsiteY2" fmla="*/ 30164 h 107137"/>
                <a:gd name="connsiteX3" fmla="*/ 16686 w 93745"/>
                <a:gd name="connsiteY3" fmla="*/ 87884 h 107137"/>
                <a:gd name="connsiteX4" fmla="*/ 64094 w 93745"/>
                <a:gd name="connsiteY4" fmla="*/ 104357 h 107137"/>
                <a:gd name="connsiteX5" fmla="*/ 95030 w 93745"/>
                <a:gd name="connsiteY5" fmla="*/ 64046 h 107137"/>
                <a:gd name="connsiteX6" fmla="*/ 63291 w 93745"/>
                <a:gd name="connsiteY6" fmla="*/ 10879 h 10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745" h="107137">
                  <a:moveTo>
                    <a:pt x="63291" y="10879"/>
                  </a:moveTo>
                  <a:cubicBezTo>
                    <a:pt x="51639" y="9674"/>
                    <a:pt x="38649" y="8737"/>
                    <a:pt x="29274" y="15834"/>
                  </a:cubicBezTo>
                  <a:cubicBezTo>
                    <a:pt x="24453" y="19450"/>
                    <a:pt x="21239" y="24807"/>
                    <a:pt x="18561" y="30164"/>
                  </a:cubicBezTo>
                  <a:cubicBezTo>
                    <a:pt x="9588" y="48243"/>
                    <a:pt x="5838" y="70876"/>
                    <a:pt x="16686" y="87884"/>
                  </a:cubicBezTo>
                  <a:cubicBezTo>
                    <a:pt x="26462" y="103017"/>
                    <a:pt x="46952" y="109847"/>
                    <a:pt x="64094" y="104357"/>
                  </a:cubicBezTo>
                  <a:cubicBezTo>
                    <a:pt x="81236" y="98866"/>
                    <a:pt x="93825" y="81992"/>
                    <a:pt x="95030" y="64046"/>
                  </a:cubicBezTo>
                  <a:cubicBezTo>
                    <a:pt x="96369" y="46100"/>
                    <a:pt x="83111" y="14093"/>
                    <a:pt x="63291" y="10879"/>
                  </a:cubicBezTo>
                </a:path>
              </a:pathLst>
            </a:custGeom>
            <a:solidFill>
              <a:srgbClr val="C3EAF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0" name="任意多边形: 形状 99"/>
            <p:cNvSpPr/>
            <p:nvPr/>
          </p:nvSpPr>
          <p:spPr>
            <a:xfrm>
              <a:off x="-6712140" y="5140291"/>
              <a:ext cx="115493" cy="131992"/>
            </a:xfrm>
            <a:custGeom>
              <a:avLst/>
              <a:gdLst>
                <a:gd name="connsiteX0" fmla="*/ 63291 w 93745"/>
                <a:gd name="connsiteY0" fmla="*/ 10879 h 107137"/>
                <a:gd name="connsiteX1" fmla="*/ 29274 w 93745"/>
                <a:gd name="connsiteY1" fmla="*/ 15834 h 107137"/>
                <a:gd name="connsiteX2" fmla="*/ 18561 w 93745"/>
                <a:gd name="connsiteY2" fmla="*/ 30164 h 107137"/>
                <a:gd name="connsiteX3" fmla="*/ 16686 w 93745"/>
                <a:gd name="connsiteY3" fmla="*/ 87884 h 107137"/>
                <a:gd name="connsiteX4" fmla="*/ 64094 w 93745"/>
                <a:gd name="connsiteY4" fmla="*/ 104357 h 107137"/>
                <a:gd name="connsiteX5" fmla="*/ 95030 w 93745"/>
                <a:gd name="connsiteY5" fmla="*/ 64046 h 107137"/>
                <a:gd name="connsiteX6" fmla="*/ 63291 w 93745"/>
                <a:gd name="connsiteY6" fmla="*/ 10879 h 10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745" h="107137">
                  <a:moveTo>
                    <a:pt x="63291" y="10879"/>
                  </a:moveTo>
                  <a:cubicBezTo>
                    <a:pt x="51639" y="9674"/>
                    <a:pt x="38649" y="8737"/>
                    <a:pt x="29274" y="15834"/>
                  </a:cubicBezTo>
                  <a:cubicBezTo>
                    <a:pt x="24453" y="19450"/>
                    <a:pt x="21239" y="24807"/>
                    <a:pt x="18561" y="30164"/>
                  </a:cubicBezTo>
                  <a:cubicBezTo>
                    <a:pt x="9588" y="48244"/>
                    <a:pt x="5838" y="70876"/>
                    <a:pt x="16686" y="87884"/>
                  </a:cubicBezTo>
                  <a:cubicBezTo>
                    <a:pt x="26462" y="103018"/>
                    <a:pt x="46952" y="109847"/>
                    <a:pt x="64094" y="104357"/>
                  </a:cubicBezTo>
                  <a:cubicBezTo>
                    <a:pt x="81236" y="98866"/>
                    <a:pt x="93825" y="81992"/>
                    <a:pt x="95030" y="64046"/>
                  </a:cubicBezTo>
                  <a:cubicBezTo>
                    <a:pt x="96369" y="46101"/>
                    <a:pt x="83111" y="14093"/>
                    <a:pt x="63291" y="10879"/>
                  </a:cubicBezTo>
                </a:path>
              </a:pathLst>
            </a:custGeom>
            <a:solidFill>
              <a:srgbClr val="F4BDB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01" name="组合 100"/>
          <p:cNvGrpSpPr/>
          <p:nvPr/>
        </p:nvGrpSpPr>
        <p:grpSpPr>
          <a:xfrm>
            <a:off x="10828474" y="4914452"/>
            <a:ext cx="631390" cy="387288"/>
            <a:chOff x="10828474" y="4914452"/>
            <a:chExt cx="631390" cy="387288"/>
          </a:xfrm>
        </p:grpSpPr>
        <p:sp>
          <p:nvSpPr>
            <p:cNvPr id="102" name="任意多边形: 形状 101"/>
            <p:cNvSpPr/>
            <p:nvPr/>
          </p:nvSpPr>
          <p:spPr>
            <a:xfrm>
              <a:off x="10997416" y="4914452"/>
              <a:ext cx="115493" cy="131992"/>
            </a:xfrm>
            <a:custGeom>
              <a:avLst/>
              <a:gdLst>
                <a:gd name="connsiteX0" fmla="*/ 63291 w 93745"/>
                <a:gd name="connsiteY0" fmla="*/ 10880 h 107137"/>
                <a:gd name="connsiteX1" fmla="*/ 29274 w 93745"/>
                <a:gd name="connsiteY1" fmla="*/ 15835 h 107137"/>
                <a:gd name="connsiteX2" fmla="*/ 18561 w 93745"/>
                <a:gd name="connsiteY2" fmla="*/ 30164 h 107137"/>
                <a:gd name="connsiteX3" fmla="*/ 16686 w 93745"/>
                <a:gd name="connsiteY3" fmla="*/ 87885 h 107137"/>
                <a:gd name="connsiteX4" fmla="*/ 64094 w 93745"/>
                <a:gd name="connsiteY4" fmla="*/ 104357 h 107137"/>
                <a:gd name="connsiteX5" fmla="*/ 95030 w 93745"/>
                <a:gd name="connsiteY5" fmla="*/ 64046 h 107137"/>
                <a:gd name="connsiteX6" fmla="*/ 63291 w 93745"/>
                <a:gd name="connsiteY6" fmla="*/ 10880 h 10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745" h="107137">
                  <a:moveTo>
                    <a:pt x="63291" y="10880"/>
                  </a:moveTo>
                  <a:cubicBezTo>
                    <a:pt x="51639" y="9674"/>
                    <a:pt x="38649" y="8737"/>
                    <a:pt x="29274" y="15835"/>
                  </a:cubicBezTo>
                  <a:cubicBezTo>
                    <a:pt x="24453" y="19450"/>
                    <a:pt x="21239" y="24807"/>
                    <a:pt x="18561" y="30164"/>
                  </a:cubicBezTo>
                  <a:cubicBezTo>
                    <a:pt x="9588" y="48243"/>
                    <a:pt x="5838" y="70876"/>
                    <a:pt x="16686" y="87885"/>
                  </a:cubicBezTo>
                  <a:cubicBezTo>
                    <a:pt x="26462" y="103017"/>
                    <a:pt x="46952" y="109848"/>
                    <a:pt x="64094" y="104357"/>
                  </a:cubicBezTo>
                  <a:cubicBezTo>
                    <a:pt x="81236" y="98866"/>
                    <a:pt x="93825" y="81992"/>
                    <a:pt x="95030" y="64046"/>
                  </a:cubicBezTo>
                  <a:cubicBezTo>
                    <a:pt x="96369" y="46101"/>
                    <a:pt x="83111" y="14093"/>
                    <a:pt x="63291" y="10880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3" name="任意多边形: 形状 102"/>
            <p:cNvSpPr/>
            <p:nvPr/>
          </p:nvSpPr>
          <p:spPr>
            <a:xfrm>
              <a:off x="10828474" y="5169748"/>
              <a:ext cx="115493" cy="131992"/>
            </a:xfrm>
            <a:custGeom>
              <a:avLst/>
              <a:gdLst>
                <a:gd name="connsiteX0" fmla="*/ 63291 w 93745"/>
                <a:gd name="connsiteY0" fmla="*/ 10879 h 107137"/>
                <a:gd name="connsiteX1" fmla="*/ 29274 w 93745"/>
                <a:gd name="connsiteY1" fmla="*/ 15835 h 107137"/>
                <a:gd name="connsiteX2" fmla="*/ 18560 w 93745"/>
                <a:gd name="connsiteY2" fmla="*/ 30164 h 107137"/>
                <a:gd name="connsiteX3" fmla="*/ 16686 w 93745"/>
                <a:gd name="connsiteY3" fmla="*/ 87884 h 107137"/>
                <a:gd name="connsiteX4" fmla="*/ 64094 w 93745"/>
                <a:gd name="connsiteY4" fmla="*/ 104357 h 107137"/>
                <a:gd name="connsiteX5" fmla="*/ 95030 w 93745"/>
                <a:gd name="connsiteY5" fmla="*/ 64046 h 107137"/>
                <a:gd name="connsiteX6" fmla="*/ 63291 w 93745"/>
                <a:gd name="connsiteY6" fmla="*/ 10879 h 10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745" h="107137">
                  <a:moveTo>
                    <a:pt x="63291" y="10879"/>
                  </a:moveTo>
                  <a:cubicBezTo>
                    <a:pt x="51639" y="9674"/>
                    <a:pt x="38649" y="8737"/>
                    <a:pt x="29274" y="15835"/>
                  </a:cubicBezTo>
                  <a:cubicBezTo>
                    <a:pt x="24453" y="19450"/>
                    <a:pt x="21239" y="24807"/>
                    <a:pt x="18560" y="30164"/>
                  </a:cubicBezTo>
                  <a:cubicBezTo>
                    <a:pt x="9588" y="48244"/>
                    <a:pt x="5838" y="70876"/>
                    <a:pt x="16686" y="87884"/>
                  </a:cubicBezTo>
                  <a:cubicBezTo>
                    <a:pt x="26462" y="103018"/>
                    <a:pt x="46952" y="109848"/>
                    <a:pt x="64094" y="104357"/>
                  </a:cubicBezTo>
                  <a:cubicBezTo>
                    <a:pt x="81236" y="98866"/>
                    <a:pt x="93825" y="81992"/>
                    <a:pt x="95030" y="64046"/>
                  </a:cubicBezTo>
                  <a:cubicBezTo>
                    <a:pt x="96369" y="46101"/>
                    <a:pt x="83111" y="14094"/>
                    <a:pt x="63291" y="10879"/>
                  </a:cubicBezTo>
                </a:path>
              </a:pathLst>
            </a:custGeom>
            <a:solidFill>
              <a:srgbClr val="C3EAF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4" name="任意多边形: 形状 103"/>
            <p:cNvSpPr/>
            <p:nvPr/>
          </p:nvSpPr>
          <p:spPr>
            <a:xfrm>
              <a:off x="11344371" y="5134023"/>
              <a:ext cx="115493" cy="131992"/>
            </a:xfrm>
            <a:custGeom>
              <a:avLst/>
              <a:gdLst>
                <a:gd name="connsiteX0" fmla="*/ 63291 w 93745"/>
                <a:gd name="connsiteY0" fmla="*/ 10879 h 107137"/>
                <a:gd name="connsiteX1" fmla="*/ 29274 w 93745"/>
                <a:gd name="connsiteY1" fmla="*/ 15834 h 107137"/>
                <a:gd name="connsiteX2" fmla="*/ 18561 w 93745"/>
                <a:gd name="connsiteY2" fmla="*/ 30164 h 107137"/>
                <a:gd name="connsiteX3" fmla="*/ 16686 w 93745"/>
                <a:gd name="connsiteY3" fmla="*/ 87884 h 107137"/>
                <a:gd name="connsiteX4" fmla="*/ 64094 w 93745"/>
                <a:gd name="connsiteY4" fmla="*/ 104357 h 107137"/>
                <a:gd name="connsiteX5" fmla="*/ 95030 w 93745"/>
                <a:gd name="connsiteY5" fmla="*/ 64046 h 107137"/>
                <a:gd name="connsiteX6" fmla="*/ 63291 w 93745"/>
                <a:gd name="connsiteY6" fmla="*/ 10879 h 10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745" h="107137">
                  <a:moveTo>
                    <a:pt x="63291" y="10879"/>
                  </a:moveTo>
                  <a:cubicBezTo>
                    <a:pt x="51639" y="9674"/>
                    <a:pt x="38649" y="8737"/>
                    <a:pt x="29274" y="15834"/>
                  </a:cubicBezTo>
                  <a:cubicBezTo>
                    <a:pt x="24453" y="19450"/>
                    <a:pt x="21239" y="24807"/>
                    <a:pt x="18561" y="30164"/>
                  </a:cubicBezTo>
                  <a:cubicBezTo>
                    <a:pt x="9588" y="48244"/>
                    <a:pt x="5838" y="70876"/>
                    <a:pt x="16686" y="87884"/>
                  </a:cubicBezTo>
                  <a:cubicBezTo>
                    <a:pt x="26462" y="103018"/>
                    <a:pt x="46952" y="109847"/>
                    <a:pt x="64094" y="104357"/>
                  </a:cubicBezTo>
                  <a:cubicBezTo>
                    <a:pt x="81236" y="98866"/>
                    <a:pt x="93825" y="81992"/>
                    <a:pt x="95030" y="64046"/>
                  </a:cubicBezTo>
                  <a:cubicBezTo>
                    <a:pt x="96369" y="46101"/>
                    <a:pt x="83111" y="14093"/>
                    <a:pt x="63291" y="10879"/>
                  </a:cubicBezTo>
                </a:path>
              </a:pathLst>
            </a:custGeom>
            <a:solidFill>
              <a:srgbClr val="F4BDB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/>
          <p:cNvSpPr/>
          <p:nvPr/>
        </p:nvSpPr>
        <p:spPr>
          <a:xfrm rot="2700000">
            <a:off x="4935928" y="2909098"/>
            <a:ext cx="2320143" cy="2320143"/>
          </a:xfrm>
          <a:prstGeom prst="roundRect">
            <a:avLst/>
          </a:prstGeom>
          <a:noFill/>
          <a:ln w="101600">
            <a:solidFill>
              <a:srgbClr val="FFE9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4807551" y="2831921"/>
            <a:ext cx="842651" cy="842651"/>
          </a:xfrm>
          <a:prstGeom prst="ellipse">
            <a:avLst/>
          </a:prstGeom>
          <a:solidFill>
            <a:srgbClr val="C3EA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800" dirty="0">
                <a:solidFill>
                  <a:srgbClr val="90B3D7"/>
                </a:solidFill>
                <a:cs typeface="+mn-ea"/>
                <a:sym typeface="+mn-lt"/>
              </a:rPr>
              <a:t>一</a:t>
            </a:r>
            <a:endParaRPr lang="zh-CN" altLang="en-US" sz="4800" dirty="0">
              <a:solidFill>
                <a:srgbClr val="90B3D7"/>
              </a:solidFill>
              <a:cs typeface="+mn-ea"/>
              <a:sym typeface="+mn-lt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525717" y="4468963"/>
            <a:ext cx="842651" cy="842651"/>
          </a:xfrm>
          <a:prstGeom prst="ellipse">
            <a:avLst/>
          </a:prstGeom>
          <a:solidFill>
            <a:srgbClr val="C3EA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800" dirty="0">
                <a:solidFill>
                  <a:srgbClr val="90B3D7"/>
                </a:solidFill>
                <a:cs typeface="+mn-ea"/>
                <a:sym typeface="+mn-lt"/>
              </a:rPr>
              <a:t>四</a:t>
            </a:r>
            <a:endParaRPr lang="zh-CN" altLang="en-US" sz="4800" dirty="0">
              <a:solidFill>
                <a:srgbClr val="90B3D7"/>
              </a:solidFill>
              <a:cs typeface="+mn-ea"/>
              <a:sym typeface="+mn-lt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6525717" y="2831921"/>
            <a:ext cx="842651" cy="842651"/>
          </a:xfrm>
          <a:prstGeom prst="ellipse">
            <a:avLst/>
          </a:prstGeom>
          <a:solidFill>
            <a:srgbClr val="FFBD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800" dirty="0">
                <a:solidFill>
                  <a:srgbClr val="FF8D7E"/>
                </a:solidFill>
                <a:cs typeface="+mn-ea"/>
                <a:sym typeface="+mn-lt"/>
              </a:rPr>
              <a:t>二</a:t>
            </a:r>
            <a:endParaRPr lang="zh-CN" altLang="en-US" sz="4800" dirty="0">
              <a:solidFill>
                <a:srgbClr val="FF8D7E"/>
              </a:solidFill>
              <a:cs typeface="+mn-ea"/>
              <a:sym typeface="+mn-lt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4813901" y="4468963"/>
            <a:ext cx="842651" cy="842651"/>
          </a:xfrm>
          <a:prstGeom prst="ellipse">
            <a:avLst/>
          </a:prstGeom>
          <a:solidFill>
            <a:srgbClr val="FFD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800" dirty="0">
                <a:solidFill>
                  <a:srgbClr val="C88F00"/>
                </a:solidFill>
                <a:cs typeface="+mn-ea"/>
                <a:sym typeface="+mn-lt"/>
              </a:rPr>
              <a:t>三</a:t>
            </a:r>
            <a:endParaRPr lang="zh-CN" altLang="en-US" sz="4800" dirty="0">
              <a:solidFill>
                <a:srgbClr val="C88F00"/>
              </a:solidFill>
              <a:cs typeface="+mn-ea"/>
              <a:sym typeface="+mn-lt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982190" y="2871307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64454B"/>
                </a:solidFill>
                <a:cs typeface="+mn-ea"/>
                <a:sym typeface="+mn-lt"/>
              </a:rPr>
              <a:t>项目名称</a:t>
            </a:r>
            <a:endParaRPr lang="zh-CN" altLang="en-US" sz="2000" dirty="0">
              <a:solidFill>
                <a:srgbClr val="64454B"/>
              </a:solidFill>
              <a:cs typeface="+mn-ea"/>
              <a:sym typeface="+mn-lt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986726" y="3244501"/>
            <a:ext cx="3281179" cy="602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本段适应文字章节，如果文字较多的内容描述比较适合放在这里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987323" y="441631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64454B"/>
                </a:solidFill>
                <a:cs typeface="+mn-ea"/>
                <a:sym typeface="+mn-lt"/>
              </a:rPr>
              <a:t>项目名称</a:t>
            </a:r>
            <a:endParaRPr lang="zh-CN" altLang="en-US" sz="2000" dirty="0">
              <a:solidFill>
                <a:srgbClr val="64454B"/>
              </a:solidFill>
              <a:cs typeface="+mn-ea"/>
              <a:sym typeface="+mn-lt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991860" y="4789506"/>
            <a:ext cx="3286888" cy="602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本段适应文字章节，如果文字较多的内容描述比较适合放在这里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3012872" y="2871307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64454B"/>
                </a:solidFill>
                <a:cs typeface="+mn-ea"/>
                <a:sym typeface="+mn-lt"/>
              </a:rPr>
              <a:t>项目名称</a:t>
            </a:r>
            <a:endParaRPr lang="zh-CN" altLang="en-US" sz="2000" dirty="0">
              <a:solidFill>
                <a:srgbClr val="64454B"/>
              </a:solidFill>
              <a:cs typeface="+mn-ea"/>
              <a:sym typeface="+mn-lt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42281" y="3244501"/>
            <a:ext cx="3281179" cy="602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2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本段适应文字章节，如果文字较多的内容描述比较适合放在这里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012872" y="441631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64454B"/>
                </a:solidFill>
                <a:cs typeface="+mn-ea"/>
                <a:sym typeface="+mn-lt"/>
              </a:rPr>
              <a:t>项目名称</a:t>
            </a:r>
            <a:endParaRPr lang="zh-CN" altLang="en-US" sz="2000" dirty="0">
              <a:solidFill>
                <a:srgbClr val="64454B"/>
              </a:solidFill>
              <a:cs typeface="+mn-ea"/>
              <a:sym typeface="+mn-lt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942281" y="4789506"/>
            <a:ext cx="3281179" cy="602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2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本段适应文字章节，如果文字较多的内容描述比较适合放在这里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4387839" y="1110227"/>
            <a:ext cx="3416320" cy="1034733"/>
            <a:chOff x="4397217" y="516028"/>
            <a:chExt cx="3416320" cy="1034733"/>
          </a:xfrm>
        </p:grpSpPr>
        <p:sp>
          <p:nvSpPr>
            <p:cNvPr id="42" name="文本框 41"/>
            <p:cNvSpPr txBox="1"/>
            <p:nvPr/>
          </p:nvSpPr>
          <p:spPr>
            <a:xfrm>
              <a:off x="4915670" y="539093"/>
              <a:ext cx="2441694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400" dirty="0">
                  <a:solidFill>
                    <a:srgbClr val="64454B"/>
                  </a:solidFill>
                  <a:cs typeface="+mn-ea"/>
                  <a:sym typeface="+mn-lt"/>
                </a:rPr>
                <a:t>课后作业</a:t>
              </a:r>
              <a:endParaRPr lang="zh-CN" altLang="en-US" sz="4400" dirty="0">
                <a:solidFill>
                  <a:srgbClr val="64454B"/>
                </a:solidFill>
                <a:cs typeface="+mn-ea"/>
                <a:sym typeface="+mn-lt"/>
              </a:endParaRP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4397217" y="1181429"/>
              <a:ext cx="34163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7AB2DC"/>
                  </a:solidFill>
                  <a:cs typeface="+mn-ea"/>
                  <a:sym typeface="+mn-lt"/>
                </a:rPr>
                <a:t>通过课后作业复习本节课的知识</a:t>
              </a:r>
              <a:endParaRPr lang="zh-CN" altLang="en-US" dirty="0">
                <a:solidFill>
                  <a:srgbClr val="7AB2DC"/>
                </a:solidFill>
                <a:cs typeface="+mn-ea"/>
                <a:sym typeface="+mn-lt"/>
              </a:endParaRPr>
            </a:p>
          </p:txBody>
        </p:sp>
        <p:grpSp>
          <p:nvGrpSpPr>
            <p:cNvPr id="44" name="组合 43"/>
            <p:cNvGrpSpPr/>
            <p:nvPr/>
          </p:nvGrpSpPr>
          <p:grpSpPr>
            <a:xfrm>
              <a:off x="7404174" y="516028"/>
              <a:ext cx="344536" cy="548871"/>
              <a:chOff x="8363753" y="2120741"/>
              <a:chExt cx="553198" cy="881284"/>
            </a:xfrm>
          </p:grpSpPr>
          <p:sp>
            <p:nvSpPr>
              <p:cNvPr id="52" name="任意多边形: 形状 51"/>
              <p:cNvSpPr/>
              <p:nvPr/>
            </p:nvSpPr>
            <p:spPr>
              <a:xfrm>
                <a:off x="8363753" y="2120741"/>
                <a:ext cx="356491" cy="291674"/>
              </a:xfrm>
              <a:custGeom>
                <a:avLst/>
                <a:gdLst>
                  <a:gd name="connsiteX0" fmla="*/ 28470 w 314325"/>
                  <a:gd name="connsiteY0" fmla="*/ 252359 h 257175"/>
                  <a:gd name="connsiteX1" fmla="*/ 240687 w 314325"/>
                  <a:gd name="connsiteY1" fmla="*/ 77480 h 257175"/>
                  <a:gd name="connsiteX2" fmla="*/ 301742 w 314325"/>
                  <a:gd name="connsiteY2" fmla="*/ 30521 h 257175"/>
                  <a:gd name="connsiteX3" fmla="*/ 306219 w 314325"/>
                  <a:gd name="connsiteY3" fmla="*/ 13472 h 257175"/>
                  <a:gd name="connsiteX4" fmla="*/ 289169 w 314325"/>
                  <a:gd name="connsiteY4" fmla="*/ 8995 h 257175"/>
                  <a:gd name="connsiteX5" fmla="*/ 70856 w 314325"/>
                  <a:gd name="connsiteY5" fmla="*/ 183302 h 257175"/>
                  <a:gd name="connsiteX6" fmla="*/ 10754 w 314325"/>
                  <a:gd name="connsiteY6" fmla="*/ 234737 h 257175"/>
                  <a:gd name="connsiteX7" fmla="*/ 10754 w 314325"/>
                  <a:gd name="connsiteY7" fmla="*/ 252359 h 257175"/>
                  <a:gd name="connsiteX8" fmla="*/ 28470 w 314325"/>
                  <a:gd name="connsiteY8" fmla="*/ 252359 h 257175"/>
                  <a:gd name="connsiteX9" fmla="*/ 28470 w 314325"/>
                  <a:gd name="connsiteY9" fmla="*/ 252359 h 257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4325" h="257175">
                    <a:moveTo>
                      <a:pt x="28470" y="252359"/>
                    </a:moveTo>
                    <a:cubicBezTo>
                      <a:pt x="97717" y="192256"/>
                      <a:pt x="168488" y="133868"/>
                      <a:pt x="240687" y="77480"/>
                    </a:cubicBezTo>
                    <a:cubicBezTo>
                      <a:pt x="260880" y="61668"/>
                      <a:pt x="281263" y="46047"/>
                      <a:pt x="301742" y="30521"/>
                    </a:cubicBezTo>
                    <a:cubicBezTo>
                      <a:pt x="307076" y="26426"/>
                      <a:pt x="309934" y="19758"/>
                      <a:pt x="306219" y="13472"/>
                    </a:cubicBezTo>
                    <a:cubicBezTo>
                      <a:pt x="303171" y="8138"/>
                      <a:pt x="294503" y="4899"/>
                      <a:pt x="289169" y="8995"/>
                    </a:cubicBezTo>
                    <a:cubicBezTo>
                      <a:pt x="214874" y="65192"/>
                      <a:pt x="142103" y="123295"/>
                      <a:pt x="70856" y="183302"/>
                    </a:cubicBezTo>
                    <a:cubicBezTo>
                      <a:pt x="50663" y="200257"/>
                      <a:pt x="30661" y="217402"/>
                      <a:pt x="10754" y="234737"/>
                    </a:cubicBezTo>
                    <a:cubicBezTo>
                      <a:pt x="5705" y="239119"/>
                      <a:pt x="6182" y="247882"/>
                      <a:pt x="10754" y="252359"/>
                    </a:cubicBezTo>
                    <a:cubicBezTo>
                      <a:pt x="15897" y="257407"/>
                      <a:pt x="23422" y="256740"/>
                      <a:pt x="28470" y="252359"/>
                    </a:cubicBezTo>
                    <a:lnTo>
                      <a:pt x="28470" y="252359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3" name="任意多边形: 形状 52"/>
              <p:cNvSpPr/>
              <p:nvPr/>
            </p:nvSpPr>
            <p:spPr>
              <a:xfrm>
                <a:off x="8442217" y="2469929"/>
                <a:ext cx="237660" cy="97225"/>
              </a:xfrm>
              <a:custGeom>
                <a:avLst/>
                <a:gdLst>
                  <a:gd name="connsiteX0" fmla="*/ 22534 w 209550"/>
                  <a:gd name="connsiteY0" fmla="*/ 82965 h 85725"/>
                  <a:gd name="connsiteX1" fmla="*/ 193793 w 209550"/>
                  <a:gd name="connsiteY1" fmla="*/ 31816 h 85725"/>
                  <a:gd name="connsiteX2" fmla="*/ 187126 w 209550"/>
                  <a:gd name="connsiteY2" fmla="*/ 7718 h 85725"/>
                  <a:gd name="connsiteX3" fmla="*/ 15866 w 209550"/>
                  <a:gd name="connsiteY3" fmla="*/ 58867 h 85725"/>
                  <a:gd name="connsiteX4" fmla="*/ 22534 w 209550"/>
                  <a:gd name="connsiteY4" fmla="*/ 82965 h 85725"/>
                  <a:gd name="connsiteX5" fmla="*/ 22534 w 209550"/>
                  <a:gd name="connsiteY5" fmla="*/ 82965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9550" h="85725">
                    <a:moveTo>
                      <a:pt x="22534" y="82965"/>
                    </a:moveTo>
                    <a:cubicBezTo>
                      <a:pt x="79588" y="65916"/>
                      <a:pt x="136643" y="48866"/>
                      <a:pt x="193793" y="31816"/>
                    </a:cubicBezTo>
                    <a:cubicBezTo>
                      <a:pt x="209128" y="27244"/>
                      <a:pt x="202651" y="3146"/>
                      <a:pt x="187126" y="7718"/>
                    </a:cubicBezTo>
                    <a:cubicBezTo>
                      <a:pt x="130071" y="24768"/>
                      <a:pt x="73016" y="41817"/>
                      <a:pt x="15866" y="58867"/>
                    </a:cubicBezTo>
                    <a:cubicBezTo>
                      <a:pt x="531" y="63439"/>
                      <a:pt x="7103" y="87633"/>
                      <a:pt x="22534" y="82965"/>
                    </a:cubicBezTo>
                    <a:lnTo>
                      <a:pt x="22534" y="82965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4" name="任意多边形: 形状 53"/>
              <p:cNvSpPr/>
              <p:nvPr/>
            </p:nvSpPr>
            <p:spPr>
              <a:xfrm>
                <a:off x="8441630" y="2679373"/>
                <a:ext cx="475321" cy="64816"/>
              </a:xfrm>
              <a:custGeom>
                <a:avLst/>
                <a:gdLst>
                  <a:gd name="connsiteX0" fmla="*/ 19145 w 419100"/>
                  <a:gd name="connsiteY0" fmla="*/ 52409 h 57150"/>
                  <a:gd name="connsiteX1" fmla="*/ 150971 w 419100"/>
                  <a:gd name="connsiteY1" fmla="*/ 45551 h 57150"/>
                  <a:gd name="connsiteX2" fmla="*/ 359664 w 419100"/>
                  <a:gd name="connsiteY2" fmla="*/ 34597 h 57150"/>
                  <a:gd name="connsiteX3" fmla="*/ 407765 w 419100"/>
                  <a:gd name="connsiteY3" fmla="*/ 32121 h 57150"/>
                  <a:gd name="connsiteX4" fmla="*/ 407765 w 419100"/>
                  <a:gd name="connsiteY4" fmla="*/ 7165 h 57150"/>
                  <a:gd name="connsiteX5" fmla="*/ 275939 w 419100"/>
                  <a:gd name="connsiteY5" fmla="*/ 14023 h 57150"/>
                  <a:gd name="connsiteX6" fmla="*/ 67247 w 419100"/>
                  <a:gd name="connsiteY6" fmla="*/ 24977 h 57150"/>
                  <a:gd name="connsiteX7" fmla="*/ 19145 w 419100"/>
                  <a:gd name="connsiteY7" fmla="*/ 27454 h 57150"/>
                  <a:gd name="connsiteX8" fmla="*/ 19145 w 419100"/>
                  <a:gd name="connsiteY8" fmla="*/ 52409 h 57150"/>
                  <a:gd name="connsiteX9" fmla="*/ 19145 w 419100"/>
                  <a:gd name="connsiteY9" fmla="*/ 52409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9100" h="57150">
                    <a:moveTo>
                      <a:pt x="19145" y="52409"/>
                    </a:moveTo>
                    <a:cubicBezTo>
                      <a:pt x="63056" y="50123"/>
                      <a:pt x="107061" y="47837"/>
                      <a:pt x="150971" y="45551"/>
                    </a:cubicBezTo>
                    <a:cubicBezTo>
                      <a:pt x="220504" y="41932"/>
                      <a:pt x="290132" y="38312"/>
                      <a:pt x="359664" y="34597"/>
                    </a:cubicBezTo>
                    <a:cubicBezTo>
                      <a:pt x="375666" y="33740"/>
                      <a:pt x="391763" y="32883"/>
                      <a:pt x="407765" y="32121"/>
                    </a:cubicBezTo>
                    <a:cubicBezTo>
                      <a:pt x="423767" y="31264"/>
                      <a:pt x="423863" y="6308"/>
                      <a:pt x="407765" y="7165"/>
                    </a:cubicBezTo>
                    <a:cubicBezTo>
                      <a:pt x="363855" y="9451"/>
                      <a:pt x="319850" y="11737"/>
                      <a:pt x="275939" y="14023"/>
                    </a:cubicBezTo>
                    <a:cubicBezTo>
                      <a:pt x="206407" y="17643"/>
                      <a:pt x="136779" y="21262"/>
                      <a:pt x="67247" y="24977"/>
                    </a:cubicBezTo>
                    <a:cubicBezTo>
                      <a:pt x="51245" y="25834"/>
                      <a:pt x="35147" y="26692"/>
                      <a:pt x="19145" y="27454"/>
                    </a:cubicBezTo>
                    <a:cubicBezTo>
                      <a:pt x="3239" y="28311"/>
                      <a:pt x="3048" y="53266"/>
                      <a:pt x="19145" y="52409"/>
                    </a:cubicBezTo>
                    <a:lnTo>
                      <a:pt x="19145" y="52409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5" name="任意多边形: 形状 54"/>
              <p:cNvSpPr/>
              <p:nvPr/>
            </p:nvSpPr>
            <p:spPr>
              <a:xfrm>
                <a:off x="8684731" y="2441089"/>
                <a:ext cx="64816" cy="54014"/>
              </a:xfrm>
              <a:custGeom>
                <a:avLst/>
                <a:gdLst>
                  <a:gd name="connsiteX0" fmla="*/ 22921 w 57150"/>
                  <a:gd name="connsiteY0" fmla="*/ 40100 h 47625"/>
                  <a:gd name="connsiteX1" fmla="*/ 49115 w 57150"/>
                  <a:gd name="connsiteY1" fmla="*/ 30385 h 47625"/>
                  <a:gd name="connsiteX2" fmla="*/ 54830 w 57150"/>
                  <a:gd name="connsiteY2" fmla="*/ 22955 h 47625"/>
                  <a:gd name="connsiteX3" fmla="*/ 53591 w 57150"/>
                  <a:gd name="connsiteY3" fmla="*/ 13335 h 47625"/>
                  <a:gd name="connsiteX4" fmla="*/ 46162 w 57150"/>
                  <a:gd name="connsiteY4" fmla="*/ 7620 h 47625"/>
                  <a:gd name="connsiteX5" fmla="*/ 42828 w 57150"/>
                  <a:gd name="connsiteY5" fmla="*/ 7144 h 47625"/>
                  <a:gd name="connsiteX6" fmla="*/ 36542 w 57150"/>
                  <a:gd name="connsiteY6" fmla="*/ 8858 h 47625"/>
                  <a:gd name="connsiteX7" fmla="*/ 31017 w 57150"/>
                  <a:gd name="connsiteY7" fmla="*/ 11335 h 47625"/>
                  <a:gd name="connsiteX8" fmla="*/ 33970 w 57150"/>
                  <a:gd name="connsiteY8" fmla="*/ 10097 h 47625"/>
                  <a:gd name="connsiteX9" fmla="*/ 16253 w 57150"/>
                  <a:gd name="connsiteY9" fmla="*/ 16002 h 47625"/>
                  <a:gd name="connsiteX10" fmla="*/ 8824 w 57150"/>
                  <a:gd name="connsiteY10" fmla="*/ 21717 h 47625"/>
                  <a:gd name="connsiteX11" fmla="*/ 7586 w 57150"/>
                  <a:gd name="connsiteY11" fmla="*/ 31337 h 47625"/>
                  <a:gd name="connsiteX12" fmla="*/ 13301 w 57150"/>
                  <a:gd name="connsiteY12" fmla="*/ 38767 h 47625"/>
                  <a:gd name="connsiteX13" fmla="*/ 22921 w 57150"/>
                  <a:gd name="connsiteY13" fmla="*/ 40100 h 47625"/>
                  <a:gd name="connsiteX14" fmla="*/ 22921 w 57150"/>
                  <a:gd name="connsiteY14" fmla="*/ 40100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7150" h="47625">
                    <a:moveTo>
                      <a:pt x="22921" y="40100"/>
                    </a:moveTo>
                    <a:cubicBezTo>
                      <a:pt x="31970" y="37814"/>
                      <a:pt x="40733" y="34480"/>
                      <a:pt x="49115" y="30385"/>
                    </a:cubicBezTo>
                    <a:cubicBezTo>
                      <a:pt x="51782" y="29051"/>
                      <a:pt x="54068" y="25718"/>
                      <a:pt x="54830" y="22955"/>
                    </a:cubicBezTo>
                    <a:cubicBezTo>
                      <a:pt x="55687" y="20002"/>
                      <a:pt x="55306" y="16002"/>
                      <a:pt x="53591" y="13335"/>
                    </a:cubicBezTo>
                    <a:cubicBezTo>
                      <a:pt x="51877" y="10668"/>
                      <a:pt x="49305" y="8287"/>
                      <a:pt x="46162" y="7620"/>
                    </a:cubicBezTo>
                    <a:cubicBezTo>
                      <a:pt x="45019" y="7429"/>
                      <a:pt x="43971" y="7334"/>
                      <a:pt x="42828" y="7144"/>
                    </a:cubicBezTo>
                    <a:cubicBezTo>
                      <a:pt x="40542" y="7144"/>
                      <a:pt x="38447" y="7715"/>
                      <a:pt x="36542" y="8858"/>
                    </a:cubicBezTo>
                    <a:cubicBezTo>
                      <a:pt x="34732" y="9716"/>
                      <a:pt x="32827" y="10573"/>
                      <a:pt x="31017" y="11335"/>
                    </a:cubicBezTo>
                    <a:cubicBezTo>
                      <a:pt x="31970" y="10954"/>
                      <a:pt x="33017" y="10477"/>
                      <a:pt x="33970" y="10097"/>
                    </a:cubicBezTo>
                    <a:cubicBezTo>
                      <a:pt x="28255" y="12478"/>
                      <a:pt x="22349" y="14478"/>
                      <a:pt x="16253" y="16002"/>
                    </a:cubicBezTo>
                    <a:cubicBezTo>
                      <a:pt x="13205" y="16764"/>
                      <a:pt x="10348" y="19050"/>
                      <a:pt x="8824" y="21717"/>
                    </a:cubicBezTo>
                    <a:cubicBezTo>
                      <a:pt x="7300" y="24384"/>
                      <a:pt x="6633" y="28384"/>
                      <a:pt x="7586" y="31337"/>
                    </a:cubicBezTo>
                    <a:cubicBezTo>
                      <a:pt x="8538" y="34385"/>
                      <a:pt x="10443" y="37243"/>
                      <a:pt x="13301" y="38767"/>
                    </a:cubicBezTo>
                    <a:cubicBezTo>
                      <a:pt x="16349" y="40386"/>
                      <a:pt x="19587" y="40957"/>
                      <a:pt x="22921" y="40100"/>
                    </a:cubicBezTo>
                    <a:lnTo>
                      <a:pt x="22921" y="40100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6" name="任意多边形: 形状 55"/>
              <p:cNvSpPr/>
              <p:nvPr/>
            </p:nvSpPr>
            <p:spPr>
              <a:xfrm>
                <a:off x="8436266" y="2863921"/>
                <a:ext cx="226858" cy="118830"/>
              </a:xfrm>
              <a:custGeom>
                <a:avLst/>
                <a:gdLst>
                  <a:gd name="connsiteX0" fmla="*/ 16350 w 200025"/>
                  <a:gd name="connsiteY0" fmla="*/ 31897 h 104775"/>
                  <a:gd name="connsiteX1" fmla="*/ 181037 w 200025"/>
                  <a:gd name="connsiteY1" fmla="*/ 101239 h 104775"/>
                  <a:gd name="connsiteX2" fmla="*/ 196373 w 200025"/>
                  <a:gd name="connsiteY2" fmla="*/ 92476 h 104775"/>
                  <a:gd name="connsiteX3" fmla="*/ 187610 w 200025"/>
                  <a:gd name="connsiteY3" fmla="*/ 77141 h 104775"/>
                  <a:gd name="connsiteX4" fmla="*/ 22922 w 200025"/>
                  <a:gd name="connsiteY4" fmla="*/ 7799 h 104775"/>
                  <a:gd name="connsiteX5" fmla="*/ 7587 w 200025"/>
                  <a:gd name="connsiteY5" fmla="*/ 16562 h 104775"/>
                  <a:gd name="connsiteX6" fmla="*/ 16350 w 200025"/>
                  <a:gd name="connsiteY6" fmla="*/ 31897 h 104775"/>
                  <a:gd name="connsiteX7" fmla="*/ 16350 w 200025"/>
                  <a:gd name="connsiteY7" fmla="*/ 31897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0025" h="104775">
                    <a:moveTo>
                      <a:pt x="16350" y="31897"/>
                    </a:moveTo>
                    <a:cubicBezTo>
                      <a:pt x="71214" y="55043"/>
                      <a:pt x="126173" y="78094"/>
                      <a:pt x="181037" y="101239"/>
                    </a:cubicBezTo>
                    <a:cubicBezTo>
                      <a:pt x="187229" y="103811"/>
                      <a:pt x="194753" y="98382"/>
                      <a:pt x="196373" y="92476"/>
                    </a:cubicBezTo>
                    <a:cubicBezTo>
                      <a:pt x="198373" y="85237"/>
                      <a:pt x="193896" y="79713"/>
                      <a:pt x="187610" y="77141"/>
                    </a:cubicBezTo>
                    <a:cubicBezTo>
                      <a:pt x="132746" y="53995"/>
                      <a:pt x="77786" y="30945"/>
                      <a:pt x="22922" y="7799"/>
                    </a:cubicBezTo>
                    <a:cubicBezTo>
                      <a:pt x="16731" y="5227"/>
                      <a:pt x="9206" y="10657"/>
                      <a:pt x="7587" y="16562"/>
                    </a:cubicBezTo>
                    <a:cubicBezTo>
                      <a:pt x="5682" y="23801"/>
                      <a:pt x="10159" y="29326"/>
                      <a:pt x="16350" y="31897"/>
                    </a:cubicBezTo>
                    <a:lnTo>
                      <a:pt x="16350" y="31897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7" name="任意多边形: 形状 56"/>
              <p:cNvSpPr/>
              <p:nvPr/>
            </p:nvSpPr>
            <p:spPr>
              <a:xfrm>
                <a:off x="8673232" y="2958814"/>
                <a:ext cx="64816" cy="43211"/>
              </a:xfrm>
              <a:custGeom>
                <a:avLst/>
                <a:gdLst>
                  <a:gd name="connsiteX0" fmla="*/ 13343 w 57150"/>
                  <a:gd name="connsiteY0" fmla="*/ 30334 h 38100"/>
                  <a:gd name="connsiteX1" fmla="*/ 39632 w 57150"/>
                  <a:gd name="connsiteY1" fmla="*/ 39859 h 38100"/>
                  <a:gd name="connsiteX2" fmla="*/ 49252 w 57150"/>
                  <a:gd name="connsiteY2" fmla="*/ 38621 h 38100"/>
                  <a:gd name="connsiteX3" fmla="*/ 54967 w 57150"/>
                  <a:gd name="connsiteY3" fmla="*/ 31191 h 38100"/>
                  <a:gd name="connsiteX4" fmla="*/ 53729 w 57150"/>
                  <a:gd name="connsiteY4" fmla="*/ 21571 h 38100"/>
                  <a:gd name="connsiteX5" fmla="*/ 46300 w 57150"/>
                  <a:gd name="connsiteY5" fmla="*/ 15856 h 38100"/>
                  <a:gd name="connsiteX6" fmla="*/ 27726 w 57150"/>
                  <a:gd name="connsiteY6" fmla="*/ 9760 h 38100"/>
                  <a:gd name="connsiteX7" fmla="*/ 30679 w 57150"/>
                  <a:gd name="connsiteY7" fmla="*/ 10998 h 38100"/>
                  <a:gd name="connsiteX8" fmla="*/ 25916 w 57150"/>
                  <a:gd name="connsiteY8" fmla="*/ 8903 h 38100"/>
                  <a:gd name="connsiteX9" fmla="*/ 21249 w 57150"/>
                  <a:gd name="connsiteY9" fmla="*/ 7379 h 38100"/>
                  <a:gd name="connsiteX10" fmla="*/ 16296 w 57150"/>
                  <a:gd name="connsiteY10" fmla="*/ 7569 h 38100"/>
                  <a:gd name="connsiteX11" fmla="*/ 8866 w 57150"/>
                  <a:gd name="connsiteY11" fmla="*/ 13284 h 38100"/>
                  <a:gd name="connsiteX12" fmla="*/ 7628 w 57150"/>
                  <a:gd name="connsiteY12" fmla="*/ 22905 h 38100"/>
                  <a:gd name="connsiteX13" fmla="*/ 13343 w 57150"/>
                  <a:gd name="connsiteY13" fmla="*/ 30334 h 38100"/>
                  <a:gd name="connsiteX14" fmla="*/ 13343 w 57150"/>
                  <a:gd name="connsiteY14" fmla="*/ 3033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7150" h="38100">
                    <a:moveTo>
                      <a:pt x="13343" y="30334"/>
                    </a:moveTo>
                    <a:cubicBezTo>
                      <a:pt x="21820" y="34335"/>
                      <a:pt x="30583" y="37668"/>
                      <a:pt x="39632" y="39859"/>
                    </a:cubicBezTo>
                    <a:cubicBezTo>
                      <a:pt x="42871" y="40621"/>
                      <a:pt x="46395" y="40240"/>
                      <a:pt x="49252" y="38621"/>
                    </a:cubicBezTo>
                    <a:cubicBezTo>
                      <a:pt x="51824" y="37097"/>
                      <a:pt x="54301" y="34144"/>
                      <a:pt x="54967" y="31191"/>
                    </a:cubicBezTo>
                    <a:cubicBezTo>
                      <a:pt x="55729" y="27953"/>
                      <a:pt x="55539" y="24429"/>
                      <a:pt x="53729" y="21571"/>
                    </a:cubicBezTo>
                    <a:cubicBezTo>
                      <a:pt x="52015" y="18904"/>
                      <a:pt x="49443" y="16618"/>
                      <a:pt x="46300" y="15856"/>
                    </a:cubicBezTo>
                    <a:cubicBezTo>
                      <a:pt x="39918" y="14332"/>
                      <a:pt x="33727" y="12237"/>
                      <a:pt x="27726" y="9760"/>
                    </a:cubicBezTo>
                    <a:cubicBezTo>
                      <a:pt x="28678" y="10141"/>
                      <a:pt x="29726" y="10617"/>
                      <a:pt x="30679" y="10998"/>
                    </a:cubicBezTo>
                    <a:cubicBezTo>
                      <a:pt x="29059" y="10332"/>
                      <a:pt x="27535" y="9570"/>
                      <a:pt x="25916" y="8903"/>
                    </a:cubicBezTo>
                    <a:cubicBezTo>
                      <a:pt x="24487" y="7950"/>
                      <a:pt x="22963" y="7474"/>
                      <a:pt x="21249" y="7379"/>
                    </a:cubicBezTo>
                    <a:cubicBezTo>
                      <a:pt x="19630" y="6998"/>
                      <a:pt x="17915" y="7093"/>
                      <a:pt x="16296" y="7569"/>
                    </a:cubicBezTo>
                    <a:cubicBezTo>
                      <a:pt x="13438" y="8331"/>
                      <a:pt x="10295" y="10617"/>
                      <a:pt x="8866" y="13284"/>
                    </a:cubicBezTo>
                    <a:cubicBezTo>
                      <a:pt x="7342" y="16142"/>
                      <a:pt x="6580" y="19666"/>
                      <a:pt x="7628" y="22905"/>
                    </a:cubicBezTo>
                    <a:cubicBezTo>
                      <a:pt x="8485" y="25857"/>
                      <a:pt x="10390" y="29001"/>
                      <a:pt x="13343" y="30334"/>
                    </a:cubicBezTo>
                    <a:lnTo>
                      <a:pt x="13343" y="30334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45" name="组合 44"/>
            <p:cNvGrpSpPr/>
            <p:nvPr/>
          </p:nvGrpSpPr>
          <p:grpSpPr>
            <a:xfrm>
              <a:off x="4532454" y="522189"/>
              <a:ext cx="361806" cy="536548"/>
              <a:chOff x="3553322" y="2130634"/>
              <a:chExt cx="580927" cy="861498"/>
            </a:xfrm>
          </p:grpSpPr>
          <p:sp>
            <p:nvSpPr>
              <p:cNvPr id="46" name="任意多边形: 形状 45"/>
              <p:cNvSpPr/>
              <p:nvPr/>
            </p:nvSpPr>
            <p:spPr>
              <a:xfrm>
                <a:off x="3810167" y="2130634"/>
                <a:ext cx="324082" cy="324082"/>
              </a:xfrm>
              <a:custGeom>
                <a:avLst/>
                <a:gdLst>
                  <a:gd name="connsiteX0" fmla="*/ 282173 w 285750"/>
                  <a:gd name="connsiteY0" fmla="*/ 259439 h 285750"/>
                  <a:gd name="connsiteX1" fmla="*/ 85767 w 285750"/>
                  <a:gd name="connsiteY1" fmla="*/ 63700 h 285750"/>
                  <a:gd name="connsiteX2" fmla="*/ 28712 w 285750"/>
                  <a:gd name="connsiteY2" fmla="*/ 10550 h 285750"/>
                  <a:gd name="connsiteX3" fmla="*/ 11091 w 285750"/>
                  <a:gd name="connsiteY3" fmla="*/ 28172 h 285750"/>
                  <a:gd name="connsiteX4" fmla="*/ 210354 w 285750"/>
                  <a:gd name="connsiteY4" fmla="*/ 221053 h 285750"/>
                  <a:gd name="connsiteX5" fmla="*/ 264456 w 285750"/>
                  <a:gd name="connsiteY5" fmla="*/ 277155 h 285750"/>
                  <a:gd name="connsiteX6" fmla="*/ 282173 w 285750"/>
                  <a:gd name="connsiteY6" fmla="*/ 259439 h 285750"/>
                  <a:gd name="connsiteX7" fmla="*/ 282173 w 285750"/>
                  <a:gd name="connsiteY7" fmla="*/ 259439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85750" h="285750">
                    <a:moveTo>
                      <a:pt x="282173" y="259439"/>
                    </a:moveTo>
                    <a:cubicBezTo>
                      <a:pt x="218450" y="192478"/>
                      <a:pt x="152918" y="127232"/>
                      <a:pt x="85767" y="63700"/>
                    </a:cubicBezTo>
                    <a:cubicBezTo>
                      <a:pt x="66908" y="45888"/>
                      <a:pt x="47858" y="28172"/>
                      <a:pt x="28712" y="10550"/>
                    </a:cubicBezTo>
                    <a:cubicBezTo>
                      <a:pt x="16901" y="-308"/>
                      <a:pt x="-815" y="17313"/>
                      <a:pt x="11091" y="28172"/>
                    </a:cubicBezTo>
                    <a:cubicBezTo>
                      <a:pt x="79195" y="90656"/>
                      <a:pt x="145679" y="154949"/>
                      <a:pt x="210354" y="221053"/>
                    </a:cubicBezTo>
                    <a:cubicBezTo>
                      <a:pt x="228547" y="239627"/>
                      <a:pt x="246549" y="258296"/>
                      <a:pt x="264456" y="277155"/>
                    </a:cubicBezTo>
                    <a:cubicBezTo>
                      <a:pt x="275600" y="288776"/>
                      <a:pt x="293222" y="271154"/>
                      <a:pt x="282173" y="259439"/>
                    </a:cubicBezTo>
                    <a:lnTo>
                      <a:pt x="282173" y="259439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7" name="任意多边形: 形状 46"/>
              <p:cNvSpPr/>
              <p:nvPr/>
            </p:nvSpPr>
            <p:spPr>
              <a:xfrm>
                <a:off x="3817878" y="2481702"/>
                <a:ext cx="226858" cy="118830"/>
              </a:xfrm>
              <a:custGeom>
                <a:avLst/>
                <a:gdLst>
                  <a:gd name="connsiteX0" fmla="*/ 188601 w 200025"/>
                  <a:gd name="connsiteY0" fmla="*/ 74862 h 104775"/>
                  <a:gd name="connsiteX1" fmla="*/ 22961 w 200025"/>
                  <a:gd name="connsiteY1" fmla="*/ 7806 h 104775"/>
                  <a:gd name="connsiteX2" fmla="*/ 7626 w 200025"/>
                  <a:gd name="connsiteY2" fmla="*/ 16569 h 104775"/>
                  <a:gd name="connsiteX3" fmla="*/ 16389 w 200025"/>
                  <a:gd name="connsiteY3" fmla="*/ 31905 h 104775"/>
                  <a:gd name="connsiteX4" fmla="*/ 182029 w 200025"/>
                  <a:gd name="connsiteY4" fmla="*/ 98961 h 104775"/>
                  <a:gd name="connsiteX5" fmla="*/ 197364 w 200025"/>
                  <a:gd name="connsiteY5" fmla="*/ 90198 h 104775"/>
                  <a:gd name="connsiteX6" fmla="*/ 188601 w 200025"/>
                  <a:gd name="connsiteY6" fmla="*/ 74862 h 104775"/>
                  <a:gd name="connsiteX7" fmla="*/ 188601 w 200025"/>
                  <a:gd name="connsiteY7" fmla="*/ 74862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0025" h="104775">
                    <a:moveTo>
                      <a:pt x="188601" y="74862"/>
                    </a:moveTo>
                    <a:cubicBezTo>
                      <a:pt x="133356" y="52479"/>
                      <a:pt x="78206" y="30095"/>
                      <a:pt x="22961" y="7806"/>
                    </a:cubicBezTo>
                    <a:cubicBezTo>
                      <a:pt x="16675" y="5235"/>
                      <a:pt x="9245" y="10569"/>
                      <a:pt x="7626" y="16569"/>
                    </a:cubicBezTo>
                    <a:cubicBezTo>
                      <a:pt x="5626" y="23713"/>
                      <a:pt x="10102" y="29428"/>
                      <a:pt x="16389" y="31905"/>
                    </a:cubicBezTo>
                    <a:cubicBezTo>
                      <a:pt x="71634" y="54288"/>
                      <a:pt x="126784" y="76672"/>
                      <a:pt x="182029" y="98961"/>
                    </a:cubicBezTo>
                    <a:cubicBezTo>
                      <a:pt x="188315" y="101532"/>
                      <a:pt x="195745" y="96198"/>
                      <a:pt x="197364" y="90198"/>
                    </a:cubicBezTo>
                    <a:cubicBezTo>
                      <a:pt x="199269" y="83149"/>
                      <a:pt x="194887" y="77434"/>
                      <a:pt x="188601" y="74862"/>
                    </a:cubicBezTo>
                    <a:lnTo>
                      <a:pt x="188601" y="74862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8" name="任意多边形: 形状 47"/>
              <p:cNvSpPr/>
              <p:nvPr/>
            </p:nvSpPr>
            <p:spPr>
              <a:xfrm>
                <a:off x="3553322" y="2667181"/>
                <a:ext cx="475321" cy="108027"/>
              </a:xfrm>
              <a:custGeom>
                <a:avLst/>
                <a:gdLst>
                  <a:gd name="connsiteX0" fmla="*/ 407863 w 419100"/>
                  <a:gd name="connsiteY0" fmla="*/ 64389 h 95250"/>
                  <a:gd name="connsiteX1" fmla="*/ 277275 w 419100"/>
                  <a:gd name="connsiteY1" fmla="*/ 45053 h 95250"/>
                  <a:gd name="connsiteX2" fmla="*/ 70487 w 419100"/>
                  <a:gd name="connsiteY2" fmla="*/ 14383 h 95250"/>
                  <a:gd name="connsiteX3" fmla="*/ 22862 w 419100"/>
                  <a:gd name="connsiteY3" fmla="*/ 7334 h 95250"/>
                  <a:gd name="connsiteX4" fmla="*/ 7527 w 419100"/>
                  <a:gd name="connsiteY4" fmla="*/ 16097 h 95250"/>
                  <a:gd name="connsiteX5" fmla="*/ 16290 w 419100"/>
                  <a:gd name="connsiteY5" fmla="*/ 31433 h 95250"/>
                  <a:gd name="connsiteX6" fmla="*/ 146878 w 419100"/>
                  <a:gd name="connsiteY6" fmla="*/ 50768 h 95250"/>
                  <a:gd name="connsiteX7" fmla="*/ 353666 w 419100"/>
                  <a:gd name="connsiteY7" fmla="*/ 81439 h 95250"/>
                  <a:gd name="connsiteX8" fmla="*/ 401386 w 419100"/>
                  <a:gd name="connsiteY8" fmla="*/ 88487 h 95250"/>
                  <a:gd name="connsiteX9" fmla="*/ 416721 w 419100"/>
                  <a:gd name="connsiteY9" fmla="*/ 79724 h 95250"/>
                  <a:gd name="connsiteX10" fmla="*/ 407863 w 419100"/>
                  <a:gd name="connsiteY10" fmla="*/ 64389 h 95250"/>
                  <a:gd name="connsiteX11" fmla="*/ 407863 w 419100"/>
                  <a:gd name="connsiteY11" fmla="*/ 64389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19100" h="95250">
                    <a:moveTo>
                      <a:pt x="407863" y="64389"/>
                    </a:moveTo>
                    <a:cubicBezTo>
                      <a:pt x="364334" y="57912"/>
                      <a:pt x="320804" y="51530"/>
                      <a:pt x="277275" y="45053"/>
                    </a:cubicBezTo>
                    <a:cubicBezTo>
                      <a:pt x="208314" y="34862"/>
                      <a:pt x="139448" y="24670"/>
                      <a:pt x="70487" y="14383"/>
                    </a:cubicBezTo>
                    <a:cubicBezTo>
                      <a:pt x="54676" y="12097"/>
                      <a:pt x="38769" y="9716"/>
                      <a:pt x="22862" y="7334"/>
                    </a:cubicBezTo>
                    <a:cubicBezTo>
                      <a:pt x="16195" y="6382"/>
                      <a:pt x="9432" y="8954"/>
                      <a:pt x="7527" y="16097"/>
                    </a:cubicBezTo>
                    <a:cubicBezTo>
                      <a:pt x="5908" y="22003"/>
                      <a:pt x="9527" y="30480"/>
                      <a:pt x="16290" y="31433"/>
                    </a:cubicBezTo>
                    <a:cubicBezTo>
                      <a:pt x="59819" y="37910"/>
                      <a:pt x="103349" y="44291"/>
                      <a:pt x="146878" y="50768"/>
                    </a:cubicBezTo>
                    <a:cubicBezTo>
                      <a:pt x="215839" y="60960"/>
                      <a:pt x="284705" y="71152"/>
                      <a:pt x="353666" y="81439"/>
                    </a:cubicBezTo>
                    <a:cubicBezTo>
                      <a:pt x="369573" y="83820"/>
                      <a:pt x="385479" y="86106"/>
                      <a:pt x="401386" y="88487"/>
                    </a:cubicBezTo>
                    <a:cubicBezTo>
                      <a:pt x="408053" y="89440"/>
                      <a:pt x="414816" y="86868"/>
                      <a:pt x="416721" y="79724"/>
                    </a:cubicBezTo>
                    <a:cubicBezTo>
                      <a:pt x="418245" y="73914"/>
                      <a:pt x="414530" y="65437"/>
                      <a:pt x="407863" y="64389"/>
                    </a:cubicBezTo>
                    <a:lnTo>
                      <a:pt x="407863" y="64389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9" name="任意多边形: 形状 48"/>
              <p:cNvSpPr/>
              <p:nvPr/>
            </p:nvSpPr>
            <p:spPr>
              <a:xfrm>
                <a:off x="3745821" y="2445788"/>
                <a:ext cx="64816" cy="54014"/>
              </a:xfrm>
              <a:custGeom>
                <a:avLst/>
                <a:gdLst>
                  <a:gd name="connsiteX0" fmla="*/ 45347 w 57150"/>
                  <a:gd name="connsiteY0" fmla="*/ 18232 h 47625"/>
                  <a:gd name="connsiteX1" fmla="*/ 38775 w 57150"/>
                  <a:gd name="connsiteY1" fmla="*/ 15660 h 47625"/>
                  <a:gd name="connsiteX2" fmla="*/ 41727 w 57150"/>
                  <a:gd name="connsiteY2" fmla="*/ 16898 h 47625"/>
                  <a:gd name="connsiteX3" fmla="*/ 25916 w 57150"/>
                  <a:gd name="connsiteY3" fmla="*/ 8802 h 47625"/>
                  <a:gd name="connsiteX4" fmla="*/ 16296 w 57150"/>
                  <a:gd name="connsiteY4" fmla="*/ 7564 h 47625"/>
                  <a:gd name="connsiteX5" fmla="*/ 8866 w 57150"/>
                  <a:gd name="connsiteY5" fmla="*/ 13279 h 47625"/>
                  <a:gd name="connsiteX6" fmla="*/ 7628 w 57150"/>
                  <a:gd name="connsiteY6" fmla="*/ 22899 h 47625"/>
                  <a:gd name="connsiteX7" fmla="*/ 13343 w 57150"/>
                  <a:gd name="connsiteY7" fmla="*/ 30328 h 47625"/>
                  <a:gd name="connsiteX8" fmla="*/ 38679 w 57150"/>
                  <a:gd name="connsiteY8" fmla="*/ 42139 h 47625"/>
                  <a:gd name="connsiteX9" fmla="*/ 48300 w 57150"/>
                  <a:gd name="connsiteY9" fmla="*/ 40901 h 47625"/>
                  <a:gd name="connsiteX10" fmla="*/ 54015 w 57150"/>
                  <a:gd name="connsiteY10" fmla="*/ 33472 h 47625"/>
                  <a:gd name="connsiteX11" fmla="*/ 52776 w 57150"/>
                  <a:gd name="connsiteY11" fmla="*/ 23851 h 47625"/>
                  <a:gd name="connsiteX12" fmla="*/ 50871 w 57150"/>
                  <a:gd name="connsiteY12" fmla="*/ 21280 h 47625"/>
                  <a:gd name="connsiteX13" fmla="*/ 45347 w 57150"/>
                  <a:gd name="connsiteY13" fmla="*/ 18232 h 47625"/>
                  <a:gd name="connsiteX14" fmla="*/ 45347 w 57150"/>
                  <a:gd name="connsiteY14" fmla="*/ 18232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7150" h="47625">
                    <a:moveTo>
                      <a:pt x="45347" y="18232"/>
                    </a:moveTo>
                    <a:cubicBezTo>
                      <a:pt x="43156" y="17470"/>
                      <a:pt x="40965" y="16612"/>
                      <a:pt x="38775" y="15660"/>
                    </a:cubicBezTo>
                    <a:cubicBezTo>
                      <a:pt x="39727" y="16041"/>
                      <a:pt x="40775" y="16517"/>
                      <a:pt x="41727" y="16898"/>
                    </a:cubicBezTo>
                    <a:cubicBezTo>
                      <a:pt x="36298" y="14612"/>
                      <a:pt x="30964" y="11945"/>
                      <a:pt x="25916" y="8802"/>
                    </a:cubicBezTo>
                    <a:cubicBezTo>
                      <a:pt x="23154" y="7183"/>
                      <a:pt x="19344" y="6706"/>
                      <a:pt x="16296" y="7564"/>
                    </a:cubicBezTo>
                    <a:cubicBezTo>
                      <a:pt x="13438" y="8326"/>
                      <a:pt x="10295" y="10612"/>
                      <a:pt x="8866" y="13279"/>
                    </a:cubicBezTo>
                    <a:cubicBezTo>
                      <a:pt x="7342" y="16136"/>
                      <a:pt x="6580" y="19660"/>
                      <a:pt x="7628" y="22899"/>
                    </a:cubicBezTo>
                    <a:cubicBezTo>
                      <a:pt x="8676" y="26042"/>
                      <a:pt x="10485" y="28614"/>
                      <a:pt x="13343" y="30328"/>
                    </a:cubicBezTo>
                    <a:cubicBezTo>
                      <a:pt x="21344" y="35186"/>
                      <a:pt x="29916" y="39091"/>
                      <a:pt x="38679" y="42139"/>
                    </a:cubicBezTo>
                    <a:cubicBezTo>
                      <a:pt x="41632" y="43187"/>
                      <a:pt x="45728" y="42425"/>
                      <a:pt x="48300" y="40901"/>
                    </a:cubicBezTo>
                    <a:cubicBezTo>
                      <a:pt x="50871" y="39377"/>
                      <a:pt x="53348" y="36424"/>
                      <a:pt x="54015" y="33472"/>
                    </a:cubicBezTo>
                    <a:cubicBezTo>
                      <a:pt x="54777" y="30233"/>
                      <a:pt x="54586" y="26709"/>
                      <a:pt x="52776" y="23851"/>
                    </a:cubicBezTo>
                    <a:cubicBezTo>
                      <a:pt x="52110" y="22994"/>
                      <a:pt x="51443" y="22137"/>
                      <a:pt x="50871" y="21280"/>
                    </a:cubicBezTo>
                    <a:cubicBezTo>
                      <a:pt x="49252" y="19946"/>
                      <a:pt x="47442" y="18803"/>
                      <a:pt x="45347" y="18232"/>
                    </a:cubicBezTo>
                    <a:lnTo>
                      <a:pt x="45347" y="18232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0" name="任意多边形: 形状 49"/>
              <p:cNvSpPr/>
              <p:nvPr/>
            </p:nvSpPr>
            <p:spPr>
              <a:xfrm>
                <a:off x="3824694" y="2909318"/>
                <a:ext cx="237660" cy="75619"/>
              </a:xfrm>
              <a:custGeom>
                <a:avLst/>
                <a:gdLst>
                  <a:gd name="connsiteX0" fmla="*/ 192211 w 209550"/>
                  <a:gd name="connsiteY0" fmla="*/ 7388 h 66675"/>
                  <a:gd name="connsiteX1" fmla="*/ 16284 w 209550"/>
                  <a:gd name="connsiteY1" fmla="*/ 38535 h 66675"/>
                  <a:gd name="connsiteX2" fmla="*/ 7521 w 209550"/>
                  <a:gd name="connsiteY2" fmla="*/ 53870 h 66675"/>
                  <a:gd name="connsiteX3" fmla="*/ 22856 w 209550"/>
                  <a:gd name="connsiteY3" fmla="*/ 62633 h 66675"/>
                  <a:gd name="connsiteX4" fmla="*/ 198783 w 209550"/>
                  <a:gd name="connsiteY4" fmla="*/ 31486 h 66675"/>
                  <a:gd name="connsiteX5" fmla="*/ 207546 w 209550"/>
                  <a:gd name="connsiteY5" fmla="*/ 16151 h 66675"/>
                  <a:gd name="connsiteX6" fmla="*/ 192211 w 209550"/>
                  <a:gd name="connsiteY6" fmla="*/ 7388 h 66675"/>
                  <a:gd name="connsiteX7" fmla="*/ 192211 w 209550"/>
                  <a:gd name="connsiteY7" fmla="*/ 7388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9550" h="66675">
                    <a:moveTo>
                      <a:pt x="192211" y="7388"/>
                    </a:moveTo>
                    <a:cubicBezTo>
                      <a:pt x="133537" y="17770"/>
                      <a:pt x="74958" y="28153"/>
                      <a:pt x="16284" y="38535"/>
                    </a:cubicBezTo>
                    <a:cubicBezTo>
                      <a:pt x="9617" y="39678"/>
                      <a:pt x="5902" y="47869"/>
                      <a:pt x="7521" y="53870"/>
                    </a:cubicBezTo>
                    <a:cubicBezTo>
                      <a:pt x="9426" y="60919"/>
                      <a:pt x="16189" y="63776"/>
                      <a:pt x="22856" y="62633"/>
                    </a:cubicBezTo>
                    <a:cubicBezTo>
                      <a:pt x="81530" y="52251"/>
                      <a:pt x="140109" y="41869"/>
                      <a:pt x="198783" y="31486"/>
                    </a:cubicBezTo>
                    <a:cubicBezTo>
                      <a:pt x="205451" y="30343"/>
                      <a:pt x="209165" y="22152"/>
                      <a:pt x="207546" y="16151"/>
                    </a:cubicBezTo>
                    <a:cubicBezTo>
                      <a:pt x="205641" y="9103"/>
                      <a:pt x="198878" y="6245"/>
                      <a:pt x="192211" y="7388"/>
                    </a:cubicBezTo>
                    <a:lnTo>
                      <a:pt x="192211" y="7388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1" name="任意多边形: 形状 50"/>
              <p:cNvSpPr/>
              <p:nvPr/>
            </p:nvSpPr>
            <p:spPr>
              <a:xfrm>
                <a:off x="3744516" y="2948921"/>
                <a:ext cx="64816" cy="43211"/>
              </a:xfrm>
              <a:custGeom>
                <a:avLst/>
                <a:gdLst>
                  <a:gd name="connsiteX0" fmla="*/ 40782 w 57150"/>
                  <a:gd name="connsiteY0" fmla="*/ 7521 h 38100"/>
                  <a:gd name="connsiteX1" fmla="*/ 30495 w 57150"/>
                  <a:gd name="connsiteY1" fmla="*/ 9331 h 38100"/>
                  <a:gd name="connsiteX2" fmla="*/ 33829 w 57150"/>
                  <a:gd name="connsiteY2" fmla="*/ 8855 h 38100"/>
                  <a:gd name="connsiteX3" fmla="*/ 19637 w 57150"/>
                  <a:gd name="connsiteY3" fmla="*/ 9903 h 38100"/>
                  <a:gd name="connsiteX4" fmla="*/ 10778 w 57150"/>
                  <a:gd name="connsiteY4" fmla="*/ 13522 h 38100"/>
                  <a:gd name="connsiteX5" fmla="*/ 7159 w 57150"/>
                  <a:gd name="connsiteY5" fmla="*/ 22380 h 38100"/>
                  <a:gd name="connsiteX6" fmla="*/ 10778 w 57150"/>
                  <a:gd name="connsiteY6" fmla="*/ 31239 h 38100"/>
                  <a:gd name="connsiteX7" fmla="*/ 19637 w 57150"/>
                  <a:gd name="connsiteY7" fmla="*/ 34858 h 38100"/>
                  <a:gd name="connsiteX8" fmla="*/ 47545 w 57150"/>
                  <a:gd name="connsiteY8" fmla="*/ 31524 h 38100"/>
                  <a:gd name="connsiteX9" fmla="*/ 54974 w 57150"/>
                  <a:gd name="connsiteY9" fmla="*/ 25809 h 38100"/>
                  <a:gd name="connsiteX10" fmla="*/ 56213 w 57150"/>
                  <a:gd name="connsiteY10" fmla="*/ 16189 h 38100"/>
                  <a:gd name="connsiteX11" fmla="*/ 50498 w 57150"/>
                  <a:gd name="connsiteY11" fmla="*/ 8760 h 38100"/>
                  <a:gd name="connsiteX12" fmla="*/ 40782 w 57150"/>
                  <a:gd name="connsiteY12" fmla="*/ 7521 h 38100"/>
                  <a:gd name="connsiteX13" fmla="*/ 40782 w 57150"/>
                  <a:gd name="connsiteY13" fmla="*/ 7521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7150" h="38100">
                    <a:moveTo>
                      <a:pt x="40782" y="7521"/>
                    </a:moveTo>
                    <a:cubicBezTo>
                      <a:pt x="37353" y="8283"/>
                      <a:pt x="33924" y="8855"/>
                      <a:pt x="30495" y="9331"/>
                    </a:cubicBezTo>
                    <a:cubicBezTo>
                      <a:pt x="31638" y="9141"/>
                      <a:pt x="32686" y="9045"/>
                      <a:pt x="33829" y="8855"/>
                    </a:cubicBezTo>
                    <a:cubicBezTo>
                      <a:pt x="29066" y="9522"/>
                      <a:pt x="24399" y="9807"/>
                      <a:pt x="19637" y="9903"/>
                    </a:cubicBezTo>
                    <a:cubicBezTo>
                      <a:pt x="16398" y="9998"/>
                      <a:pt x="13064" y="11236"/>
                      <a:pt x="10778" y="13522"/>
                    </a:cubicBezTo>
                    <a:cubicBezTo>
                      <a:pt x="8588" y="15713"/>
                      <a:pt x="6968" y="19237"/>
                      <a:pt x="7159" y="22380"/>
                    </a:cubicBezTo>
                    <a:cubicBezTo>
                      <a:pt x="7349" y="25619"/>
                      <a:pt x="8397" y="28953"/>
                      <a:pt x="10778" y="31239"/>
                    </a:cubicBezTo>
                    <a:cubicBezTo>
                      <a:pt x="13160" y="33429"/>
                      <a:pt x="16208" y="34953"/>
                      <a:pt x="19637" y="34858"/>
                    </a:cubicBezTo>
                    <a:cubicBezTo>
                      <a:pt x="28971" y="34668"/>
                      <a:pt x="38401" y="33525"/>
                      <a:pt x="47545" y="31524"/>
                    </a:cubicBezTo>
                    <a:cubicBezTo>
                      <a:pt x="50498" y="30858"/>
                      <a:pt x="53546" y="28381"/>
                      <a:pt x="54974" y="25809"/>
                    </a:cubicBezTo>
                    <a:cubicBezTo>
                      <a:pt x="56498" y="23142"/>
                      <a:pt x="57165" y="19142"/>
                      <a:pt x="56213" y="16189"/>
                    </a:cubicBezTo>
                    <a:cubicBezTo>
                      <a:pt x="55260" y="13141"/>
                      <a:pt x="53355" y="10284"/>
                      <a:pt x="50498" y="8760"/>
                    </a:cubicBezTo>
                    <a:cubicBezTo>
                      <a:pt x="47354" y="7140"/>
                      <a:pt x="44116" y="6759"/>
                      <a:pt x="40782" y="7521"/>
                    </a:cubicBezTo>
                    <a:lnTo>
                      <a:pt x="40782" y="7521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64" name="组合 63"/>
          <p:cNvGrpSpPr/>
          <p:nvPr/>
        </p:nvGrpSpPr>
        <p:grpSpPr>
          <a:xfrm>
            <a:off x="5823313" y="3742300"/>
            <a:ext cx="545372" cy="496634"/>
            <a:chOff x="5538092" y="2108833"/>
            <a:chExt cx="388565" cy="353841"/>
          </a:xfrm>
        </p:grpSpPr>
        <p:sp>
          <p:nvSpPr>
            <p:cNvPr id="65" name="任意多边形: 形状 64"/>
            <p:cNvSpPr/>
            <p:nvPr/>
          </p:nvSpPr>
          <p:spPr>
            <a:xfrm rot="20734590">
              <a:off x="5542954" y="2111724"/>
              <a:ext cx="370446" cy="350950"/>
            </a:xfrm>
            <a:custGeom>
              <a:avLst/>
              <a:gdLst>
                <a:gd name="connsiteX0" fmla="*/ 54947 w 361950"/>
                <a:gd name="connsiteY0" fmla="*/ 159447 h 342900"/>
                <a:gd name="connsiteX1" fmla="*/ 51232 w 361950"/>
                <a:gd name="connsiteY1" fmla="*/ 113632 h 342900"/>
                <a:gd name="connsiteX2" fmla="*/ 42660 w 361950"/>
                <a:gd name="connsiteY2" fmla="*/ 86962 h 342900"/>
                <a:gd name="connsiteX3" fmla="*/ 33135 w 361950"/>
                <a:gd name="connsiteY3" fmla="*/ 109441 h 342900"/>
                <a:gd name="connsiteX4" fmla="*/ 21038 w 361950"/>
                <a:gd name="connsiteY4" fmla="*/ 160018 h 342900"/>
                <a:gd name="connsiteX5" fmla="*/ 10561 w 361950"/>
                <a:gd name="connsiteY5" fmla="*/ 270223 h 342900"/>
                <a:gd name="connsiteX6" fmla="*/ 156388 w 361950"/>
                <a:gd name="connsiteY6" fmla="*/ 335278 h 342900"/>
                <a:gd name="connsiteX7" fmla="*/ 211443 w 361950"/>
                <a:gd name="connsiteY7" fmla="*/ 337660 h 342900"/>
                <a:gd name="connsiteX8" fmla="*/ 244685 w 361950"/>
                <a:gd name="connsiteY8" fmla="*/ 335278 h 342900"/>
                <a:gd name="connsiteX9" fmla="*/ 321171 w 361950"/>
                <a:gd name="connsiteY9" fmla="*/ 245934 h 342900"/>
                <a:gd name="connsiteX10" fmla="*/ 356318 w 361950"/>
                <a:gd name="connsiteY10" fmla="*/ 117346 h 342900"/>
                <a:gd name="connsiteX11" fmla="*/ 349174 w 361950"/>
                <a:gd name="connsiteY11" fmla="*/ 112108 h 342900"/>
                <a:gd name="connsiteX12" fmla="*/ 272308 w 361950"/>
                <a:gd name="connsiteY12" fmla="*/ 166781 h 342900"/>
                <a:gd name="connsiteX13" fmla="*/ 264592 w 361950"/>
                <a:gd name="connsiteY13" fmla="*/ 163066 h 342900"/>
                <a:gd name="connsiteX14" fmla="*/ 257353 w 361950"/>
                <a:gd name="connsiteY14" fmla="*/ 11524 h 342900"/>
                <a:gd name="connsiteX15" fmla="*/ 248971 w 361950"/>
                <a:gd name="connsiteY15" fmla="*/ 8761 h 342900"/>
                <a:gd name="connsiteX16" fmla="*/ 142672 w 361950"/>
                <a:gd name="connsiteY16" fmla="*/ 147350 h 342900"/>
                <a:gd name="connsiteX17" fmla="*/ 133909 w 361950"/>
                <a:gd name="connsiteY17" fmla="*/ 144874 h 342900"/>
                <a:gd name="connsiteX18" fmla="*/ 127242 w 361950"/>
                <a:gd name="connsiteY18" fmla="*/ 60387 h 342900"/>
                <a:gd name="connsiteX19" fmla="*/ 118384 w 361950"/>
                <a:gd name="connsiteY19" fmla="*/ 58482 h 342900"/>
                <a:gd name="connsiteX20" fmla="*/ 63996 w 361950"/>
                <a:gd name="connsiteY20" fmla="*/ 161161 h 342900"/>
                <a:gd name="connsiteX21" fmla="*/ 54947 w 361950"/>
                <a:gd name="connsiteY21" fmla="*/ 159447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61950" h="342900">
                  <a:moveTo>
                    <a:pt x="54947" y="159447"/>
                  </a:moveTo>
                  <a:cubicBezTo>
                    <a:pt x="53709" y="144207"/>
                    <a:pt x="52471" y="128872"/>
                    <a:pt x="51232" y="113632"/>
                  </a:cubicBezTo>
                  <a:cubicBezTo>
                    <a:pt x="50851" y="108869"/>
                    <a:pt x="52471" y="83437"/>
                    <a:pt x="42660" y="86962"/>
                  </a:cubicBezTo>
                  <a:cubicBezTo>
                    <a:pt x="35326" y="89533"/>
                    <a:pt x="34754" y="103154"/>
                    <a:pt x="33135" y="109441"/>
                  </a:cubicBezTo>
                  <a:cubicBezTo>
                    <a:pt x="28849" y="126205"/>
                    <a:pt x="24848" y="143064"/>
                    <a:pt x="21038" y="160018"/>
                  </a:cubicBezTo>
                  <a:cubicBezTo>
                    <a:pt x="13132" y="195166"/>
                    <a:pt x="1226" y="234218"/>
                    <a:pt x="10561" y="270223"/>
                  </a:cubicBezTo>
                  <a:cubicBezTo>
                    <a:pt x="21324" y="311656"/>
                    <a:pt x="139624" y="333373"/>
                    <a:pt x="156388" y="335278"/>
                  </a:cubicBezTo>
                  <a:cubicBezTo>
                    <a:pt x="174676" y="337374"/>
                    <a:pt x="193060" y="337660"/>
                    <a:pt x="211443" y="337660"/>
                  </a:cubicBezTo>
                  <a:cubicBezTo>
                    <a:pt x="222587" y="337660"/>
                    <a:pt x="233827" y="337564"/>
                    <a:pt x="244685" y="335278"/>
                  </a:cubicBezTo>
                  <a:cubicBezTo>
                    <a:pt x="289834" y="325944"/>
                    <a:pt x="309074" y="286225"/>
                    <a:pt x="321171" y="245934"/>
                  </a:cubicBezTo>
                  <a:cubicBezTo>
                    <a:pt x="333934" y="203357"/>
                    <a:pt x="345650" y="160495"/>
                    <a:pt x="356318" y="117346"/>
                  </a:cubicBezTo>
                  <a:cubicBezTo>
                    <a:pt x="357366" y="113251"/>
                    <a:pt x="352889" y="109917"/>
                    <a:pt x="349174" y="112108"/>
                  </a:cubicBezTo>
                  <a:cubicBezTo>
                    <a:pt x="322123" y="128110"/>
                    <a:pt x="297073" y="147350"/>
                    <a:pt x="272308" y="166781"/>
                  </a:cubicBezTo>
                  <a:cubicBezTo>
                    <a:pt x="269164" y="169258"/>
                    <a:pt x="264592" y="167067"/>
                    <a:pt x="264592" y="163066"/>
                  </a:cubicBezTo>
                  <a:cubicBezTo>
                    <a:pt x="264307" y="112489"/>
                    <a:pt x="261925" y="61911"/>
                    <a:pt x="257353" y="11524"/>
                  </a:cubicBezTo>
                  <a:cubicBezTo>
                    <a:pt x="256972" y="7333"/>
                    <a:pt x="251829" y="5618"/>
                    <a:pt x="248971" y="8761"/>
                  </a:cubicBezTo>
                  <a:cubicBezTo>
                    <a:pt x="210014" y="52100"/>
                    <a:pt x="174486" y="98487"/>
                    <a:pt x="142672" y="147350"/>
                  </a:cubicBezTo>
                  <a:cubicBezTo>
                    <a:pt x="140101" y="151255"/>
                    <a:pt x="134005" y="149541"/>
                    <a:pt x="133909" y="144874"/>
                  </a:cubicBezTo>
                  <a:cubicBezTo>
                    <a:pt x="133338" y="116584"/>
                    <a:pt x="131052" y="88390"/>
                    <a:pt x="127242" y="60387"/>
                  </a:cubicBezTo>
                  <a:cubicBezTo>
                    <a:pt x="126670" y="55910"/>
                    <a:pt x="120765" y="54672"/>
                    <a:pt x="118384" y="58482"/>
                  </a:cubicBezTo>
                  <a:cubicBezTo>
                    <a:pt x="98191" y="91534"/>
                    <a:pt x="79998" y="125824"/>
                    <a:pt x="63996" y="161161"/>
                  </a:cubicBezTo>
                  <a:cubicBezTo>
                    <a:pt x="61996" y="165543"/>
                    <a:pt x="55328" y="164305"/>
                    <a:pt x="54947" y="159447"/>
                  </a:cubicBezTo>
                  <a:close/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6" name="任意多边形: 形状 65"/>
            <p:cNvSpPr/>
            <p:nvPr/>
          </p:nvSpPr>
          <p:spPr>
            <a:xfrm rot="20734590">
              <a:off x="5538092" y="2108833"/>
              <a:ext cx="370446" cy="350950"/>
            </a:xfrm>
            <a:custGeom>
              <a:avLst/>
              <a:gdLst>
                <a:gd name="connsiteX0" fmla="*/ 62369 w 361950"/>
                <a:gd name="connsiteY0" fmla="*/ 163366 h 342900"/>
                <a:gd name="connsiteX1" fmla="*/ 58654 w 361950"/>
                <a:gd name="connsiteY1" fmla="*/ 117074 h 342900"/>
                <a:gd name="connsiteX2" fmla="*/ 57321 w 361950"/>
                <a:gd name="connsiteY2" fmla="*/ 97453 h 342900"/>
                <a:gd name="connsiteX3" fmla="*/ 46367 w 361950"/>
                <a:gd name="connsiteY3" fmla="*/ 87166 h 342900"/>
                <a:gd name="connsiteX4" fmla="*/ 34460 w 361950"/>
                <a:gd name="connsiteY4" fmla="*/ 107835 h 342900"/>
                <a:gd name="connsiteX5" fmla="*/ 24650 w 361950"/>
                <a:gd name="connsiteY5" fmla="*/ 149078 h 342900"/>
                <a:gd name="connsiteX6" fmla="*/ 14744 w 361950"/>
                <a:gd name="connsiteY6" fmla="*/ 192036 h 342900"/>
                <a:gd name="connsiteX7" fmla="*/ 11219 w 361950"/>
                <a:gd name="connsiteY7" fmla="*/ 275761 h 342900"/>
                <a:gd name="connsiteX8" fmla="*/ 37127 w 361950"/>
                <a:gd name="connsiteY8" fmla="*/ 304145 h 342900"/>
                <a:gd name="connsiteX9" fmla="*/ 83514 w 361950"/>
                <a:gd name="connsiteY9" fmla="*/ 324529 h 342900"/>
                <a:gd name="connsiteX10" fmla="*/ 162477 w 361950"/>
                <a:gd name="connsiteY10" fmla="*/ 342817 h 342900"/>
                <a:gd name="connsiteX11" fmla="*/ 208292 w 361950"/>
                <a:gd name="connsiteY11" fmla="*/ 344912 h 342900"/>
                <a:gd name="connsiteX12" fmla="*/ 252011 w 361950"/>
                <a:gd name="connsiteY12" fmla="*/ 341864 h 342900"/>
                <a:gd name="connsiteX13" fmla="*/ 302589 w 361950"/>
                <a:gd name="connsiteY13" fmla="*/ 307098 h 342900"/>
                <a:gd name="connsiteX14" fmla="*/ 329640 w 361950"/>
                <a:gd name="connsiteY14" fmla="*/ 246138 h 342900"/>
                <a:gd name="connsiteX15" fmla="*/ 355072 w 361950"/>
                <a:gd name="connsiteY15" fmla="*/ 154888 h 342900"/>
                <a:gd name="connsiteX16" fmla="*/ 360597 w 361950"/>
                <a:gd name="connsiteY16" fmla="*/ 133362 h 342900"/>
                <a:gd name="connsiteX17" fmla="*/ 362216 w 361950"/>
                <a:gd name="connsiteY17" fmla="*/ 115169 h 342900"/>
                <a:gd name="connsiteX18" fmla="*/ 351929 w 361950"/>
                <a:gd name="connsiteY18" fmla="*/ 112312 h 342900"/>
                <a:gd name="connsiteX19" fmla="*/ 333927 w 361950"/>
                <a:gd name="connsiteY19" fmla="*/ 123361 h 342900"/>
                <a:gd name="connsiteX20" fmla="*/ 296398 w 361950"/>
                <a:gd name="connsiteY20" fmla="*/ 150126 h 342900"/>
                <a:gd name="connsiteX21" fmla="*/ 280491 w 361950"/>
                <a:gd name="connsiteY21" fmla="*/ 162318 h 342900"/>
                <a:gd name="connsiteX22" fmla="*/ 275157 w 361950"/>
                <a:gd name="connsiteY22" fmla="*/ 166509 h 342900"/>
                <a:gd name="connsiteX23" fmla="*/ 271728 w 361950"/>
                <a:gd name="connsiteY23" fmla="*/ 161937 h 342900"/>
                <a:gd name="connsiteX24" fmla="*/ 271538 w 361950"/>
                <a:gd name="connsiteY24" fmla="*/ 147745 h 342900"/>
                <a:gd name="connsiteX25" fmla="*/ 267442 w 361950"/>
                <a:gd name="connsiteY25" fmla="*/ 51828 h 342900"/>
                <a:gd name="connsiteX26" fmla="*/ 265727 w 361950"/>
                <a:gd name="connsiteY26" fmla="*/ 29349 h 342900"/>
                <a:gd name="connsiteX27" fmla="*/ 262584 w 361950"/>
                <a:gd name="connsiteY27" fmla="*/ 10299 h 342900"/>
                <a:gd name="connsiteX28" fmla="*/ 239819 w 361950"/>
                <a:gd name="connsiteY28" fmla="*/ 21538 h 342900"/>
                <a:gd name="connsiteX29" fmla="*/ 183717 w 361950"/>
                <a:gd name="connsiteY29" fmla="*/ 91166 h 342900"/>
                <a:gd name="connsiteX30" fmla="*/ 158000 w 361950"/>
                <a:gd name="connsiteY30" fmla="*/ 127171 h 342900"/>
                <a:gd name="connsiteX31" fmla="*/ 145713 w 361950"/>
                <a:gd name="connsiteY31" fmla="*/ 145554 h 342900"/>
                <a:gd name="connsiteX32" fmla="*/ 144474 w 361950"/>
                <a:gd name="connsiteY32" fmla="*/ 147364 h 342900"/>
                <a:gd name="connsiteX33" fmla="*/ 141522 w 361950"/>
                <a:gd name="connsiteY33" fmla="*/ 147840 h 342900"/>
                <a:gd name="connsiteX34" fmla="*/ 140950 w 361950"/>
                <a:gd name="connsiteY34" fmla="*/ 141458 h 342900"/>
                <a:gd name="connsiteX35" fmla="*/ 140378 w 361950"/>
                <a:gd name="connsiteY35" fmla="*/ 127361 h 342900"/>
                <a:gd name="connsiteX36" fmla="*/ 136569 w 361950"/>
                <a:gd name="connsiteY36" fmla="*/ 80403 h 342900"/>
                <a:gd name="connsiteX37" fmla="*/ 124948 w 361950"/>
                <a:gd name="connsiteY37" fmla="*/ 56400 h 342900"/>
                <a:gd name="connsiteX38" fmla="*/ 115518 w 361950"/>
                <a:gd name="connsiteY38" fmla="*/ 66020 h 342900"/>
                <a:gd name="connsiteX39" fmla="*/ 103136 w 361950"/>
                <a:gd name="connsiteY39" fmla="*/ 87261 h 342900"/>
                <a:gd name="connsiteX40" fmla="*/ 81990 w 361950"/>
                <a:gd name="connsiteY40" fmla="*/ 126694 h 342900"/>
                <a:gd name="connsiteX41" fmla="*/ 72180 w 361950"/>
                <a:gd name="connsiteY41" fmla="*/ 146792 h 342900"/>
                <a:gd name="connsiteX42" fmla="*/ 67417 w 361950"/>
                <a:gd name="connsiteY42" fmla="*/ 156889 h 342900"/>
                <a:gd name="connsiteX43" fmla="*/ 62083 w 361950"/>
                <a:gd name="connsiteY43" fmla="*/ 162223 h 342900"/>
                <a:gd name="connsiteX44" fmla="*/ 55225 w 361950"/>
                <a:gd name="connsiteY44" fmla="*/ 164128 h 342900"/>
                <a:gd name="connsiteX45" fmla="*/ 70560 w 361950"/>
                <a:gd name="connsiteY45" fmla="*/ 167080 h 342900"/>
                <a:gd name="connsiteX46" fmla="*/ 78942 w 361950"/>
                <a:gd name="connsiteY46" fmla="*/ 149269 h 342900"/>
                <a:gd name="connsiteX47" fmla="*/ 88848 w 361950"/>
                <a:gd name="connsiteY47" fmla="*/ 129171 h 342900"/>
                <a:gd name="connsiteX48" fmla="*/ 109422 w 361950"/>
                <a:gd name="connsiteY48" fmla="*/ 90785 h 342900"/>
                <a:gd name="connsiteX49" fmla="*/ 119519 w 361950"/>
                <a:gd name="connsiteY49" fmla="*/ 73354 h 342900"/>
                <a:gd name="connsiteX50" fmla="*/ 125139 w 361950"/>
                <a:gd name="connsiteY50" fmla="*/ 64496 h 342900"/>
                <a:gd name="connsiteX51" fmla="*/ 126186 w 361950"/>
                <a:gd name="connsiteY51" fmla="*/ 63258 h 342900"/>
                <a:gd name="connsiteX52" fmla="*/ 128091 w 361950"/>
                <a:gd name="connsiteY52" fmla="*/ 68592 h 342900"/>
                <a:gd name="connsiteX53" fmla="*/ 128948 w 361950"/>
                <a:gd name="connsiteY53" fmla="*/ 75640 h 342900"/>
                <a:gd name="connsiteX54" fmla="*/ 132949 w 361950"/>
                <a:gd name="connsiteY54" fmla="*/ 120217 h 342900"/>
                <a:gd name="connsiteX55" fmla="*/ 133902 w 361950"/>
                <a:gd name="connsiteY55" fmla="*/ 141363 h 342900"/>
                <a:gd name="connsiteX56" fmla="*/ 137331 w 361950"/>
                <a:gd name="connsiteY56" fmla="*/ 154888 h 342900"/>
                <a:gd name="connsiteX57" fmla="*/ 156857 w 361950"/>
                <a:gd name="connsiteY57" fmla="*/ 141649 h 342900"/>
                <a:gd name="connsiteX58" fmla="*/ 180860 w 361950"/>
                <a:gd name="connsiteY58" fmla="*/ 107168 h 342900"/>
                <a:gd name="connsiteX59" fmla="*/ 234200 w 361950"/>
                <a:gd name="connsiteY59" fmla="*/ 39064 h 342900"/>
                <a:gd name="connsiteX60" fmla="*/ 247916 w 361950"/>
                <a:gd name="connsiteY60" fmla="*/ 23158 h 342900"/>
                <a:gd name="connsiteX61" fmla="*/ 253821 w 361950"/>
                <a:gd name="connsiteY61" fmla="*/ 16490 h 342900"/>
                <a:gd name="connsiteX62" fmla="*/ 255345 w 361950"/>
                <a:gd name="connsiteY62" fmla="*/ 14871 h 342900"/>
                <a:gd name="connsiteX63" fmla="*/ 257917 w 361950"/>
                <a:gd name="connsiteY63" fmla="*/ 18681 h 342900"/>
                <a:gd name="connsiteX64" fmla="*/ 258489 w 361950"/>
                <a:gd name="connsiteY64" fmla="*/ 25729 h 342900"/>
                <a:gd name="connsiteX65" fmla="*/ 261822 w 361950"/>
                <a:gd name="connsiteY65" fmla="*/ 71830 h 342900"/>
                <a:gd name="connsiteX66" fmla="*/ 264775 w 361950"/>
                <a:gd name="connsiteY66" fmla="*/ 161842 h 342900"/>
                <a:gd name="connsiteX67" fmla="*/ 268204 w 361950"/>
                <a:gd name="connsiteY67" fmla="*/ 173272 h 342900"/>
                <a:gd name="connsiteX68" fmla="*/ 278586 w 361950"/>
                <a:gd name="connsiteY68" fmla="*/ 172891 h 342900"/>
                <a:gd name="connsiteX69" fmla="*/ 313638 w 361950"/>
                <a:gd name="connsiteY69" fmla="*/ 146125 h 342900"/>
                <a:gd name="connsiteX70" fmla="*/ 348976 w 361950"/>
                <a:gd name="connsiteY70" fmla="*/ 122218 h 342900"/>
                <a:gd name="connsiteX71" fmla="*/ 356024 w 361950"/>
                <a:gd name="connsiteY71" fmla="*/ 122218 h 342900"/>
                <a:gd name="connsiteX72" fmla="*/ 354881 w 361950"/>
                <a:gd name="connsiteY72" fmla="*/ 126790 h 342900"/>
                <a:gd name="connsiteX73" fmla="*/ 352310 w 361950"/>
                <a:gd name="connsiteY73" fmla="*/ 136981 h 342900"/>
                <a:gd name="connsiteX74" fmla="*/ 346499 w 361950"/>
                <a:gd name="connsiteY74" fmla="*/ 159651 h 342900"/>
                <a:gd name="connsiteX75" fmla="*/ 322211 w 361950"/>
                <a:gd name="connsiteY75" fmla="*/ 246328 h 342900"/>
                <a:gd name="connsiteX76" fmla="*/ 296589 w 361950"/>
                <a:gd name="connsiteY76" fmla="*/ 303383 h 342900"/>
                <a:gd name="connsiteX77" fmla="*/ 243248 w 361950"/>
                <a:gd name="connsiteY77" fmla="*/ 336244 h 342900"/>
                <a:gd name="connsiteX78" fmla="*/ 199243 w 361950"/>
                <a:gd name="connsiteY78" fmla="*/ 337578 h 342900"/>
                <a:gd name="connsiteX79" fmla="*/ 159428 w 361950"/>
                <a:gd name="connsiteY79" fmla="*/ 335197 h 342900"/>
                <a:gd name="connsiteX80" fmla="*/ 130282 w 361950"/>
                <a:gd name="connsiteY80" fmla="*/ 329672 h 342900"/>
                <a:gd name="connsiteX81" fmla="*/ 40747 w 361950"/>
                <a:gd name="connsiteY81" fmla="*/ 297763 h 342900"/>
                <a:gd name="connsiteX82" fmla="*/ 16649 w 361950"/>
                <a:gd name="connsiteY82" fmla="*/ 267665 h 342900"/>
                <a:gd name="connsiteX83" fmla="*/ 23983 w 361950"/>
                <a:gd name="connsiteY83" fmla="*/ 183178 h 342900"/>
                <a:gd name="connsiteX84" fmla="*/ 41985 w 361950"/>
                <a:gd name="connsiteY84" fmla="*/ 105549 h 342900"/>
                <a:gd name="connsiteX85" fmla="*/ 47224 w 361950"/>
                <a:gd name="connsiteY85" fmla="*/ 94214 h 342900"/>
                <a:gd name="connsiteX86" fmla="*/ 50558 w 361950"/>
                <a:gd name="connsiteY86" fmla="*/ 100215 h 342900"/>
                <a:gd name="connsiteX87" fmla="*/ 51606 w 361950"/>
                <a:gd name="connsiteY87" fmla="*/ 119646 h 342900"/>
                <a:gd name="connsiteX88" fmla="*/ 55130 w 361950"/>
                <a:gd name="connsiteY88" fmla="*/ 163175 h 342900"/>
                <a:gd name="connsiteX89" fmla="*/ 62369 w 361950"/>
                <a:gd name="connsiteY89" fmla="*/ 163366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361950" h="342900">
                  <a:moveTo>
                    <a:pt x="62369" y="163366"/>
                  </a:moveTo>
                  <a:cubicBezTo>
                    <a:pt x="61131" y="147935"/>
                    <a:pt x="59321" y="132505"/>
                    <a:pt x="58654" y="117074"/>
                  </a:cubicBezTo>
                  <a:cubicBezTo>
                    <a:pt x="58368" y="110502"/>
                    <a:pt x="58749" y="103930"/>
                    <a:pt x="57321" y="97453"/>
                  </a:cubicBezTo>
                  <a:cubicBezTo>
                    <a:pt x="56177" y="92023"/>
                    <a:pt x="52939" y="85737"/>
                    <a:pt x="46367" y="87166"/>
                  </a:cubicBezTo>
                  <a:cubicBezTo>
                    <a:pt x="37509" y="89071"/>
                    <a:pt x="35794" y="100596"/>
                    <a:pt x="34460" y="107835"/>
                  </a:cubicBezTo>
                  <a:cubicBezTo>
                    <a:pt x="31889" y="121646"/>
                    <a:pt x="27793" y="135362"/>
                    <a:pt x="24650" y="149078"/>
                  </a:cubicBezTo>
                  <a:cubicBezTo>
                    <a:pt x="21316" y="163366"/>
                    <a:pt x="17982" y="177653"/>
                    <a:pt x="14744" y="192036"/>
                  </a:cubicBezTo>
                  <a:cubicBezTo>
                    <a:pt x="8743" y="218706"/>
                    <a:pt x="3028" y="248900"/>
                    <a:pt x="11219" y="275761"/>
                  </a:cubicBezTo>
                  <a:cubicBezTo>
                    <a:pt x="15125" y="288429"/>
                    <a:pt x="26269" y="297478"/>
                    <a:pt x="37127" y="304145"/>
                  </a:cubicBezTo>
                  <a:cubicBezTo>
                    <a:pt x="51510" y="313099"/>
                    <a:pt x="67512" y="319290"/>
                    <a:pt x="83514" y="324529"/>
                  </a:cubicBezTo>
                  <a:cubicBezTo>
                    <a:pt x="108946" y="332911"/>
                    <a:pt x="135806" y="339959"/>
                    <a:pt x="162477" y="342817"/>
                  </a:cubicBezTo>
                  <a:cubicBezTo>
                    <a:pt x="177717" y="344436"/>
                    <a:pt x="193052" y="344912"/>
                    <a:pt x="208292" y="344912"/>
                  </a:cubicBezTo>
                  <a:cubicBezTo>
                    <a:pt x="222865" y="345008"/>
                    <a:pt x="237724" y="345198"/>
                    <a:pt x="252011" y="341864"/>
                  </a:cubicBezTo>
                  <a:cubicBezTo>
                    <a:pt x="272871" y="336911"/>
                    <a:pt x="290111" y="324243"/>
                    <a:pt x="302589" y="307098"/>
                  </a:cubicBezTo>
                  <a:cubicBezTo>
                    <a:pt x="315829" y="289000"/>
                    <a:pt x="323259" y="267474"/>
                    <a:pt x="329640" y="246138"/>
                  </a:cubicBezTo>
                  <a:cubicBezTo>
                    <a:pt x="338594" y="215848"/>
                    <a:pt x="347071" y="185464"/>
                    <a:pt x="355072" y="154888"/>
                  </a:cubicBezTo>
                  <a:cubicBezTo>
                    <a:pt x="356977" y="147745"/>
                    <a:pt x="358787" y="140506"/>
                    <a:pt x="360597" y="133362"/>
                  </a:cubicBezTo>
                  <a:cubicBezTo>
                    <a:pt x="361930" y="128123"/>
                    <a:pt x="365645" y="120313"/>
                    <a:pt x="362216" y="115169"/>
                  </a:cubicBezTo>
                  <a:cubicBezTo>
                    <a:pt x="359835" y="111740"/>
                    <a:pt x="355644" y="110788"/>
                    <a:pt x="351929" y="112312"/>
                  </a:cubicBezTo>
                  <a:cubicBezTo>
                    <a:pt x="345642" y="114788"/>
                    <a:pt x="339546" y="119646"/>
                    <a:pt x="333927" y="123361"/>
                  </a:cubicBezTo>
                  <a:cubicBezTo>
                    <a:pt x="321068" y="131838"/>
                    <a:pt x="308685" y="140791"/>
                    <a:pt x="296398" y="150126"/>
                  </a:cubicBezTo>
                  <a:cubicBezTo>
                    <a:pt x="291064" y="154126"/>
                    <a:pt x="285825" y="158222"/>
                    <a:pt x="280491" y="162318"/>
                  </a:cubicBezTo>
                  <a:cubicBezTo>
                    <a:pt x="279539" y="162985"/>
                    <a:pt x="276300" y="166414"/>
                    <a:pt x="275157" y="166509"/>
                  </a:cubicBezTo>
                  <a:cubicBezTo>
                    <a:pt x="272395" y="166604"/>
                    <a:pt x="272109" y="163556"/>
                    <a:pt x="271728" y="161937"/>
                  </a:cubicBezTo>
                  <a:cubicBezTo>
                    <a:pt x="270776" y="157746"/>
                    <a:pt x="271633" y="152031"/>
                    <a:pt x="271538" y="147745"/>
                  </a:cubicBezTo>
                  <a:cubicBezTo>
                    <a:pt x="271061" y="115741"/>
                    <a:pt x="269633" y="83737"/>
                    <a:pt x="267442" y="51828"/>
                  </a:cubicBezTo>
                  <a:cubicBezTo>
                    <a:pt x="266966" y="44303"/>
                    <a:pt x="266394" y="36874"/>
                    <a:pt x="265727" y="29349"/>
                  </a:cubicBezTo>
                  <a:cubicBezTo>
                    <a:pt x="265251" y="23824"/>
                    <a:pt x="266299" y="14776"/>
                    <a:pt x="262584" y="10299"/>
                  </a:cubicBezTo>
                  <a:cubicBezTo>
                    <a:pt x="254393" y="488"/>
                    <a:pt x="244392" y="16204"/>
                    <a:pt x="239819" y="21538"/>
                  </a:cubicBezTo>
                  <a:cubicBezTo>
                    <a:pt x="220198" y="44017"/>
                    <a:pt x="201434" y="67258"/>
                    <a:pt x="183717" y="91166"/>
                  </a:cubicBezTo>
                  <a:cubicBezTo>
                    <a:pt x="174954" y="102977"/>
                    <a:pt x="166286" y="114979"/>
                    <a:pt x="158000" y="127171"/>
                  </a:cubicBezTo>
                  <a:cubicBezTo>
                    <a:pt x="153809" y="133267"/>
                    <a:pt x="150094" y="139744"/>
                    <a:pt x="145713" y="145554"/>
                  </a:cubicBezTo>
                  <a:cubicBezTo>
                    <a:pt x="145331" y="146125"/>
                    <a:pt x="144951" y="146792"/>
                    <a:pt x="144474" y="147364"/>
                  </a:cubicBezTo>
                  <a:cubicBezTo>
                    <a:pt x="142664" y="150316"/>
                    <a:pt x="141712" y="150412"/>
                    <a:pt x="141522" y="147840"/>
                  </a:cubicBezTo>
                  <a:cubicBezTo>
                    <a:pt x="140474" y="146221"/>
                    <a:pt x="141045" y="143268"/>
                    <a:pt x="140950" y="141458"/>
                  </a:cubicBezTo>
                  <a:cubicBezTo>
                    <a:pt x="140760" y="136791"/>
                    <a:pt x="140569" y="132028"/>
                    <a:pt x="140378" y="127361"/>
                  </a:cubicBezTo>
                  <a:cubicBezTo>
                    <a:pt x="139617" y="111645"/>
                    <a:pt x="138283" y="96024"/>
                    <a:pt x="136569" y="80403"/>
                  </a:cubicBezTo>
                  <a:cubicBezTo>
                    <a:pt x="135711" y="73164"/>
                    <a:pt x="136949" y="54685"/>
                    <a:pt x="124948" y="56400"/>
                  </a:cubicBezTo>
                  <a:cubicBezTo>
                    <a:pt x="119900" y="57162"/>
                    <a:pt x="117899" y="62115"/>
                    <a:pt x="115518" y="66020"/>
                  </a:cubicBezTo>
                  <a:cubicBezTo>
                    <a:pt x="111327" y="73069"/>
                    <a:pt x="107136" y="80117"/>
                    <a:pt x="103136" y="87261"/>
                  </a:cubicBezTo>
                  <a:cubicBezTo>
                    <a:pt x="95802" y="100215"/>
                    <a:pt x="88753" y="113359"/>
                    <a:pt x="81990" y="126694"/>
                  </a:cubicBezTo>
                  <a:cubicBezTo>
                    <a:pt x="78656" y="133362"/>
                    <a:pt x="75323" y="140029"/>
                    <a:pt x="72180" y="146792"/>
                  </a:cubicBezTo>
                  <a:cubicBezTo>
                    <a:pt x="70560" y="150126"/>
                    <a:pt x="69036" y="153555"/>
                    <a:pt x="67417" y="156889"/>
                  </a:cubicBezTo>
                  <a:cubicBezTo>
                    <a:pt x="66750" y="158317"/>
                    <a:pt x="63131" y="167366"/>
                    <a:pt x="62083" y="162223"/>
                  </a:cubicBezTo>
                  <a:cubicBezTo>
                    <a:pt x="61131" y="157746"/>
                    <a:pt x="54273" y="159651"/>
                    <a:pt x="55225" y="164128"/>
                  </a:cubicBezTo>
                  <a:cubicBezTo>
                    <a:pt x="56749" y="171557"/>
                    <a:pt x="66274" y="173558"/>
                    <a:pt x="70560" y="167080"/>
                  </a:cubicBezTo>
                  <a:cubicBezTo>
                    <a:pt x="73989" y="161746"/>
                    <a:pt x="76180" y="155079"/>
                    <a:pt x="78942" y="149269"/>
                  </a:cubicBezTo>
                  <a:cubicBezTo>
                    <a:pt x="82181" y="142506"/>
                    <a:pt x="85419" y="135838"/>
                    <a:pt x="88848" y="129171"/>
                  </a:cubicBezTo>
                  <a:cubicBezTo>
                    <a:pt x="95421" y="116217"/>
                    <a:pt x="102278" y="103358"/>
                    <a:pt x="109422" y="90785"/>
                  </a:cubicBezTo>
                  <a:cubicBezTo>
                    <a:pt x="112756" y="84975"/>
                    <a:pt x="116090" y="79165"/>
                    <a:pt x="119519" y="73354"/>
                  </a:cubicBezTo>
                  <a:cubicBezTo>
                    <a:pt x="120948" y="70973"/>
                    <a:pt x="122757" y="65830"/>
                    <a:pt x="125139" y="64496"/>
                  </a:cubicBezTo>
                  <a:cubicBezTo>
                    <a:pt x="125519" y="64115"/>
                    <a:pt x="125805" y="63734"/>
                    <a:pt x="126186" y="63258"/>
                  </a:cubicBezTo>
                  <a:cubicBezTo>
                    <a:pt x="127901" y="64496"/>
                    <a:pt x="128568" y="66306"/>
                    <a:pt x="128091" y="68592"/>
                  </a:cubicBezTo>
                  <a:cubicBezTo>
                    <a:pt x="128377" y="70973"/>
                    <a:pt x="128663" y="73259"/>
                    <a:pt x="128948" y="75640"/>
                  </a:cubicBezTo>
                  <a:cubicBezTo>
                    <a:pt x="130758" y="90404"/>
                    <a:pt x="132092" y="105263"/>
                    <a:pt x="132949" y="120217"/>
                  </a:cubicBezTo>
                  <a:cubicBezTo>
                    <a:pt x="133330" y="127266"/>
                    <a:pt x="133711" y="134314"/>
                    <a:pt x="133902" y="141363"/>
                  </a:cubicBezTo>
                  <a:cubicBezTo>
                    <a:pt x="134092" y="146030"/>
                    <a:pt x="133139" y="151650"/>
                    <a:pt x="137331" y="154888"/>
                  </a:cubicBezTo>
                  <a:cubicBezTo>
                    <a:pt x="146570" y="162032"/>
                    <a:pt x="152952" y="147554"/>
                    <a:pt x="156857" y="141649"/>
                  </a:cubicBezTo>
                  <a:cubicBezTo>
                    <a:pt x="164667" y="130028"/>
                    <a:pt x="172668" y="118503"/>
                    <a:pt x="180860" y="107168"/>
                  </a:cubicBezTo>
                  <a:cubicBezTo>
                    <a:pt x="197719" y="83832"/>
                    <a:pt x="215531" y="61067"/>
                    <a:pt x="234200" y="39064"/>
                  </a:cubicBezTo>
                  <a:cubicBezTo>
                    <a:pt x="238772" y="33730"/>
                    <a:pt x="243344" y="28396"/>
                    <a:pt x="247916" y="23158"/>
                  </a:cubicBezTo>
                  <a:cubicBezTo>
                    <a:pt x="249630" y="21253"/>
                    <a:pt x="251535" y="17728"/>
                    <a:pt x="253821" y="16490"/>
                  </a:cubicBezTo>
                  <a:cubicBezTo>
                    <a:pt x="254298" y="15919"/>
                    <a:pt x="254774" y="15347"/>
                    <a:pt x="255345" y="14871"/>
                  </a:cubicBezTo>
                  <a:cubicBezTo>
                    <a:pt x="257155" y="15728"/>
                    <a:pt x="258012" y="16966"/>
                    <a:pt x="257917" y="18681"/>
                  </a:cubicBezTo>
                  <a:cubicBezTo>
                    <a:pt x="258584" y="20776"/>
                    <a:pt x="258298" y="23539"/>
                    <a:pt x="258489" y="25729"/>
                  </a:cubicBezTo>
                  <a:cubicBezTo>
                    <a:pt x="259822" y="41065"/>
                    <a:pt x="260870" y="56495"/>
                    <a:pt x="261822" y="71830"/>
                  </a:cubicBezTo>
                  <a:cubicBezTo>
                    <a:pt x="263537" y="101834"/>
                    <a:pt x="264585" y="131838"/>
                    <a:pt x="264775" y="161842"/>
                  </a:cubicBezTo>
                  <a:cubicBezTo>
                    <a:pt x="264775" y="166033"/>
                    <a:pt x="264394" y="170509"/>
                    <a:pt x="268204" y="173272"/>
                  </a:cubicBezTo>
                  <a:cubicBezTo>
                    <a:pt x="271633" y="175748"/>
                    <a:pt x="275348" y="175081"/>
                    <a:pt x="278586" y="172891"/>
                  </a:cubicBezTo>
                  <a:cubicBezTo>
                    <a:pt x="290778" y="164890"/>
                    <a:pt x="301827" y="154793"/>
                    <a:pt x="313638" y="146125"/>
                  </a:cubicBezTo>
                  <a:cubicBezTo>
                    <a:pt x="325164" y="137743"/>
                    <a:pt x="336879" y="129647"/>
                    <a:pt x="348976" y="122218"/>
                  </a:cubicBezTo>
                  <a:cubicBezTo>
                    <a:pt x="351167" y="120884"/>
                    <a:pt x="354215" y="117550"/>
                    <a:pt x="356024" y="122218"/>
                  </a:cubicBezTo>
                  <a:cubicBezTo>
                    <a:pt x="356215" y="122789"/>
                    <a:pt x="354977" y="126599"/>
                    <a:pt x="354881" y="126790"/>
                  </a:cubicBezTo>
                  <a:cubicBezTo>
                    <a:pt x="354024" y="130219"/>
                    <a:pt x="353167" y="133552"/>
                    <a:pt x="352310" y="136981"/>
                  </a:cubicBezTo>
                  <a:cubicBezTo>
                    <a:pt x="350405" y="144506"/>
                    <a:pt x="348405" y="152126"/>
                    <a:pt x="346499" y="159651"/>
                  </a:cubicBezTo>
                  <a:cubicBezTo>
                    <a:pt x="338880" y="188702"/>
                    <a:pt x="330783" y="217563"/>
                    <a:pt x="322211" y="246328"/>
                  </a:cubicBezTo>
                  <a:cubicBezTo>
                    <a:pt x="316210" y="266331"/>
                    <a:pt x="308971" y="286429"/>
                    <a:pt x="296589" y="303383"/>
                  </a:cubicBezTo>
                  <a:cubicBezTo>
                    <a:pt x="283539" y="321100"/>
                    <a:pt x="265061" y="332815"/>
                    <a:pt x="243248" y="336244"/>
                  </a:cubicBezTo>
                  <a:cubicBezTo>
                    <a:pt x="228771" y="338531"/>
                    <a:pt x="213816" y="337864"/>
                    <a:pt x="199243" y="337578"/>
                  </a:cubicBezTo>
                  <a:cubicBezTo>
                    <a:pt x="186003" y="337388"/>
                    <a:pt x="172573" y="336911"/>
                    <a:pt x="159428" y="335197"/>
                  </a:cubicBezTo>
                  <a:cubicBezTo>
                    <a:pt x="150189" y="333959"/>
                    <a:pt x="139807" y="331863"/>
                    <a:pt x="130282" y="329672"/>
                  </a:cubicBezTo>
                  <a:cubicBezTo>
                    <a:pt x="99802" y="322910"/>
                    <a:pt x="67512" y="314432"/>
                    <a:pt x="40747" y="297763"/>
                  </a:cubicBezTo>
                  <a:cubicBezTo>
                    <a:pt x="28841" y="290334"/>
                    <a:pt x="19506" y="281666"/>
                    <a:pt x="16649" y="267665"/>
                  </a:cubicBezTo>
                  <a:cubicBezTo>
                    <a:pt x="10934" y="239566"/>
                    <a:pt x="17601" y="210514"/>
                    <a:pt x="23983" y="183178"/>
                  </a:cubicBezTo>
                  <a:cubicBezTo>
                    <a:pt x="30079" y="157365"/>
                    <a:pt x="36651" y="131552"/>
                    <a:pt x="41985" y="105549"/>
                  </a:cubicBezTo>
                  <a:cubicBezTo>
                    <a:pt x="42557" y="102787"/>
                    <a:pt x="43700" y="94881"/>
                    <a:pt x="47224" y="94214"/>
                  </a:cubicBezTo>
                  <a:cubicBezTo>
                    <a:pt x="49796" y="93643"/>
                    <a:pt x="50177" y="98215"/>
                    <a:pt x="50558" y="100215"/>
                  </a:cubicBezTo>
                  <a:cubicBezTo>
                    <a:pt x="51701" y="106597"/>
                    <a:pt x="51129" y="113169"/>
                    <a:pt x="51606" y="119646"/>
                  </a:cubicBezTo>
                  <a:cubicBezTo>
                    <a:pt x="52748" y="134124"/>
                    <a:pt x="53987" y="148697"/>
                    <a:pt x="55130" y="163175"/>
                  </a:cubicBezTo>
                  <a:cubicBezTo>
                    <a:pt x="55606" y="167938"/>
                    <a:pt x="62750" y="167938"/>
                    <a:pt x="62369" y="163366"/>
                  </a:cubicBezTo>
                  <a:close/>
                </a:path>
              </a:pathLst>
            </a:custGeom>
            <a:solidFill>
              <a:srgbClr val="D39F2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7" name="任意多边形: 形状 66"/>
            <p:cNvSpPr/>
            <p:nvPr/>
          </p:nvSpPr>
          <p:spPr>
            <a:xfrm rot="20734590">
              <a:off x="5556211" y="2216852"/>
              <a:ext cx="370446" cy="243715"/>
            </a:xfrm>
            <a:custGeom>
              <a:avLst/>
              <a:gdLst>
                <a:gd name="connsiteX0" fmla="*/ 356311 w 361950"/>
                <a:gd name="connsiteY0" fmla="*/ 12989 h 238125"/>
                <a:gd name="connsiteX1" fmla="*/ 321163 w 361950"/>
                <a:gd name="connsiteY1" fmla="*/ 141577 h 238125"/>
                <a:gd name="connsiteX2" fmla="*/ 244678 w 361950"/>
                <a:gd name="connsiteY2" fmla="*/ 230921 h 238125"/>
                <a:gd name="connsiteX3" fmla="*/ 211435 w 361950"/>
                <a:gd name="connsiteY3" fmla="*/ 233302 h 238125"/>
                <a:gd name="connsiteX4" fmla="*/ 156381 w 361950"/>
                <a:gd name="connsiteY4" fmla="*/ 230921 h 238125"/>
                <a:gd name="connsiteX5" fmla="*/ 10553 w 361950"/>
                <a:gd name="connsiteY5" fmla="*/ 165865 h 238125"/>
                <a:gd name="connsiteX6" fmla="*/ 9315 w 361950"/>
                <a:gd name="connsiteY6" fmla="*/ 110620 h 238125"/>
                <a:gd name="connsiteX7" fmla="*/ 138188 w 361950"/>
                <a:gd name="connsiteY7" fmla="*/ 174057 h 238125"/>
                <a:gd name="connsiteX8" fmla="*/ 192576 w 361950"/>
                <a:gd name="connsiteY8" fmla="*/ 182725 h 238125"/>
                <a:gd name="connsiteX9" fmla="*/ 225913 w 361950"/>
                <a:gd name="connsiteY9" fmla="*/ 184153 h 238125"/>
                <a:gd name="connsiteX10" fmla="*/ 311924 w 361950"/>
                <a:gd name="connsiteY10" fmla="*/ 104048 h 238125"/>
                <a:gd name="connsiteX11" fmla="*/ 351167 w 361950"/>
                <a:gd name="connsiteY11" fmla="*/ 7179 h 238125"/>
                <a:gd name="connsiteX12" fmla="*/ 356311 w 361950"/>
                <a:gd name="connsiteY12" fmla="*/ 12989 h 23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1950" h="238125">
                  <a:moveTo>
                    <a:pt x="356311" y="12989"/>
                  </a:moveTo>
                  <a:cubicBezTo>
                    <a:pt x="345643" y="56042"/>
                    <a:pt x="333927" y="99000"/>
                    <a:pt x="321163" y="141577"/>
                  </a:cubicBezTo>
                  <a:cubicBezTo>
                    <a:pt x="309162" y="181867"/>
                    <a:pt x="289826" y="221587"/>
                    <a:pt x="244678" y="230921"/>
                  </a:cubicBezTo>
                  <a:cubicBezTo>
                    <a:pt x="233819" y="233207"/>
                    <a:pt x="222580" y="233302"/>
                    <a:pt x="211435" y="233302"/>
                  </a:cubicBezTo>
                  <a:cubicBezTo>
                    <a:pt x="193052" y="233302"/>
                    <a:pt x="174669" y="232921"/>
                    <a:pt x="156381" y="230921"/>
                  </a:cubicBezTo>
                  <a:cubicBezTo>
                    <a:pt x="139617" y="229016"/>
                    <a:pt x="21316" y="207299"/>
                    <a:pt x="10553" y="165865"/>
                  </a:cubicBezTo>
                  <a:cubicBezTo>
                    <a:pt x="5886" y="147958"/>
                    <a:pt x="6553" y="129194"/>
                    <a:pt x="9315" y="110620"/>
                  </a:cubicBezTo>
                  <a:cubicBezTo>
                    <a:pt x="37604" y="144720"/>
                    <a:pt x="124091" y="170818"/>
                    <a:pt x="138188" y="174057"/>
                  </a:cubicBezTo>
                  <a:cubicBezTo>
                    <a:pt x="156095" y="178153"/>
                    <a:pt x="174288" y="180629"/>
                    <a:pt x="192576" y="182725"/>
                  </a:cubicBezTo>
                  <a:cubicBezTo>
                    <a:pt x="203625" y="183963"/>
                    <a:pt x="214864" y="185106"/>
                    <a:pt x="225913" y="184153"/>
                  </a:cubicBezTo>
                  <a:cubicBezTo>
                    <a:pt x="271824" y="180058"/>
                    <a:pt x="295446" y="142720"/>
                    <a:pt x="311924" y="104048"/>
                  </a:cubicBezTo>
                  <a:cubicBezTo>
                    <a:pt x="325545" y="72044"/>
                    <a:pt x="338689" y="39754"/>
                    <a:pt x="351167" y="7179"/>
                  </a:cubicBezTo>
                  <a:cubicBezTo>
                    <a:pt x="354310" y="6798"/>
                    <a:pt x="357168" y="9560"/>
                    <a:pt x="356311" y="12989"/>
                  </a:cubicBezTo>
                  <a:close/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8" name="任意多边形: 形状 67"/>
            <p:cNvSpPr/>
            <p:nvPr/>
          </p:nvSpPr>
          <p:spPr>
            <a:xfrm rot="20734590">
              <a:off x="5691811" y="2187348"/>
              <a:ext cx="77989" cy="97486"/>
            </a:xfrm>
            <a:custGeom>
              <a:avLst/>
              <a:gdLst>
                <a:gd name="connsiteX0" fmla="*/ 60026 w 76200"/>
                <a:gd name="connsiteY0" fmla="*/ 9716 h 95250"/>
                <a:gd name="connsiteX1" fmla="*/ 8401 w 76200"/>
                <a:gd name="connsiteY1" fmla="*/ 75724 h 95250"/>
                <a:gd name="connsiteX2" fmla="*/ 11639 w 76200"/>
                <a:gd name="connsiteY2" fmla="*/ 87916 h 95250"/>
                <a:gd name="connsiteX3" fmla="*/ 23831 w 76200"/>
                <a:gd name="connsiteY3" fmla="*/ 84678 h 95250"/>
                <a:gd name="connsiteX4" fmla="*/ 72599 w 76200"/>
                <a:gd name="connsiteY4" fmla="*/ 22289 h 95250"/>
                <a:gd name="connsiteX5" fmla="*/ 72599 w 76200"/>
                <a:gd name="connsiteY5" fmla="*/ 9716 h 95250"/>
                <a:gd name="connsiteX6" fmla="*/ 60026 w 76200"/>
                <a:gd name="connsiteY6" fmla="*/ 9716 h 95250"/>
                <a:gd name="connsiteX7" fmla="*/ 60026 w 76200"/>
                <a:gd name="connsiteY7" fmla="*/ 9716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200" h="95250">
                  <a:moveTo>
                    <a:pt x="60026" y="9716"/>
                  </a:moveTo>
                  <a:cubicBezTo>
                    <a:pt x="40976" y="30195"/>
                    <a:pt x="23641" y="52293"/>
                    <a:pt x="8401" y="75724"/>
                  </a:cubicBezTo>
                  <a:cubicBezTo>
                    <a:pt x="5734" y="79725"/>
                    <a:pt x="7544" y="85535"/>
                    <a:pt x="11639" y="87916"/>
                  </a:cubicBezTo>
                  <a:cubicBezTo>
                    <a:pt x="15925" y="90488"/>
                    <a:pt x="21164" y="88774"/>
                    <a:pt x="23831" y="84678"/>
                  </a:cubicBezTo>
                  <a:cubicBezTo>
                    <a:pt x="38214" y="62484"/>
                    <a:pt x="54597" y="41625"/>
                    <a:pt x="72599" y="22289"/>
                  </a:cubicBezTo>
                  <a:cubicBezTo>
                    <a:pt x="75933" y="18765"/>
                    <a:pt x="76123" y="13145"/>
                    <a:pt x="72599" y="9716"/>
                  </a:cubicBezTo>
                  <a:cubicBezTo>
                    <a:pt x="69361" y="6382"/>
                    <a:pt x="63360" y="6192"/>
                    <a:pt x="60026" y="9716"/>
                  </a:cubicBezTo>
                  <a:lnTo>
                    <a:pt x="60026" y="971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9" name="任意多边形: 形状 68"/>
            <p:cNvSpPr/>
            <p:nvPr/>
          </p:nvSpPr>
          <p:spPr>
            <a:xfrm rot="20734590">
              <a:off x="5625460" y="2230956"/>
              <a:ext cx="38994" cy="38994"/>
            </a:xfrm>
            <a:custGeom>
              <a:avLst/>
              <a:gdLst>
                <a:gd name="connsiteX0" fmla="*/ 15406 w 38100"/>
                <a:gd name="connsiteY0" fmla="*/ 11589 h 38100"/>
                <a:gd name="connsiteX1" fmla="*/ 8358 w 38100"/>
                <a:gd name="connsiteY1" fmla="*/ 23496 h 38100"/>
                <a:gd name="connsiteX2" fmla="*/ 7310 w 38100"/>
                <a:gd name="connsiteY2" fmla="*/ 26829 h 38100"/>
                <a:gd name="connsiteX3" fmla="*/ 7500 w 38100"/>
                <a:gd name="connsiteY3" fmla="*/ 30354 h 38100"/>
                <a:gd name="connsiteX4" fmla="*/ 9120 w 38100"/>
                <a:gd name="connsiteY4" fmla="*/ 33402 h 38100"/>
                <a:gd name="connsiteX5" fmla="*/ 11596 w 38100"/>
                <a:gd name="connsiteY5" fmla="*/ 35688 h 38100"/>
                <a:gd name="connsiteX6" fmla="*/ 18454 w 38100"/>
                <a:gd name="connsiteY6" fmla="*/ 36545 h 38100"/>
                <a:gd name="connsiteX7" fmla="*/ 23788 w 38100"/>
                <a:gd name="connsiteY7" fmla="*/ 32449 h 38100"/>
                <a:gd name="connsiteX8" fmla="*/ 30837 w 38100"/>
                <a:gd name="connsiteY8" fmla="*/ 20543 h 38100"/>
                <a:gd name="connsiteX9" fmla="*/ 31884 w 38100"/>
                <a:gd name="connsiteY9" fmla="*/ 17209 h 38100"/>
                <a:gd name="connsiteX10" fmla="*/ 31694 w 38100"/>
                <a:gd name="connsiteY10" fmla="*/ 13685 h 38100"/>
                <a:gd name="connsiteX11" fmla="*/ 30075 w 38100"/>
                <a:gd name="connsiteY11" fmla="*/ 10637 h 38100"/>
                <a:gd name="connsiteX12" fmla="*/ 27598 w 38100"/>
                <a:gd name="connsiteY12" fmla="*/ 8351 h 38100"/>
                <a:gd name="connsiteX13" fmla="*/ 20740 w 38100"/>
                <a:gd name="connsiteY13" fmla="*/ 7494 h 38100"/>
                <a:gd name="connsiteX14" fmla="*/ 15406 w 38100"/>
                <a:gd name="connsiteY14" fmla="*/ 11589 h 38100"/>
                <a:gd name="connsiteX15" fmla="*/ 15406 w 38100"/>
                <a:gd name="connsiteY15" fmla="*/ 11589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8100" h="38100">
                  <a:moveTo>
                    <a:pt x="15406" y="11589"/>
                  </a:moveTo>
                  <a:cubicBezTo>
                    <a:pt x="13025" y="15590"/>
                    <a:pt x="10644" y="19495"/>
                    <a:pt x="8358" y="23496"/>
                  </a:cubicBezTo>
                  <a:cubicBezTo>
                    <a:pt x="7691" y="24543"/>
                    <a:pt x="7310" y="25591"/>
                    <a:pt x="7310" y="26829"/>
                  </a:cubicBezTo>
                  <a:cubicBezTo>
                    <a:pt x="7024" y="27972"/>
                    <a:pt x="7119" y="29211"/>
                    <a:pt x="7500" y="30354"/>
                  </a:cubicBezTo>
                  <a:cubicBezTo>
                    <a:pt x="7786" y="31497"/>
                    <a:pt x="8262" y="32544"/>
                    <a:pt x="9120" y="33402"/>
                  </a:cubicBezTo>
                  <a:cubicBezTo>
                    <a:pt x="9786" y="34354"/>
                    <a:pt x="10548" y="35116"/>
                    <a:pt x="11596" y="35688"/>
                  </a:cubicBezTo>
                  <a:cubicBezTo>
                    <a:pt x="13692" y="36735"/>
                    <a:pt x="16168" y="37307"/>
                    <a:pt x="18454" y="36545"/>
                  </a:cubicBezTo>
                  <a:cubicBezTo>
                    <a:pt x="20645" y="35783"/>
                    <a:pt x="22550" y="34449"/>
                    <a:pt x="23788" y="32449"/>
                  </a:cubicBezTo>
                  <a:cubicBezTo>
                    <a:pt x="26169" y="28449"/>
                    <a:pt x="28551" y="24543"/>
                    <a:pt x="30837" y="20543"/>
                  </a:cubicBezTo>
                  <a:cubicBezTo>
                    <a:pt x="31503" y="19495"/>
                    <a:pt x="31884" y="18447"/>
                    <a:pt x="31884" y="17209"/>
                  </a:cubicBezTo>
                  <a:cubicBezTo>
                    <a:pt x="32170" y="16066"/>
                    <a:pt x="32075" y="14828"/>
                    <a:pt x="31694" y="13685"/>
                  </a:cubicBezTo>
                  <a:cubicBezTo>
                    <a:pt x="31408" y="12542"/>
                    <a:pt x="30932" y="11494"/>
                    <a:pt x="30075" y="10637"/>
                  </a:cubicBezTo>
                  <a:cubicBezTo>
                    <a:pt x="29408" y="9684"/>
                    <a:pt x="28646" y="8922"/>
                    <a:pt x="27598" y="8351"/>
                  </a:cubicBezTo>
                  <a:cubicBezTo>
                    <a:pt x="25503" y="7303"/>
                    <a:pt x="23026" y="6732"/>
                    <a:pt x="20740" y="7494"/>
                  </a:cubicBezTo>
                  <a:cubicBezTo>
                    <a:pt x="18454" y="8256"/>
                    <a:pt x="16549" y="9589"/>
                    <a:pt x="15406" y="11589"/>
                  </a:cubicBezTo>
                  <a:lnTo>
                    <a:pt x="15406" y="11589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0" name="任意多边形: 形状 69"/>
            <p:cNvSpPr/>
            <p:nvPr/>
          </p:nvSpPr>
          <p:spPr>
            <a:xfrm rot="20734590">
              <a:off x="5834628" y="2210002"/>
              <a:ext cx="48743" cy="48743"/>
            </a:xfrm>
            <a:custGeom>
              <a:avLst/>
              <a:gdLst>
                <a:gd name="connsiteX0" fmla="*/ 31836 w 47625"/>
                <a:gd name="connsiteY0" fmla="*/ 8336 h 47625"/>
                <a:gd name="connsiteX1" fmla="*/ 8309 w 47625"/>
                <a:gd name="connsiteY1" fmla="*/ 30720 h 47625"/>
                <a:gd name="connsiteX2" fmla="*/ 7452 w 47625"/>
                <a:gd name="connsiteY2" fmla="*/ 37578 h 47625"/>
                <a:gd name="connsiteX3" fmla="*/ 11547 w 47625"/>
                <a:gd name="connsiteY3" fmla="*/ 42912 h 47625"/>
                <a:gd name="connsiteX4" fmla="*/ 18405 w 47625"/>
                <a:gd name="connsiteY4" fmla="*/ 43769 h 47625"/>
                <a:gd name="connsiteX5" fmla="*/ 23739 w 47625"/>
                <a:gd name="connsiteY5" fmla="*/ 39673 h 47625"/>
                <a:gd name="connsiteX6" fmla="*/ 25930 w 47625"/>
                <a:gd name="connsiteY6" fmla="*/ 36625 h 47625"/>
                <a:gd name="connsiteX7" fmla="*/ 24501 w 47625"/>
                <a:gd name="connsiteY7" fmla="*/ 38435 h 47625"/>
                <a:gd name="connsiteX8" fmla="*/ 36503 w 47625"/>
                <a:gd name="connsiteY8" fmla="*/ 26434 h 47625"/>
                <a:gd name="connsiteX9" fmla="*/ 34693 w 47625"/>
                <a:gd name="connsiteY9" fmla="*/ 27862 h 47625"/>
                <a:gd name="connsiteX10" fmla="*/ 40884 w 47625"/>
                <a:gd name="connsiteY10" fmla="*/ 23671 h 47625"/>
                <a:gd name="connsiteX11" fmla="*/ 44980 w 47625"/>
                <a:gd name="connsiteY11" fmla="*/ 18337 h 47625"/>
                <a:gd name="connsiteX12" fmla="*/ 44123 w 47625"/>
                <a:gd name="connsiteY12" fmla="*/ 11479 h 47625"/>
                <a:gd name="connsiteX13" fmla="*/ 38789 w 47625"/>
                <a:gd name="connsiteY13" fmla="*/ 7384 h 47625"/>
                <a:gd name="connsiteX14" fmla="*/ 31836 w 47625"/>
                <a:gd name="connsiteY14" fmla="*/ 8336 h 47625"/>
                <a:gd name="connsiteX15" fmla="*/ 31836 w 47625"/>
                <a:gd name="connsiteY15" fmla="*/ 833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7625" h="47625">
                  <a:moveTo>
                    <a:pt x="31836" y="8336"/>
                  </a:moveTo>
                  <a:cubicBezTo>
                    <a:pt x="22406" y="14051"/>
                    <a:pt x="14500" y="21671"/>
                    <a:pt x="8309" y="30720"/>
                  </a:cubicBezTo>
                  <a:cubicBezTo>
                    <a:pt x="7071" y="32530"/>
                    <a:pt x="6880" y="35482"/>
                    <a:pt x="7452" y="37578"/>
                  </a:cubicBezTo>
                  <a:cubicBezTo>
                    <a:pt x="8023" y="39673"/>
                    <a:pt x="9642" y="41864"/>
                    <a:pt x="11547" y="42912"/>
                  </a:cubicBezTo>
                  <a:cubicBezTo>
                    <a:pt x="13643" y="43960"/>
                    <a:pt x="16119" y="44531"/>
                    <a:pt x="18405" y="43769"/>
                  </a:cubicBezTo>
                  <a:cubicBezTo>
                    <a:pt x="20691" y="43007"/>
                    <a:pt x="22406" y="41674"/>
                    <a:pt x="23739" y="39673"/>
                  </a:cubicBezTo>
                  <a:cubicBezTo>
                    <a:pt x="24406" y="38626"/>
                    <a:pt x="25168" y="37673"/>
                    <a:pt x="25930" y="36625"/>
                  </a:cubicBezTo>
                  <a:cubicBezTo>
                    <a:pt x="25454" y="37197"/>
                    <a:pt x="24977" y="37864"/>
                    <a:pt x="24501" y="38435"/>
                  </a:cubicBezTo>
                  <a:cubicBezTo>
                    <a:pt x="27930" y="33958"/>
                    <a:pt x="32026" y="29958"/>
                    <a:pt x="36503" y="26434"/>
                  </a:cubicBezTo>
                  <a:cubicBezTo>
                    <a:pt x="35931" y="26910"/>
                    <a:pt x="35265" y="27386"/>
                    <a:pt x="34693" y="27862"/>
                  </a:cubicBezTo>
                  <a:cubicBezTo>
                    <a:pt x="36693" y="26338"/>
                    <a:pt x="38694" y="24910"/>
                    <a:pt x="40884" y="23671"/>
                  </a:cubicBezTo>
                  <a:cubicBezTo>
                    <a:pt x="42789" y="22528"/>
                    <a:pt x="44409" y="20528"/>
                    <a:pt x="44980" y="18337"/>
                  </a:cubicBezTo>
                  <a:cubicBezTo>
                    <a:pt x="45552" y="16242"/>
                    <a:pt x="45266" y="13384"/>
                    <a:pt x="44123" y="11479"/>
                  </a:cubicBezTo>
                  <a:cubicBezTo>
                    <a:pt x="42885" y="9574"/>
                    <a:pt x="41075" y="7860"/>
                    <a:pt x="38789" y="7384"/>
                  </a:cubicBezTo>
                  <a:cubicBezTo>
                    <a:pt x="36408" y="6907"/>
                    <a:pt x="33931" y="7098"/>
                    <a:pt x="31836" y="8336"/>
                  </a:cubicBezTo>
                  <a:lnTo>
                    <a:pt x="31836" y="833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1" name="任意多边形: 形状 70"/>
            <p:cNvSpPr/>
            <p:nvPr/>
          </p:nvSpPr>
          <p:spPr>
            <a:xfrm rot="20734590">
              <a:off x="5560835" y="2275494"/>
              <a:ext cx="29246" cy="38994"/>
            </a:xfrm>
            <a:custGeom>
              <a:avLst/>
              <a:gdLst>
                <a:gd name="connsiteX0" fmla="*/ 9239 w 28575"/>
                <a:gd name="connsiteY0" fmla="*/ 13601 h 38100"/>
                <a:gd name="connsiteX1" fmla="*/ 7525 w 28575"/>
                <a:gd name="connsiteY1" fmla="*/ 20840 h 38100"/>
                <a:gd name="connsiteX2" fmla="*/ 7239 w 28575"/>
                <a:gd name="connsiteY2" fmla="*/ 28269 h 38100"/>
                <a:gd name="connsiteX3" fmla="*/ 8001 w 28575"/>
                <a:gd name="connsiteY3" fmla="*/ 31698 h 38100"/>
                <a:gd name="connsiteX4" fmla="*/ 9811 w 28575"/>
                <a:gd name="connsiteY4" fmla="*/ 34556 h 38100"/>
                <a:gd name="connsiteX5" fmla="*/ 12668 w 28575"/>
                <a:gd name="connsiteY5" fmla="*/ 36365 h 38100"/>
                <a:gd name="connsiteX6" fmla="*/ 16097 w 28575"/>
                <a:gd name="connsiteY6" fmla="*/ 37127 h 38100"/>
                <a:gd name="connsiteX7" fmla="*/ 22384 w 28575"/>
                <a:gd name="connsiteY7" fmla="*/ 34556 h 38100"/>
                <a:gd name="connsiteX8" fmla="*/ 24956 w 28575"/>
                <a:gd name="connsiteY8" fmla="*/ 28269 h 38100"/>
                <a:gd name="connsiteX9" fmla="*/ 25051 w 28575"/>
                <a:gd name="connsiteY9" fmla="*/ 21983 h 38100"/>
                <a:gd name="connsiteX10" fmla="*/ 24765 w 28575"/>
                <a:gd name="connsiteY10" fmla="*/ 24364 h 38100"/>
                <a:gd name="connsiteX11" fmla="*/ 26384 w 28575"/>
                <a:gd name="connsiteY11" fmla="*/ 18363 h 38100"/>
                <a:gd name="connsiteX12" fmla="*/ 26575 w 28575"/>
                <a:gd name="connsiteY12" fmla="*/ 14839 h 38100"/>
                <a:gd name="connsiteX13" fmla="*/ 25527 w 28575"/>
                <a:gd name="connsiteY13" fmla="*/ 11505 h 38100"/>
                <a:gd name="connsiteX14" fmla="*/ 23241 w 28575"/>
                <a:gd name="connsiteY14" fmla="*/ 9029 h 38100"/>
                <a:gd name="connsiteX15" fmla="*/ 20193 w 28575"/>
                <a:gd name="connsiteY15" fmla="*/ 7409 h 38100"/>
                <a:gd name="connsiteX16" fmla="*/ 13335 w 28575"/>
                <a:gd name="connsiteY16" fmla="*/ 8267 h 38100"/>
                <a:gd name="connsiteX17" fmla="*/ 11525 w 28575"/>
                <a:gd name="connsiteY17" fmla="*/ 9695 h 38100"/>
                <a:gd name="connsiteX18" fmla="*/ 9239 w 28575"/>
                <a:gd name="connsiteY18" fmla="*/ 13601 h 38100"/>
                <a:gd name="connsiteX19" fmla="*/ 9239 w 28575"/>
                <a:gd name="connsiteY19" fmla="*/ 13601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8575" h="38100">
                  <a:moveTo>
                    <a:pt x="9239" y="13601"/>
                  </a:moveTo>
                  <a:cubicBezTo>
                    <a:pt x="8287" y="15982"/>
                    <a:pt x="7811" y="18363"/>
                    <a:pt x="7525" y="20840"/>
                  </a:cubicBezTo>
                  <a:cubicBezTo>
                    <a:pt x="7144" y="23316"/>
                    <a:pt x="7048" y="25793"/>
                    <a:pt x="7239" y="28269"/>
                  </a:cubicBezTo>
                  <a:cubicBezTo>
                    <a:pt x="7239" y="29507"/>
                    <a:pt x="7429" y="30650"/>
                    <a:pt x="8001" y="31698"/>
                  </a:cubicBezTo>
                  <a:cubicBezTo>
                    <a:pt x="8382" y="32841"/>
                    <a:pt x="8953" y="33794"/>
                    <a:pt x="9811" y="34556"/>
                  </a:cubicBezTo>
                  <a:cubicBezTo>
                    <a:pt x="10573" y="35413"/>
                    <a:pt x="11620" y="36080"/>
                    <a:pt x="12668" y="36365"/>
                  </a:cubicBezTo>
                  <a:cubicBezTo>
                    <a:pt x="13716" y="36937"/>
                    <a:pt x="14859" y="37223"/>
                    <a:pt x="16097" y="37127"/>
                  </a:cubicBezTo>
                  <a:cubicBezTo>
                    <a:pt x="18383" y="37032"/>
                    <a:pt x="20765" y="36270"/>
                    <a:pt x="22384" y="34556"/>
                  </a:cubicBezTo>
                  <a:cubicBezTo>
                    <a:pt x="23908" y="32936"/>
                    <a:pt x="25241" y="30555"/>
                    <a:pt x="24956" y="28269"/>
                  </a:cubicBezTo>
                  <a:cubicBezTo>
                    <a:pt x="24765" y="26174"/>
                    <a:pt x="24765" y="24078"/>
                    <a:pt x="25051" y="21983"/>
                  </a:cubicBezTo>
                  <a:cubicBezTo>
                    <a:pt x="24956" y="22745"/>
                    <a:pt x="24860" y="23602"/>
                    <a:pt x="24765" y="24364"/>
                  </a:cubicBezTo>
                  <a:cubicBezTo>
                    <a:pt x="25051" y="22268"/>
                    <a:pt x="25622" y="20268"/>
                    <a:pt x="26384" y="18363"/>
                  </a:cubicBezTo>
                  <a:cubicBezTo>
                    <a:pt x="26765" y="17220"/>
                    <a:pt x="26765" y="15982"/>
                    <a:pt x="26575" y="14839"/>
                  </a:cubicBezTo>
                  <a:cubicBezTo>
                    <a:pt x="26479" y="13696"/>
                    <a:pt x="26194" y="12553"/>
                    <a:pt x="25527" y="11505"/>
                  </a:cubicBezTo>
                  <a:cubicBezTo>
                    <a:pt x="24956" y="10457"/>
                    <a:pt x="24194" y="9600"/>
                    <a:pt x="23241" y="9029"/>
                  </a:cubicBezTo>
                  <a:cubicBezTo>
                    <a:pt x="22384" y="8267"/>
                    <a:pt x="21336" y="7695"/>
                    <a:pt x="20193" y="7409"/>
                  </a:cubicBezTo>
                  <a:cubicBezTo>
                    <a:pt x="17907" y="6933"/>
                    <a:pt x="15335" y="7028"/>
                    <a:pt x="13335" y="8267"/>
                  </a:cubicBezTo>
                  <a:cubicBezTo>
                    <a:pt x="12763" y="8743"/>
                    <a:pt x="12097" y="9219"/>
                    <a:pt x="11525" y="9695"/>
                  </a:cubicBezTo>
                  <a:cubicBezTo>
                    <a:pt x="10382" y="10838"/>
                    <a:pt x="9620" y="12077"/>
                    <a:pt x="9239" y="13601"/>
                  </a:cubicBezTo>
                  <a:lnTo>
                    <a:pt x="9239" y="1360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组合 36"/>
          <p:cNvGrpSpPr/>
          <p:nvPr/>
        </p:nvGrpSpPr>
        <p:grpSpPr>
          <a:xfrm>
            <a:off x="4375139" y="891244"/>
            <a:ext cx="3416320" cy="1034733"/>
            <a:chOff x="4397217" y="516028"/>
            <a:chExt cx="3416320" cy="1034733"/>
          </a:xfrm>
        </p:grpSpPr>
        <p:sp>
          <p:nvSpPr>
            <p:cNvPr id="38" name="文本框 37"/>
            <p:cNvSpPr txBox="1"/>
            <p:nvPr/>
          </p:nvSpPr>
          <p:spPr>
            <a:xfrm>
              <a:off x="4915670" y="539093"/>
              <a:ext cx="2441694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400" dirty="0">
                  <a:solidFill>
                    <a:srgbClr val="64454B"/>
                  </a:solidFill>
                  <a:cs typeface="+mn-ea"/>
                  <a:sym typeface="+mn-lt"/>
                </a:rPr>
                <a:t>课后作业</a:t>
              </a:r>
              <a:endParaRPr lang="zh-CN" altLang="en-US" sz="4400" dirty="0">
                <a:solidFill>
                  <a:srgbClr val="64454B"/>
                </a:solidFill>
                <a:cs typeface="+mn-ea"/>
                <a:sym typeface="+mn-lt"/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4397217" y="1181429"/>
              <a:ext cx="34163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7AB2DC"/>
                  </a:solidFill>
                  <a:cs typeface="+mn-ea"/>
                  <a:sym typeface="+mn-lt"/>
                </a:rPr>
                <a:t>通过课后作业复习本节课的知识</a:t>
              </a:r>
              <a:endParaRPr lang="zh-CN" altLang="en-US" dirty="0">
                <a:solidFill>
                  <a:srgbClr val="7AB2DC"/>
                </a:solidFill>
                <a:cs typeface="+mn-ea"/>
                <a:sym typeface="+mn-lt"/>
              </a:endParaRPr>
            </a:p>
          </p:txBody>
        </p:sp>
        <p:grpSp>
          <p:nvGrpSpPr>
            <p:cNvPr id="40" name="组合 39"/>
            <p:cNvGrpSpPr/>
            <p:nvPr/>
          </p:nvGrpSpPr>
          <p:grpSpPr>
            <a:xfrm>
              <a:off x="7404174" y="516028"/>
              <a:ext cx="344536" cy="548871"/>
              <a:chOff x="8363753" y="2120741"/>
              <a:chExt cx="553198" cy="881284"/>
            </a:xfrm>
          </p:grpSpPr>
          <p:sp>
            <p:nvSpPr>
              <p:cNvPr id="48" name="任意多边形: 形状 47"/>
              <p:cNvSpPr/>
              <p:nvPr/>
            </p:nvSpPr>
            <p:spPr>
              <a:xfrm>
                <a:off x="8363753" y="2120741"/>
                <a:ext cx="356491" cy="291674"/>
              </a:xfrm>
              <a:custGeom>
                <a:avLst/>
                <a:gdLst>
                  <a:gd name="connsiteX0" fmla="*/ 28470 w 314325"/>
                  <a:gd name="connsiteY0" fmla="*/ 252359 h 257175"/>
                  <a:gd name="connsiteX1" fmla="*/ 240687 w 314325"/>
                  <a:gd name="connsiteY1" fmla="*/ 77480 h 257175"/>
                  <a:gd name="connsiteX2" fmla="*/ 301742 w 314325"/>
                  <a:gd name="connsiteY2" fmla="*/ 30521 h 257175"/>
                  <a:gd name="connsiteX3" fmla="*/ 306219 w 314325"/>
                  <a:gd name="connsiteY3" fmla="*/ 13472 h 257175"/>
                  <a:gd name="connsiteX4" fmla="*/ 289169 w 314325"/>
                  <a:gd name="connsiteY4" fmla="*/ 8995 h 257175"/>
                  <a:gd name="connsiteX5" fmla="*/ 70856 w 314325"/>
                  <a:gd name="connsiteY5" fmla="*/ 183302 h 257175"/>
                  <a:gd name="connsiteX6" fmla="*/ 10754 w 314325"/>
                  <a:gd name="connsiteY6" fmla="*/ 234737 h 257175"/>
                  <a:gd name="connsiteX7" fmla="*/ 10754 w 314325"/>
                  <a:gd name="connsiteY7" fmla="*/ 252359 h 257175"/>
                  <a:gd name="connsiteX8" fmla="*/ 28470 w 314325"/>
                  <a:gd name="connsiteY8" fmla="*/ 252359 h 257175"/>
                  <a:gd name="connsiteX9" fmla="*/ 28470 w 314325"/>
                  <a:gd name="connsiteY9" fmla="*/ 252359 h 257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4325" h="257175">
                    <a:moveTo>
                      <a:pt x="28470" y="252359"/>
                    </a:moveTo>
                    <a:cubicBezTo>
                      <a:pt x="97717" y="192256"/>
                      <a:pt x="168488" y="133868"/>
                      <a:pt x="240687" y="77480"/>
                    </a:cubicBezTo>
                    <a:cubicBezTo>
                      <a:pt x="260880" y="61668"/>
                      <a:pt x="281263" y="46047"/>
                      <a:pt x="301742" y="30521"/>
                    </a:cubicBezTo>
                    <a:cubicBezTo>
                      <a:pt x="307076" y="26426"/>
                      <a:pt x="309934" y="19758"/>
                      <a:pt x="306219" y="13472"/>
                    </a:cubicBezTo>
                    <a:cubicBezTo>
                      <a:pt x="303171" y="8138"/>
                      <a:pt x="294503" y="4899"/>
                      <a:pt x="289169" y="8995"/>
                    </a:cubicBezTo>
                    <a:cubicBezTo>
                      <a:pt x="214874" y="65192"/>
                      <a:pt x="142103" y="123295"/>
                      <a:pt x="70856" y="183302"/>
                    </a:cubicBezTo>
                    <a:cubicBezTo>
                      <a:pt x="50663" y="200257"/>
                      <a:pt x="30661" y="217402"/>
                      <a:pt x="10754" y="234737"/>
                    </a:cubicBezTo>
                    <a:cubicBezTo>
                      <a:pt x="5705" y="239119"/>
                      <a:pt x="6182" y="247882"/>
                      <a:pt x="10754" y="252359"/>
                    </a:cubicBezTo>
                    <a:cubicBezTo>
                      <a:pt x="15897" y="257407"/>
                      <a:pt x="23422" y="256740"/>
                      <a:pt x="28470" y="252359"/>
                    </a:cubicBezTo>
                    <a:lnTo>
                      <a:pt x="28470" y="252359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9" name="任意多边形: 形状 48"/>
              <p:cNvSpPr/>
              <p:nvPr/>
            </p:nvSpPr>
            <p:spPr>
              <a:xfrm>
                <a:off x="8442217" y="2469929"/>
                <a:ext cx="237660" cy="97225"/>
              </a:xfrm>
              <a:custGeom>
                <a:avLst/>
                <a:gdLst>
                  <a:gd name="connsiteX0" fmla="*/ 22534 w 209550"/>
                  <a:gd name="connsiteY0" fmla="*/ 82965 h 85725"/>
                  <a:gd name="connsiteX1" fmla="*/ 193793 w 209550"/>
                  <a:gd name="connsiteY1" fmla="*/ 31816 h 85725"/>
                  <a:gd name="connsiteX2" fmla="*/ 187126 w 209550"/>
                  <a:gd name="connsiteY2" fmla="*/ 7718 h 85725"/>
                  <a:gd name="connsiteX3" fmla="*/ 15866 w 209550"/>
                  <a:gd name="connsiteY3" fmla="*/ 58867 h 85725"/>
                  <a:gd name="connsiteX4" fmla="*/ 22534 w 209550"/>
                  <a:gd name="connsiteY4" fmla="*/ 82965 h 85725"/>
                  <a:gd name="connsiteX5" fmla="*/ 22534 w 209550"/>
                  <a:gd name="connsiteY5" fmla="*/ 82965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9550" h="85725">
                    <a:moveTo>
                      <a:pt x="22534" y="82965"/>
                    </a:moveTo>
                    <a:cubicBezTo>
                      <a:pt x="79588" y="65916"/>
                      <a:pt x="136643" y="48866"/>
                      <a:pt x="193793" y="31816"/>
                    </a:cubicBezTo>
                    <a:cubicBezTo>
                      <a:pt x="209128" y="27244"/>
                      <a:pt x="202651" y="3146"/>
                      <a:pt x="187126" y="7718"/>
                    </a:cubicBezTo>
                    <a:cubicBezTo>
                      <a:pt x="130071" y="24768"/>
                      <a:pt x="73016" y="41817"/>
                      <a:pt x="15866" y="58867"/>
                    </a:cubicBezTo>
                    <a:cubicBezTo>
                      <a:pt x="531" y="63439"/>
                      <a:pt x="7103" y="87633"/>
                      <a:pt x="22534" y="82965"/>
                    </a:cubicBezTo>
                    <a:lnTo>
                      <a:pt x="22534" y="82965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0" name="任意多边形: 形状 49"/>
              <p:cNvSpPr/>
              <p:nvPr/>
            </p:nvSpPr>
            <p:spPr>
              <a:xfrm>
                <a:off x="8441630" y="2679373"/>
                <a:ext cx="475321" cy="64816"/>
              </a:xfrm>
              <a:custGeom>
                <a:avLst/>
                <a:gdLst>
                  <a:gd name="connsiteX0" fmla="*/ 19145 w 419100"/>
                  <a:gd name="connsiteY0" fmla="*/ 52409 h 57150"/>
                  <a:gd name="connsiteX1" fmla="*/ 150971 w 419100"/>
                  <a:gd name="connsiteY1" fmla="*/ 45551 h 57150"/>
                  <a:gd name="connsiteX2" fmla="*/ 359664 w 419100"/>
                  <a:gd name="connsiteY2" fmla="*/ 34597 h 57150"/>
                  <a:gd name="connsiteX3" fmla="*/ 407765 w 419100"/>
                  <a:gd name="connsiteY3" fmla="*/ 32121 h 57150"/>
                  <a:gd name="connsiteX4" fmla="*/ 407765 w 419100"/>
                  <a:gd name="connsiteY4" fmla="*/ 7165 h 57150"/>
                  <a:gd name="connsiteX5" fmla="*/ 275939 w 419100"/>
                  <a:gd name="connsiteY5" fmla="*/ 14023 h 57150"/>
                  <a:gd name="connsiteX6" fmla="*/ 67247 w 419100"/>
                  <a:gd name="connsiteY6" fmla="*/ 24977 h 57150"/>
                  <a:gd name="connsiteX7" fmla="*/ 19145 w 419100"/>
                  <a:gd name="connsiteY7" fmla="*/ 27454 h 57150"/>
                  <a:gd name="connsiteX8" fmla="*/ 19145 w 419100"/>
                  <a:gd name="connsiteY8" fmla="*/ 52409 h 57150"/>
                  <a:gd name="connsiteX9" fmla="*/ 19145 w 419100"/>
                  <a:gd name="connsiteY9" fmla="*/ 52409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9100" h="57150">
                    <a:moveTo>
                      <a:pt x="19145" y="52409"/>
                    </a:moveTo>
                    <a:cubicBezTo>
                      <a:pt x="63056" y="50123"/>
                      <a:pt x="107061" y="47837"/>
                      <a:pt x="150971" y="45551"/>
                    </a:cubicBezTo>
                    <a:cubicBezTo>
                      <a:pt x="220504" y="41932"/>
                      <a:pt x="290132" y="38312"/>
                      <a:pt x="359664" y="34597"/>
                    </a:cubicBezTo>
                    <a:cubicBezTo>
                      <a:pt x="375666" y="33740"/>
                      <a:pt x="391763" y="32883"/>
                      <a:pt x="407765" y="32121"/>
                    </a:cubicBezTo>
                    <a:cubicBezTo>
                      <a:pt x="423767" y="31264"/>
                      <a:pt x="423863" y="6308"/>
                      <a:pt x="407765" y="7165"/>
                    </a:cubicBezTo>
                    <a:cubicBezTo>
                      <a:pt x="363855" y="9451"/>
                      <a:pt x="319850" y="11737"/>
                      <a:pt x="275939" y="14023"/>
                    </a:cubicBezTo>
                    <a:cubicBezTo>
                      <a:pt x="206407" y="17643"/>
                      <a:pt x="136779" y="21262"/>
                      <a:pt x="67247" y="24977"/>
                    </a:cubicBezTo>
                    <a:cubicBezTo>
                      <a:pt x="51245" y="25834"/>
                      <a:pt x="35147" y="26692"/>
                      <a:pt x="19145" y="27454"/>
                    </a:cubicBezTo>
                    <a:cubicBezTo>
                      <a:pt x="3239" y="28311"/>
                      <a:pt x="3048" y="53266"/>
                      <a:pt x="19145" y="52409"/>
                    </a:cubicBezTo>
                    <a:lnTo>
                      <a:pt x="19145" y="52409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1" name="任意多边形: 形状 50"/>
              <p:cNvSpPr/>
              <p:nvPr/>
            </p:nvSpPr>
            <p:spPr>
              <a:xfrm>
                <a:off x="8684731" y="2441089"/>
                <a:ext cx="64816" cy="54014"/>
              </a:xfrm>
              <a:custGeom>
                <a:avLst/>
                <a:gdLst>
                  <a:gd name="connsiteX0" fmla="*/ 22921 w 57150"/>
                  <a:gd name="connsiteY0" fmla="*/ 40100 h 47625"/>
                  <a:gd name="connsiteX1" fmla="*/ 49115 w 57150"/>
                  <a:gd name="connsiteY1" fmla="*/ 30385 h 47625"/>
                  <a:gd name="connsiteX2" fmla="*/ 54830 w 57150"/>
                  <a:gd name="connsiteY2" fmla="*/ 22955 h 47625"/>
                  <a:gd name="connsiteX3" fmla="*/ 53591 w 57150"/>
                  <a:gd name="connsiteY3" fmla="*/ 13335 h 47625"/>
                  <a:gd name="connsiteX4" fmla="*/ 46162 w 57150"/>
                  <a:gd name="connsiteY4" fmla="*/ 7620 h 47625"/>
                  <a:gd name="connsiteX5" fmla="*/ 42828 w 57150"/>
                  <a:gd name="connsiteY5" fmla="*/ 7144 h 47625"/>
                  <a:gd name="connsiteX6" fmla="*/ 36542 w 57150"/>
                  <a:gd name="connsiteY6" fmla="*/ 8858 h 47625"/>
                  <a:gd name="connsiteX7" fmla="*/ 31017 w 57150"/>
                  <a:gd name="connsiteY7" fmla="*/ 11335 h 47625"/>
                  <a:gd name="connsiteX8" fmla="*/ 33970 w 57150"/>
                  <a:gd name="connsiteY8" fmla="*/ 10097 h 47625"/>
                  <a:gd name="connsiteX9" fmla="*/ 16253 w 57150"/>
                  <a:gd name="connsiteY9" fmla="*/ 16002 h 47625"/>
                  <a:gd name="connsiteX10" fmla="*/ 8824 w 57150"/>
                  <a:gd name="connsiteY10" fmla="*/ 21717 h 47625"/>
                  <a:gd name="connsiteX11" fmla="*/ 7586 w 57150"/>
                  <a:gd name="connsiteY11" fmla="*/ 31337 h 47625"/>
                  <a:gd name="connsiteX12" fmla="*/ 13301 w 57150"/>
                  <a:gd name="connsiteY12" fmla="*/ 38767 h 47625"/>
                  <a:gd name="connsiteX13" fmla="*/ 22921 w 57150"/>
                  <a:gd name="connsiteY13" fmla="*/ 40100 h 47625"/>
                  <a:gd name="connsiteX14" fmla="*/ 22921 w 57150"/>
                  <a:gd name="connsiteY14" fmla="*/ 40100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7150" h="47625">
                    <a:moveTo>
                      <a:pt x="22921" y="40100"/>
                    </a:moveTo>
                    <a:cubicBezTo>
                      <a:pt x="31970" y="37814"/>
                      <a:pt x="40733" y="34480"/>
                      <a:pt x="49115" y="30385"/>
                    </a:cubicBezTo>
                    <a:cubicBezTo>
                      <a:pt x="51782" y="29051"/>
                      <a:pt x="54068" y="25718"/>
                      <a:pt x="54830" y="22955"/>
                    </a:cubicBezTo>
                    <a:cubicBezTo>
                      <a:pt x="55687" y="20002"/>
                      <a:pt x="55306" y="16002"/>
                      <a:pt x="53591" y="13335"/>
                    </a:cubicBezTo>
                    <a:cubicBezTo>
                      <a:pt x="51877" y="10668"/>
                      <a:pt x="49305" y="8287"/>
                      <a:pt x="46162" y="7620"/>
                    </a:cubicBezTo>
                    <a:cubicBezTo>
                      <a:pt x="45019" y="7429"/>
                      <a:pt x="43971" y="7334"/>
                      <a:pt x="42828" y="7144"/>
                    </a:cubicBezTo>
                    <a:cubicBezTo>
                      <a:pt x="40542" y="7144"/>
                      <a:pt x="38447" y="7715"/>
                      <a:pt x="36542" y="8858"/>
                    </a:cubicBezTo>
                    <a:cubicBezTo>
                      <a:pt x="34732" y="9716"/>
                      <a:pt x="32827" y="10573"/>
                      <a:pt x="31017" y="11335"/>
                    </a:cubicBezTo>
                    <a:cubicBezTo>
                      <a:pt x="31970" y="10954"/>
                      <a:pt x="33017" y="10477"/>
                      <a:pt x="33970" y="10097"/>
                    </a:cubicBezTo>
                    <a:cubicBezTo>
                      <a:pt x="28255" y="12478"/>
                      <a:pt x="22349" y="14478"/>
                      <a:pt x="16253" y="16002"/>
                    </a:cubicBezTo>
                    <a:cubicBezTo>
                      <a:pt x="13205" y="16764"/>
                      <a:pt x="10348" y="19050"/>
                      <a:pt x="8824" y="21717"/>
                    </a:cubicBezTo>
                    <a:cubicBezTo>
                      <a:pt x="7300" y="24384"/>
                      <a:pt x="6633" y="28384"/>
                      <a:pt x="7586" y="31337"/>
                    </a:cubicBezTo>
                    <a:cubicBezTo>
                      <a:pt x="8538" y="34385"/>
                      <a:pt x="10443" y="37243"/>
                      <a:pt x="13301" y="38767"/>
                    </a:cubicBezTo>
                    <a:cubicBezTo>
                      <a:pt x="16349" y="40386"/>
                      <a:pt x="19587" y="40957"/>
                      <a:pt x="22921" y="40100"/>
                    </a:cubicBezTo>
                    <a:lnTo>
                      <a:pt x="22921" y="40100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2" name="任意多边形: 形状 51"/>
              <p:cNvSpPr/>
              <p:nvPr/>
            </p:nvSpPr>
            <p:spPr>
              <a:xfrm>
                <a:off x="8436266" y="2863921"/>
                <a:ext cx="226858" cy="118830"/>
              </a:xfrm>
              <a:custGeom>
                <a:avLst/>
                <a:gdLst>
                  <a:gd name="connsiteX0" fmla="*/ 16350 w 200025"/>
                  <a:gd name="connsiteY0" fmla="*/ 31897 h 104775"/>
                  <a:gd name="connsiteX1" fmla="*/ 181037 w 200025"/>
                  <a:gd name="connsiteY1" fmla="*/ 101239 h 104775"/>
                  <a:gd name="connsiteX2" fmla="*/ 196373 w 200025"/>
                  <a:gd name="connsiteY2" fmla="*/ 92476 h 104775"/>
                  <a:gd name="connsiteX3" fmla="*/ 187610 w 200025"/>
                  <a:gd name="connsiteY3" fmla="*/ 77141 h 104775"/>
                  <a:gd name="connsiteX4" fmla="*/ 22922 w 200025"/>
                  <a:gd name="connsiteY4" fmla="*/ 7799 h 104775"/>
                  <a:gd name="connsiteX5" fmla="*/ 7587 w 200025"/>
                  <a:gd name="connsiteY5" fmla="*/ 16562 h 104775"/>
                  <a:gd name="connsiteX6" fmla="*/ 16350 w 200025"/>
                  <a:gd name="connsiteY6" fmla="*/ 31897 h 104775"/>
                  <a:gd name="connsiteX7" fmla="*/ 16350 w 200025"/>
                  <a:gd name="connsiteY7" fmla="*/ 31897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0025" h="104775">
                    <a:moveTo>
                      <a:pt x="16350" y="31897"/>
                    </a:moveTo>
                    <a:cubicBezTo>
                      <a:pt x="71214" y="55043"/>
                      <a:pt x="126173" y="78094"/>
                      <a:pt x="181037" y="101239"/>
                    </a:cubicBezTo>
                    <a:cubicBezTo>
                      <a:pt x="187229" y="103811"/>
                      <a:pt x="194753" y="98382"/>
                      <a:pt x="196373" y="92476"/>
                    </a:cubicBezTo>
                    <a:cubicBezTo>
                      <a:pt x="198373" y="85237"/>
                      <a:pt x="193896" y="79713"/>
                      <a:pt x="187610" y="77141"/>
                    </a:cubicBezTo>
                    <a:cubicBezTo>
                      <a:pt x="132746" y="53995"/>
                      <a:pt x="77786" y="30945"/>
                      <a:pt x="22922" y="7799"/>
                    </a:cubicBezTo>
                    <a:cubicBezTo>
                      <a:pt x="16731" y="5227"/>
                      <a:pt x="9206" y="10657"/>
                      <a:pt x="7587" y="16562"/>
                    </a:cubicBezTo>
                    <a:cubicBezTo>
                      <a:pt x="5682" y="23801"/>
                      <a:pt x="10159" y="29326"/>
                      <a:pt x="16350" y="31897"/>
                    </a:cubicBezTo>
                    <a:lnTo>
                      <a:pt x="16350" y="31897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3" name="任意多边形: 形状 52"/>
              <p:cNvSpPr/>
              <p:nvPr/>
            </p:nvSpPr>
            <p:spPr>
              <a:xfrm>
                <a:off x="8673232" y="2958814"/>
                <a:ext cx="64816" cy="43211"/>
              </a:xfrm>
              <a:custGeom>
                <a:avLst/>
                <a:gdLst>
                  <a:gd name="connsiteX0" fmla="*/ 13343 w 57150"/>
                  <a:gd name="connsiteY0" fmla="*/ 30334 h 38100"/>
                  <a:gd name="connsiteX1" fmla="*/ 39632 w 57150"/>
                  <a:gd name="connsiteY1" fmla="*/ 39859 h 38100"/>
                  <a:gd name="connsiteX2" fmla="*/ 49252 w 57150"/>
                  <a:gd name="connsiteY2" fmla="*/ 38621 h 38100"/>
                  <a:gd name="connsiteX3" fmla="*/ 54967 w 57150"/>
                  <a:gd name="connsiteY3" fmla="*/ 31191 h 38100"/>
                  <a:gd name="connsiteX4" fmla="*/ 53729 w 57150"/>
                  <a:gd name="connsiteY4" fmla="*/ 21571 h 38100"/>
                  <a:gd name="connsiteX5" fmla="*/ 46300 w 57150"/>
                  <a:gd name="connsiteY5" fmla="*/ 15856 h 38100"/>
                  <a:gd name="connsiteX6" fmla="*/ 27726 w 57150"/>
                  <a:gd name="connsiteY6" fmla="*/ 9760 h 38100"/>
                  <a:gd name="connsiteX7" fmla="*/ 30679 w 57150"/>
                  <a:gd name="connsiteY7" fmla="*/ 10998 h 38100"/>
                  <a:gd name="connsiteX8" fmla="*/ 25916 w 57150"/>
                  <a:gd name="connsiteY8" fmla="*/ 8903 h 38100"/>
                  <a:gd name="connsiteX9" fmla="*/ 21249 w 57150"/>
                  <a:gd name="connsiteY9" fmla="*/ 7379 h 38100"/>
                  <a:gd name="connsiteX10" fmla="*/ 16296 w 57150"/>
                  <a:gd name="connsiteY10" fmla="*/ 7569 h 38100"/>
                  <a:gd name="connsiteX11" fmla="*/ 8866 w 57150"/>
                  <a:gd name="connsiteY11" fmla="*/ 13284 h 38100"/>
                  <a:gd name="connsiteX12" fmla="*/ 7628 w 57150"/>
                  <a:gd name="connsiteY12" fmla="*/ 22905 h 38100"/>
                  <a:gd name="connsiteX13" fmla="*/ 13343 w 57150"/>
                  <a:gd name="connsiteY13" fmla="*/ 30334 h 38100"/>
                  <a:gd name="connsiteX14" fmla="*/ 13343 w 57150"/>
                  <a:gd name="connsiteY14" fmla="*/ 3033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7150" h="38100">
                    <a:moveTo>
                      <a:pt x="13343" y="30334"/>
                    </a:moveTo>
                    <a:cubicBezTo>
                      <a:pt x="21820" y="34335"/>
                      <a:pt x="30583" y="37668"/>
                      <a:pt x="39632" y="39859"/>
                    </a:cubicBezTo>
                    <a:cubicBezTo>
                      <a:pt x="42871" y="40621"/>
                      <a:pt x="46395" y="40240"/>
                      <a:pt x="49252" y="38621"/>
                    </a:cubicBezTo>
                    <a:cubicBezTo>
                      <a:pt x="51824" y="37097"/>
                      <a:pt x="54301" y="34144"/>
                      <a:pt x="54967" y="31191"/>
                    </a:cubicBezTo>
                    <a:cubicBezTo>
                      <a:pt x="55729" y="27953"/>
                      <a:pt x="55539" y="24429"/>
                      <a:pt x="53729" y="21571"/>
                    </a:cubicBezTo>
                    <a:cubicBezTo>
                      <a:pt x="52015" y="18904"/>
                      <a:pt x="49443" y="16618"/>
                      <a:pt x="46300" y="15856"/>
                    </a:cubicBezTo>
                    <a:cubicBezTo>
                      <a:pt x="39918" y="14332"/>
                      <a:pt x="33727" y="12237"/>
                      <a:pt x="27726" y="9760"/>
                    </a:cubicBezTo>
                    <a:cubicBezTo>
                      <a:pt x="28678" y="10141"/>
                      <a:pt x="29726" y="10617"/>
                      <a:pt x="30679" y="10998"/>
                    </a:cubicBezTo>
                    <a:cubicBezTo>
                      <a:pt x="29059" y="10332"/>
                      <a:pt x="27535" y="9570"/>
                      <a:pt x="25916" y="8903"/>
                    </a:cubicBezTo>
                    <a:cubicBezTo>
                      <a:pt x="24487" y="7950"/>
                      <a:pt x="22963" y="7474"/>
                      <a:pt x="21249" y="7379"/>
                    </a:cubicBezTo>
                    <a:cubicBezTo>
                      <a:pt x="19630" y="6998"/>
                      <a:pt x="17915" y="7093"/>
                      <a:pt x="16296" y="7569"/>
                    </a:cubicBezTo>
                    <a:cubicBezTo>
                      <a:pt x="13438" y="8331"/>
                      <a:pt x="10295" y="10617"/>
                      <a:pt x="8866" y="13284"/>
                    </a:cubicBezTo>
                    <a:cubicBezTo>
                      <a:pt x="7342" y="16142"/>
                      <a:pt x="6580" y="19666"/>
                      <a:pt x="7628" y="22905"/>
                    </a:cubicBezTo>
                    <a:cubicBezTo>
                      <a:pt x="8485" y="25857"/>
                      <a:pt x="10390" y="29001"/>
                      <a:pt x="13343" y="30334"/>
                    </a:cubicBezTo>
                    <a:lnTo>
                      <a:pt x="13343" y="30334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41" name="组合 40"/>
            <p:cNvGrpSpPr/>
            <p:nvPr/>
          </p:nvGrpSpPr>
          <p:grpSpPr>
            <a:xfrm>
              <a:off x="4532454" y="522189"/>
              <a:ext cx="361806" cy="536548"/>
              <a:chOff x="3553322" y="2130634"/>
              <a:chExt cx="580927" cy="861498"/>
            </a:xfrm>
          </p:grpSpPr>
          <p:sp>
            <p:nvSpPr>
              <p:cNvPr id="42" name="任意多边形: 形状 41"/>
              <p:cNvSpPr/>
              <p:nvPr/>
            </p:nvSpPr>
            <p:spPr>
              <a:xfrm>
                <a:off x="3810167" y="2130634"/>
                <a:ext cx="324082" cy="324082"/>
              </a:xfrm>
              <a:custGeom>
                <a:avLst/>
                <a:gdLst>
                  <a:gd name="connsiteX0" fmla="*/ 282173 w 285750"/>
                  <a:gd name="connsiteY0" fmla="*/ 259439 h 285750"/>
                  <a:gd name="connsiteX1" fmla="*/ 85767 w 285750"/>
                  <a:gd name="connsiteY1" fmla="*/ 63700 h 285750"/>
                  <a:gd name="connsiteX2" fmla="*/ 28712 w 285750"/>
                  <a:gd name="connsiteY2" fmla="*/ 10550 h 285750"/>
                  <a:gd name="connsiteX3" fmla="*/ 11091 w 285750"/>
                  <a:gd name="connsiteY3" fmla="*/ 28172 h 285750"/>
                  <a:gd name="connsiteX4" fmla="*/ 210354 w 285750"/>
                  <a:gd name="connsiteY4" fmla="*/ 221053 h 285750"/>
                  <a:gd name="connsiteX5" fmla="*/ 264456 w 285750"/>
                  <a:gd name="connsiteY5" fmla="*/ 277155 h 285750"/>
                  <a:gd name="connsiteX6" fmla="*/ 282173 w 285750"/>
                  <a:gd name="connsiteY6" fmla="*/ 259439 h 285750"/>
                  <a:gd name="connsiteX7" fmla="*/ 282173 w 285750"/>
                  <a:gd name="connsiteY7" fmla="*/ 259439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85750" h="285750">
                    <a:moveTo>
                      <a:pt x="282173" y="259439"/>
                    </a:moveTo>
                    <a:cubicBezTo>
                      <a:pt x="218450" y="192478"/>
                      <a:pt x="152918" y="127232"/>
                      <a:pt x="85767" y="63700"/>
                    </a:cubicBezTo>
                    <a:cubicBezTo>
                      <a:pt x="66908" y="45888"/>
                      <a:pt x="47858" y="28172"/>
                      <a:pt x="28712" y="10550"/>
                    </a:cubicBezTo>
                    <a:cubicBezTo>
                      <a:pt x="16901" y="-308"/>
                      <a:pt x="-815" y="17313"/>
                      <a:pt x="11091" y="28172"/>
                    </a:cubicBezTo>
                    <a:cubicBezTo>
                      <a:pt x="79195" y="90656"/>
                      <a:pt x="145679" y="154949"/>
                      <a:pt x="210354" y="221053"/>
                    </a:cubicBezTo>
                    <a:cubicBezTo>
                      <a:pt x="228547" y="239627"/>
                      <a:pt x="246549" y="258296"/>
                      <a:pt x="264456" y="277155"/>
                    </a:cubicBezTo>
                    <a:cubicBezTo>
                      <a:pt x="275600" y="288776"/>
                      <a:pt x="293222" y="271154"/>
                      <a:pt x="282173" y="259439"/>
                    </a:cubicBezTo>
                    <a:lnTo>
                      <a:pt x="282173" y="259439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3" name="任意多边形: 形状 42"/>
              <p:cNvSpPr/>
              <p:nvPr/>
            </p:nvSpPr>
            <p:spPr>
              <a:xfrm>
                <a:off x="3817878" y="2481702"/>
                <a:ext cx="226858" cy="118830"/>
              </a:xfrm>
              <a:custGeom>
                <a:avLst/>
                <a:gdLst>
                  <a:gd name="connsiteX0" fmla="*/ 188601 w 200025"/>
                  <a:gd name="connsiteY0" fmla="*/ 74862 h 104775"/>
                  <a:gd name="connsiteX1" fmla="*/ 22961 w 200025"/>
                  <a:gd name="connsiteY1" fmla="*/ 7806 h 104775"/>
                  <a:gd name="connsiteX2" fmla="*/ 7626 w 200025"/>
                  <a:gd name="connsiteY2" fmla="*/ 16569 h 104775"/>
                  <a:gd name="connsiteX3" fmla="*/ 16389 w 200025"/>
                  <a:gd name="connsiteY3" fmla="*/ 31905 h 104775"/>
                  <a:gd name="connsiteX4" fmla="*/ 182029 w 200025"/>
                  <a:gd name="connsiteY4" fmla="*/ 98961 h 104775"/>
                  <a:gd name="connsiteX5" fmla="*/ 197364 w 200025"/>
                  <a:gd name="connsiteY5" fmla="*/ 90198 h 104775"/>
                  <a:gd name="connsiteX6" fmla="*/ 188601 w 200025"/>
                  <a:gd name="connsiteY6" fmla="*/ 74862 h 104775"/>
                  <a:gd name="connsiteX7" fmla="*/ 188601 w 200025"/>
                  <a:gd name="connsiteY7" fmla="*/ 74862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0025" h="104775">
                    <a:moveTo>
                      <a:pt x="188601" y="74862"/>
                    </a:moveTo>
                    <a:cubicBezTo>
                      <a:pt x="133356" y="52479"/>
                      <a:pt x="78206" y="30095"/>
                      <a:pt x="22961" y="7806"/>
                    </a:cubicBezTo>
                    <a:cubicBezTo>
                      <a:pt x="16675" y="5235"/>
                      <a:pt x="9245" y="10569"/>
                      <a:pt x="7626" y="16569"/>
                    </a:cubicBezTo>
                    <a:cubicBezTo>
                      <a:pt x="5626" y="23713"/>
                      <a:pt x="10102" y="29428"/>
                      <a:pt x="16389" y="31905"/>
                    </a:cubicBezTo>
                    <a:cubicBezTo>
                      <a:pt x="71634" y="54288"/>
                      <a:pt x="126784" y="76672"/>
                      <a:pt x="182029" y="98961"/>
                    </a:cubicBezTo>
                    <a:cubicBezTo>
                      <a:pt x="188315" y="101532"/>
                      <a:pt x="195745" y="96198"/>
                      <a:pt x="197364" y="90198"/>
                    </a:cubicBezTo>
                    <a:cubicBezTo>
                      <a:pt x="199269" y="83149"/>
                      <a:pt x="194887" y="77434"/>
                      <a:pt x="188601" y="74862"/>
                    </a:cubicBezTo>
                    <a:lnTo>
                      <a:pt x="188601" y="74862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4" name="任意多边形: 形状 43"/>
              <p:cNvSpPr/>
              <p:nvPr/>
            </p:nvSpPr>
            <p:spPr>
              <a:xfrm>
                <a:off x="3553322" y="2667181"/>
                <a:ext cx="475321" cy="108027"/>
              </a:xfrm>
              <a:custGeom>
                <a:avLst/>
                <a:gdLst>
                  <a:gd name="connsiteX0" fmla="*/ 407863 w 419100"/>
                  <a:gd name="connsiteY0" fmla="*/ 64389 h 95250"/>
                  <a:gd name="connsiteX1" fmla="*/ 277275 w 419100"/>
                  <a:gd name="connsiteY1" fmla="*/ 45053 h 95250"/>
                  <a:gd name="connsiteX2" fmla="*/ 70487 w 419100"/>
                  <a:gd name="connsiteY2" fmla="*/ 14383 h 95250"/>
                  <a:gd name="connsiteX3" fmla="*/ 22862 w 419100"/>
                  <a:gd name="connsiteY3" fmla="*/ 7334 h 95250"/>
                  <a:gd name="connsiteX4" fmla="*/ 7527 w 419100"/>
                  <a:gd name="connsiteY4" fmla="*/ 16097 h 95250"/>
                  <a:gd name="connsiteX5" fmla="*/ 16290 w 419100"/>
                  <a:gd name="connsiteY5" fmla="*/ 31433 h 95250"/>
                  <a:gd name="connsiteX6" fmla="*/ 146878 w 419100"/>
                  <a:gd name="connsiteY6" fmla="*/ 50768 h 95250"/>
                  <a:gd name="connsiteX7" fmla="*/ 353666 w 419100"/>
                  <a:gd name="connsiteY7" fmla="*/ 81439 h 95250"/>
                  <a:gd name="connsiteX8" fmla="*/ 401386 w 419100"/>
                  <a:gd name="connsiteY8" fmla="*/ 88487 h 95250"/>
                  <a:gd name="connsiteX9" fmla="*/ 416721 w 419100"/>
                  <a:gd name="connsiteY9" fmla="*/ 79724 h 95250"/>
                  <a:gd name="connsiteX10" fmla="*/ 407863 w 419100"/>
                  <a:gd name="connsiteY10" fmla="*/ 64389 h 95250"/>
                  <a:gd name="connsiteX11" fmla="*/ 407863 w 419100"/>
                  <a:gd name="connsiteY11" fmla="*/ 64389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19100" h="95250">
                    <a:moveTo>
                      <a:pt x="407863" y="64389"/>
                    </a:moveTo>
                    <a:cubicBezTo>
                      <a:pt x="364334" y="57912"/>
                      <a:pt x="320804" y="51530"/>
                      <a:pt x="277275" y="45053"/>
                    </a:cubicBezTo>
                    <a:cubicBezTo>
                      <a:pt x="208314" y="34862"/>
                      <a:pt x="139448" y="24670"/>
                      <a:pt x="70487" y="14383"/>
                    </a:cubicBezTo>
                    <a:cubicBezTo>
                      <a:pt x="54676" y="12097"/>
                      <a:pt x="38769" y="9716"/>
                      <a:pt x="22862" y="7334"/>
                    </a:cubicBezTo>
                    <a:cubicBezTo>
                      <a:pt x="16195" y="6382"/>
                      <a:pt x="9432" y="8954"/>
                      <a:pt x="7527" y="16097"/>
                    </a:cubicBezTo>
                    <a:cubicBezTo>
                      <a:pt x="5908" y="22003"/>
                      <a:pt x="9527" y="30480"/>
                      <a:pt x="16290" y="31433"/>
                    </a:cubicBezTo>
                    <a:cubicBezTo>
                      <a:pt x="59819" y="37910"/>
                      <a:pt x="103349" y="44291"/>
                      <a:pt x="146878" y="50768"/>
                    </a:cubicBezTo>
                    <a:cubicBezTo>
                      <a:pt x="215839" y="60960"/>
                      <a:pt x="284705" y="71152"/>
                      <a:pt x="353666" y="81439"/>
                    </a:cubicBezTo>
                    <a:cubicBezTo>
                      <a:pt x="369573" y="83820"/>
                      <a:pt x="385479" y="86106"/>
                      <a:pt x="401386" y="88487"/>
                    </a:cubicBezTo>
                    <a:cubicBezTo>
                      <a:pt x="408053" y="89440"/>
                      <a:pt x="414816" y="86868"/>
                      <a:pt x="416721" y="79724"/>
                    </a:cubicBezTo>
                    <a:cubicBezTo>
                      <a:pt x="418245" y="73914"/>
                      <a:pt x="414530" y="65437"/>
                      <a:pt x="407863" y="64389"/>
                    </a:cubicBezTo>
                    <a:lnTo>
                      <a:pt x="407863" y="64389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5" name="任意多边形: 形状 44"/>
              <p:cNvSpPr/>
              <p:nvPr/>
            </p:nvSpPr>
            <p:spPr>
              <a:xfrm>
                <a:off x="3745821" y="2445788"/>
                <a:ext cx="64816" cy="54014"/>
              </a:xfrm>
              <a:custGeom>
                <a:avLst/>
                <a:gdLst>
                  <a:gd name="connsiteX0" fmla="*/ 45347 w 57150"/>
                  <a:gd name="connsiteY0" fmla="*/ 18232 h 47625"/>
                  <a:gd name="connsiteX1" fmla="*/ 38775 w 57150"/>
                  <a:gd name="connsiteY1" fmla="*/ 15660 h 47625"/>
                  <a:gd name="connsiteX2" fmla="*/ 41727 w 57150"/>
                  <a:gd name="connsiteY2" fmla="*/ 16898 h 47625"/>
                  <a:gd name="connsiteX3" fmla="*/ 25916 w 57150"/>
                  <a:gd name="connsiteY3" fmla="*/ 8802 h 47625"/>
                  <a:gd name="connsiteX4" fmla="*/ 16296 w 57150"/>
                  <a:gd name="connsiteY4" fmla="*/ 7564 h 47625"/>
                  <a:gd name="connsiteX5" fmla="*/ 8866 w 57150"/>
                  <a:gd name="connsiteY5" fmla="*/ 13279 h 47625"/>
                  <a:gd name="connsiteX6" fmla="*/ 7628 w 57150"/>
                  <a:gd name="connsiteY6" fmla="*/ 22899 h 47625"/>
                  <a:gd name="connsiteX7" fmla="*/ 13343 w 57150"/>
                  <a:gd name="connsiteY7" fmla="*/ 30328 h 47625"/>
                  <a:gd name="connsiteX8" fmla="*/ 38679 w 57150"/>
                  <a:gd name="connsiteY8" fmla="*/ 42139 h 47625"/>
                  <a:gd name="connsiteX9" fmla="*/ 48300 w 57150"/>
                  <a:gd name="connsiteY9" fmla="*/ 40901 h 47625"/>
                  <a:gd name="connsiteX10" fmla="*/ 54015 w 57150"/>
                  <a:gd name="connsiteY10" fmla="*/ 33472 h 47625"/>
                  <a:gd name="connsiteX11" fmla="*/ 52776 w 57150"/>
                  <a:gd name="connsiteY11" fmla="*/ 23851 h 47625"/>
                  <a:gd name="connsiteX12" fmla="*/ 50871 w 57150"/>
                  <a:gd name="connsiteY12" fmla="*/ 21280 h 47625"/>
                  <a:gd name="connsiteX13" fmla="*/ 45347 w 57150"/>
                  <a:gd name="connsiteY13" fmla="*/ 18232 h 47625"/>
                  <a:gd name="connsiteX14" fmla="*/ 45347 w 57150"/>
                  <a:gd name="connsiteY14" fmla="*/ 18232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7150" h="47625">
                    <a:moveTo>
                      <a:pt x="45347" y="18232"/>
                    </a:moveTo>
                    <a:cubicBezTo>
                      <a:pt x="43156" y="17470"/>
                      <a:pt x="40965" y="16612"/>
                      <a:pt x="38775" y="15660"/>
                    </a:cubicBezTo>
                    <a:cubicBezTo>
                      <a:pt x="39727" y="16041"/>
                      <a:pt x="40775" y="16517"/>
                      <a:pt x="41727" y="16898"/>
                    </a:cubicBezTo>
                    <a:cubicBezTo>
                      <a:pt x="36298" y="14612"/>
                      <a:pt x="30964" y="11945"/>
                      <a:pt x="25916" y="8802"/>
                    </a:cubicBezTo>
                    <a:cubicBezTo>
                      <a:pt x="23154" y="7183"/>
                      <a:pt x="19344" y="6706"/>
                      <a:pt x="16296" y="7564"/>
                    </a:cubicBezTo>
                    <a:cubicBezTo>
                      <a:pt x="13438" y="8326"/>
                      <a:pt x="10295" y="10612"/>
                      <a:pt x="8866" y="13279"/>
                    </a:cubicBezTo>
                    <a:cubicBezTo>
                      <a:pt x="7342" y="16136"/>
                      <a:pt x="6580" y="19660"/>
                      <a:pt x="7628" y="22899"/>
                    </a:cubicBezTo>
                    <a:cubicBezTo>
                      <a:pt x="8676" y="26042"/>
                      <a:pt x="10485" y="28614"/>
                      <a:pt x="13343" y="30328"/>
                    </a:cubicBezTo>
                    <a:cubicBezTo>
                      <a:pt x="21344" y="35186"/>
                      <a:pt x="29916" y="39091"/>
                      <a:pt x="38679" y="42139"/>
                    </a:cubicBezTo>
                    <a:cubicBezTo>
                      <a:pt x="41632" y="43187"/>
                      <a:pt x="45728" y="42425"/>
                      <a:pt x="48300" y="40901"/>
                    </a:cubicBezTo>
                    <a:cubicBezTo>
                      <a:pt x="50871" y="39377"/>
                      <a:pt x="53348" y="36424"/>
                      <a:pt x="54015" y="33472"/>
                    </a:cubicBezTo>
                    <a:cubicBezTo>
                      <a:pt x="54777" y="30233"/>
                      <a:pt x="54586" y="26709"/>
                      <a:pt x="52776" y="23851"/>
                    </a:cubicBezTo>
                    <a:cubicBezTo>
                      <a:pt x="52110" y="22994"/>
                      <a:pt x="51443" y="22137"/>
                      <a:pt x="50871" y="21280"/>
                    </a:cubicBezTo>
                    <a:cubicBezTo>
                      <a:pt x="49252" y="19946"/>
                      <a:pt x="47442" y="18803"/>
                      <a:pt x="45347" y="18232"/>
                    </a:cubicBezTo>
                    <a:lnTo>
                      <a:pt x="45347" y="18232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6" name="任意多边形: 形状 45"/>
              <p:cNvSpPr/>
              <p:nvPr/>
            </p:nvSpPr>
            <p:spPr>
              <a:xfrm>
                <a:off x="3824694" y="2909318"/>
                <a:ext cx="237660" cy="75619"/>
              </a:xfrm>
              <a:custGeom>
                <a:avLst/>
                <a:gdLst>
                  <a:gd name="connsiteX0" fmla="*/ 192211 w 209550"/>
                  <a:gd name="connsiteY0" fmla="*/ 7388 h 66675"/>
                  <a:gd name="connsiteX1" fmla="*/ 16284 w 209550"/>
                  <a:gd name="connsiteY1" fmla="*/ 38535 h 66675"/>
                  <a:gd name="connsiteX2" fmla="*/ 7521 w 209550"/>
                  <a:gd name="connsiteY2" fmla="*/ 53870 h 66675"/>
                  <a:gd name="connsiteX3" fmla="*/ 22856 w 209550"/>
                  <a:gd name="connsiteY3" fmla="*/ 62633 h 66675"/>
                  <a:gd name="connsiteX4" fmla="*/ 198783 w 209550"/>
                  <a:gd name="connsiteY4" fmla="*/ 31486 h 66675"/>
                  <a:gd name="connsiteX5" fmla="*/ 207546 w 209550"/>
                  <a:gd name="connsiteY5" fmla="*/ 16151 h 66675"/>
                  <a:gd name="connsiteX6" fmla="*/ 192211 w 209550"/>
                  <a:gd name="connsiteY6" fmla="*/ 7388 h 66675"/>
                  <a:gd name="connsiteX7" fmla="*/ 192211 w 209550"/>
                  <a:gd name="connsiteY7" fmla="*/ 7388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9550" h="66675">
                    <a:moveTo>
                      <a:pt x="192211" y="7388"/>
                    </a:moveTo>
                    <a:cubicBezTo>
                      <a:pt x="133537" y="17770"/>
                      <a:pt x="74958" y="28153"/>
                      <a:pt x="16284" y="38535"/>
                    </a:cubicBezTo>
                    <a:cubicBezTo>
                      <a:pt x="9617" y="39678"/>
                      <a:pt x="5902" y="47869"/>
                      <a:pt x="7521" y="53870"/>
                    </a:cubicBezTo>
                    <a:cubicBezTo>
                      <a:pt x="9426" y="60919"/>
                      <a:pt x="16189" y="63776"/>
                      <a:pt x="22856" y="62633"/>
                    </a:cubicBezTo>
                    <a:cubicBezTo>
                      <a:pt x="81530" y="52251"/>
                      <a:pt x="140109" y="41869"/>
                      <a:pt x="198783" y="31486"/>
                    </a:cubicBezTo>
                    <a:cubicBezTo>
                      <a:pt x="205451" y="30343"/>
                      <a:pt x="209165" y="22152"/>
                      <a:pt x="207546" y="16151"/>
                    </a:cubicBezTo>
                    <a:cubicBezTo>
                      <a:pt x="205641" y="9103"/>
                      <a:pt x="198878" y="6245"/>
                      <a:pt x="192211" y="7388"/>
                    </a:cubicBezTo>
                    <a:lnTo>
                      <a:pt x="192211" y="7388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7" name="任意多边形: 形状 46"/>
              <p:cNvSpPr/>
              <p:nvPr/>
            </p:nvSpPr>
            <p:spPr>
              <a:xfrm>
                <a:off x="3744516" y="2948921"/>
                <a:ext cx="64816" cy="43211"/>
              </a:xfrm>
              <a:custGeom>
                <a:avLst/>
                <a:gdLst>
                  <a:gd name="connsiteX0" fmla="*/ 40782 w 57150"/>
                  <a:gd name="connsiteY0" fmla="*/ 7521 h 38100"/>
                  <a:gd name="connsiteX1" fmla="*/ 30495 w 57150"/>
                  <a:gd name="connsiteY1" fmla="*/ 9331 h 38100"/>
                  <a:gd name="connsiteX2" fmla="*/ 33829 w 57150"/>
                  <a:gd name="connsiteY2" fmla="*/ 8855 h 38100"/>
                  <a:gd name="connsiteX3" fmla="*/ 19637 w 57150"/>
                  <a:gd name="connsiteY3" fmla="*/ 9903 h 38100"/>
                  <a:gd name="connsiteX4" fmla="*/ 10778 w 57150"/>
                  <a:gd name="connsiteY4" fmla="*/ 13522 h 38100"/>
                  <a:gd name="connsiteX5" fmla="*/ 7159 w 57150"/>
                  <a:gd name="connsiteY5" fmla="*/ 22380 h 38100"/>
                  <a:gd name="connsiteX6" fmla="*/ 10778 w 57150"/>
                  <a:gd name="connsiteY6" fmla="*/ 31239 h 38100"/>
                  <a:gd name="connsiteX7" fmla="*/ 19637 w 57150"/>
                  <a:gd name="connsiteY7" fmla="*/ 34858 h 38100"/>
                  <a:gd name="connsiteX8" fmla="*/ 47545 w 57150"/>
                  <a:gd name="connsiteY8" fmla="*/ 31524 h 38100"/>
                  <a:gd name="connsiteX9" fmla="*/ 54974 w 57150"/>
                  <a:gd name="connsiteY9" fmla="*/ 25809 h 38100"/>
                  <a:gd name="connsiteX10" fmla="*/ 56213 w 57150"/>
                  <a:gd name="connsiteY10" fmla="*/ 16189 h 38100"/>
                  <a:gd name="connsiteX11" fmla="*/ 50498 w 57150"/>
                  <a:gd name="connsiteY11" fmla="*/ 8760 h 38100"/>
                  <a:gd name="connsiteX12" fmla="*/ 40782 w 57150"/>
                  <a:gd name="connsiteY12" fmla="*/ 7521 h 38100"/>
                  <a:gd name="connsiteX13" fmla="*/ 40782 w 57150"/>
                  <a:gd name="connsiteY13" fmla="*/ 7521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7150" h="38100">
                    <a:moveTo>
                      <a:pt x="40782" y="7521"/>
                    </a:moveTo>
                    <a:cubicBezTo>
                      <a:pt x="37353" y="8283"/>
                      <a:pt x="33924" y="8855"/>
                      <a:pt x="30495" y="9331"/>
                    </a:cubicBezTo>
                    <a:cubicBezTo>
                      <a:pt x="31638" y="9141"/>
                      <a:pt x="32686" y="9045"/>
                      <a:pt x="33829" y="8855"/>
                    </a:cubicBezTo>
                    <a:cubicBezTo>
                      <a:pt x="29066" y="9522"/>
                      <a:pt x="24399" y="9807"/>
                      <a:pt x="19637" y="9903"/>
                    </a:cubicBezTo>
                    <a:cubicBezTo>
                      <a:pt x="16398" y="9998"/>
                      <a:pt x="13064" y="11236"/>
                      <a:pt x="10778" y="13522"/>
                    </a:cubicBezTo>
                    <a:cubicBezTo>
                      <a:pt x="8588" y="15713"/>
                      <a:pt x="6968" y="19237"/>
                      <a:pt x="7159" y="22380"/>
                    </a:cubicBezTo>
                    <a:cubicBezTo>
                      <a:pt x="7349" y="25619"/>
                      <a:pt x="8397" y="28953"/>
                      <a:pt x="10778" y="31239"/>
                    </a:cubicBezTo>
                    <a:cubicBezTo>
                      <a:pt x="13160" y="33429"/>
                      <a:pt x="16208" y="34953"/>
                      <a:pt x="19637" y="34858"/>
                    </a:cubicBezTo>
                    <a:cubicBezTo>
                      <a:pt x="28971" y="34668"/>
                      <a:pt x="38401" y="33525"/>
                      <a:pt x="47545" y="31524"/>
                    </a:cubicBezTo>
                    <a:cubicBezTo>
                      <a:pt x="50498" y="30858"/>
                      <a:pt x="53546" y="28381"/>
                      <a:pt x="54974" y="25809"/>
                    </a:cubicBezTo>
                    <a:cubicBezTo>
                      <a:pt x="56498" y="23142"/>
                      <a:pt x="57165" y="19142"/>
                      <a:pt x="56213" y="16189"/>
                    </a:cubicBezTo>
                    <a:cubicBezTo>
                      <a:pt x="55260" y="13141"/>
                      <a:pt x="53355" y="10284"/>
                      <a:pt x="50498" y="8760"/>
                    </a:cubicBezTo>
                    <a:cubicBezTo>
                      <a:pt x="47354" y="7140"/>
                      <a:pt x="44116" y="6759"/>
                      <a:pt x="40782" y="7521"/>
                    </a:cubicBezTo>
                    <a:lnTo>
                      <a:pt x="40782" y="7521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4" name="组合 13"/>
          <p:cNvGrpSpPr/>
          <p:nvPr/>
        </p:nvGrpSpPr>
        <p:grpSpPr>
          <a:xfrm>
            <a:off x="1222633" y="2004720"/>
            <a:ext cx="9783610" cy="3888748"/>
            <a:chOff x="1041011" y="1899902"/>
            <a:chExt cx="9783610" cy="3888748"/>
          </a:xfrm>
        </p:grpSpPr>
        <p:sp>
          <p:nvSpPr>
            <p:cNvPr id="24" name="paper-airplane-symbol_52116"/>
            <p:cNvSpPr>
              <a:spLocks noChangeAspect="1"/>
            </p:cNvSpPr>
            <p:nvPr/>
          </p:nvSpPr>
          <p:spPr bwMode="auto">
            <a:xfrm rot="861241">
              <a:off x="9833774" y="1899902"/>
              <a:ext cx="990847" cy="1054956"/>
            </a:xfrm>
            <a:custGeom>
              <a:avLst/>
              <a:gdLst>
                <a:gd name="T0" fmla="*/ 352 w 391"/>
                <a:gd name="T1" fmla="*/ 50 h 417"/>
                <a:gd name="T2" fmla="*/ 281 w 391"/>
                <a:gd name="T3" fmla="*/ 345 h 417"/>
                <a:gd name="T4" fmla="*/ 165 w 391"/>
                <a:gd name="T5" fmla="*/ 272 h 417"/>
                <a:gd name="T6" fmla="*/ 295 w 391"/>
                <a:gd name="T7" fmla="*/ 114 h 417"/>
                <a:gd name="T8" fmla="*/ 113 w 391"/>
                <a:gd name="T9" fmla="*/ 237 h 417"/>
                <a:gd name="T10" fmla="*/ 54 w 391"/>
                <a:gd name="T11" fmla="*/ 199 h 417"/>
                <a:gd name="T12" fmla="*/ 352 w 391"/>
                <a:gd name="T13" fmla="*/ 50 h 417"/>
                <a:gd name="T14" fmla="*/ 391 w 391"/>
                <a:gd name="T15" fmla="*/ 0 h 417"/>
                <a:gd name="T16" fmla="*/ 0 w 391"/>
                <a:gd name="T17" fmla="*/ 196 h 417"/>
                <a:gd name="T18" fmla="*/ 109 w 391"/>
                <a:gd name="T19" fmla="*/ 264 h 417"/>
                <a:gd name="T20" fmla="*/ 159 w 391"/>
                <a:gd name="T21" fmla="*/ 417 h 417"/>
                <a:gd name="T22" fmla="*/ 223 w 391"/>
                <a:gd name="T23" fmla="*/ 340 h 417"/>
                <a:gd name="T24" fmla="*/ 298 w 391"/>
                <a:gd name="T25" fmla="*/ 388 h 417"/>
                <a:gd name="T26" fmla="*/ 391 w 391"/>
                <a:gd name="T27" fmla="*/ 0 h 417"/>
                <a:gd name="T28" fmla="*/ 391 w 391"/>
                <a:gd name="T29" fmla="*/ 0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91" h="417">
                  <a:moveTo>
                    <a:pt x="352" y="50"/>
                  </a:moveTo>
                  <a:lnTo>
                    <a:pt x="281" y="345"/>
                  </a:lnTo>
                  <a:lnTo>
                    <a:pt x="165" y="272"/>
                  </a:lnTo>
                  <a:lnTo>
                    <a:pt x="295" y="114"/>
                  </a:lnTo>
                  <a:lnTo>
                    <a:pt x="113" y="237"/>
                  </a:lnTo>
                  <a:lnTo>
                    <a:pt x="54" y="199"/>
                  </a:lnTo>
                  <a:lnTo>
                    <a:pt x="352" y="50"/>
                  </a:lnTo>
                  <a:moveTo>
                    <a:pt x="391" y="0"/>
                  </a:moveTo>
                  <a:lnTo>
                    <a:pt x="0" y="196"/>
                  </a:lnTo>
                  <a:lnTo>
                    <a:pt x="109" y="264"/>
                  </a:lnTo>
                  <a:lnTo>
                    <a:pt x="159" y="417"/>
                  </a:lnTo>
                  <a:lnTo>
                    <a:pt x="223" y="340"/>
                  </a:lnTo>
                  <a:lnTo>
                    <a:pt x="298" y="388"/>
                  </a:lnTo>
                  <a:lnTo>
                    <a:pt x="391" y="0"/>
                  </a:lnTo>
                  <a:lnTo>
                    <a:pt x="391" y="0"/>
                  </a:lnTo>
                  <a:close/>
                </a:path>
              </a:pathLst>
            </a:custGeom>
            <a:solidFill>
              <a:srgbClr val="FFD469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1041011" y="2879459"/>
              <a:ext cx="8913249" cy="2909191"/>
              <a:chOff x="1041011" y="2879459"/>
              <a:chExt cx="8913249" cy="2909191"/>
            </a:xfrm>
          </p:grpSpPr>
          <p:sp>
            <p:nvSpPr>
              <p:cNvPr id="7" name="文本框 6"/>
              <p:cNvSpPr txBox="1"/>
              <p:nvPr/>
            </p:nvSpPr>
            <p:spPr>
              <a:xfrm>
                <a:off x="3596239" y="4804241"/>
                <a:ext cx="121058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dirty="0">
                    <a:solidFill>
                      <a:srgbClr val="64454B"/>
                    </a:solidFill>
                    <a:cs typeface="+mn-ea"/>
                    <a:sym typeface="+mn-lt"/>
                  </a:rPr>
                  <a:t>项目名称</a:t>
                </a:r>
                <a:endParaRPr lang="zh-CN" altLang="en-US" sz="2000" dirty="0">
                  <a:solidFill>
                    <a:srgbClr val="64454B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3166179" y="5183356"/>
                <a:ext cx="2072692" cy="605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2000"/>
                  </a:lnSpc>
                </a:pPr>
                <a:r>
                  <a:rPr lang="zh-CN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+mn-ea"/>
                    <a:sym typeface="+mn-lt"/>
                  </a:rPr>
                  <a:t>项目描述，单击此处添加简短说明。</a:t>
                </a:r>
                <a:endPara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2" name="文本框 11"/>
              <p:cNvSpPr txBox="1"/>
              <p:nvPr/>
            </p:nvSpPr>
            <p:spPr>
              <a:xfrm>
                <a:off x="5721407" y="4024612"/>
                <a:ext cx="121058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dirty="0">
                    <a:solidFill>
                      <a:srgbClr val="64454B"/>
                    </a:solidFill>
                    <a:cs typeface="+mn-ea"/>
                    <a:sym typeface="+mn-lt"/>
                  </a:rPr>
                  <a:t>项目名称</a:t>
                </a:r>
                <a:endParaRPr lang="zh-CN" altLang="en-US" sz="2000" dirty="0">
                  <a:solidFill>
                    <a:srgbClr val="64454B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>
                <a:off x="5291347" y="4403727"/>
                <a:ext cx="2072692" cy="605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2000"/>
                  </a:lnSpc>
                </a:pPr>
                <a:r>
                  <a:rPr lang="zh-CN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+mn-ea"/>
                    <a:sym typeface="+mn-lt"/>
                  </a:rPr>
                  <a:t>项目描述，单击此处添加简短说明。</a:t>
                </a:r>
                <a:endPara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7" name="文本框 16"/>
              <p:cNvSpPr txBox="1"/>
              <p:nvPr/>
            </p:nvSpPr>
            <p:spPr>
              <a:xfrm>
                <a:off x="7846574" y="4558744"/>
                <a:ext cx="121058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dirty="0">
                    <a:solidFill>
                      <a:srgbClr val="64454B"/>
                    </a:solidFill>
                    <a:cs typeface="+mn-ea"/>
                    <a:sym typeface="+mn-lt"/>
                  </a:rPr>
                  <a:t>项目名称</a:t>
                </a:r>
                <a:endParaRPr lang="zh-CN" altLang="en-US" sz="2000" dirty="0">
                  <a:solidFill>
                    <a:srgbClr val="64454B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>
                <a:off x="7416514" y="4937859"/>
                <a:ext cx="2072692" cy="605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2000"/>
                  </a:lnSpc>
                </a:pPr>
                <a:r>
                  <a:rPr lang="zh-CN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+mn-ea"/>
                    <a:sym typeface="+mn-lt"/>
                  </a:rPr>
                  <a:t>项目描述，单击此处添加简短说明。</a:t>
                </a:r>
                <a:endPara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2" name="文本框 21"/>
              <p:cNvSpPr txBox="1"/>
              <p:nvPr/>
            </p:nvSpPr>
            <p:spPr>
              <a:xfrm>
                <a:off x="1471071" y="4475628"/>
                <a:ext cx="121058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dirty="0">
                    <a:solidFill>
                      <a:srgbClr val="64454B"/>
                    </a:solidFill>
                    <a:cs typeface="+mn-ea"/>
                    <a:sym typeface="+mn-lt"/>
                  </a:rPr>
                  <a:t>项目名称</a:t>
                </a:r>
                <a:endParaRPr lang="zh-CN" altLang="en-US" sz="2000" dirty="0">
                  <a:solidFill>
                    <a:srgbClr val="64454B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3" name="文本框 22"/>
              <p:cNvSpPr txBox="1"/>
              <p:nvPr/>
            </p:nvSpPr>
            <p:spPr>
              <a:xfrm>
                <a:off x="1041011" y="4854743"/>
                <a:ext cx="2072692" cy="605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2000"/>
                  </a:lnSpc>
                </a:pPr>
                <a:r>
                  <a:rPr lang="zh-CN" alt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+mn-ea"/>
                    <a:sym typeface="+mn-lt"/>
                  </a:rPr>
                  <a:t>项目描述，单击此处添加简短说明。</a:t>
                </a:r>
                <a:endPara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4" name="组合 3"/>
              <p:cNvGrpSpPr/>
              <p:nvPr/>
            </p:nvGrpSpPr>
            <p:grpSpPr>
              <a:xfrm>
                <a:off x="2681659" y="2879459"/>
                <a:ext cx="7272601" cy="1287989"/>
                <a:chOff x="2694359" y="2523859"/>
                <a:chExt cx="7272601" cy="1287989"/>
              </a:xfrm>
            </p:grpSpPr>
            <p:cxnSp>
              <p:nvCxnSpPr>
                <p:cNvPr id="25" name="直接连接符 24"/>
                <p:cNvCxnSpPr/>
                <p:nvPr/>
              </p:nvCxnSpPr>
              <p:spPr>
                <a:xfrm>
                  <a:off x="2694359" y="3486538"/>
                  <a:ext cx="463510" cy="0"/>
                </a:xfrm>
                <a:prstGeom prst="line">
                  <a:avLst/>
                </a:prstGeom>
                <a:ln w="19050">
                  <a:solidFill>
                    <a:srgbClr val="CD9F2B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直接连接符 25"/>
                <p:cNvCxnSpPr/>
                <p:nvPr/>
              </p:nvCxnSpPr>
              <p:spPr>
                <a:xfrm>
                  <a:off x="3157869" y="3486538"/>
                  <a:ext cx="0" cy="325308"/>
                </a:xfrm>
                <a:prstGeom prst="line">
                  <a:avLst/>
                </a:prstGeom>
                <a:ln w="19050">
                  <a:solidFill>
                    <a:srgbClr val="CD9F2B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直接连接符 26"/>
                <p:cNvCxnSpPr/>
                <p:nvPr/>
              </p:nvCxnSpPr>
              <p:spPr>
                <a:xfrm flipV="1">
                  <a:off x="3156090" y="3811847"/>
                  <a:ext cx="631050" cy="1"/>
                </a:xfrm>
                <a:prstGeom prst="line">
                  <a:avLst/>
                </a:prstGeom>
                <a:ln w="19050">
                  <a:solidFill>
                    <a:srgbClr val="CD9F2B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直接连接符 27"/>
                <p:cNvCxnSpPr/>
                <p:nvPr/>
              </p:nvCxnSpPr>
              <p:spPr>
                <a:xfrm>
                  <a:off x="4691685" y="3585567"/>
                  <a:ext cx="394665" cy="1"/>
                </a:xfrm>
                <a:prstGeom prst="line">
                  <a:avLst/>
                </a:prstGeom>
                <a:ln w="19050">
                  <a:solidFill>
                    <a:srgbClr val="CD9F2B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直接连接符 28"/>
                <p:cNvCxnSpPr/>
                <p:nvPr/>
              </p:nvCxnSpPr>
              <p:spPr>
                <a:xfrm>
                  <a:off x="5072394" y="3004412"/>
                  <a:ext cx="0" cy="581155"/>
                </a:xfrm>
                <a:prstGeom prst="line">
                  <a:avLst/>
                </a:prstGeom>
                <a:ln w="19050">
                  <a:solidFill>
                    <a:srgbClr val="CD9F2B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直接连接符 29"/>
                <p:cNvCxnSpPr/>
                <p:nvPr/>
              </p:nvCxnSpPr>
              <p:spPr>
                <a:xfrm>
                  <a:off x="5072394" y="3004412"/>
                  <a:ext cx="860445" cy="1"/>
                </a:xfrm>
                <a:prstGeom prst="line">
                  <a:avLst/>
                </a:prstGeom>
                <a:ln w="19050">
                  <a:solidFill>
                    <a:srgbClr val="CD9F2B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连接符 30"/>
                <p:cNvCxnSpPr/>
                <p:nvPr/>
              </p:nvCxnSpPr>
              <p:spPr>
                <a:xfrm>
                  <a:off x="6868680" y="3148317"/>
                  <a:ext cx="860445" cy="1"/>
                </a:xfrm>
                <a:prstGeom prst="line">
                  <a:avLst/>
                </a:prstGeom>
                <a:ln w="19050">
                  <a:solidFill>
                    <a:srgbClr val="CD9F2B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直接连接符 31"/>
                <p:cNvCxnSpPr/>
                <p:nvPr/>
              </p:nvCxnSpPr>
              <p:spPr>
                <a:xfrm>
                  <a:off x="9376186" y="2523860"/>
                  <a:ext cx="0" cy="857305"/>
                </a:xfrm>
                <a:prstGeom prst="line">
                  <a:avLst/>
                </a:prstGeom>
                <a:ln w="19050">
                  <a:solidFill>
                    <a:srgbClr val="CD9F2B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直接连接符 32"/>
                <p:cNvCxnSpPr/>
                <p:nvPr/>
              </p:nvCxnSpPr>
              <p:spPr>
                <a:xfrm>
                  <a:off x="7722788" y="3585568"/>
                  <a:ext cx="306324" cy="0"/>
                </a:xfrm>
                <a:prstGeom prst="line">
                  <a:avLst/>
                </a:prstGeom>
                <a:ln w="19050">
                  <a:solidFill>
                    <a:srgbClr val="CD9F2B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直接连接符 33"/>
                <p:cNvCxnSpPr/>
                <p:nvPr/>
              </p:nvCxnSpPr>
              <p:spPr>
                <a:xfrm>
                  <a:off x="9069862" y="3381165"/>
                  <a:ext cx="306324" cy="0"/>
                </a:xfrm>
                <a:prstGeom prst="line">
                  <a:avLst/>
                </a:prstGeom>
                <a:ln w="19050">
                  <a:solidFill>
                    <a:srgbClr val="CD9F2B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直接连接符 34"/>
                <p:cNvCxnSpPr/>
                <p:nvPr/>
              </p:nvCxnSpPr>
              <p:spPr>
                <a:xfrm>
                  <a:off x="7722788" y="3140423"/>
                  <a:ext cx="0" cy="436998"/>
                </a:xfrm>
                <a:prstGeom prst="line">
                  <a:avLst/>
                </a:prstGeom>
                <a:ln w="19050">
                  <a:solidFill>
                    <a:srgbClr val="CD9F2B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直接连接符 35"/>
                <p:cNvCxnSpPr/>
                <p:nvPr/>
              </p:nvCxnSpPr>
              <p:spPr>
                <a:xfrm>
                  <a:off x="9391703" y="2523859"/>
                  <a:ext cx="575257" cy="0"/>
                </a:xfrm>
                <a:prstGeom prst="line">
                  <a:avLst/>
                </a:prstGeom>
                <a:ln w="19050">
                  <a:solidFill>
                    <a:srgbClr val="CD9F2B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8" name="椭圆 57"/>
              <p:cNvSpPr/>
              <p:nvPr/>
            </p:nvSpPr>
            <p:spPr>
              <a:xfrm>
                <a:off x="1681857" y="3408151"/>
                <a:ext cx="842651" cy="842651"/>
              </a:xfrm>
              <a:prstGeom prst="ellipse">
                <a:avLst/>
              </a:prstGeom>
              <a:solidFill>
                <a:srgbClr val="C3EAF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4800" dirty="0">
                    <a:solidFill>
                      <a:srgbClr val="90B3D7"/>
                    </a:solidFill>
                    <a:cs typeface="+mn-ea"/>
                    <a:sym typeface="+mn-lt"/>
                  </a:rPr>
                  <a:t>一</a:t>
                </a:r>
                <a:endParaRPr lang="zh-CN" altLang="en-US" sz="4800" dirty="0">
                  <a:solidFill>
                    <a:srgbClr val="90B3D7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59" name="椭圆 58"/>
              <p:cNvSpPr/>
              <p:nvPr/>
            </p:nvSpPr>
            <p:spPr>
              <a:xfrm>
                <a:off x="8099659" y="3487275"/>
                <a:ext cx="842651" cy="842651"/>
              </a:xfrm>
              <a:prstGeom prst="ellipse">
                <a:avLst/>
              </a:prstGeom>
              <a:solidFill>
                <a:srgbClr val="C3EAF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4800" dirty="0">
                    <a:solidFill>
                      <a:srgbClr val="90B3D7"/>
                    </a:solidFill>
                    <a:cs typeface="+mn-ea"/>
                    <a:sym typeface="+mn-lt"/>
                  </a:rPr>
                  <a:t>四</a:t>
                </a:r>
                <a:endParaRPr lang="zh-CN" altLang="en-US" sz="4800" dirty="0">
                  <a:solidFill>
                    <a:srgbClr val="90B3D7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0" name="椭圆 59"/>
              <p:cNvSpPr/>
              <p:nvPr/>
            </p:nvSpPr>
            <p:spPr>
              <a:xfrm>
                <a:off x="3834548" y="3746120"/>
                <a:ext cx="842651" cy="842651"/>
              </a:xfrm>
              <a:prstGeom prst="ellipse">
                <a:avLst/>
              </a:prstGeom>
              <a:solidFill>
                <a:srgbClr val="FFBD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4800" dirty="0">
                    <a:solidFill>
                      <a:srgbClr val="FF8D7E"/>
                    </a:solidFill>
                    <a:cs typeface="+mn-ea"/>
                    <a:sym typeface="+mn-lt"/>
                  </a:rPr>
                  <a:t>二</a:t>
                </a:r>
                <a:endParaRPr lang="zh-CN" altLang="en-US" sz="4800" dirty="0">
                  <a:solidFill>
                    <a:srgbClr val="FF8D7E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1" name="椭圆 60"/>
              <p:cNvSpPr/>
              <p:nvPr/>
            </p:nvSpPr>
            <p:spPr>
              <a:xfrm>
                <a:off x="5972199" y="2957136"/>
                <a:ext cx="842651" cy="842651"/>
              </a:xfrm>
              <a:prstGeom prst="ellipse">
                <a:avLst/>
              </a:prstGeom>
              <a:solidFill>
                <a:srgbClr val="FFD46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4800" dirty="0">
                    <a:solidFill>
                      <a:srgbClr val="C88F00"/>
                    </a:solidFill>
                    <a:cs typeface="+mn-ea"/>
                    <a:sym typeface="+mn-lt"/>
                  </a:rPr>
                  <a:t>三</a:t>
                </a:r>
                <a:endParaRPr lang="zh-CN" altLang="en-US" sz="4800" dirty="0">
                  <a:solidFill>
                    <a:srgbClr val="C88F00"/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84" name="文本框 83"/>
          <p:cNvSpPr txBox="1"/>
          <p:nvPr/>
        </p:nvSpPr>
        <p:spPr>
          <a:xfrm>
            <a:off x="2391018" y="2076215"/>
            <a:ext cx="7446841" cy="602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正文内容，本段适应大段文字章节。内容描述比较适合放在这里</a:t>
            </a:r>
            <a:b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</a:b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请您在此修改您的内容，或者将内容粘贴到记事本后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62030" y="2348603"/>
            <a:ext cx="7418290" cy="602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正文内容，本段适应大段文字章节。如果文字较多的内容描述比较适合放在这里。</a:t>
            </a:r>
            <a:b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</a:b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请您在此修改您的内容，或者将内容粘贴到记事本后，复制到此段落中。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79019" y="4257182"/>
            <a:ext cx="1210588" cy="5155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64454B"/>
                </a:solidFill>
                <a:cs typeface="+mn-ea"/>
                <a:sym typeface="+mn-lt"/>
              </a:rPr>
              <a:t>项目名称</a:t>
            </a:r>
            <a:endParaRPr lang="en-US" altLang="zh-CN" sz="2000" dirty="0">
              <a:solidFill>
                <a:srgbClr val="64454B"/>
              </a:solidFill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38577" y="4798060"/>
            <a:ext cx="1891473" cy="859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项目描述单击此处添加简短说明，请您在此修改的内容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165802" y="4257182"/>
            <a:ext cx="1210588" cy="5155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64454B"/>
                </a:solidFill>
                <a:cs typeface="+mn-ea"/>
                <a:sym typeface="+mn-lt"/>
              </a:rPr>
              <a:t>项目名称</a:t>
            </a:r>
            <a:endParaRPr lang="en-US" altLang="zh-CN" sz="2000" dirty="0">
              <a:solidFill>
                <a:srgbClr val="64454B"/>
              </a:solidFill>
              <a:cs typeface="+mn-ea"/>
              <a:sym typeface="+mn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825360" y="4798060"/>
            <a:ext cx="1891473" cy="859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项目描述单击此处添加简短说明，请您在此修改的内容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952585" y="4257182"/>
            <a:ext cx="1210588" cy="5155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64454B"/>
                </a:solidFill>
                <a:cs typeface="+mn-ea"/>
                <a:sym typeface="+mn-lt"/>
              </a:rPr>
              <a:t>项目名称</a:t>
            </a:r>
            <a:endParaRPr lang="en-US" altLang="zh-CN" sz="2000" dirty="0">
              <a:solidFill>
                <a:srgbClr val="64454B"/>
              </a:solidFill>
              <a:cs typeface="+mn-ea"/>
              <a:sym typeface="+mn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612143" y="4798060"/>
            <a:ext cx="1891473" cy="859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项目描述单击此处添加简短说明，请您在此修改的内容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9739367" y="4257182"/>
            <a:ext cx="1210588" cy="5155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64454B"/>
                </a:solidFill>
                <a:cs typeface="+mn-ea"/>
                <a:sym typeface="+mn-lt"/>
              </a:rPr>
              <a:t>项目名称</a:t>
            </a:r>
            <a:endParaRPr lang="en-US" altLang="zh-CN" sz="2000" dirty="0">
              <a:solidFill>
                <a:srgbClr val="64454B"/>
              </a:solidFill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398925" y="4798060"/>
            <a:ext cx="1891473" cy="859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项目描述单击此处添加简短说明，请您在此修改的内容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" name="arrow-pointing-left-circular-button_20407"/>
          <p:cNvSpPr>
            <a:spLocks noChangeAspect="1"/>
          </p:cNvSpPr>
          <p:nvPr/>
        </p:nvSpPr>
        <p:spPr bwMode="auto">
          <a:xfrm flipH="1">
            <a:off x="1663010" y="3434858"/>
            <a:ext cx="642607" cy="641788"/>
          </a:xfrm>
          <a:custGeom>
            <a:avLst/>
            <a:gdLst>
              <a:gd name="T0" fmla="*/ 2307 w 4612"/>
              <a:gd name="T1" fmla="*/ 4614 h 4614"/>
              <a:gd name="T2" fmla="*/ 0 w 4612"/>
              <a:gd name="T3" fmla="*/ 2307 h 4614"/>
              <a:gd name="T4" fmla="*/ 2307 w 4612"/>
              <a:gd name="T5" fmla="*/ 0 h 4614"/>
              <a:gd name="T6" fmla="*/ 4612 w 4612"/>
              <a:gd name="T7" fmla="*/ 2227 h 4614"/>
              <a:gd name="T8" fmla="*/ 2031 w 4612"/>
              <a:gd name="T9" fmla="*/ 2222 h 4614"/>
              <a:gd name="T10" fmla="*/ 2479 w 4612"/>
              <a:gd name="T11" fmla="*/ 1775 h 4614"/>
              <a:gd name="T12" fmla="*/ 2367 w 4612"/>
              <a:gd name="T13" fmla="*/ 1662 h 4614"/>
              <a:gd name="T14" fmla="*/ 1727 w 4612"/>
              <a:gd name="T15" fmla="*/ 2302 h 4614"/>
              <a:gd name="T16" fmla="*/ 2378 w 4612"/>
              <a:gd name="T17" fmla="*/ 2952 h 4614"/>
              <a:gd name="T18" fmla="*/ 2490 w 4612"/>
              <a:gd name="T19" fmla="*/ 2840 h 4614"/>
              <a:gd name="T20" fmla="*/ 2032 w 4612"/>
              <a:gd name="T21" fmla="*/ 2381 h 4614"/>
              <a:gd name="T22" fmla="*/ 4612 w 4612"/>
              <a:gd name="T23" fmla="*/ 2387 h 4614"/>
              <a:gd name="T24" fmla="*/ 2307 w 4612"/>
              <a:gd name="T25" fmla="*/ 4614 h 46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612" h="4614">
                <a:moveTo>
                  <a:pt x="2307" y="4614"/>
                </a:moveTo>
                <a:cubicBezTo>
                  <a:pt x="1035" y="4614"/>
                  <a:pt x="0" y="3579"/>
                  <a:pt x="0" y="2307"/>
                </a:cubicBezTo>
                <a:cubicBezTo>
                  <a:pt x="0" y="1035"/>
                  <a:pt x="1035" y="0"/>
                  <a:pt x="2307" y="0"/>
                </a:cubicBezTo>
                <a:cubicBezTo>
                  <a:pt x="3553" y="0"/>
                  <a:pt x="4570" y="992"/>
                  <a:pt x="4612" y="2227"/>
                </a:cubicBezTo>
                <a:lnTo>
                  <a:pt x="2031" y="2222"/>
                </a:lnTo>
                <a:lnTo>
                  <a:pt x="2479" y="1775"/>
                </a:lnTo>
                <a:lnTo>
                  <a:pt x="2367" y="1662"/>
                </a:lnTo>
                <a:lnTo>
                  <a:pt x="1727" y="2302"/>
                </a:lnTo>
                <a:lnTo>
                  <a:pt x="2378" y="2952"/>
                </a:lnTo>
                <a:lnTo>
                  <a:pt x="2490" y="2840"/>
                </a:lnTo>
                <a:lnTo>
                  <a:pt x="2032" y="2381"/>
                </a:lnTo>
                <a:lnTo>
                  <a:pt x="4612" y="2387"/>
                </a:lnTo>
                <a:cubicBezTo>
                  <a:pt x="4570" y="3622"/>
                  <a:pt x="3553" y="4614"/>
                  <a:pt x="2307" y="4614"/>
                </a:cubicBezTo>
                <a:close/>
              </a:path>
            </a:pathLst>
          </a:custGeom>
          <a:solidFill>
            <a:srgbClr val="C3EAF4"/>
          </a:solidFill>
          <a:ln>
            <a:noFill/>
          </a:ln>
        </p:spPr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2" name="arrow-pointing-left-circular-button_20407"/>
          <p:cNvSpPr>
            <a:spLocks noChangeAspect="1"/>
          </p:cNvSpPr>
          <p:nvPr/>
        </p:nvSpPr>
        <p:spPr bwMode="auto">
          <a:xfrm flipH="1">
            <a:off x="4449793" y="3434858"/>
            <a:ext cx="642607" cy="641788"/>
          </a:xfrm>
          <a:custGeom>
            <a:avLst/>
            <a:gdLst>
              <a:gd name="T0" fmla="*/ 2307 w 4612"/>
              <a:gd name="T1" fmla="*/ 4614 h 4614"/>
              <a:gd name="T2" fmla="*/ 0 w 4612"/>
              <a:gd name="T3" fmla="*/ 2307 h 4614"/>
              <a:gd name="T4" fmla="*/ 2307 w 4612"/>
              <a:gd name="T5" fmla="*/ 0 h 4614"/>
              <a:gd name="T6" fmla="*/ 4612 w 4612"/>
              <a:gd name="T7" fmla="*/ 2227 h 4614"/>
              <a:gd name="T8" fmla="*/ 2031 w 4612"/>
              <a:gd name="T9" fmla="*/ 2222 h 4614"/>
              <a:gd name="T10" fmla="*/ 2479 w 4612"/>
              <a:gd name="T11" fmla="*/ 1775 h 4614"/>
              <a:gd name="T12" fmla="*/ 2367 w 4612"/>
              <a:gd name="T13" fmla="*/ 1662 h 4614"/>
              <a:gd name="T14" fmla="*/ 1727 w 4612"/>
              <a:gd name="T15" fmla="*/ 2302 h 4614"/>
              <a:gd name="T16" fmla="*/ 2378 w 4612"/>
              <a:gd name="T17" fmla="*/ 2952 h 4614"/>
              <a:gd name="T18" fmla="*/ 2490 w 4612"/>
              <a:gd name="T19" fmla="*/ 2840 h 4614"/>
              <a:gd name="T20" fmla="*/ 2032 w 4612"/>
              <a:gd name="T21" fmla="*/ 2381 h 4614"/>
              <a:gd name="T22" fmla="*/ 4612 w 4612"/>
              <a:gd name="T23" fmla="*/ 2387 h 4614"/>
              <a:gd name="T24" fmla="*/ 2307 w 4612"/>
              <a:gd name="T25" fmla="*/ 4614 h 46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612" h="4614">
                <a:moveTo>
                  <a:pt x="2307" y="4614"/>
                </a:moveTo>
                <a:cubicBezTo>
                  <a:pt x="1035" y="4614"/>
                  <a:pt x="0" y="3579"/>
                  <a:pt x="0" y="2307"/>
                </a:cubicBezTo>
                <a:cubicBezTo>
                  <a:pt x="0" y="1035"/>
                  <a:pt x="1035" y="0"/>
                  <a:pt x="2307" y="0"/>
                </a:cubicBezTo>
                <a:cubicBezTo>
                  <a:pt x="3553" y="0"/>
                  <a:pt x="4570" y="992"/>
                  <a:pt x="4612" y="2227"/>
                </a:cubicBezTo>
                <a:lnTo>
                  <a:pt x="2031" y="2222"/>
                </a:lnTo>
                <a:lnTo>
                  <a:pt x="2479" y="1775"/>
                </a:lnTo>
                <a:lnTo>
                  <a:pt x="2367" y="1662"/>
                </a:lnTo>
                <a:lnTo>
                  <a:pt x="1727" y="2302"/>
                </a:lnTo>
                <a:lnTo>
                  <a:pt x="2378" y="2952"/>
                </a:lnTo>
                <a:lnTo>
                  <a:pt x="2490" y="2840"/>
                </a:lnTo>
                <a:lnTo>
                  <a:pt x="2032" y="2381"/>
                </a:lnTo>
                <a:lnTo>
                  <a:pt x="4612" y="2387"/>
                </a:lnTo>
                <a:cubicBezTo>
                  <a:pt x="4570" y="3622"/>
                  <a:pt x="3553" y="4614"/>
                  <a:pt x="2307" y="4614"/>
                </a:cubicBezTo>
                <a:close/>
              </a:path>
            </a:pathLst>
          </a:custGeom>
          <a:solidFill>
            <a:srgbClr val="FFD469"/>
          </a:solidFill>
          <a:ln>
            <a:noFill/>
          </a:ln>
        </p:spPr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3" name="arrow-pointing-left-circular-button_20407"/>
          <p:cNvSpPr>
            <a:spLocks noChangeAspect="1"/>
          </p:cNvSpPr>
          <p:nvPr/>
        </p:nvSpPr>
        <p:spPr bwMode="auto">
          <a:xfrm flipH="1">
            <a:off x="7236576" y="3434858"/>
            <a:ext cx="642607" cy="641788"/>
          </a:xfrm>
          <a:custGeom>
            <a:avLst/>
            <a:gdLst>
              <a:gd name="T0" fmla="*/ 2307 w 4612"/>
              <a:gd name="T1" fmla="*/ 4614 h 4614"/>
              <a:gd name="T2" fmla="*/ 0 w 4612"/>
              <a:gd name="T3" fmla="*/ 2307 h 4614"/>
              <a:gd name="T4" fmla="*/ 2307 w 4612"/>
              <a:gd name="T5" fmla="*/ 0 h 4614"/>
              <a:gd name="T6" fmla="*/ 4612 w 4612"/>
              <a:gd name="T7" fmla="*/ 2227 h 4614"/>
              <a:gd name="T8" fmla="*/ 2031 w 4612"/>
              <a:gd name="T9" fmla="*/ 2222 h 4614"/>
              <a:gd name="T10" fmla="*/ 2479 w 4612"/>
              <a:gd name="T11" fmla="*/ 1775 h 4614"/>
              <a:gd name="T12" fmla="*/ 2367 w 4612"/>
              <a:gd name="T13" fmla="*/ 1662 h 4614"/>
              <a:gd name="T14" fmla="*/ 1727 w 4612"/>
              <a:gd name="T15" fmla="*/ 2302 h 4614"/>
              <a:gd name="T16" fmla="*/ 2378 w 4612"/>
              <a:gd name="T17" fmla="*/ 2952 h 4614"/>
              <a:gd name="T18" fmla="*/ 2490 w 4612"/>
              <a:gd name="T19" fmla="*/ 2840 h 4614"/>
              <a:gd name="T20" fmla="*/ 2032 w 4612"/>
              <a:gd name="T21" fmla="*/ 2381 h 4614"/>
              <a:gd name="T22" fmla="*/ 4612 w 4612"/>
              <a:gd name="T23" fmla="*/ 2387 h 4614"/>
              <a:gd name="T24" fmla="*/ 2307 w 4612"/>
              <a:gd name="T25" fmla="*/ 4614 h 46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612" h="4614">
                <a:moveTo>
                  <a:pt x="2307" y="4614"/>
                </a:moveTo>
                <a:cubicBezTo>
                  <a:pt x="1035" y="4614"/>
                  <a:pt x="0" y="3579"/>
                  <a:pt x="0" y="2307"/>
                </a:cubicBezTo>
                <a:cubicBezTo>
                  <a:pt x="0" y="1035"/>
                  <a:pt x="1035" y="0"/>
                  <a:pt x="2307" y="0"/>
                </a:cubicBezTo>
                <a:cubicBezTo>
                  <a:pt x="3553" y="0"/>
                  <a:pt x="4570" y="992"/>
                  <a:pt x="4612" y="2227"/>
                </a:cubicBezTo>
                <a:lnTo>
                  <a:pt x="2031" y="2222"/>
                </a:lnTo>
                <a:lnTo>
                  <a:pt x="2479" y="1775"/>
                </a:lnTo>
                <a:lnTo>
                  <a:pt x="2367" y="1662"/>
                </a:lnTo>
                <a:lnTo>
                  <a:pt x="1727" y="2302"/>
                </a:lnTo>
                <a:lnTo>
                  <a:pt x="2378" y="2952"/>
                </a:lnTo>
                <a:lnTo>
                  <a:pt x="2490" y="2840"/>
                </a:lnTo>
                <a:lnTo>
                  <a:pt x="2032" y="2381"/>
                </a:lnTo>
                <a:lnTo>
                  <a:pt x="4612" y="2387"/>
                </a:lnTo>
                <a:cubicBezTo>
                  <a:pt x="4570" y="3622"/>
                  <a:pt x="3553" y="4614"/>
                  <a:pt x="2307" y="4614"/>
                </a:cubicBezTo>
                <a:close/>
              </a:path>
            </a:pathLst>
          </a:custGeom>
          <a:solidFill>
            <a:srgbClr val="C3EAF4"/>
          </a:solidFill>
          <a:ln>
            <a:noFill/>
          </a:ln>
        </p:spPr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4" name="arrow-pointing-left-circular-button_20407"/>
          <p:cNvSpPr>
            <a:spLocks noChangeAspect="1"/>
          </p:cNvSpPr>
          <p:nvPr/>
        </p:nvSpPr>
        <p:spPr bwMode="auto">
          <a:xfrm flipH="1">
            <a:off x="10023358" y="3434858"/>
            <a:ext cx="642607" cy="641788"/>
          </a:xfrm>
          <a:custGeom>
            <a:avLst/>
            <a:gdLst>
              <a:gd name="T0" fmla="*/ 2307 w 4612"/>
              <a:gd name="T1" fmla="*/ 4614 h 4614"/>
              <a:gd name="T2" fmla="*/ 0 w 4612"/>
              <a:gd name="T3" fmla="*/ 2307 h 4614"/>
              <a:gd name="T4" fmla="*/ 2307 w 4612"/>
              <a:gd name="T5" fmla="*/ 0 h 4614"/>
              <a:gd name="T6" fmla="*/ 4612 w 4612"/>
              <a:gd name="T7" fmla="*/ 2227 h 4614"/>
              <a:gd name="T8" fmla="*/ 2031 w 4612"/>
              <a:gd name="T9" fmla="*/ 2222 h 4614"/>
              <a:gd name="T10" fmla="*/ 2479 w 4612"/>
              <a:gd name="T11" fmla="*/ 1775 h 4614"/>
              <a:gd name="T12" fmla="*/ 2367 w 4612"/>
              <a:gd name="T13" fmla="*/ 1662 h 4614"/>
              <a:gd name="T14" fmla="*/ 1727 w 4612"/>
              <a:gd name="T15" fmla="*/ 2302 h 4614"/>
              <a:gd name="T16" fmla="*/ 2378 w 4612"/>
              <a:gd name="T17" fmla="*/ 2952 h 4614"/>
              <a:gd name="T18" fmla="*/ 2490 w 4612"/>
              <a:gd name="T19" fmla="*/ 2840 h 4614"/>
              <a:gd name="T20" fmla="*/ 2032 w 4612"/>
              <a:gd name="T21" fmla="*/ 2381 h 4614"/>
              <a:gd name="T22" fmla="*/ 4612 w 4612"/>
              <a:gd name="T23" fmla="*/ 2387 h 4614"/>
              <a:gd name="T24" fmla="*/ 2307 w 4612"/>
              <a:gd name="T25" fmla="*/ 4614 h 46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612" h="4614">
                <a:moveTo>
                  <a:pt x="2307" y="4614"/>
                </a:moveTo>
                <a:cubicBezTo>
                  <a:pt x="1035" y="4614"/>
                  <a:pt x="0" y="3579"/>
                  <a:pt x="0" y="2307"/>
                </a:cubicBezTo>
                <a:cubicBezTo>
                  <a:pt x="0" y="1035"/>
                  <a:pt x="1035" y="0"/>
                  <a:pt x="2307" y="0"/>
                </a:cubicBezTo>
                <a:cubicBezTo>
                  <a:pt x="3553" y="0"/>
                  <a:pt x="4570" y="992"/>
                  <a:pt x="4612" y="2227"/>
                </a:cubicBezTo>
                <a:lnTo>
                  <a:pt x="2031" y="2222"/>
                </a:lnTo>
                <a:lnTo>
                  <a:pt x="2479" y="1775"/>
                </a:lnTo>
                <a:lnTo>
                  <a:pt x="2367" y="1662"/>
                </a:lnTo>
                <a:lnTo>
                  <a:pt x="1727" y="2302"/>
                </a:lnTo>
                <a:lnTo>
                  <a:pt x="2378" y="2952"/>
                </a:lnTo>
                <a:lnTo>
                  <a:pt x="2490" y="2840"/>
                </a:lnTo>
                <a:lnTo>
                  <a:pt x="2032" y="2381"/>
                </a:lnTo>
                <a:lnTo>
                  <a:pt x="4612" y="2387"/>
                </a:lnTo>
                <a:cubicBezTo>
                  <a:pt x="4570" y="3622"/>
                  <a:pt x="3553" y="4614"/>
                  <a:pt x="2307" y="4614"/>
                </a:cubicBezTo>
                <a:close/>
              </a:path>
            </a:pathLst>
          </a:custGeom>
          <a:solidFill>
            <a:srgbClr val="FFBDB5"/>
          </a:solidFill>
          <a:ln>
            <a:noFill/>
          </a:ln>
        </p:spPr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cxnSp>
        <p:nvCxnSpPr>
          <p:cNvPr id="29" name="直接箭头连接符 28"/>
          <p:cNvCxnSpPr/>
          <p:nvPr/>
        </p:nvCxnSpPr>
        <p:spPr>
          <a:xfrm>
            <a:off x="3108960" y="3755752"/>
            <a:ext cx="408271" cy="0"/>
          </a:xfrm>
          <a:prstGeom prst="straightConnector1">
            <a:avLst/>
          </a:prstGeom>
          <a:ln w="76200">
            <a:solidFill>
              <a:srgbClr val="FFE9B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>
            <a:off x="6004560" y="3755752"/>
            <a:ext cx="408271" cy="0"/>
          </a:xfrm>
          <a:prstGeom prst="straightConnector1">
            <a:avLst/>
          </a:prstGeom>
          <a:ln w="76200">
            <a:solidFill>
              <a:srgbClr val="FFE9B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>
            <a:off x="8807563" y="3755752"/>
            <a:ext cx="408271" cy="0"/>
          </a:xfrm>
          <a:prstGeom prst="straightConnector1">
            <a:avLst/>
          </a:prstGeom>
          <a:ln w="76200">
            <a:solidFill>
              <a:srgbClr val="FFE9B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4375139" y="1080782"/>
            <a:ext cx="3416320" cy="1034733"/>
            <a:chOff x="4397217" y="516028"/>
            <a:chExt cx="3416320" cy="1034733"/>
          </a:xfrm>
        </p:grpSpPr>
        <p:sp>
          <p:nvSpPr>
            <p:cNvPr id="20" name="文本框 19"/>
            <p:cNvSpPr txBox="1"/>
            <p:nvPr/>
          </p:nvSpPr>
          <p:spPr>
            <a:xfrm>
              <a:off x="4915670" y="539093"/>
              <a:ext cx="2441694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400" dirty="0">
                  <a:solidFill>
                    <a:srgbClr val="64454B"/>
                  </a:solidFill>
                  <a:cs typeface="+mn-ea"/>
                  <a:sym typeface="+mn-lt"/>
                </a:rPr>
                <a:t>课后作业</a:t>
              </a:r>
              <a:endParaRPr lang="zh-CN" altLang="en-US" sz="4400" dirty="0">
                <a:solidFill>
                  <a:srgbClr val="64454B"/>
                </a:solidFill>
                <a:cs typeface="+mn-ea"/>
                <a:sym typeface="+mn-lt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4397217" y="1181429"/>
              <a:ext cx="34163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7AB2DC"/>
                  </a:solidFill>
                  <a:cs typeface="+mn-ea"/>
                  <a:sym typeface="+mn-lt"/>
                </a:rPr>
                <a:t>通过课后作业复习本节课的知识</a:t>
              </a:r>
              <a:endParaRPr lang="zh-CN" altLang="en-US" dirty="0">
                <a:solidFill>
                  <a:srgbClr val="7AB2DC"/>
                </a:solidFill>
                <a:cs typeface="+mn-ea"/>
                <a:sym typeface="+mn-lt"/>
              </a:endParaRPr>
            </a:p>
          </p:txBody>
        </p:sp>
        <p:grpSp>
          <p:nvGrpSpPr>
            <p:cNvPr id="26" name="组合 25"/>
            <p:cNvGrpSpPr/>
            <p:nvPr/>
          </p:nvGrpSpPr>
          <p:grpSpPr>
            <a:xfrm>
              <a:off x="7404174" y="516028"/>
              <a:ext cx="344536" cy="548871"/>
              <a:chOff x="8363753" y="2120741"/>
              <a:chExt cx="553198" cy="881284"/>
            </a:xfrm>
          </p:grpSpPr>
          <p:sp>
            <p:nvSpPr>
              <p:cNvPr id="37" name="任意多边形: 形状 36"/>
              <p:cNvSpPr/>
              <p:nvPr/>
            </p:nvSpPr>
            <p:spPr>
              <a:xfrm>
                <a:off x="8363753" y="2120741"/>
                <a:ext cx="356491" cy="291674"/>
              </a:xfrm>
              <a:custGeom>
                <a:avLst/>
                <a:gdLst>
                  <a:gd name="connsiteX0" fmla="*/ 28470 w 314325"/>
                  <a:gd name="connsiteY0" fmla="*/ 252359 h 257175"/>
                  <a:gd name="connsiteX1" fmla="*/ 240687 w 314325"/>
                  <a:gd name="connsiteY1" fmla="*/ 77480 h 257175"/>
                  <a:gd name="connsiteX2" fmla="*/ 301742 w 314325"/>
                  <a:gd name="connsiteY2" fmla="*/ 30521 h 257175"/>
                  <a:gd name="connsiteX3" fmla="*/ 306219 w 314325"/>
                  <a:gd name="connsiteY3" fmla="*/ 13472 h 257175"/>
                  <a:gd name="connsiteX4" fmla="*/ 289169 w 314325"/>
                  <a:gd name="connsiteY4" fmla="*/ 8995 h 257175"/>
                  <a:gd name="connsiteX5" fmla="*/ 70856 w 314325"/>
                  <a:gd name="connsiteY5" fmla="*/ 183302 h 257175"/>
                  <a:gd name="connsiteX6" fmla="*/ 10754 w 314325"/>
                  <a:gd name="connsiteY6" fmla="*/ 234737 h 257175"/>
                  <a:gd name="connsiteX7" fmla="*/ 10754 w 314325"/>
                  <a:gd name="connsiteY7" fmla="*/ 252359 h 257175"/>
                  <a:gd name="connsiteX8" fmla="*/ 28470 w 314325"/>
                  <a:gd name="connsiteY8" fmla="*/ 252359 h 257175"/>
                  <a:gd name="connsiteX9" fmla="*/ 28470 w 314325"/>
                  <a:gd name="connsiteY9" fmla="*/ 252359 h 257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4325" h="257175">
                    <a:moveTo>
                      <a:pt x="28470" y="252359"/>
                    </a:moveTo>
                    <a:cubicBezTo>
                      <a:pt x="97717" y="192256"/>
                      <a:pt x="168488" y="133868"/>
                      <a:pt x="240687" y="77480"/>
                    </a:cubicBezTo>
                    <a:cubicBezTo>
                      <a:pt x="260880" y="61668"/>
                      <a:pt x="281263" y="46047"/>
                      <a:pt x="301742" y="30521"/>
                    </a:cubicBezTo>
                    <a:cubicBezTo>
                      <a:pt x="307076" y="26426"/>
                      <a:pt x="309934" y="19758"/>
                      <a:pt x="306219" y="13472"/>
                    </a:cubicBezTo>
                    <a:cubicBezTo>
                      <a:pt x="303171" y="8138"/>
                      <a:pt x="294503" y="4899"/>
                      <a:pt x="289169" y="8995"/>
                    </a:cubicBezTo>
                    <a:cubicBezTo>
                      <a:pt x="214874" y="65192"/>
                      <a:pt x="142103" y="123295"/>
                      <a:pt x="70856" y="183302"/>
                    </a:cubicBezTo>
                    <a:cubicBezTo>
                      <a:pt x="50663" y="200257"/>
                      <a:pt x="30661" y="217402"/>
                      <a:pt x="10754" y="234737"/>
                    </a:cubicBezTo>
                    <a:cubicBezTo>
                      <a:pt x="5705" y="239119"/>
                      <a:pt x="6182" y="247882"/>
                      <a:pt x="10754" y="252359"/>
                    </a:cubicBezTo>
                    <a:cubicBezTo>
                      <a:pt x="15897" y="257407"/>
                      <a:pt x="23422" y="256740"/>
                      <a:pt x="28470" y="252359"/>
                    </a:cubicBezTo>
                    <a:lnTo>
                      <a:pt x="28470" y="252359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8" name="任意多边形: 形状 37"/>
              <p:cNvSpPr/>
              <p:nvPr/>
            </p:nvSpPr>
            <p:spPr>
              <a:xfrm>
                <a:off x="8442217" y="2469929"/>
                <a:ext cx="237660" cy="97225"/>
              </a:xfrm>
              <a:custGeom>
                <a:avLst/>
                <a:gdLst>
                  <a:gd name="connsiteX0" fmla="*/ 22534 w 209550"/>
                  <a:gd name="connsiteY0" fmla="*/ 82965 h 85725"/>
                  <a:gd name="connsiteX1" fmla="*/ 193793 w 209550"/>
                  <a:gd name="connsiteY1" fmla="*/ 31816 h 85725"/>
                  <a:gd name="connsiteX2" fmla="*/ 187126 w 209550"/>
                  <a:gd name="connsiteY2" fmla="*/ 7718 h 85725"/>
                  <a:gd name="connsiteX3" fmla="*/ 15866 w 209550"/>
                  <a:gd name="connsiteY3" fmla="*/ 58867 h 85725"/>
                  <a:gd name="connsiteX4" fmla="*/ 22534 w 209550"/>
                  <a:gd name="connsiteY4" fmla="*/ 82965 h 85725"/>
                  <a:gd name="connsiteX5" fmla="*/ 22534 w 209550"/>
                  <a:gd name="connsiteY5" fmla="*/ 82965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9550" h="85725">
                    <a:moveTo>
                      <a:pt x="22534" y="82965"/>
                    </a:moveTo>
                    <a:cubicBezTo>
                      <a:pt x="79588" y="65916"/>
                      <a:pt x="136643" y="48866"/>
                      <a:pt x="193793" y="31816"/>
                    </a:cubicBezTo>
                    <a:cubicBezTo>
                      <a:pt x="209128" y="27244"/>
                      <a:pt x="202651" y="3146"/>
                      <a:pt x="187126" y="7718"/>
                    </a:cubicBezTo>
                    <a:cubicBezTo>
                      <a:pt x="130071" y="24768"/>
                      <a:pt x="73016" y="41817"/>
                      <a:pt x="15866" y="58867"/>
                    </a:cubicBezTo>
                    <a:cubicBezTo>
                      <a:pt x="531" y="63439"/>
                      <a:pt x="7103" y="87633"/>
                      <a:pt x="22534" y="82965"/>
                    </a:cubicBezTo>
                    <a:lnTo>
                      <a:pt x="22534" y="82965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9" name="任意多边形: 形状 38"/>
              <p:cNvSpPr/>
              <p:nvPr/>
            </p:nvSpPr>
            <p:spPr>
              <a:xfrm>
                <a:off x="8441630" y="2679373"/>
                <a:ext cx="475321" cy="64816"/>
              </a:xfrm>
              <a:custGeom>
                <a:avLst/>
                <a:gdLst>
                  <a:gd name="connsiteX0" fmla="*/ 19145 w 419100"/>
                  <a:gd name="connsiteY0" fmla="*/ 52409 h 57150"/>
                  <a:gd name="connsiteX1" fmla="*/ 150971 w 419100"/>
                  <a:gd name="connsiteY1" fmla="*/ 45551 h 57150"/>
                  <a:gd name="connsiteX2" fmla="*/ 359664 w 419100"/>
                  <a:gd name="connsiteY2" fmla="*/ 34597 h 57150"/>
                  <a:gd name="connsiteX3" fmla="*/ 407765 w 419100"/>
                  <a:gd name="connsiteY3" fmla="*/ 32121 h 57150"/>
                  <a:gd name="connsiteX4" fmla="*/ 407765 w 419100"/>
                  <a:gd name="connsiteY4" fmla="*/ 7165 h 57150"/>
                  <a:gd name="connsiteX5" fmla="*/ 275939 w 419100"/>
                  <a:gd name="connsiteY5" fmla="*/ 14023 h 57150"/>
                  <a:gd name="connsiteX6" fmla="*/ 67247 w 419100"/>
                  <a:gd name="connsiteY6" fmla="*/ 24977 h 57150"/>
                  <a:gd name="connsiteX7" fmla="*/ 19145 w 419100"/>
                  <a:gd name="connsiteY7" fmla="*/ 27454 h 57150"/>
                  <a:gd name="connsiteX8" fmla="*/ 19145 w 419100"/>
                  <a:gd name="connsiteY8" fmla="*/ 52409 h 57150"/>
                  <a:gd name="connsiteX9" fmla="*/ 19145 w 419100"/>
                  <a:gd name="connsiteY9" fmla="*/ 52409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9100" h="57150">
                    <a:moveTo>
                      <a:pt x="19145" y="52409"/>
                    </a:moveTo>
                    <a:cubicBezTo>
                      <a:pt x="63056" y="50123"/>
                      <a:pt x="107061" y="47837"/>
                      <a:pt x="150971" y="45551"/>
                    </a:cubicBezTo>
                    <a:cubicBezTo>
                      <a:pt x="220504" y="41932"/>
                      <a:pt x="290132" y="38312"/>
                      <a:pt x="359664" y="34597"/>
                    </a:cubicBezTo>
                    <a:cubicBezTo>
                      <a:pt x="375666" y="33740"/>
                      <a:pt x="391763" y="32883"/>
                      <a:pt x="407765" y="32121"/>
                    </a:cubicBezTo>
                    <a:cubicBezTo>
                      <a:pt x="423767" y="31264"/>
                      <a:pt x="423863" y="6308"/>
                      <a:pt x="407765" y="7165"/>
                    </a:cubicBezTo>
                    <a:cubicBezTo>
                      <a:pt x="363855" y="9451"/>
                      <a:pt x="319850" y="11737"/>
                      <a:pt x="275939" y="14023"/>
                    </a:cubicBezTo>
                    <a:cubicBezTo>
                      <a:pt x="206407" y="17643"/>
                      <a:pt x="136779" y="21262"/>
                      <a:pt x="67247" y="24977"/>
                    </a:cubicBezTo>
                    <a:cubicBezTo>
                      <a:pt x="51245" y="25834"/>
                      <a:pt x="35147" y="26692"/>
                      <a:pt x="19145" y="27454"/>
                    </a:cubicBezTo>
                    <a:cubicBezTo>
                      <a:pt x="3239" y="28311"/>
                      <a:pt x="3048" y="53266"/>
                      <a:pt x="19145" y="52409"/>
                    </a:cubicBezTo>
                    <a:lnTo>
                      <a:pt x="19145" y="52409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0" name="任意多边形: 形状 39"/>
              <p:cNvSpPr/>
              <p:nvPr/>
            </p:nvSpPr>
            <p:spPr>
              <a:xfrm>
                <a:off x="8684731" y="2441089"/>
                <a:ext cx="64816" cy="54014"/>
              </a:xfrm>
              <a:custGeom>
                <a:avLst/>
                <a:gdLst>
                  <a:gd name="connsiteX0" fmla="*/ 22921 w 57150"/>
                  <a:gd name="connsiteY0" fmla="*/ 40100 h 47625"/>
                  <a:gd name="connsiteX1" fmla="*/ 49115 w 57150"/>
                  <a:gd name="connsiteY1" fmla="*/ 30385 h 47625"/>
                  <a:gd name="connsiteX2" fmla="*/ 54830 w 57150"/>
                  <a:gd name="connsiteY2" fmla="*/ 22955 h 47625"/>
                  <a:gd name="connsiteX3" fmla="*/ 53591 w 57150"/>
                  <a:gd name="connsiteY3" fmla="*/ 13335 h 47625"/>
                  <a:gd name="connsiteX4" fmla="*/ 46162 w 57150"/>
                  <a:gd name="connsiteY4" fmla="*/ 7620 h 47625"/>
                  <a:gd name="connsiteX5" fmla="*/ 42828 w 57150"/>
                  <a:gd name="connsiteY5" fmla="*/ 7144 h 47625"/>
                  <a:gd name="connsiteX6" fmla="*/ 36542 w 57150"/>
                  <a:gd name="connsiteY6" fmla="*/ 8858 h 47625"/>
                  <a:gd name="connsiteX7" fmla="*/ 31017 w 57150"/>
                  <a:gd name="connsiteY7" fmla="*/ 11335 h 47625"/>
                  <a:gd name="connsiteX8" fmla="*/ 33970 w 57150"/>
                  <a:gd name="connsiteY8" fmla="*/ 10097 h 47625"/>
                  <a:gd name="connsiteX9" fmla="*/ 16253 w 57150"/>
                  <a:gd name="connsiteY9" fmla="*/ 16002 h 47625"/>
                  <a:gd name="connsiteX10" fmla="*/ 8824 w 57150"/>
                  <a:gd name="connsiteY10" fmla="*/ 21717 h 47625"/>
                  <a:gd name="connsiteX11" fmla="*/ 7586 w 57150"/>
                  <a:gd name="connsiteY11" fmla="*/ 31337 h 47625"/>
                  <a:gd name="connsiteX12" fmla="*/ 13301 w 57150"/>
                  <a:gd name="connsiteY12" fmla="*/ 38767 h 47625"/>
                  <a:gd name="connsiteX13" fmla="*/ 22921 w 57150"/>
                  <a:gd name="connsiteY13" fmla="*/ 40100 h 47625"/>
                  <a:gd name="connsiteX14" fmla="*/ 22921 w 57150"/>
                  <a:gd name="connsiteY14" fmla="*/ 40100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7150" h="47625">
                    <a:moveTo>
                      <a:pt x="22921" y="40100"/>
                    </a:moveTo>
                    <a:cubicBezTo>
                      <a:pt x="31970" y="37814"/>
                      <a:pt x="40733" y="34480"/>
                      <a:pt x="49115" y="30385"/>
                    </a:cubicBezTo>
                    <a:cubicBezTo>
                      <a:pt x="51782" y="29051"/>
                      <a:pt x="54068" y="25718"/>
                      <a:pt x="54830" y="22955"/>
                    </a:cubicBezTo>
                    <a:cubicBezTo>
                      <a:pt x="55687" y="20002"/>
                      <a:pt x="55306" y="16002"/>
                      <a:pt x="53591" y="13335"/>
                    </a:cubicBezTo>
                    <a:cubicBezTo>
                      <a:pt x="51877" y="10668"/>
                      <a:pt x="49305" y="8287"/>
                      <a:pt x="46162" y="7620"/>
                    </a:cubicBezTo>
                    <a:cubicBezTo>
                      <a:pt x="45019" y="7429"/>
                      <a:pt x="43971" y="7334"/>
                      <a:pt x="42828" y="7144"/>
                    </a:cubicBezTo>
                    <a:cubicBezTo>
                      <a:pt x="40542" y="7144"/>
                      <a:pt x="38447" y="7715"/>
                      <a:pt x="36542" y="8858"/>
                    </a:cubicBezTo>
                    <a:cubicBezTo>
                      <a:pt x="34732" y="9716"/>
                      <a:pt x="32827" y="10573"/>
                      <a:pt x="31017" y="11335"/>
                    </a:cubicBezTo>
                    <a:cubicBezTo>
                      <a:pt x="31970" y="10954"/>
                      <a:pt x="33017" y="10477"/>
                      <a:pt x="33970" y="10097"/>
                    </a:cubicBezTo>
                    <a:cubicBezTo>
                      <a:pt x="28255" y="12478"/>
                      <a:pt x="22349" y="14478"/>
                      <a:pt x="16253" y="16002"/>
                    </a:cubicBezTo>
                    <a:cubicBezTo>
                      <a:pt x="13205" y="16764"/>
                      <a:pt x="10348" y="19050"/>
                      <a:pt x="8824" y="21717"/>
                    </a:cubicBezTo>
                    <a:cubicBezTo>
                      <a:pt x="7300" y="24384"/>
                      <a:pt x="6633" y="28384"/>
                      <a:pt x="7586" y="31337"/>
                    </a:cubicBezTo>
                    <a:cubicBezTo>
                      <a:pt x="8538" y="34385"/>
                      <a:pt x="10443" y="37243"/>
                      <a:pt x="13301" y="38767"/>
                    </a:cubicBezTo>
                    <a:cubicBezTo>
                      <a:pt x="16349" y="40386"/>
                      <a:pt x="19587" y="40957"/>
                      <a:pt x="22921" y="40100"/>
                    </a:cubicBezTo>
                    <a:lnTo>
                      <a:pt x="22921" y="40100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1" name="任意多边形: 形状 40"/>
              <p:cNvSpPr/>
              <p:nvPr/>
            </p:nvSpPr>
            <p:spPr>
              <a:xfrm>
                <a:off x="8436266" y="2863921"/>
                <a:ext cx="226858" cy="118830"/>
              </a:xfrm>
              <a:custGeom>
                <a:avLst/>
                <a:gdLst>
                  <a:gd name="connsiteX0" fmla="*/ 16350 w 200025"/>
                  <a:gd name="connsiteY0" fmla="*/ 31897 h 104775"/>
                  <a:gd name="connsiteX1" fmla="*/ 181037 w 200025"/>
                  <a:gd name="connsiteY1" fmla="*/ 101239 h 104775"/>
                  <a:gd name="connsiteX2" fmla="*/ 196373 w 200025"/>
                  <a:gd name="connsiteY2" fmla="*/ 92476 h 104775"/>
                  <a:gd name="connsiteX3" fmla="*/ 187610 w 200025"/>
                  <a:gd name="connsiteY3" fmla="*/ 77141 h 104775"/>
                  <a:gd name="connsiteX4" fmla="*/ 22922 w 200025"/>
                  <a:gd name="connsiteY4" fmla="*/ 7799 h 104775"/>
                  <a:gd name="connsiteX5" fmla="*/ 7587 w 200025"/>
                  <a:gd name="connsiteY5" fmla="*/ 16562 h 104775"/>
                  <a:gd name="connsiteX6" fmla="*/ 16350 w 200025"/>
                  <a:gd name="connsiteY6" fmla="*/ 31897 h 104775"/>
                  <a:gd name="connsiteX7" fmla="*/ 16350 w 200025"/>
                  <a:gd name="connsiteY7" fmla="*/ 31897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0025" h="104775">
                    <a:moveTo>
                      <a:pt x="16350" y="31897"/>
                    </a:moveTo>
                    <a:cubicBezTo>
                      <a:pt x="71214" y="55043"/>
                      <a:pt x="126173" y="78094"/>
                      <a:pt x="181037" y="101239"/>
                    </a:cubicBezTo>
                    <a:cubicBezTo>
                      <a:pt x="187229" y="103811"/>
                      <a:pt x="194753" y="98382"/>
                      <a:pt x="196373" y="92476"/>
                    </a:cubicBezTo>
                    <a:cubicBezTo>
                      <a:pt x="198373" y="85237"/>
                      <a:pt x="193896" y="79713"/>
                      <a:pt x="187610" y="77141"/>
                    </a:cubicBezTo>
                    <a:cubicBezTo>
                      <a:pt x="132746" y="53995"/>
                      <a:pt x="77786" y="30945"/>
                      <a:pt x="22922" y="7799"/>
                    </a:cubicBezTo>
                    <a:cubicBezTo>
                      <a:pt x="16731" y="5227"/>
                      <a:pt x="9206" y="10657"/>
                      <a:pt x="7587" y="16562"/>
                    </a:cubicBezTo>
                    <a:cubicBezTo>
                      <a:pt x="5682" y="23801"/>
                      <a:pt x="10159" y="29326"/>
                      <a:pt x="16350" y="31897"/>
                    </a:cubicBezTo>
                    <a:lnTo>
                      <a:pt x="16350" y="31897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2" name="任意多边形: 形状 41"/>
              <p:cNvSpPr/>
              <p:nvPr/>
            </p:nvSpPr>
            <p:spPr>
              <a:xfrm>
                <a:off x="8673232" y="2958814"/>
                <a:ext cx="64816" cy="43211"/>
              </a:xfrm>
              <a:custGeom>
                <a:avLst/>
                <a:gdLst>
                  <a:gd name="connsiteX0" fmla="*/ 13343 w 57150"/>
                  <a:gd name="connsiteY0" fmla="*/ 30334 h 38100"/>
                  <a:gd name="connsiteX1" fmla="*/ 39632 w 57150"/>
                  <a:gd name="connsiteY1" fmla="*/ 39859 h 38100"/>
                  <a:gd name="connsiteX2" fmla="*/ 49252 w 57150"/>
                  <a:gd name="connsiteY2" fmla="*/ 38621 h 38100"/>
                  <a:gd name="connsiteX3" fmla="*/ 54967 w 57150"/>
                  <a:gd name="connsiteY3" fmla="*/ 31191 h 38100"/>
                  <a:gd name="connsiteX4" fmla="*/ 53729 w 57150"/>
                  <a:gd name="connsiteY4" fmla="*/ 21571 h 38100"/>
                  <a:gd name="connsiteX5" fmla="*/ 46300 w 57150"/>
                  <a:gd name="connsiteY5" fmla="*/ 15856 h 38100"/>
                  <a:gd name="connsiteX6" fmla="*/ 27726 w 57150"/>
                  <a:gd name="connsiteY6" fmla="*/ 9760 h 38100"/>
                  <a:gd name="connsiteX7" fmla="*/ 30679 w 57150"/>
                  <a:gd name="connsiteY7" fmla="*/ 10998 h 38100"/>
                  <a:gd name="connsiteX8" fmla="*/ 25916 w 57150"/>
                  <a:gd name="connsiteY8" fmla="*/ 8903 h 38100"/>
                  <a:gd name="connsiteX9" fmla="*/ 21249 w 57150"/>
                  <a:gd name="connsiteY9" fmla="*/ 7379 h 38100"/>
                  <a:gd name="connsiteX10" fmla="*/ 16296 w 57150"/>
                  <a:gd name="connsiteY10" fmla="*/ 7569 h 38100"/>
                  <a:gd name="connsiteX11" fmla="*/ 8866 w 57150"/>
                  <a:gd name="connsiteY11" fmla="*/ 13284 h 38100"/>
                  <a:gd name="connsiteX12" fmla="*/ 7628 w 57150"/>
                  <a:gd name="connsiteY12" fmla="*/ 22905 h 38100"/>
                  <a:gd name="connsiteX13" fmla="*/ 13343 w 57150"/>
                  <a:gd name="connsiteY13" fmla="*/ 30334 h 38100"/>
                  <a:gd name="connsiteX14" fmla="*/ 13343 w 57150"/>
                  <a:gd name="connsiteY14" fmla="*/ 3033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7150" h="38100">
                    <a:moveTo>
                      <a:pt x="13343" y="30334"/>
                    </a:moveTo>
                    <a:cubicBezTo>
                      <a:pt x="21820" y="34335"/>
                      <a:pt x="30583" y="37668"/>
                      <a:pt x="39632" y="39859"/>
                    </a:cubicBezTo>
                    <a:cubicBezTo>
                      <a:pt x="42871" y="40621"/>
                      <a:pt x="46395" y="40240"/>
                      <a:pt x="49252" y="38621"/>
                    </a:cubicBezTo>
                    <a:cubicBezTo>
                      <a:pt x="51824" y="37097"/>
                      <a:pt x="54301" y="34144"/>
                      <a:pt x="54967" y="31191"/>
                    </a:cubicBezTo>
                    <a:cubicBezTo>
                      <a:pt x="55729" y="27953"/>
                      <a:pt x="55539" y="24429"/>
                      <a:pt x="53729" y="21571"/>
                    </a:cubicBezTo>
                    <a:cubicBezTo>
                      <a:pt x="52015" y="18904"/>
                      <a:pt x="49443" y="16618"/>
                      <a:pt x="46300" y="15856"/>
                    </a:cubicBezTo>
                    <a:cubicBezTo>
                      <a:pt x="39918" y="14332"/>
                      <a:pt x="33727" y="12237"/>
                      <a:pt x="27726" y="9760"/>
                    </a:cubicBezTo>
                    <a:cubicBezTo>
                      <a:pt x="28678" y="10141"/>
                      <a:pt x="29726" y="10617"/>
                      <a:pt x="30679" y="10998"/>
                    </a:cubicBezTo>
                    <a:cubicBezTo>
                      <a:pt x="29059" y="10332"/>
                      <a:pt x="27535" y="9570"/>
                      <a:pt x="25916" y="8903"/>
                    </a:cubicBezTo>
                    <a:cubicBezTo>
                      <a:pt x="24487" y="7950"/>
                      <a:pt x="22963" y="7474"/>
                      <a:pt x="21249" y="7379"/>
                    </a:cubicBezTo>
                    <a:cubicBezTo>
                      <a:pt x="19630" y="6998"/>
                      <a:pt x="17915" y="7093"/>
                      <a:pt x="16296" y="7569"/>
                    </a:cubicBezTo>
                    <a:cubicBezTo>
                      <a:pt x="13438" y="8331"/>
                      <a:pt x="10295" y="10617"/>
                      <a:pt x="8866" y="13284"/>
                    </a:cubicBezTo>
                    <a:cubicBezTo>
                      <a:pt x="7342" y="16142"/>
                      <a:pt x="6580" y="19666"/>
                      <a:pt x="7628" y="22905"/>
                    </a:cubicBezTo>
                    <a:cubicBezTo>
                      <a:pt x="8485" y="25857"/>
                      <a:pt x="10390" y="29001"/>
                      <a:pt x="13343" y="30334"/>
                    </a:cubicBezTo>
                    <a:lnTo>
                      <a:pt x="13343" y="30334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4532454" y="522189"/>
              <a:ext cx="361806" cy="536548"/>
              <a:chOff x="3553322" y="2130634"/>
              <a:chExt cx="580927" cy="861498"/>
            </a:xfrm>
          </p:grpSpPr>
          <p:sp>
            <p:nvSpPr>
              <p:cNvPr id="28" name="任意多边形: 形状 27"/>
              <p:cNvSpPr/>
              <p:nvPr/>
            </p:nvSpPr>
            <p:spPr>
              <a:xfrm>
                <a:off x="3810167" y="2130634"/>
                <a:ext cx="324082" cy="324082"/>
              </a:xfrm>
              <a:custGeom>
                <a:avLst/>
                <a:gdLst>
                  <a:gd name="connsiteX0" fmla="*/ 282173 w 285750"/>
                  <a:gd name="connsiteY0" fmla="*/ 259439 h 285750"/>
                  <a:gd name="connsiteX1" fmla="*/ 85767 w 285750"/>
                  <a:gd name="connsiteY1" fmla="*/ 63700 h 285750"/>
                  <a:gd name="connsiteX2" fmla="*/ 28712 w 285750"/>
                  <a:gd name="connsiteY2" fmla="*/ 10550 h 285750"/>
                  <a:gd name="connsiteX3" fmla="*/ 11091 w 285750"/>
                  <a:gd name="connsiteY3" fmla="*/ 28172 h 285750"/>
                  <a:gd name="connsiteX4" fmla="*/ 210354 w 285750"/>
                  <a:gd name="connsiteY4" fmla="*/ 221053 h 285750"/>
                  <a:gd name="connsiteX5" fmla="*/ 264456 w 285750"/>
                  <a:gd name="connsiteY5" fmla="*/ 277155 h 285750"/>
                  <a:gd name="connsiteX6" fmla="*/ 282173 w 285750"/>
                  <a:gd name="connsiteY6" fmla="*/ 259439 h 285750"/>
                  <a:gd name="connsiteX7" fmla="*/ 282173 w 285750"/>
                  <a:gd name="connsiteY7" fmla="*/ 259439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85750" h="285750">
                    <a:moveTo>
                      <a:pt x="282173" y="259439"/>
                    </a:moveTo>
                    <a:cubicBezTo>
                      <a:pt x="218450" y="192478"/>
                      <a:pt x="152918" y="127232"/>
                      <a:pt x="85767" y="63700"/>
                    </a:cubicBezTo>
                    <a:cubicBezTo>
                      <a:pt x="66908" y="45888"/>
                      <a:pt x="47858" y="28172"/>
                      <a:pt x="28712" y="10550"/>
                    </a:cubicBezTo>
                    <a:cubicBezTo>
                      <a:pt x="16901" y="-308"/>
                      <a:pt x="-815" y="17313"/>
                      <a:pt x="11091" y="28172"/>
                    </a:cubicBezTo>
                    <a:cubicBezTo>
                      <a:pt x="79195" y="90656"/>
                      <a:pt x="145679" y="154949"/>
                      <a:pt x="210354" y="221053"/>
                    </a:cubicBezTo>
                    <a:cubicBezTo>
                      <a:pt x="228547" y="239627"/>
                      <a:pt x="246549" y="258296"/>
                      <a:pt x="264456" y="277155"/>
                    </a:cubicBezTo>
                    <a:cubicBezTo>
                      <a:pt x="275600" y="288776"/>
                      <a:pt x="293222" y="271154"/>
                      <a:pt x="282173" y="259439"/>
                    </a:cubicBezTo>
                    <a:lnTo>
                      <a:pt x="282173" y="259439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2" name="任意多边形: 形状 31"/>
              <p:cNvSpPr/>
              <p:nvPr/>
            </p:nvSpPr>
            <p:spPr>
              <a:xfrm>
                <a:off x="3817878" y="2481702"/>
                <a:ext cx="226858" cy="118830"/>
              </a:xfrm>
              <a:custGeom>
                <a:avLst/>
                <a:gdLst>
                  <a:gd name="connsiteX0" fmla="*/ 188601 w 200025"/>
                  <a:gd name="connsiteY0" fmla="*/ 74862 h 104775"/>
                  <a:gd name="connsiteX1" fmla="*/ 22961 w 200025"/>
                  <a:gd name="connsiteY1" fmla="*/ 7806 h 104775"/>
                  <a:gd name="connsiteX2" fmla="*/ 7626 w 200025"/>
                  <a:gd name="connsiteY2" fmla="*/ 16569 h 104775"/>
                  <a:gd name="connsiteX3" fmla="*/ 16389 w 200025"/>
                  <a:gd name="connsiteY3" fmla="*/ 31905 h 104775"/>
                  <a:gd name="connsiteX4" fmla="*/ 182029 w 200025"/>
                  <a:gd name="connsiteY4" fmla="*/ 98961 h 104775"/>
                  <a:gd name="connsiteX5" fmla="*/ 197364 w 200025"/>
                  <a:gd name="connsiteY5" fmla="*/ 90198 h 104775"/>
                  <a:gd name="connsiteX6" fmla="*/ 188601 w 200025"/>
                  <a:gd name="connsiteY6" fmla="*/ 74862 h 104775"/>
                  <a:gd name="connsiteX7" fmla="*/ 188601 w 200025"/>
                  <a:gd name="connsiteY7" fmla="*/ 74862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0025" h="104775">
                    <a:moveTo>
                      <a:pt x="188601" y="74862"/>
                    </a:moveTo>
                    <a:cubicBezTo>
                      <a:pt x="133356" y="52479"/>
                      <a:pt x="78206" y="30095"/>
                      <a:pt x="22961" y="7806"/>
                    </a:cubicBezTo>
                    <a:cubicBezTo>
                      <a:pt x="16675" y="5235"/>
                      <a:pt x="9245" y="10569"/>
                      <a:pt x="7626" y="16569"/>
                    </a:cubicBezTo>
                    <a:cubicBezTo>
                      <a:pt x="5626" y="23713"/>
                      <a:pt x="10102" y="29428"/>
                      <a:pt x="16389" y="31905"/>
                    </a:cubicBezTo>
                    <a:cubicBezTo>
                      <a:pt x="71634" y="54288"/>
                      <a:pt x="126784" y="76672"/>
                      <a:pt x="182029" y="98961"/>
                    </a:cubicBezTo>
                    <a:cubicBezTo>
                      <a:pt x="188315" y="101532"/>
                      <a:pt x="195745" y="96198"/>
                      <a:pt x="197364" y="90198"/>
                    </a:cubicBezTo>
                    <a:cubicBezTo>
                      <a:pt x="199269" y="83149"/>
                      <a:pt x="194887" y="77434"/>
                      <a:pt x="188601" y="74862"/>
                    </a:cubicBezTo>
                    <a:lnTo>
                      <a:pt x="188601" y="74862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3" name="任意多边形: 形状 32"/>
              <p:cNvSpPr/>
              <p:nvPr/>
            </p:nvSpPr>
            <p:spPr>
              <a:xfrm>
                <a:off x="3553322" y="2667181"/>
                <a:ext cx="475321" cy="108027"/>
              </a:xfrm>
              <a:custGeom>
                <a:avLst/>
                <a:gdLst>
                  <a:gd name="connsiteX0" fmla="*/ 407863 w 419100"/>
                  <a:gd name="connsiteY0" fmla="*/ 64389 h 95250"/>
                  <a:gd name="connsiteX1" fmla="*/ 277275 w 419100"/>
                  <a:gd name="connsiteY1" fmla="*/ 45053 h 95250"/>
                  <a:gd name="connsiteX2" fmla="*/ 70487 w 419100"/>
                  <a:gd name="connsiteY2" fmla="*/ 14383 h 95250"/>
                  <a:gd name="connsiteX3" fmla="*/ 22862 w 419100"/>
                  <a:gd name="connsiteY3" fmla="*/ 7334 h 95250"/>
                  <a:gd name="connsiteX4" fmla="*/ 7527 w 419100"/>
                  <a:gd name="connsiteY4" fmla="*/ 16097 h 95250"/>
                  <a:gd name="connsiteX5" fmla="*/ 16290 w 419100"/>
                  <a:gd name="connsiteY5" fmla="*/ 31433 h 95250"/>
                  <a:gd name="connsiteX6" fmla="*/ 146878 w 419100"/>
                  <a:gd name="connsiteY6" fmla="*/ 50768 h 95250"/>
                  <a:gd name="connsiteX7" fmla="*/ 353666 w 419100"/>
                  <a:gd name="connsiteY7" fmla="*/ 81439 h 95250"/>
                  <a:gd name="connsiteX8" fmla="*/ 401386 w 419100"/>
                  <a:gd name="connsiteY8" fmla="*/ 88487 h 95250"/>
                  <a:gd name="connsiteX9" fmla="*/ 416721 w 419100"/>
                  <a:gd name="connsiteY9" fmla="*/ 79724 h 95250"/>
                  <a:gd name="connsiteX10" fmla="*/ 407863 w 419100"/>
                  <a:gd name="connsiteY10" fmla="*/ 64389 h 95250"/>
                  <a:gd name="connsiteX11" fmla="*/ 407863 w 419100"/>
                  <a:gd name="connsiteY11" fmla="*/ 64389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19100" h="95250">
                    <a:moveTo>
                      <a:pt x="407863" y="64389"/>
                    </a:moveTo>
                    <a:cubicBezTo>
                      <a:pt x="364334" y="57912"/>
                      <a:pt x="320804" y="51530"/>
                      <a:pt x="277275" y="45053"/>
                    </a:cubicBezTo>
                    <a:cubicBezTo>
                      <a:pt x="208314" y="34862"/>
                      <a:pt x="139448" y="24670"/>
                      <a:pt x="70487" y="14383"/>
                    </a:cubicBezTo>
                    <a:cubicBezTo>
                      <a:pt x="54676" y="12097"/>
                      <a:pt x="38769" y="9716"/>
                      <a:pt x="22862" y="7334"/>
                    </a:cubicBezTo>
                    <a:cubicBezTo>
                      <a:pt x="16195" y="6382"/>
                      <a:pt x="9432" y="8954"/>
                      <a:pt x="7527" y="16097"/>
                    </a:cubicBezTo>
                    <a:cubicBezTo>
                      <a:pt x="5908" y="22003"/>
                      <a:pt x="9527" y="30480"/>
                      <a:pt x="16290" y="31433"/>
                    </a:cubicBezTo>
                    <a:cubicBezTo>
                      <a:pt x="59819" y="37910"/>
                      <a:pt x="103349" y="44291"/>
                      <a:pt x="146878" y="50768"/>
                    </a:cubicBezTo>
                    <a:cubicBezTo>
                      <a:pt x="215839" y="60960"/>
                      <a:pt x="284705" y="71152"/>
                      <a:pt x="353666" y="81439"/>
                    </a:cubicBezTo>
                    <a:cubicBezTo>
                      <a:pt x="369573" y="83820"/>
                      <a:pt x="385479" y="86106"/>
                      <a:pt x="401386" y="88487"/>
                    </a:cubicBezTo>
                    <a:cubicBezTo>
                      <a:pt x="408053" y="89440"/>
                      <a:pt x="414816" y="86868"/>
                      <a:pt x="416721" y="79724"/>
                    </a:cubicBezTo>
                    <a:cubicBezTo>
                      <a:pt x="418245" y="73914"/>
                      <a:pt x="414530" y="65437"/>
                      <a:pt x="407863" y="64389"/>
                    </a:cubicBezTo>
                    <a:lnTo>
                      <a:pt x="407863" y="64389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4" name="任意多边形: 形状 33"/>
              <p:cNvSpPr/>
              <p:nvPr/>
            </p:nvSpPr>
            <p:spPr>
              <a:xfrm>
                <a:off x="3745821" y="2445788"/>
                <a:ext cx="64816" cy="54014"/>
              </a:xfrm>
              <a:custGeom>
                <a:avLst/>
                <a:gdLst>
                  <a:gd name="connsiteX0" fmla="*/ 45347 w 57150"/>
                  <a:gd name="connsiteY0" fmla="*/ 18232 h 47625"/>
                  <a:gd name="connsiteX1" fmla="*/ 38775 w 57150"/>
                  <a:gd name="connsiteY1" fmla="*/ 15660 h 47625"/>
                  <a:gd name="connsiteX2" fmla="*/ 41727 w 57150"/>
                  <a:gd name="connsiteY2" fmla="*/ 16898 h 47625"/>
                  <a:gd name="connsiteX3" fmla="*/ 25916 w 57150"/>
                  <a:gd name="connsiteY3" fmla="*/ 8802 h 47625"/>
                  <a:gd name="connsiteX4" fmla="*/ 16296 w 57150"/>
                  <a:gd name="connsiteY4" fmla="*/ 7564 h 47625"/>
                  <a:gd name="connsiteX5" fmla="*/ 8866 w 57150"/>
                  <a:gd name="connsiteY5" fmla="*/ 13279 h 47625"/>
                  <a:gd name="connsiteX6" fmla="*/ 7628 w 57150"/>
                  <a:gd name="connsiteY6" fmla="*/ 22899 h 47625"/>
                  <a:gd name="connsiteX7" fmla="*/ 13343 w 57150"/>
                  <a:gd name="connsiteY7" fmla="*/ 30328 h 47625"/>
                  <a:gd name="connsiteX8" fmla="*/ 38679 w 57150"/>
                  <a:gd name="connsiteY8" fmla="*/ 42139 h 47625"/>
                  <a:gd name="connsiteX9" fmla="*/ 48300 w 57150"/>
                  <a:gd name="connsiteY9" fmla="*/ 40901 h 47625"/>
                  <a:gd name="connsiteX10" fmla="*/ 54015 w 57150"/>
                  <a:gd name="connsiteY10" fmla="*/ 33472 h 47625"/>
                  <a:gd name="connsiteX11" fmla="*/ 52776 w 57150"/>
                  <a:gd name="connsiteY11" fmla="*/ 23851 h 47625"/>
                  <a:gd name="connsiteX12" fmla="*/ 50871 w 57150"/>
                  <a:gd name="connsiteY12" fmla="*/ 21280 h 47625"/>
                  <a:gd name="connsiteX13" fmla="*/ 45347 w 57150"/>
                  <a:gd name="connsiteY13" fmla="*/ 18232 h 47625"/>
                  <a:gd name="connsiteX14" fmla="*/ 45347 w 57150"/>
                  <a:gd name="connsiteY14" fmla="*/ 18232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7150" h="47625">
                    <a:moveTo>
                      <a:pt x="45347" y="18232"/>
                    </a:moveTo>
                    <a:cubicBezTo>
                      <a:pt x="43156" y="17470"/>
                      <a:pt x="40965" y="16612"/>
                      <a:pt x="38775" y="15660"/>
                    </a:cubicBezTo>
                    <a:cubicBezTo>
                      <a:pt x="39727" y="16041"/>
                      <a:pt x="40775" y="16517"/>
                      <a:pt x="41727" y="16898"/>
                    </a:cubicBezTo>
                    <a:cubicBezTo>
                      <a:pt x="36298" y="14612"/>
                      <a:pt x="30964" y="11945"/>
                      <a:pt x="25916" y="8802"/>
                    </a:cubicBezTo>
                    <a:cubicBezTo>
                      <a:pt x="23154" y="7183"/>
                      <a:pt x="19344" y="6706"/>
                      <a:pt x="16296" y="7564"/>
                    </a:cubicBezTo>
                    <a:cubicBezTo>
                      <a:pt x="13438" y="8326"/>
                      <a:pt x="10295" y="10612"/>
                      <a:pt x="8866" y="13279"/>
                    </a:cubicBezTo>
                    <a:cubicBezTo>
                      <a:pt x="7342" y="16136"/>
                      <a:pt x="6580" y="19660"/>
                      <a:pt x="7628" y="22899"/>
                    </a:cubicBezTo>
                    <a:cubicBezTo>
                      <a:pt x="8676" y="26042"/>
                      <a:pt x="10485" y="28614"/>
                      <a:pt x="13343" y="30328"/>
                    </a:cubicBezTo>
                    <a:cubicBezTo>
                      <a:pt x="21344" y="35186"/>
                      <a:pt x="29916" y="39091"/>
                      <a:pt x="38679" y="42139"/>
                    </a:cubicBezTo>
                    <a:cubicBezTo>
                      <a:pt x="41632" y="43187"/>
                      <a:pt x="45728" y="42425"/>
                      <a:pt x="48300" y="40901"/>
                    </a:cubicBezTo>
                    <a:cubicBezTo>
                      <a:pt x="50871" y="39377"/>
                      <a:pt x="53348" y="36424"/>
                      <a:pt x="54015" y="33472"/>
                    </a:cubicBezTo>
                    <a:cubicBezTo>
                      <a:pt x="54777" y="30233"/>
                      <a:pt x="54586" y="26709"/>
                      <a:pt x="52776" y="23851"/>
                    </a:cubicBezTo>
                    <a:cubicBezTo>
                      <a:pt x="52110" y="22994"/>
                      <a:pt x="51443" y="22137"/>
                      <a:pt x="50871" y="21280"/>
                    </a:cubicBezTo>
                    <a:cubicBezTo>
                      <a:pt x="49252" y="19946"/>
                      <a:pt x="47442" y="18803"/>
                      <a:pt x="45347" y="18232"/>
                    </a:cubicBezTo>
                    <a:lnTo>
                      <a:pt x="45347" y="18232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5" name="任意多边形: 形状 34"/>
              <p:cNvSpPr/>
              <p:nvPr/>
            </p:nvSpPr>
            <p:spPr>
              <a:xfrm>
                <a:off x="3824694" y="2909318"/>
                <a:ext cx="237660" cy="75619"/>
              </a:xfrm>
              <a:custGeom>
                <a:avLst/>
                <a:gdLst>
                  <a:gd name="connsiteX0" fmla="*/ 192211 w 209550"/>
                  <a:gd name="connsiteY0" fmla="*/ 7388 h 66675"/>
                  <a:gd name="connsiteX1" fmla="*/ 16284 w 209550"/>
                  <a:gd name="connsiteY1" fmla="*/ 38535 h 66675"/>
                  <a:gd name="connsiteX2" fmla="*/ 7521 w 209550"/>
                  <a:gd name="connsiteY2" fmla="*/ 53870 h 66675"/>
                  <a:gd name="connsiteX3" fmla="*/ 22856 w 209550"/>
                  <a:gd name="connsiteY3" fmla="*/ 62633 h 66675"/>
                  <a:gd name="connsiteX4" fmla="*/ 198783 w 209550"/>
                  <a:gd name="connsiteY4" fmla="*/ 31486 h 66675"/>
                  <a:gd name="connsiteX5" fmla="*/ 207546 w 209550"/>
                  <a:gd name="connsiteY5" fmla="*/ 16151 h 66675"/>
                  <a:gd name="connsiteX6" fmla="*/ 192211 w 209550"/>
                  <a:gd name="connsiteY6" fmla="*/ 7388 h 66675"/>
                  <a:gd name="connsiteX7" fmla="*/ 192211 w 209550"/>
                  <a:gd name="connsiteY7" fmla="*/ 7388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9550" h="66675">
                    <a:moveTo>
                      <a:pt x="192211" y="7388"/>
                    </a:moveTo>
                    <a:cubicBezTo>
                      <a:pt x="133537" y="17770"/>
                      <a:pt x="74958" y="28153"/>
                      <a:pt x="16284" y="38535"/>
                    </a:cubicBezTo>
                    <a:cubicBezTo>
                      <a:pt x="9617" y="39678"/>
                      <a:pt x="5902" y="47869"/>
                      <a:pt x="7521" y="53870"/>
                    </a:cubicBezTo>
                    <a:cubicBezTo>
                      <a:pt x="9426" y="60919"/>
                      <a:pt x="16189" y="63776"/>
                      <a:pt x="22856" y="62633"/>
                    </a:cubicBezTo>
                    <a:cubicBezTo>
                      <a:pt x="81530" y="52251"/>
                      <a:pt x="140109" y="41869"/>
                      <a:pt x="198783" y="31486"/>
                    </a:cubicBezTo>
                    <a:cubicBezTo>
                      <a:pt x="205451" y="30343"/>
                      <a:pt x="209165" y="22152"/>
                      <a:pt x="207546" y="16151"/>
                    </a:cubicBezTo>
                    <a:cubicBezTo>
                      <a:pt x="205641" y="9103"/>
                      <a:pt x="198878" y="6245"/>
                      <a:pt x="192211" y="7388"/>
                    </a:cubicBezTo>
                    <a:lnTo>
                      <a:pt x="192211" y="7388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6" name="任意多边形: 形状 35"/>
              <p:cNvSpPr/>
              <p:nvPr/>
            </p:nvSpPr>
            <p:spPr>
              <a:xfrm>
                <a:off x="3744516" y="2948921"/>
                <a:ext cx="64816" cy="43211"/>
              </a:xfrm>
              <a:custGeom>
                <a:avLst/>
                <a:gdLst>
                  <a:gd name="connsiteX0" fmla="*/ 40782 w 57150"/>
                  <a:gd name="connsiteY0" fmla="*/ 7521 h 38100"/>
                  <a:gd name="connsiteX1" fmla="*/ 30495 w 57150"/>
                  <a:gd name="connsiteY1" fmla="*/ 9331 h 38100"/>
                  <a:gd name="connsiteX2" fmla="*/ 33829 w 57150"/>
                  <a:gd name="connsiteY2" fmla="*/ 8855 h 38100"/>
                  <a:gd name="connsiteX3" fmla="*/ 19637 w 57150"/>
                  <a:gd name="connsiteY3" fmla="*/ 9903 h 38100"/>
                  <a:gd name="connsiteX4" fmla="*/ 10778 w 57150"/>
                  <a:gd name="connsiteY4" fmla="*/ 13522 h 38100"/>
                  <a:gd name="connsiteX5" fmla="*/ 7159 w 57150"/>
                  <a:gd name="connsiteY5" fmla="*/ 22380 h 38100"/>
                  <a:gd name="connsiteX6" fmla="*/ 10778 w 57150"/>
                  <a:gd name="connsiteY6" fmla="*/ 31239 h 38100"/>
                  <a:gd name="connsiteX7" fmla="*/ 19637 w 57150"/>
                  <a:gd name="connsiteY7" fmla="*/ 34858 h 38100"/>
                  <a:gd name="connsiteX8" fmla="*/ 47545 w 57150"/>
                  <a:gd name="connsiteY8" fmla="*/ 31524 h 38100"/>
                  <a:gd name="connsiteX9" fmla="*/ 54974 w 57150"/>
                  <a:gd name="connsiteY9" fmla="*/ 25809 h 38100"/>
                  <a:gd name="connsiteX10" fmla="*/ 56213 w 57150"/>
                  <a:gd name="connsiteY10" fmla="*/ 16189 h 38100"/>
                  <a:gd name="connsiteX11" fmla="*/ 50498 w 57150"/>
                  <a:gd name="connsiteY11" fmla="*/ 8760 h 38100"/>
                  <a:gd name="connsiteX12" fmla="*/ 40782 w 57150"/>
                  <a:gd name="connsiteY12" fmla="*/ 7521 h 38100"/>
                  <a:gd name="connsiteX13" fmla="*/ 40782 w 57150"/>
                  <a:gd name="connsiteY13" fmla="*/ 7521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7150" h="38100">
                    <a:moveTo>
                      <a:pt x="40782" y="7521"/>
                    </a:moveTo>
                    <a:cubicBezTo>
                      <a:pt x="37353" y="8283"/>
                      <a:pt x="33924" y="8855"/>
                      <a:pt x="30495" y="9331"/>
                    </a:cubicBezTo>
                    <a:cubicBezTo>
                      <a:pt x="31638" y="9141"/>
                      <a:pt x="32686" y="9045"/>
                      <a:pt x="33829" y="8855"/>
                    </a:cubicBezTo>
                    <a:cubicBezTo>
                      <a:pt x="29066" y="9522"/>
                      <a:pt x="24399" y="9807"/>
                      <a:pt x="19637" y="9903"/>
                    </a:cubicBezTo>
                    <a:cubicBezTo>
                      <a:pt x="16398" y="9998"/>
                      <a:pt x="13064" y="11236"/>
                      <a:pt x="10778" y="13522"/>
                    </a:cubicBezTo>
                    <a:cubicBezTo>
                      <a:pt x="8588" y="15713"/>
                      <a:pt x="6968" y="19237"/>
                      <a:pt x="7159" y="22380"/>
                    </a:cubicBezTo>
                    <a:cubicBezTo>
                      <a:pt x="7349" y="25619"/>
                      <a:pt x="8397" y="28953"/>
                      <a:pt x="10778" y="31239"/>
                    </a:cubicBezTo>
                    <a:cubicBezTo>
                      <a:pt x="13160" y="33429"/>
                      <a:pt x="16208" y="34953"/>
                      <a:pt x="19637" y="34858"/>
                    </a:cubicBezTo>
                    <a:cubicBezTo>
                      <a:pt x="28971" y="34668"/>
                      <a:pt x="38401" y="33525"/>
                      <a:pt x="47545" y="31524"/>
                    </a:cubicBezTo>
                    <a:cubicBezTo>
                      <a:pt x="50498" y="30858"/>
                      <a:pt x="53546" y="28381"/>
                      <a:pt x="54974" y="25809"/>
                    </a:cubicBezTo>
                    <a:cubicBezTo>
                      <a:pt x="56498" y="23142"/>
                      <a:pt x="57165" y="19142"/>
                      <a:pt x="56213" y="16189"/>
                    </a:cubicBezTo>
                    <a:cubicBezTo>
                      <a:pt x="55260" y="13141"/>
                      <a:pt x="53355" y="10284"/>
                      <a:pt x="50498" y="8760"/>
                    </a:cubicBezTo>
                    <a:cubicBezTo>
                      <a:pt x="47354" y="7140"/>
                      <a:pt x="44116" y="6759"/>
                      <a:pt x="40782" y="7521"/>
                    </a:cubicBezTo>
                    <a:lnTo>
                      <a:pt x="40782" y="7521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任意多边形 49"/>
          <p:cNvSpPr/>
          <p:nvPr/>
        </p:nvSpPr>
        <p:spPr>
          <a:xfrm>
            <a:off x="1059543" y="4219760"/>
            <a:ext cx="1990691" cy="586283"/>
          </a:xfrm>
          <a:custGeom>
            <a:avLst/>
            <a:gdLst>
              <a:gd name="connsiteX0" fmla="*/ 2479495 w 2907667"/>
              <a:gd name="connsiteY0" fmla="*/ 428171 h 856344"/>
              <a:gd name="connsiteX1" fmla="*/ 2479495 w 2907667"/>
              <a:gd name="connsiteY1" fmla="*/ 428173 h 856344"/>
              <a:gd name="connsiteX2" fmla="*/ 2479496 w 2907667"/>
              <a:gd name="connsiteY2" fmla="*/ 428172 h 856344"/>
              <a:gd name="connsiteX3" fmla="*/ 428171 w 2907667"/>
              <a:gd name="connsiteY3" fmla="*/ 0 h 856344"/>
              <a:gd name="connsiteX4" fmla="*/ 2051324 w 2907667"/>
              <a:gd name="connsiteY4" fmla="*/ 0 h 856344"/>
              <a:gd name="connsiteX5" fmla="*/ 2479495 w 2907667"/>
              <a:gd name="connsiteY5" fmla="*/ 0 h 856344"/>
              <a:gd name="connsiteX6" fmla="*/ 2479496 w 2907667"/>
              <a:gd name="connsiteY6" fmla="*/ 0 h 856344"/>
              <a:gd name="connsiteX7" fmla="*/ 2907667 w 2907667"/>
              <a:gd name="connsiteY7" fmla="*/ 428172 h 856344"/>
              <a:gd name="connsiteX8" fmla="*/ 2479496 w 2907667"/>
              <a:gd name="connsiteY8" fmla="*/ 856343 h 856344"/>
              <a:gd name="connsiteX9" fmla="*/ 2479495 w 2907667"/>
              <a:gd name="connsiteY9" fmla="*/ 856343 h 856344"/>
              <a:gd name="connsiteX10" fmla="*/ 2051324 w 2907667"/>
              <a:gd name="connsiteY10" fmla="*/ 856343 h 856344"/>
              <a:gd name="connsiteX11" fmla="*/ 428173 w 2907667"/>
              <a:gd name="connsiteY11" fmla="*/ 856343 h 856344"/>
              <a:gd name="connsiteX12" fmla="*/ 428172 w 2907667"/>
              <a:gd name="connsiteY12" fmla="*/ 856344 h 856344"/>
              <a:gd name="connsiteX13" fmla="*/ 0 w 2907667"/>
              <a:gd name="connsiteY13" fmla="*/ 856344 h 856344"/>
              <a:gd name="connsiteX14" fmla="*/ 428171 w 2907667"/>
              <a:gd name="connsiteY14" fmla="*/ 428174 h 856344"/>
              <a:gd name="connsiteX15" fmla="*/ 428171 w 2907667"/>
              <a:gd name="connsiteY15" fmla="*/ 428172 h 856344"/>
              <a:gd name="connsiteX16" fmla="*/ 0 w 2907667"/>
              <a:gd name="connsiteY16" fmla="*/ 1 h 856344"/>
              <a:gd name="connsiteX17" fmla="*/ 428171 w 2907667"/>
              <a:gd name="connsiteY17" fmla="*/ 1 h 856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907667" h="856344">
                <a:moveTo>
                  <a:pt x="2479495" y="428171"/>
                </a:moveTo>
                <a:lnTo>
                  <a:pt x="2479495" y="428173"/>
                </a:lnTo>
                <a:lnTo>
                  <a:pt x="2479496" y="428172"/>
                </a:lnTo>
                <a:close/>
                <a:moveTo>
                  <a:pt x="428171" y="0"/>
                </a:moveTo>
                <a:lnTo>
                  <a:pt x="2051324" y="0"/>
                </a:lnTo>
                <a:lnTo>
                  <a:pt x="2479495" y="0"/>
                </a:lnTo>
                <a:lnTo>
                  <a:pt x="2479496" y="0"/>
                </a:lnTo>
                <a:lnTo>
                  <a:pt x="2907667" y="428172"/>
                </a:lnTo>
                <a:lnTo>
                  <a:pt x="2479496" y="856343"/>
                </a:lnTo>
                <a:lnTo>
                  <a:pt x="2479495" y="856343"/>
                </a:lnTo>
                <a:lnTo>
                  <a:pt x="2051324" y="856343"/>
                </a:lnTo>
                <a:lnTo>
                  <a:pt x="428173" y="856343"/>
                </a:lnTo>
                <a:lnTo>
                  <a:pt x="428172" y="856344"/>
                </a:lnTo>
                <a:lnTo>
                  <a:pt x="0" y="856344"/>
                </a:lnTo>
                <a:lnTo>
                  <a:pt x="428171" y="428174"/>
                </a:lnTo>
                <a:lnTo>
                  <a:pt x="428171" y="428172"/>
                </a:lnTo>
                <a:lnTo>
                  <a:pt x="0" y="1"/>
                </a:lnTo>
                <a:lnTo>
                  <a:pt x="428171" y="1"/>
                </a:lnTo>
                <a:close/>
              </a:path>
            </a:pathLst>
          </a:custGeom>
          <a:solidFill>
            <a:srgbClr val="96BA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任意多边形 50"/>
          <p:cNvSpPr/>
          <p:nvPr/>
        </p:nvSpPr>
        <p:spPr>
          <a:xfrm>
            <a:off x="3091543" y="4219760"/>
            <a:ext cx="1990691" cy="586283"/>
          </a:xfrm>
          <a:custGeom>
            <a:avLst/>
            <a:gdLst>
              <a:gd name="connsiteX0" fmla="*/ 2479495 w 2907667"/>
              <a:gd name="connsiteY0" fmla="*/ 428171 h 856344"/>
              <a:gd name="connsiteX1" fmla="*/ 2479495 w 2907667"/>
              <a:gd name="connsiteY1" fmla="*/ 428173 h 856344"/>
              <a:gd name="connsiteX2" fmla="*/ 2479496 w 2907667"/>
              <a:gd name="connsiteY2" fmla="*/ 428172 h 856344"/>
              <a:gd name="connsiteX3" fmla="*/ 428171 w 2907667"/>
              <a:gd name="connsiteY3" fmla="*/ 0 h 856344"/>
              <a:gd name="connsiteX4" fmla="*/ 2051324 w 2907667"/>
              <a:gd name="connsiteY4" fmla="*/ 0 h 856344"/>
              <a:gd name="connsiteX5" fmla="*/ 2479495 w 2907667"/>
              <a:gd name="connsiteY5" fmla="*/ 0 h 856344"/>
              <a:gd name="connsiteX6" fmla="*/ 2479496 w 2907667"/>
              <a:gd name="connsiteY6" fmla="*/ 0 h 856344"/>
              <a:gd name="connsiteX7" fmla="*/ 2907667 w 2907667"/>
              <a:gd name="connsiteY7" fmla="*/ 428172 h 856344"/>
              <a:gd name="connsiteX8" fmla="*/ 2479496 w 2907667"/>
              <a:gd name="connsiteY8" fmla="*/ 856343 h 856344"/>
              <a:gd name="connsiteX9" fmla="*/ 2479495 w 2907667"/>
              <a:gd name="connsiteY9" fmla="*/ 856343 h 856344"/>
              <a:gd name="connsiteX10" fmla="*/ 2051324 w 2907667"/>
              <a:gd name="connsiteY10" fmla="*/ 856343 h 856344"/>
              <a:gd name="connsiteX11" fmla="*/ 428173 w 2907667"/>
              <a:gd name="connsiteY11" fmla="*/ 856343 h 856344"/>
              <a:gd name="connsiteX12" fmla="*/ 428172 w 2907667"/>
              <a:gd name="connsiteY12" fmla="*/ 856344 h 856344"/>
              <a:gd name="connsiteX13" fmla="*/ 0 w 2907667"/>
              <a:gd name="connsiteY13" fmla="*/ 856344 h 856344"/>
              <a:gd name="connsiteX14" fmla="*/ 428171 w 2907667"/>
              <a:gd name="connsiteY14" fmla="*/ 428174 h 856344"/>
              <a:gd name="connsiteX15" fmla="*/ 428171 w 2907667"/>
              <a:gd name="connsiteY15" fmla="*/ 428172 h 856344"/>
              <a:gd name="connsiteX16" fmla="*/ 0 w 2907667"/>
              <a:gd name="connsiteY16" fmla="*/ 1 h 856344"/>
              <a:gd name="connsiteX17" fmla="*/ 428171 w 2907667"/>
              <a:gd name="connsiteY17" fmla="*/ 1 h 856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907667" h="856344">
                <a:moveTo>
                  <a:pt x="2479495" y="428171"/>
                </a:moveTo>
                <a:lnTo>
                  <a:pt x="2479495" y="428173"/>
                </a:lnTo>
                <a:lnTo>
                  <a:pt x="2479496" y="428172"/>
                </a:lnTo>
                <a:close/>
                <a:moveTo>
                  <a:pt x="428171" y="0"/>
                </a:moveTo>
                <a:lnTo>
                  <a:pt x="2051324" y="0"/>
                </a:lnTo>
                <a:lnTo>
                  <a:pt x="2479495" y="0"/>
                </a:lnTo>
                <a:lnTo>
                  <a:pt x="2479496" y="0"/>
                </a:lnTo>
                <a:lnTo>
                  <a:pt x="2907667" y="428172"/>
                </a:lnTo>
                <a:lnTo>
                  <a:pt x="2479496" y="856343"/>
                </a:lnTo>
                <a:lnTo>
                  <a:pt x="2479495" y="856343"/>
                </a:lnTo>
                <a:lnTo>
                  <a:pt x="2051324" y="856343"/>
                </a:lnTo>
                <a:lnTo>
                  <a:pt x="428173" y="856343"/>
                </a:lnTo>
                <a:lnTo>
                  <a:pt x="428172" y="856344"/>
                </a:lnTo>
                <a:lnTo>
                  <a:pt x="0" y="856344"/>
                </a:lnTo>
                <a:lnTo>
                  <a:pt x="428171" y="428174"/>
                </a:lnTo>
                <a:lnTo>
                  <a:pt x="428171" y="428172"/>
                </a:lnTo>
                <a:lnTo>
                  <a:pt x="0" y="1"/>
                </a:lnTo>
                <a:lnTo>
                  <a:pt x="428171" y="1"/>
                </a:lnTo>
                <a:close/>
              </a:path>
            </a:pathLst>
          </a:custGeom>
          <a:solidFill>
            <a:srgbClr val="E7AC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任意多边形 51"/>
          <p:cNvSpPr/>
          <p:nvPr/>
        </p:nvSpPr>
        <p:spPr>
          <a:xfrm>
            <a:off x="5123543" y="4219760"/>
            <a:ext cx="1990691" cy="586283"/>
          </a:xfrm>
          <a:custGeom>
            <a:avLst/>
            <a:gdLst>
              <a:gd name="connsiteX0" fmla="*/ 2479495 w 2907667"/>
              <a:gd name="connsiteY0" fmla="*/ 428171 h 856344"/>
              <a:gd name="connsiteX1" fmla="*/ 2479495 w 2907667"/>
              <a:gd name="connsiteY1" fmla="*/ 428173 h 856344"/>
              <a:gd name="connsiteX2" fmla="*/ 2479496 w 2907667"/>
              <a:gd name="connsiteY2" fmla="*/ 428172 h 856344"/>
              <a:gd name="connsiteX3" fmla="*/ 428171 w 2907667"/>
              <a:gd name="connsiteY3" fmla="*/ 0 h 856344"/>
              <a:gd name="connsiteX4" fmla="*/ 2051324 w 2907667"/>
              <a:gd name="connsiteY4" fmla="*/ 0 h 856344"/>
              <a:gd name="connsiteX5" fmla="*/ 2479495 w 2907667"/>
              <a:gd name="connsiteY5" fmla="*/ 0 h 856344"/>
              <a:gd name="connsiteX6" fmla="*/ 2479496 w 2907667"/>
              <a:gd name="connsiteY6" fmla="*/ 0 h 856344"/>
              <a:gd name="connsiteX7" fmla="*/ 2907667 w 2907667"/>
              <a:gd name="connsiteY7" fmla="*/ 428172 h 856344"/>
              <a:gd name="connsiteX8" fmla="*/ 2479496 w 2907667"/>
              <a:gd name="connsiteY8" fmla="*/ 856343 h 856344"/>
              <a:gd name="connsiteX9" fmla="*/ 2479495 w 2907667"/>
              <a:gd name="connsiteY9" fmla="*/ 856343 h 856344"/>
              <a:gd name="connsiteX10" fmla="*/ 2051324 w 2907667"/>
              <a:gd name="connsiteY10" fmla="*/ 856343 h 856344"/>
              <a:gd name="connsiteX11" fmla="*/ 428173 w 2907667"/>
              <a:gd name="connsiteY11" fmla="*/ 856343 h 856344"/>
              <a:gd name="connsiteX12" fmla="*/ 428172 w 2907667"/>
              <a:gd name="connsiteY12" fmla="*/ 856344 h 856344"/>
              <a:gd name="connsiteX13" fmla="*/ 0 w 2907667"/>
              <a:gd name="connsiteY13" fmla="*/ 856344 h 856344"/>
              <a:gd name="connsiteX14" fmla="*/ 428171 w 2907667"/>
              <a:gd name="connsiteY14" fmla="*/ 428174 h 856344"/>
              <a:gd name="connsiteX15" fmla="*/ 428171 w 2907667"/>
              <a:gd name="connsiteY15" fmla="*/ 428172 h 856344"/>
              <a:gd name="connsiteX16" fmla="*/ 0 w 2907667"/>
              <a:gd name="connsiteY16" fmla="*/ 1 h 856344"/>
              <a:gd name="connsiteX17" fmla="*/ 428171 w 2907667"/>
              <a:gd name="connsiteY17" fmla="*/ 1 h 856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907667" h="856344">
                <a:moveTo>
                  <a:pt x="2479495" y="428171"/>
                </a:moveTo>
                <a:lnTo>
                  <a:pt x="2479495" y="428173"/>
                </a:lnTo>
                <a:lnTo>
                  <a:pt x="2479496" y="428172"/>
                </a:lnTo>
                <a:close/>
                <a:moveTo>
                  <a:pt x="428171" y="0"/>
                </a:moveTo>
                <a:lnTo>
                  <a:pt x="2051324" y="0"/>
                </a:lnTo>
                <a:lnTo>
                  <a:pt x="2479495" y="0"/>
                </a:lnTo>
                <a:lnTo>
                  <a:pt x="2479496" y="0"/>
                </a:lnTo>
                <a:lnTo>
                  <a:pt x="2907667" y="428172"/>
                </a:lnTo>
                <a:lnTo>
                  <a:pt x="2479496" y="856343"/>
                </a:lnTo>
                <a:lnTo>
                  <a:pt x="2479495" y="856343"/>
                </a:lnTo>
                <a:lnTo>
                  <a:pt x="2051324" y="856343"/>
                </a:lnTo>
                <a:lnTo>
                  <a:pt x="428173" y="856343"/>
                </a:lnTo>
                <a:lnTo>
                  <a:pt x="428172" y="856344"/>
                </a:lnTo>
                <a:lnTo>
                  <a:pt x="0" y="856344"/>
                </a:lnTo>
                <a:lnTo>
                  <a:pt x="428171" y="428174"/>
                </a:lnTo>
                <a:lnTo>
                  <a:pt x="428171" y="428172"/>
                </a:lnTo>
                <a:lnTo>
                  <a:pt x="0" y="1"/>
                </a:lnTo>
                <a:lnTo>
                  <a:pt x="428171" y="1"/>
                </a:lnTo>
                <a:close/>
              </a:path>
            </a:pathLst>
          </a:custGeom>
          <a:solidFill>
            <a:srgbClr val="96BA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任意多边形 52"/>
          <p:cNvSpPr/>
          <p:nvPr/>
        </p:nvSpPr>
        <p:spPr>
          <a:xfrm>
            <a:off x="7155543" y="4219760"/>
            <a:ext cx="1990691" cy="586283"/>
          </a:xfrm>
          <a:custGeom>
            <a:avLst/>
            <a:gdLst>
              <a:gd name="connsiteX0" fmla="*/ 2479495 w 2907667"/>
              <a:gd name="connsiteY0" fmla="*/ 428171 h 856344"/>
              <a:gd name="connsiteX1" fmla="*/ 2479495 w 2907667"/>
              <a:gd name="connsiteY1" fmla="*/ 428173 h 856344"/>
              <a:gd name="connsiteX2" fmla="*/ 2479496 w 2907667"/>
              <a:gd name="connsiteY2" fmla="*/ 428172 h 856344"/>
              <a:gd name="connsiteX3" fmla="*/ 428171 w 2907667"/>
              <a:gd name="connsiteY3" fmla="*/ 0 h 856344"/>
              <a:gd name="connsiteX4" fmla="*/ 2051324 w 2907667"/>
              <a:gd name="connsiteY4" fmla="*/ 0 h 856344"/>
              <a:gd name="connsiteX5" fmla="*/ 2479495 w 2907667"/>
              <a:gd name="connsiteY5" fmla="*/ 0 h 856344"/>
              <a:gd name="connsiteX6" fmla="*/ 2479496 w 2907667"/>
              <a:gd name="connsiteY6" fmla="*/ 0 h 856344"/>
              <a:gd name="connsiteX7" fmla="*/ 2907667 w 2907667"/>
              <a:gd name="connsiteY7" fmla="*/ 428172 h 856344"/>
              <a:gd name="connsiteX8" fmla="*/ 2479496 w 2907667"/>
              <a:gd name="connsiteY8" fmla="*/ 856343 h 856344"/>
              <a:gd name="connsiteX9" fmla="*/ 2479495 w 2907667"/>
              <a:gd name="connsiteY9" fmla="*/ 856343 h 856344"/>
              <a:gd name="connsiteX10" fmla="*/ 2051324 w 2907667"/>
              <a:gd name="connsiteY10" fmla="*/ 856343 h 856344"/>
              <a:gd name="connsiteX11" fmla="*/ 428173 w 2907667"/>
              <a:gd name="connsiteY11" fmla="*/ 856343 h 856344"/>
              <a:gd name="connsiteX12" fmla="*/ 428172 w 2907667"/>
              <a:gd name="connsiteY12" fmla="*/ 856344 h 856344"/>
              <a:gd name="connsiteX13" fmla="*/ 0 w 2907667"/>
              <a:gd name="connsiteY13" fmla="*/ 856344 h 856344"/>
              <a:gd name="connsiteX14" fmla="*/ 428171 w 2907667"/>
              <a:gd name="connsiteY14" fmla="*/ 428174 h 856344"/>
              <a:gd name="connsiteX15" fmla="*/ 428171 w 2907667"/>
              <a:gd name="connsiteY15" fmla="*/ 428172 h 856344"/>
              <a:gd name="connsiteX16" fmla="*/ 0 w 2907667"/>
              <a:gd name="connsiteY16" fmla="*/ 1 h 856344"/>
              <a:gd name="connsiteX17" fmla="*/ 428171 w 2907667"/>
              <a:gd name="connsiteY17" fmla="*/ 1 h 856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907667" h="856344">
                <a:moveTo>
                  <a:pt x="2479495" y="428171"/>
                </a:moveTo>
                <a:lnTo>
                  <a:pt x="2479495" y="428173"/>
                </a:lnTo>
                <a:lnTo>
                  <a:pt x="2479496" y="428172"/>
                </a:lnTo>
                <a:close/>
                <a:moveTo>
                  <a:pt x="428171" y="0"/>
                </a:moveTo>
                <a:lnTo>
                  <a:pt x="2051324" y="0"/>
                </a:lnTo>
                <a:lnTo>
                  <a:pt x="2479495" y="0"/>
                </a:lnTo>
                <a:lnTo>
                  <a:pt x="2479496" y="0"/>
                </a:lnTo>
                <a:lnTo>
                  <a:pt x="2907667" y="428172"/>
                </a:lnTo>
                <a:lnTo>
                  <a:pt x="2479496" y="856343"/>
                </a:lnTo>
                <a:lnTo>
                  <a:pt x="2479495" y="856343"/>
                </a:lnTo>
                <a:lnTo>
                  <a:pt x="2051324" y="856343"/>
                </a:lnTo>
                <a:lnTo>
                  <a:pt x="428173" y="856343"/>
                </a:lnTo>
                <a:lnTo>
                  <a:pt x="428172" y="856344"/>
                </a:lnTo>
                <a:lnTo>
                  <a:pt x="0" y="856344"/>
                </a:lnTo>
                <a:lnTo>
                  <a:pt x="428171" y="428174"/>
                </a:lnTo>
                <a:lnTo>
                  <a:pt x="428171" y="428172"/>
                </a:lnTo>
                <a:lnTo>
                  <a:pt x="0" y="1"/>
                </a:lnTo>
                <a:lnTo>
                  <a:pt x="428171" y="1"/>
                </a:lnTo>
                <a:close/>
              </a:path>
            </a:pathLst>
          </a:custGeom>
          <a:solidFill>
            <a:srgbClr val="FA8A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4" name="任意多边形 53"/>
          <p:cNvSpPr/>
          <p:nvPr/>
        </p:nvSpPr>
        <p:spPr>
          <a:xfrm>
            <a:off x="9187543" y="4219760"/>
            <a:ext cx="1990691" cy="586283"/>
          </a:xfrm>
          <a:custGeom>
            <a:avLst/>
            <a:gdLst>
              <a:gd name="connsiteX0" fmla="*/ 2479495 w 2907667"/>
              <a:gd name="connsiteY0" fmla="*/ 428171 h 856344"/>
              <a:gd name="connsiteX1" fmla="*/ 2479495 w 2907667"/>
              <a:gd name="connsiteY1" fmla="*/ 428173 h 856344"/>
              <a:gd name="connsiteX2" fmla="*/ 2479496 w 2907667"/>
              <a:gd name="connsiteY2" fmla="*/ 428172 h 856344"/>
              <a:gd name="connsiteX3" fmla="*/ 428171 w 2907667"/>
              <a:gd name="connsiteY3" fmla="*/ 0 h 856344"/>
              <a:gd name="connsiteX4" fmla="*/ 2051324 w 2907667"/>
              <a:gd name="connsiteY4" fmla="*/ 0 h 856344"/>
              <a:gd name="connsiteX5" fmla="*/ 2479495 w 2907667"/>
              <a:gd name="connsiteY5" fmla="*/ 0 h 856344"/>
              <a:gd name="connsiteX6" fmla="*/ 2479496 w 2907667"/>
              <a:gd name="connsiteY6" fmla="*/ 0 h 856344"/>
              <a:gd name="connsiteX7" fmla="*/ 2907667 w 2907667"/>
              <a:gd name="connsiteY7" fmla="*/ 428172 h 856344"/>
              <a:gd name="connsiteX8" fmla="*/ 2479496 w 2907667"/>
              <a:gd name="connsiteY8" fmla="*/ 856343 h 856344"/>
              <a:gd name="connsiteX9" fmla="*/ 2479495 w 2907667"/>
              <a:gd name="connsiteY9" fmla="*/ 856343 h 856344"/>
              <a:gd name="connsiteX10" fmla="*/ 2051324 w 2907667"/>
              <a:gd name="connsiteY10" fmla="*/ 856343 h 856344"/>
              <a:gd name="connsiteX11" fmla="*/ 428173 w 2907667"/>
              <a:gd name="connsiteY11" fmla="*/ 856343 h 856344"/>
              <a:gd name="connsiteX12" fmla="*/ 428172 w 2907667"/>
              <a:gd name="connsiteY12" fmla="*/ 856344 h 856344"/>
              <a:gd name="connsiteX13" fmla="*/ 0 w 2907667"/>
              <a:gd name="connsiteY13" fmla="*/ 856344 h 856344"/>
              <a:gd name="connsiteX14" fmla="*/ 428171 w 2907667"/>
              <a:gd name="connsiteY14" fmla="*/ 428174 h 856344"/>
              <a:gd name="connsiteX15" fmla="*/ 428171 w 2907667"/>
              <a:gd name="connsiteY15" fmla="*/ 428172 h 856344"/>
              <a:gd name="connsiteX16" fmla="*/ 0 w 2907667"/>
              <a:gd name="connsiteY16" fmla="*/ 1 h 856344"/>
              <a:gd name="connsiteX17" fmla="*/ 428171 w 2907667"/>
              <a:gd name="connsiteY17" fmla="*/ 1 h 856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907667" h="856344">
                <a:moveTo>
                  <a:pt x="2479495" y="428171"/>
                </a:moveTo>
                <a:lnTo>
                  <a:pt x="2479495" y="428173"/>
                </a:lnTo>
                <a:lnTo>
                  <a:pt x="2479496" y="428172"/>
                </a:lnTo>
                <a:close/>
                <a:moveTo>
                  <a:pt x="428171" y="0"/>
                </a:moveTo>
                <a:lnTo>
                  <a:pt x="2051324" y="0"/>
                </a:lnTo>
                <a:lnTo>
                  <a:pt x="2479495" y="0"/>
                </a:lnTo>
                <a:lnTo>
                  <a:pt x="2479496" y="0"/>
                </a:lnTo>
                <a:lnTo>
                  <a:pt x="2907667" y="428172"/>
                </a:lnTo>
                <a:lnTo>
                  <a:pt x="2479496" y="856343"/>
                </a:lnTo>
                <a:lnTo>
                  <a:pt x="2479495" y="856343"/>
                </a:lnTo>
                <a:lnTo>
                  <a:pt x="2051324" y="856343"/>
                </a:lnTo>
                <a:lnTo>
                  <a:pt x="428173" y="856343"/>
                </a:lnTo>
                <a:lnTo>
                  <a:pt x="428172" y="856344"/>
                </a:lnTo>
                <a:lnTo>
                  <a:pt x="0" y="856344"/>
                </a:lnTo>
                <a:lnTo>
                  <a:pt x="428171" y="428174"/>
                </a:lnTo>
                <a:lnTo>
                  <a:pt x="428171" y="428172"/>
                </a:lnTo>
                <a:lnTo>
                  <a:pt x="0" y="1"/>
                </a:lnTo>
                <a:lnTo>
                  <a:pt x="428171" y="1"/>
                </a:lnTo>
                <a:close/>
              </a:path>
            </a:pathLst>
          </a:custGeom>
          <a:solidFill>
            <a:srgbClr val="96BA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1436607" y="4353808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cs typeface="+mn-ea"/>
                <a:sym typeface="+mn-lt"/>
              </a:rPr>
              <a:t>项目名称</a:t>
            </a:r>
            <a:endParaRPr lang="zh-CN" altLang="en-US" sz="2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3481595" y="4353808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cs typeface="+mn-ea"/>
                <a:sym typeface="+mn-lt"/>
              </a:rPr>
              <a:t>项目名称</a:t>
            </a:r>
            <a:endParaRPr lang="zh-CN" altLang="en-US" sz="2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5568088" y="4346894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cs typeface="+mn-ea"/>
                <a:sym typeface="+mn-lt"/>
              </a:rPr>
              <a:t>项目名称</a:t>
            </a:r>
            <a:endParaRPr lang="zh-CN" altLang="en-US" sz="2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7545595" y="4328235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cs typeface="+mn-ea"/>
                <a:sym typeface="+mn-lt"/>
              </a:rPr>
              <a:t>项目名称</a:t>
            </a:r>
            <a:endParaRPr lang="zh-CN" altLang="en-US" sz="2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9577595" y="4328235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cs typeface="+mn-ea"/>
                <a:sym typeface="+mn-lt"/>
              </a:rPr>
              <a:t>项目名称</a:t>
            </a:r>
            <a:endParaRPr lang="zh-CN" altLang="en-US" sz="2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0" name="arrow-pointing-left-circular-button_20407"/>
          <p:cNvSpPr>
            <a:spLocks noChangeAspect="1"/>
          </p:cNvSpPr>
          <p:nvPr/>
        </p:nvSpPr>
        <p:spPr bwMode="auto">
          <a:xfrm>
            <a:off x="1667697" y="3248393"/>
            <a:ext cx="596531" cy="595770"/>
          </a:xfrm>
          <a:custGeom>
            <a:avLst/>
            <a:gdLst>
              <a:gd name="T0" fmla="*/ 2307 w 4612"/>
              <a:gd name="T1" fmla="*/ 4614 h 4614"/>
              <a:gd name="T2" fmla="*/ 0 w 4612"/>
              <a:gd name="T3" fmla="*/ 2307 h 4614"/>
              <a:gd name="T4" fmla="*/ 2307 w 4612"/>
              <a:gd name="T5" fmla="*/ 0 h 4614"/>
              <a:gd name="T6" fmla="*/ 4612 w 4612"/>
              <a:gd name="T7" fmla="*/ 2227 h 4614"/>
              <a:gd name="T8" fmla="*/ 2031 w 4612"/>
              <a:gd name="T9" fmla="*/ 2222 h 4614"/>
              <a:gd name="T10" fmla="*/ 2479 w 4612"/>
              <a:gd name="T11" fmla="*/ 1775 h 4614"/>
              <a:gd name="T12" fmla="*/ 2367 w 4612"/>
              <a:gd name="T13" fmla="*/ 1662 h 4614"/>
              <a:gd name="T14" fmla="*/ 1727 w 4612"/>
              <a:gd name="T15" fmla="*/ 2302 h 4614"/>
              <a:gd name="T16" fmla="*/ 2378 w 4612"/>
              <a:gd name="T17" fmla="*/ 2952 h 4614"/>
              <a:gd name="T18" fmla="*/ 2490 w 4612"/>
              <a:gd name="T19" fmla="*/ 2840 h 4614"/>
              <a:gd name="T20" fmla="*/ 2032 w 4612"/>
              <a:gd name="T21" fmla="*/ 2381 h 4614"/>
              <a:gd name="T22" fmla="*/ 4612 w 4612"/>
              <a:gd name="T23" fmla="*/ 2387 h 4614"/>
              <a:gd name="T24" fmla="*/ 2307 w 4612"/>
              <a:gd name="T25" fmla="*/ 4614 h 46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612" h="4614">
                <a:moveTo>
                  <a:pt x="2307" y="4614"/>
                </a:moveTo>
                <a:cubicBezTo>
                  <a:pt x="1035" y="4614"/>
                  <a:pt x="0" y="3579"/>
                  <a:pt x="0" y="2307"/>
                </a:cubicBezTo>
                <a:cubicBezTo>
                  <a:pt x="0" y="1035"/>
                  <a:pt x="1035" y="0"/>
                  <a:pt x="2307" y="0"/>
                </a:cubicBezTo>
                <a:cubicBezTo>
                  <a:pt x="3553" y="0"/>
                  <a:pt x="4570" y="992"/>
                  <a:pt x="4612" y="2227"/>
                </a:cubicBezTo>
                <a:lnTo>
                  <a:pt x="2031" y="2222"/>
                </a:lnTo>
                <a:lnTo>
                  <a:pt x="2479" y="1775"/>
                </a:lnTo>
                <a:lnTo>
                  <a:pt x="2367" y="1662"/>
                </a:lnTo>
                <a:lnTo>
                  <a:pt x="1727" y="2302"/>
                </a:lnTo>
                <a:lnTo>
                  <a:pt x="2378" y="2952"/>
                </a:lnTo>
                <a:lnTo>
                  <a:pt x="2490" y="2840"/>
                </a:lnTo>
                <a:lnTo>
                  <a:pt x="2032" y="2381"/>
                </a:lnTo>
                <a:lnTo>
                  <a:pt x="4612" y="2387"/>
                </a:lnTo>
                <a:cubicBezTo>
                  <a:pt x="4570" y="3622"/>
                  <a:pt x="3553" y="4614"/>
                  <a:pt x="2307" y="4614"/>
                </a:cubicBezTo>
                <a:close/>
              </a:path>
            </a:pathLst>
          </a:custGeom>
          <a:solidFill>
            <a:srgbClr val="96BADB"/>
          </a:solidFill>
          <a:ln>
            <a:noFill/>
          </a:ln>
        </p:spPr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1122082" y="4976232"/>
            <a:ext cx="1730518" cy="602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项目描述单击此处添加简短说明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2" name="arrow-pointing-left-circular-button_20407"/>
          <p:cNvSpPr>
            <a:spLocks noChangeAspect="1"/>
          </p:cNvSpPr>
          <p:nvPr/>
        </p:nvSpPr>
        <p:spPr bwMode="auto">
          <a:xfrm>
            <a:off x="3826574" y="3248393"/>
            <a:ext cx="596531" cy="595770"/>
          </a:xfrm>
          <a:custGeom>
            <a:avLst/>
            <a:gdLst>
              <a:gd name="T0" fmla="*/ 2307 w 4612"/>
              <a:gd name="T1" fmla="*/ 4614 h 4614"/>
              <a:gd name="T2" fmla="*/ 0 w 4612"/>
              <a:gd name="T3" fmla="*/ 2307 h 4614"/>
              <a:gd name="T4" fmla="*/ 2307 w 4612"/>
              <a:gd name="T5" fmla="*/ 0 h 4614"/>
              <a:gd name="T6" fmla="*/ 4612 w 4612"/>
              <a:gd name="T7" fmla="*/ 2227 h 4614"/>
              <a:gd name="T8" fmla="*/ 2031 w 4612"/>
              <a:gd name="T9" fmla="*/ 2222 h 4614"/>
              <a:gd name="T10" fmla="*/ 2479 w 4612"/>
              <a:gd name="T11" fmla="*/ 1775 h 4614"/>
              <a:gd name="T12" fmla="*/ 2367 w 4612"/>
              <a:gd name="T13" fmla="*/ 1662 h 4614"/>
              <a:gd name="T14" fmla="*/ 1727 w 4612"/>
              <a:gd name="T15" fmla="*/ 2302 h 4614"/>
              <a:gd name="T16" fmla="*/ 2378 w 4612"/>
              <a:gd name="T17" fmla="*/ 2952 h 4614"/>
              <a:gd name="T18" fmla="*/ 2490 w 4612"/>
              <a:gd name="T19" fmla="*/ 2840 h 4614"/>
              <a:gd name="T20" fmla="*/ 2032 w 4612"/>
              <a:gd name="T21" fmla="*/ 2381 h 4614"/>
              <a:gd name="T22" fmla="*/ 4612 w 4612"/>
              <a:gd name="T23" fmla="*/ 2387 h 4614"/>
              <a:gd name="T24" fmla="*/ 2307 w 4612"/>
              <a:gd name="T25" fmla="*/ 4614 h 46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612" h="4614">
                <a:moveTo>
                  <a:pt x="2307" y="4614"/>
                </a:moveTo>
                <a:cubicBezTo>
                  <a:pt x="1035" y="4614"/>
                  <a:pt x="0" y="3579"/>
                  <a:pt x="0" y="2307"/>
                </a:cubicBezTo>
                <a:cubicBezTo>
                  <a:pt x="0" y="1035"/>
                  <a:pt x="1035" y="0"/>
                  <a:pt x="2307" y="0"/>
                </a:cubicBezTo>
                <a:cubicBezTo>
                  <a:pt x="3553" y="0"/>
                  <a:pt x="4570" y="992"/>
                  <a:pt x="4612" y="2227"/>
                </a:cubicBezTo>
                <a:lnTo>
                  <a:pt x="2031" y="2222"/>
                </a:lnTo>
                <a:lnTo>
                  <a:pt x="2479" y="1775"/>
                </a:lnTo>
                <a:lnTo>
                  <a:pt x="2367" y="1662"/>
                </a:lnTo>
                <a:lnTo>
                  <a:pt x="1727" y="2302"/>
                </a:lnTo>
                <a:lnTo>
                  <a:pt x="2378" y="2952"/>
                </a:lnTo>
                <a:lnTo>
                  <a:pt x="2490" y="2840"/>
                </a:lnTo>
                <a:lnTo>
                  <a:pt x="2032" y="2381"/>
                </a:lnTo>
                <a:lnTo>
                  <a:pt x="4612" y="2387"/>
                </a:lnTo>
                <a:cubicBezTo>
                  <a:pt x="4570" y="3622"/>
                  <a:pt x="3553" y="4614"/>
                  <a:pt x="2307" y="4614"/>
                </a:cubicBezTo>
                <a:close/>
              </a:path>
            </a:pathLst>
          </a:custGeom>
          <a:solidFill>
            <a:srgbClr val="E7AC17"/>
          </a:solidFill>
          <a:ln>
            <a:noFill/>
          </a:ln>
        </p:spPr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3280959" y="4976232"/>
            <a:ext cx="1730518" cy="602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项目描述单击此处添加简短说明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4" name="arrow-pointing-left-circular-button_20407"/>
          <p:cNvSpPr>
            <a:spLocks noChangeAspect="1"/>
          </p:cNvSpPr>
          <p:nvPr/>
        </p:nvSpPr>
        <p:spPr bwMode="auto">
          <a:xfrm>
            <a:off x="5823820" y="3248393"/>
            <a:ext cx="596531" cy="595770"/>
          </a:xfrm>
          <a:custGeom>
            <a:avLst/>
            <a:gdLst>
              <a:gd name="T0" fmla="*/ 2307 w 4612"/>
              <a:gd name="T1" fmla="*/ 4614 h 4614"/>
              <a:gd name="T2" fmla="*/ 0 w 4612"/>
              <a:gd name="T3" fmla="*/ 2307 h 4614"/>
              <a:gd name="T4" fmla="*/ 2307 w 4612"/>
              <a:gd name="T5" fmla="*/ 0 h 4614"/>
              <a:gd name="T6" fmla="*/ 4612 w 4612"/>
              <a:gd name="T7" fmla="*/ 2227 h 4614"/>
              <a:gd name="T8" fmla="*/ 2031 w 4612"/>
              <a:gd name="T9" fmla="*/ 2222 h 4614"/>
              <a:gd name="T10" fmla="*/ 2479 w 4612"/>
              <a:gd name="T11" fmla="*/ 1775 h 4614"/>
              <a:gd name="T12" fmla="*/ 2367 w 4612"/>
              <a:gd name="T13" fmla="*/ 1662 h 4614"/>
              <a:gd name="T14" fmla="*/ 1727 w 4612"/>
              <a:gd name="T15" fmla="*/ 2302 h 4614"/>
              <a:gd name="T16" fmla="*/ 2378 w 4612"/>
              <a:gd name="T17" fmla="*/ 2952 h 4614"/>
              <a:gd name="T18" fmla="*/ 2490 w 4612"/>
              <a:gd name="T19" fmla="*/ 2840 h 4614"/>
              <a:gd name="T20" fmla="*/ 2032 w 4612"/>
              <a:gd name="T21" fmla="*/ 2381 h 4614"/>
              <a:gd name="T22" fmla="*/ 4612 w 4612"/>
              <a:gd name="T23" fmla="*/ 2387 h 4614"/>
              <a:gd name="T24" fmla="*/ 2307 w 4612"/>
              <a:gd name="T25" fmla="*/ 4614 h 46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612" h="4614">
                <a:moveTo>
                  <a:pt x="2307" y="4614"/>
                </a:moveTo>
                <a:cubicBezTo>
                  <a:pt x="1035" y="4614"/>
                  <a:pt x="0" y="3579"/>
                  <a:pt x="0" y="2307"/>
                </a:cubicBezTo>
                <a:cubicBezTo>
                  <a:pt x="0" y="1035"/>
                  <a:pt x="1035" y="0"/>
                  <a:pt x="2307" y="0"/>
                </a:cubicBezTo>
                <a:cubicBezTo>
                  <a:pt x="3553" y="0"/>
                  <a:pt x="4570" y="992"/>
                  <a:pt x="4612" y="2227"/>
                </a:cubicBezTo>
                <a:lnTo>
                  <a:pt x="2031" y="2222"/>
                </a:lnTo>
                <a:lnTo>
                  <a:pt x="2479" y="1775"/>
                </a:lnTo>
                <a:lnTo>
                  <a:pt x="2367" y="1662"/>
                </a:lnTo>
                <a:lnTo>
                  <a:pt x="1727" y="2302"/>
                </a:lnTo>
                <a:lnTo>
                  <a:pt x="2378" y="2952"/>
                </a:lnTo>
                <a:lnTo>
                  <a:pt x="2490" y="2840"/>
                </a:lnTo>
                <a:lnTo>
                  <a:pt x="2032" y="2381"/>
                </a:lnTo>
                <a:lnTo>
                  <a:pt x="4612" y="2387"/>
                </a:lnTo>
                <a:cubicBezTo>
                  <a:pt x="4570" y="3622"/>
                  <a:pt x="3553" y="4614"/>
                  <a:pt x="2307" y="4614"/>
                </a:cubicBezTo>
                <a:close/>
              </a:path>
            </a:pathLst>
          </a:custGeom>
          <a:solidFill>
            <a:srgbClr val="96BADB"/>
          </a:solidFill>
          <a:ln>
            <a:noFill/>
          </a:ln>
        </p:spPr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5278205" y="4976232"/>
            <a:ext cx="1730518" cy="602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项目描述单击此处添加简短说明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6" name="arrow-pointing-left-circular-button_20407"/>
          <p:cNvSpPr>
            <a:spLocks noChangeAspect="1"/>
          </p:cNvSpPr>
          <p:nvPr/>
        </p:nvSpPr>
        <p:spPr bwMode="auto">
          <a:xfrm>
            <a:off x="7926577" y="3248393"/>
            <a:ext cx="596531" cy="595770"/>
          </a:xfrm>
          <a:custGeom>
            <a:avLst/>
            <a:gdLst>
              <a:gd name="T0" fmla="*/ 2307 w 4612"/>
              <a:gd name="T1" fmla="*/ 4614 h 4614"/>
              <a:gd name="T2" fmla="*/ 0 w 4612"/>
              <a:gd name="T3" fmla="*/ 2307 h 4614"/>
              <a:gd name="T4" fmla="*/ 2307 w 4612"/>
              <a:gd name="T5" fmla="*/ 0 h 4614"/>
              <a:gd name="T6" fmla="*/ 4612 w 4612"/>
              <a:gd name="T7" fmla="*/ 2227 h 4614"/>
              <a:gd name="T8" fmla="*/ 2031 w 4612"/>
              <a:gd name="T9" fmla="*/ 2222 h 4614"/>
              <a:gd name="T10" fmla="*/ 2479 w 4612"/>
              <a:gd name="T11" fmla="*/ 1775 h 4614"/>
              <a:gd name="T12" fmla="*/ 2367 w 4612"/>
              <a:gd name="T13" fmla="*/ 1662 h 4614"/>
              <a:gd name="T14" fmla="*/ 1727 w 4612"/>
              <a:gd name="T15" fmla="*/ 2302 h 4614"/>
              <a:gd name="T16" fmla="*/ 2378 w 4612"/>
              <a:gd name="T17" fmla="*/ 2952 h 4614"/>
              <a:gd name="T18" fmla="*/ 2490 w 4612"/>
              <a:gd name="T19" fmla="*/ 2840 h 4614"/>
              <a:gd name="T20" fmla="*/ 2032 w 4612"/>
              <a:gd name="T21" fmla="*/ 2381 h 4614"/>
              <a:gd name="T22" fmla="*/ 4612 w 4612"/>
              <a:gd name="T23" fmla="*/ 2387 h 4614"/>
              <a:gd name="T24" fmla="*/ 2307 w 4612"/>
              <a:gd name="T25" fmla="*/ 4614 h 46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612" h="4614">
                <a:moveTo>
                  <a:pt x="2307" y="4614"/>
                </a:moveTo>
                <a:cubicBezTo>
                  <a:pt x="1035" y="4614"/>
                  <a:pt x="0" y="3579"/>
                  <a:pt x="0" y="2307"/>
                </a:cubicBezTo>
                <a:cubicBezTo>
                  <a:pt x="0" y="1035"/>
                  <a:pt x="1035" y="0"/>
                  <a:pt x="2307" y="0"/>
                </a:cubicBezTo>
                <a:cubicBezTo>
                  <a:pt x="3553" y="0"/>
                  <a:pt x="4570" y="992"/>
                  <a:pt x="4612" y="2227"/>
                </a:cubicBezTo>
                <a:lnTo>
                  <a:pt x="2031" y="2222"/>
                </a:lnTo>
                <a:lnTo>
                  <a:pt x="2479" y="1775"/>
                </a:lnTo>
                <a:lnTo>
                  <a:pt x="2367" y="1662"/>
                </a:lnTo>
                <a:lnTo>
                  <a:pt x="1727" y="2302"/>
                </a:lnTo>
                <a:lnTo>
                  <a:pt x="2378" y="2952"/>
                </a:lnTo>
                <a:lnTo>
                  <a:pt x="2490" y="2840"/>
                </a:lnTo>
                <a:lnTo>
                  <a:pt x="2032" y="2381"/>
                </a:lnTo>
                <a:lnTo>
                  <a:pt x="4612" y="2387"/>
                </a:lnTo>
                <a:cubicBezTo>
                  <a:pt x="4570" y="3622"/>
                  <a:pt x="3553" y="4614"/>
                  <a:pt x="2307" y="4614"/>
                </a:cubicBezTo>
                <a:close/>
              </a:path>
            </a:pathLst>
          </a:custGeom>
          <a:solidFill>
            <a:srgbClr val="FA8A83"/>
          </a:solidFill>
          <a:ln>
            <a:noFill/>
          </a:ln>
        </p:spPr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7380962" y="4976232"/>
            <a:ext cx="1730518" cy="602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项目描述单击此处添加简短说明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8" name="arrow-pointing-left-circular-button_20407"/>
          <p:cNvSpPr>
            <a:spLocks noChangeAspect="1"/>
          </p:cNvSpPr>
          <p:nvPr/>
        </p:nvSpPr>
        <p:spPr bwMode="auto">
          <a:xfrm>
            <a:off x="9889569" y="3233879"/>
            <a:ext cx="596531" cy="595770"/>
          </a:xfrm>
          <a:custGeom>
            <a:avLst/>
            <a:gdLst>
              <a:gd name="T0" fmla="*/ 2307 w 4612"/>
              <a:gd name="T1" fmla="*/ 4614 h 4614"/>
              <a:gd name="T2" fmla="*/ 0 w 4612"/>
              <a:gd name="T3" fmla="*/ 2307 h 4614"/>
              <a:gd name="T4" fmla="*/ 2307 w 4612"/>
              <a:gd name="T5" fmla="*/ 0 h 4614"/>
              <a:gd name="T6" fmla="*/ 4612 w 4612"/>
              <a:gd name="T7" fmla="*/ 2227 h 4614"/>
              <a:gd name="T8" fmla="*/ 2031 w 4612"/>
              <a:gd name="T9" fmla="*/ 2222 h 4614"/>
              <a:gd name="T10" fmla="*/ 2479 w 4612"/>
              <a:gd name="T11" fmla="*/ 1775 h 4614"/>
              <a:gd name="T12" fmla="*/ 2367 w 4612"/>
              <a:gd name="T13" fmla="*/ 1662 h 4614"/>
              <a:gd name="T14" fmla="*/ 1727 w 4612"/>
              <a:gd name="T15" fmla="*/ 2302 h 4614"/>
              <a:gd name="T16" fmla="*/ 2378 w 4612"/>
              <a:gd name="T17" fmla="*/ 2952 h 4614"/>
              <a:gd name="T18" fmla="*/ 2490 w 4612"/>
              <a:gd name="T19" fmla="*/ 2840 h 4614"/>
              <a:gd name="T20" fmla="*/ 2032 w 4612"/>
              <a:gd name="T21" fmla="*/ 2381 h 4614"/>
              <a:gd name="T22" fmla="*/ 4612 w 4612"/>
              <a:gd name="T23" fmla="*/ 2387 h 4614"/>
              <a:gd name="T24" fmla="*/ 2307 w 4612"/>
              <a:gd name="T25" fmla="*/ 4614 h 46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612" h="4614">
                <a:moveTo>
                  <a:pt x="2307" y="4614"/>
                </a:moveTo>
                <a:cubicBezTo>
                  <a:pt x="1035" y="4614"/>
                  <a:pt x="0" y="3579"/>
                  <a:pt x="0" y="2307"/>
                </a:cubicBezTo>
                <a:cubicBezTo>
                  <a:pt x="0" y="1035"/>
                  <a:pt x="1035" y="0"/>
                  <a:pt x="2307" y="0"/>
                </a:cubicBezTo>
                <a:cubicBezTo>
                  <a:pt x="3553" y="0"/>
                  <a:pt x="4570" y="992"/>
                  <a:pt x="4612" y="2227"/>
                </a:cubicBezTo>
                <a:lnTo>
                  <a:pt x="2031" y="2222"/>
                </a:lnTo>
                <a:lnTo>
                  <a:pt x="2479" y="1775"/>
                </a:lnTo>
                <a:lnTo>
                  <a:pt x="2367" y="1662"/>
                </a:lnTo>
                <a:lnTo>
                  <a:pt x="1727" y="2302"/>
                </a:lnTo>
                <a:lnTo>
                  <a:pt x="2378" y="2952"/>
                </a:lnTo>
                <a:lnTo>
                  <a:pt x="2490" y="2840"/>
                </a:lnTo>
                <a:lnTo>
                  <a:pt x="2032" y="2381"/>
                </a:lnTo>
                <a:lnTo>
                  <a:pt x="4612" y="2387"/>
                </a:lnTo>
                <a:cubicBezTo>
                  <a:pt x="4570" y="3622"/>
                  <a:pt x="3553" y="4614"/>
                  <a:pt x="2307" y="4614"/>
                </a:cubicBezTo>
                <a:close/>
              </a:path>
            </a:pathLst>
          </a:custGeom>
          <a:solidFill>
            <a:srgbClr val="96BADB"/>
          </a:solidFill>
          <a:ln>
            <a:noFill/>
          </a:ln>
        </p:spPr>
        <p:txBody>
          <a:bodyPr/>
          <a:lstStyle/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9343954" y="4961718"/>
            <a:ext cx="1730518" cy="602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项目描述单击此处添加简短说明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4375139" y="947497"/>
            <a:ext cx="3416320" cy="1034733"/>
            <a:chOff x="4397217" y="516028"/>
            <a:chExt cx="3416320" cy="1034733"/>
          </a:xfrm>
        </p:grpSpPr>
        <p:sp>
          <p:nvSpPr>
            <p:cNvPr id="40" name="文本框 39"/>
            <p:cNvSpPr txBox="1"/>
            <p:nvPr/>
          </p:nvSpPr>
          <p:spPr>
            <a:xfrm>
              <a:off x="4915670" y="539093"/>
              <a:ext cx="2441694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400" dirty="0">
                  <a:solidFill>
                    <a:srgbClr val="64454B"/>
                  </a:solidFill>
                  <a:cs typeface="+mn-ea"/>
                  <a:sym typeface="+mn-lt"/>
                </a:rPr>
                <a:t>课后作业</a:t>
              </a:r>
              <a:endParaRPr lang="zh-CN" altLang="en-US" sz="4400" dirty="0">
                <a:solidFill>
                  <a:srgbClr val="64454B"/>
                </a:solidFill>
                <a:cs typeface="+mn-ea"/>
                <a:sym typeface="+mn-lt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4397217" y="1181429"/>
              <a:ext cx="34163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7AB2DC"/>
                  </a:solidFill>
                  <a:cs typeface="+mn-ea"/>
                  <a:sym typeface="+mn-lt"/>
                </a:rPr>
                <a:t>通过课后作业复习本节课的知识</a:t>
              </a:r>
              <a:endParaRPr lang="zh-CN" altLang="en-US" dirty="0">
                <a:solidFill>
                  <a:srgbClr val="7AB2DC"/>
                </a:solidFill>
                <a:cs typeface="+mn-ea"/>
                <a:sym typeface="+mn-lt"/>
              </a:endParaRPr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7404174" y="516028"/>
              <a:ext cx="344536" cy="548871"/>
              <a:chOff x="8363753" y="2120741"/>
              <a:chExt cx="553198" cy="881284"/>
            </a:xfrm>
          </p:grpSpPr>
          <p:sp>
            <p:nvSpPr>
              <p:cNvPr id="72" name="任意多边形: 形状 71"/>
              <p:cNvSpPr/>
              <p:nvPr/>
            </p:nvSpPr>
            <p:spPr>
              <a:xfrm>
                <a:off x="8363753" y="2120741"/>
                <a:ext cx="356491" cy="291674"/>
              </a:xfrm>
              <a:custGeom>
                <a:avLst/>
                <a:gdLst>
                  <a:gd name="connsiteX0" fmla="*/ 28470 w 314325"/>
                  <a:gd name="connsiteY0" fmla="*/ 252359 h 257175"/>
                  <a:gd name="connsiteX1" fmla="*/ 240687 w 314325"/>
                  <a:gd name="connsiteY1" fmla="*/ 77480 h 257175"/>
                  <a:gd name="connsiteX2" fmla="*/ 301742 w 314325"/>
                  <a:gd name="connsiteY2" fmla="*/ 30521 h 257175"/>
                  <a:gd name="connsiteX3" fmla="*/ 306219 w 314325"/>
                  <a:gd name="connsiteY3" fmla="*/ 13472 h 257175"/>
                  <a:gd name="connsiteX4" fmla="*/ 289169 w 314325"/>
                  <a:gd name="connsiteY4" fmla="*/ 8995 h 257175"/>
                  <a:gd name="connsiteX5" fmla="*/ 70856 w 314325"/>
                  <a:gd name="connsiteY5" fmla="*/ 183302 h 257175"/>
                  <a:gd name="connsiteX6" fmla="*/ 10754 w 314325"/>
                  <a:gd name="connsiteY6" fmla="*/ 234737 h 257175"/>
                  <a:gd name="connsiteX7" fmla="*/ 10754 w 314325"/>
                  <a:gd name="connsiteY7" fmla="*/ 252359 h 257175"/>
                  <a:gd name="connsiteX8" fmla="*/ 28470 w 314325"/>
                  <a:gd name="connsiteY8" fmla="*/ 252359 h 257175"/>
                  <a:gd name="connsiteX9" fmla="*/ 28470 w 314325"/>
                  <a:gd name="connsiteY9" fmla="*/ 252359 h 257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4325" h="257175">
                    <a:moveTo>
                      <a:pt x="28470" y="252359"/>
                    </a:moveTo>
                    <a:cubicBezTo>
                      <a:pt x="97717" y="192256"/>
                      <a:pt x="168488" y="133868"/>
                      <a:pt x="240687" y="77480"/>
                    </a:cubicBezTo>
                    <a:cubicBezTo>
                      <a:pt x="260880" y="61668"/>
                      <a:pt x="281263" y="46047"/>
                      <a:pt x="301742" y="30521"/>
                    </a:cubicBezTo>
                    <a:cubicBezTo>
                      <a:pt x="307076" y="26426"/>
                      <a:pt x="309934" y="19758"/>
                      <a:pt x="306219" y="13472"/>
                    </a:cubicBezTo>
                    <a:cubicBezTo>
                      <a:pt x="303171" y="8138"/>
                      <a:pt x="294503" y="4899"/>
                      <a:pt x="289169" y="8995"/>
                    </a:cubicBezTo>
                    <a:cubicBezTo>
                      <a:pt x="214874" y="65192"/>
                      <a:pt x="142103" y="123295"/>
                      <a:pt x="70856" y="183302"/>
                    </a:cubicBezTo>
                    <a:cubicBezTo>
                      <a:pt x="50663" y="200257"/>
                      <a:pt x="30661" y="217402"/>
                      <a:pt x="10754" y="234737"/>
                    </a:cubicBezTo>
                    <a:cubicBezTo>
                      <a:pt x="5705" y="239119"/>
                      <a:pt x="6182" y="247882"/>
                      <a:pt x="10754" y="252359"/>
                    </a:cubicBezTo>
                    <a:cubicBezTo>
                      <a:pt x="15897" y="257407"/>
                      <a:pt x="23422" y="256740"/>
                      <a:pt x="28470" y="252359"/>
                    </a:cubicBezTo>
                    <a:lnTo>
                      <a:pt x="28470" y="252359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3" name="任意多边形: 形状 72"/>
              <p:cNvSpPr/>
              <p:nvPr/>
            </p:nvSpPr>
            <p:spPr>
              <a:xfrm>
                <a:off x="8442217" y="2469929"/>
                <a:ext cx="237660" cy="97225"/>
              </a:xfrm>
              <a:custGeom>
                <a:avLst/>
                <a:gdLst>
                  <a:gd name="connsiteX0" fmla="*/ 22534 w 209550"/>
                  <a:gd name="connsiteY0" fmla="*/ 82965 h 85725"/>
                  <a:gd name="connsiteX1" fmla="*/ 193793 w 209550"/>
                  <a:gd name="connsiteY1" fmla="*/ 31816 h 85725"/>
                  <a:gd name="connsiteX2" fmla="*/ 187126 w 209550"/>
                  <a:gd name="connsiteY2" fmla="*/ 7718 h 85725"/>
                  <a:gd name="connsiteX3" fmla="*/ 15866 w 209550"/>
                  <a:gd name="connsiteY3" fmla="*/ 58867 h 85725"/>
                  <a:gd name="connsiteX4" fmla="*/ 22534 w 209550"/>
                  <a:gd name="connsiteY4" fmla="*/ 82965 h 85725"/>
                  <a:gd name="connsiteX5" fmla="*/ 22534 w 209550"/>
                  <a:gd name="connsiteY5" fmla="*/ 82965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9550" h="85725">
                    <a:moveTo>
                      <a:pt x="22534" y="82965"/>
                    </a:moveTo>
                    <a:cubicBezTo>
                      <a:pt x="79588" y="65916"/>
                      <a:pt x="136643" y="48866"/>
                      <a:pt x="193793" y="31816"/>
                    </a:cubicBezTo>
                    <a:cubicBezTo>
                      <a:pt x="209128" y="27244"/>
                      <a:pt x="202651" y="3146"/>
                      <a:pt x="187126" y="7718"/>
                    </a:cubicBezTo>
                    <a:cubicBezTo>
                      <a:pt x="130071" y="24768"/>
                      <a:pt x="73016" y="41817"/>
                      <a:pt x="15866" y="58867"/>
                    </a:cubicBezTo>
                    <a:cubicBezTo>
                      <a:pt x="531" y="63439"/>
                      <a:pt x="7103" y="87633"/>
                      <a:pt x="22534" y="82965"/>
                    </a:cubicBezTo>
                    <a:lnTo>
                      <a:pt x="22534" y="82965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4" name="任意多边形: 形状 73"/>
              <p:cNvSpPr/>
              <p:nvPr/>
            </p:nvSpPr>
            <p:spPr>
              <a:xfrm>
                <a:off x="8441630" y="2679373"/>
                <a:ext cx="475321" cy="64816"/>
              </a:xfrm>
              <a:custGeom>
                <a:avLst/>
                <a:gdLst>
                  <a:gd name="connsiteX0" fmla="*/ 19145 w 419100"/>
                  <a:gd name="connsiteY0" fmla="*/ 52409 h 57150"/>
                  <a:gd name="connsiteX1" fmla="*/ 150971 w 419100"/>
                  <a:gd name="connsiteY1" fmla="*/ 45551 h 57150"/>
                  <a:gd name="connsiteX2" fmla="*/ 359664 w 419100"/>
                  <a:gd name="connsiteY2" fmla="*/ 34597 h 57150"/>
                  <a:gd name="connsiteX3" fmla="*/ 407765 w 419100"/>
                  <a:gd name="connsiteY3" fmla="*/ 32121 h 57150"/>
                  <a:gd name="connsiteX4" fmla="*/ 407765 w 419100"/>
                  <a:gd name="connsiteY4" fmla="*/ 7165 h 57150"/>
                  <a:gd name="connsiteX5" fmla="*/ 275939 w 419100"/>
                  <a:gd name="connsiteY5" fmla="*/ 14023 h 57150"/>
                  <a:gd name="connsiteX6" fmla="*/ 67247 w 419100"/>
                  <a:gd name="connsiteY6" fmla="*/ 24977 h 57150"/>
                  <a:gd name="connsiteX7" fmla="*/ 19145 w 419100"/>
                  <a:gd name="connsiteY7" fmla="*/ 27454 h 57150"/>
                  <a:gd name="connsiteX8" fmla="*/ 19145 w 419100"/>
                  <a:gd name="connsiteY8" fmla="*/ 52409 h 57150"/>
                  <a:gd name="connsiteX9" fmla="*/ 19145 w 419100"/>
                  <a:gd name="connsiteY9" fmla="*/ 52409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9100" h="57150">
                    <a:moveTo>
                      <a:pt x="19145" y="52409"/>
                    </a:moveTo>
                    <a:cubicBezTo>
                      <a:pt x="63056" y="50123"/>
                      <a:pt x="107061" y="47837"/>
                      <a:pt x="150971" y="45551"/>
                    </a:cubicBezTo>
                    <a:cubicBezTo>
                      <a:pt x="220504" y="41932"/>
                      <a:pt x="290132" y="38312"/>
                      <a:pt x="359664" y="34597"/>
                    </a:cubicBezTo>
                    <a:cubicBezTo>
                      <a:pt x="375666" y="33740"/>
                      <a:pt x="391763" y="32883"/>
                      <a:pt x="407765" y="32121"/>
                    </a:cubicBezTo>
                    <a:cubicBezTo>
                      <a:pt x="423767" y="31264"/>
                      <a:pt x="423863" y="6308"/>
                      <a:pt x="407765" y="7165"/>
                    </a:cubicBezTo>
                    <a:cubicBezTo>
                      <a:pt x="363855" y="9451"/>
                      <a:pt x="319850" y="11737"/>
                      <a:pt x="275939" y="14023"/>
                    </a:cubicBezTo>
                    <a:cubicBezTo>
                      <a:pt x="206407" y="17643"/>
                      <a:pt x="136779" y="21262"/>
                      <a:pt x="67247" y="24977"/>
                    </a:cubicBezTo>
                    <a:cubicBezTo>
                      <a:pt x="51245" y="25834"/>
                      <a:pt x="35147" y="26692"/>
                      <a:pt x="19145" y="27454"/>
                    </a:cubicBezTo>
                    <a:cubicBezTo>
                      <a:pt x="3239" y="28311"/>
                      <a:pt x="3048" y="53266"/>
                      <a:pt x="19145" y="52409"/>
                    </a:cubicBezTo>
                    <a:lnTo>
                      <a:pt x="19145" y="52409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5" name="任意多边形: 形状 74"/>
              <p:cNvSpPr/>
              <p:nvPr/>
            </p:nvSpPr>
            <p:spPr>
              <a:xfrm>
                <a:off x="8684731" y="2441089"/>
                <a:ext cx="64816" cy="54014"/>
              </a:xfrm>
              <a:custGeom>
                <a:avLst/>
                <a:gdLst>
                  <a:gd name="connsiteX0" fmla="*/ 22921 w 57150"/>
                  <a:gd name="connsiteY0" fmla="*/ 40100 h 47625"/>
                  <a:gd name="connsiteX1" fmla="*/ 49115 w 57150"/>
                  <a:gd name="connsiteY1" fmla="*/ 30385 h 47625"/>
                  <a:gd name="connsiteX2" fmla="*/ 54830 w 57150"/>
                  <a:gd name="connsiteY2" fmla="*/ 22955 h 47625"/>
                  <a:gd name="connsiteX3" fmla="*/ 53591 w 57150"/>
                  <a:gd name="connsiteY3" fmla="*/ 13335 h 47625"/>
                  <a:gd name="connsiteX4" fmla="*/ 46162 w 57150"/>
                  <a:gd name="connsiteY4" fmla="*/ 7620 h 47625"/>
                  <a:gd name="connsiteX5" fmla="*/ 42828 w 57150"/>
                  <a:gd name="connsiteY5" fmla="*/ 7144 h 47625"/>
                  <a:gd name="connsiteX6" fmla="*/ 36542 w 57150"/>
                  <a:gd name="connsiteY6" fmla="*/ 8858 h 47625"/>
                  <a:gd name="connsiteX7" fmla="*/ 31017 w 57150"/>
                  <a:gd name="connsiteY7" fmla="*/ 11335 h 47625"/>
                  <a:gd name="connsiteX8" fmla="*/ 33970 w 57150"/>
                  <a:gd name="connsiteY8" fmla="*/ 10097 h 47625"/>
                  <a:gd name="connsiteX9" fmla="*/ 16253 w 57150"/>
                  <a:gd name="connsiteY9" fmla="*/ 16002 h 47625"/>
                  <a:gd name="connsiteX10" fmla="*/ 8824 w 57150"/>
                  <a:gd name="connsiteY10" fmla="*/ 21717 h 47625"/>
                  <a:gd name="connsiteX11" fmla="*/ 7586 w 57150"/>
                  <a:gd name="connsiteY11" fmla="*/ 31337 h 47625"/>
                  <a:gd name="connsiteX12" fmla="*/ 13301 w 57150"/>
                  <a:gd name="connsiteY12" fmla="*/ 38767 h 47625"/>
                  <a:gd name="connsiteX13" fmla="*/ 22921 w 57150"/>
                  <a:gd name="connsiteY13" fmla="*/ 40100 h 47625"/>
                  <a:gd name="connsiteX14" fmla="*/ 22921 w 57150"/>
                  <a:gd name="connsiteY14" fmla="*/ 40100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7150" h="47625">
                    <a:moveTo>
                      <a:pt x="22921" y="40100"/>
                    </a:moveTo>
                    <a:cubicBezTo>
                      <a:pt x="31970" y="37814"/>
                      <a:pt x="40733" y="34480"/>
                      <a:pt x="49115" y="30385"/>
                    </a:cubicBezTo>
                    <a:cubicBezTo>
                      <a:pt x="51782" y="29051"/>
                      <a:pt x="54068" y="25718"/>
                      <a:pt x="54830" y="22955"/>
                    </a:cubicBezTo>
                    <a:cubicBezTo>
                      <a:pt x="55687" y="20002"/>
                      <a:pt x="55306" y="16002"/>
                      <a:pt x="53591" y="13335"/>
                    </a:cubicBezTo>
                    <a:cubicBezTo>
                      <a:pt x="51877" y="10668"/>
                      <a:pt x="49305" y="8287"/>
                      <a:pt x="46162" y="7620"/>
                    </a:cubicBezTo>
                    <a:cubicBezTo>
                      <a:pt x="45019" y="7429"/>
                      <a:pt x="43971" y="7334"/>
                      <a:pt x="42828" y="7144"/>
                    </a:cubicBezTo>
                    <a:cubicBezTo>
                      <a:pt x="40542" y="7144"/>
                      <a:pt x="38447" y="7715"/>
                      <a:pt x="36542" y="8858"/>
                    </a:cubicBezTo>
                    <a:cubicBezTo>
                      <a:pt x="34732" y="9716"/>
                      <a:pt x="32827" y="10573"/>
                      <a:pt x="31017" y="11335"/>
                    </a:cubicBezTo>
                    <a:cubicBezTo>
                      <a:pt x="31970" y="10954"/>
                      <a:pt x="33017" y="10477"/>
                      <a:pt x="33970" y="10097"/>
                    </a:cubicBezTo>
                    <a:cubicBezTo>
                      <a:pt x="28255" y="12478"/>
                      <a:pt x="22349" y="14478"/>
                      <a:pt x="16253" y="16002"/>
                    </a:cubicBezTo>
                    <a:cubicBezTo>
                      <a:pt x="13205" y="16764"/>
                      <a:pt x="10348" y="19050"/>
                      <a:pt x="8824" y="21717"/>
                    </a:cubicBezTo>
                    <a:cubicBezTo>
                      <a:pt x="7300" y="24384"/>
                      <a:pt x="6633" y="28384"/>
                      <a:pt x="7586" y="31337"/>
                    </a:cubicBezTo>
                    <a:cubicBezTo>
                      <a:pt x="8538" y="34385"/>
                      <a:pt x="10443" y="37243"/>
                      <a:pt x="13301" y="38767"/>
                    </a:cubicBezTo>
                    <a:cubicBezTo>
                      <a:pt x="16349" y="40386"/>
                      <a:pt x="19587" y="40957"/>
                      <a:pt x="22921" y="40100"/>
                    </a:cubicBezTo>
                    <a:lnTo>
                      <a:pt x="22921" y="40100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6" name="任意多边形: 形状 75"/>
              <p:cNvSpPr/>
              <p:nvPr/>
            </p:nvSpPr>
            <p:spPr>
              <a:xfrm>
                <a:off x="8436266" y="2863921"/>
                <a:ext cx="226858" cy="118830"/>
              </a:xfrm>
              <a:custGeom>
                <a:avLst/>
                <a:gdLst>
                  <a:gd name="connsiteX0" fmla="*/ 16350 w 200025"/>
                  <a:gd name="connsiteY0" fmla="*/ 31897 h 104775"/>
                  <a:gd name="connsiteX1" fmla="*/ 181037 w 200025"/>
                  <a:gd name="connsiteY1" fmla="*/ 101239 h 104775"/>
                  <a:gd name="connsiteX2" fmla="*/ 196373 w 200025"/>
                  <a:gd name="connsiteY2" fmla="*/ 92476 h 104775"/>
                  <a:gd name="connsiteX3" fmla="*/ 187610 w 200025"/>
                  <a:gd name="connsiteY3" fmla="*/ 77141 h 104775"/>
                  <a:gd name="connsiteX4" fmla="*/ 22922 w 200025"/>
                  <a:gd name="connsiteY4" fmla="*/ 7799 h 104775"/>
                  <a:gd name="connsiteX5" fmla="*/ 7587 w 200025"/>
                  <a:gd name="connsiteY5" fmla="*/ 16562 h 104775"/>
                  <a:gd name="connsiteX6" fmla="*/ 16350 w 200025"/>
                  <a:gd name="connsiteY6" fmla="*/ 31897 h 104775"/>
                  <a:gd name="connsiteX7" fmla="*/ 16350 w 200025"/>
                  <a:gd name="connsiteY7" fmla="*/ 31897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0025" h="104775">
                    <a:moveTo>
                      <a:pt x="16350" y="31897"/>
                    </a:moveTo>
                    <a:cubicBezTo>
                      <a:pt x="71214" y="55043"/>
                      <a:pt x="126173" y="78094"/>
                      <a:pt x="181037" y="101239"/>
                    </a:cubicBezTo>
                    <a:cubicBezTo>
                      <a:pt x="187229" y="103811"/>
                      <a:pt x="194753" y="98382"/>
                      <a:pt x="196373" y="92476"/>
                    </a:cubicBezTo>
                    <a:cubicBezTo>
                      <a:pt x="198373" y="85237"/>
                      <a:pt x="193896" y="79713"/>
                      <a:pt x="187610" y="77141"/>
                    </a:cubicBezTo>
                    <a:cubicBezTo>
                      <a:pt x="132746" y="53995"/>
                      <a:pt x="77786" y="30945"/>
                      <a:pt x="22922" y="7799"/>
                    </a:cubicBezTo>
                    <a:cubicBezTo>
                      <a:pt x="16731" y="5227"/>
                      <a:pt x="9206" y="10657"/>
                      <a:pt x="7587" y="16562"/>
                    </a:cubicBezTo>
                    <a:cubicBezTo>
                      <a:pt x="5682" y="23801"/>
                      <a:pt x="10159" y="29326"/>
                      <a:pt x="16350" y="31897"/>
                    </a:cubicBezTo>
                    <a:lnTo>
                      <a:pt x="16350" y="31897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7" name="任意多边形: 形状 76"/>
              <p:cNvSpPr/>
              <p:nvPr/>
            </p:nvSpPr>
            <p:spPr>
              <a:xfrm>
                <a:off x="8673232" y="2958814"/>
                <a:ext cx="64816" cy="43211"/>
              </a:xfrm>
              <a:custGeom>
                <a:avLst/>
                <a:gdLst>
                  <a:gd name="connsiteX0" fmla="*/ 13343 w 57150"/>
                  <a:gd name="connsiteY0" fmla="*/ 30334 h 38100"/>
                  <a:gd name="connsiteX1" fmla="*/ 39632 w 57150"/>
                  <a:gd name="connsiteY1" fmla="*/ 39859 h 38100"/>
                  <a:gd name="connsiteX2" fmla="*/ 49252 w 57150"/>
                  <a:gd name="connsiteY2" fmla="*/ 38621 h 38100"/>
                  <a:gd name="connsiteX3" fmla="*/ 54967 w 57150"/>
                  <a:gd name="connsiteY3" fmla="*/ 31191 h 38100"/>
                  <a:gd name="connsiteX4" fmla="*/ 53729 w 57150"/>
                  <a:gd name="connsiteY4" fmla="*/ 21571 h 38100"/>
                  <a:gd name="connsiteX5" fmla="*/ 46300 w 57150"/>
                  <a:gd name="connsiteY5" fmla="*/ 15856 h 38100"/>
                  <a:gd name="connsiteX6" fmla="*/ 27726 w 57150"/>
                  <a:gd name="connsiteY6" fmla="*/ 9760 h 38100"/>
                  <a:gd name="connsiteX7" fmla="*/ 30679 w 57150"/>
                  <a:gd name="connsiteY7" fmla="*/ 10998 h 38100"/>
                  <a:gd name="connsiteX8" fmla="*/ 25916 w 57150"/>
                  <a:gd name="connsiteY8" fmla="*/ 8903 h 38100"/>
                  <a:gd name="connsiteX9" fmla="*/ 21249 w 57150"/>
                  <a:gd name="connsiteY9" fmla="*/ 7379 h 38100"/>
                  <a:gd name="connsiteX10" fmla="*/ 16296 w 57150"/>
                  <a:gd name="connsiteY10" fmla="*/ 7569 h 38100"/>
                  <a:gd name="connsiteX11" fmla="*/ 8866 w 57150"/>
                  <a:gd name="connsiteY11" fmla="*/ 13284 h 38100"/>
                  <a:gd name="connsiteX12" fmla="*/ 7628 w 57150"/>
                  <a:gd name="connsiteY12" fmla="*/ 22905 h 38100"/>
                  <a:gd name="connsiteX13" fmla="*/ 13343 w 57150"/>
                  <a:gd name="connsiteY13" fmla="*/ 30334 h 38100"/>
                  <a:gd name="connsiteX14" fmla="*/ 13343 w 57150"/>
                  <a:gd name="connsiteY14" fmla="*/ 3033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7150" h="38100">
                    <a:moveTo>
                      <a:pt x="13343" y="30334"/>
                    </a:moveTo>
                    <a:cubicBezTo>
                      <a:pt x="21820" y="34335"/>
                      <a:pt x="30583" y="37668"/>
                      <a:pt x="39632" y="39859"/>
                    </a:cubicBezTo>
                    <a:cubicBezTo>
                      <a:pt x="42871" y="40621"/>
                      <a:pt x="46395" y="40240"/>
                      <a:pt x="49252" y="38621"/>
                    </a:cubicBezTo>
                    <a:cubicBezTo>
                      <a:pt x="51824" y="37097"/>
                      <a:pt x="54301" y="34144"/>
                      <a:pt x="54967" y="31191"/>
                    </a:cubicBezTo>
                    <a:cubicBezTo>
                      <a:pt x="55729" y="27953"/>
                      <a:pt x="55539" y="24429"/>
                      <a:pt x="53729" y="21571"/>
                    </a:cubicBezTo>
                    <a:cubicBezTo>
                      <a:pt x="52015" y="18904"/>
                      <a:pt x="49443" y="16618"/>
                      <a:pt x="46300" y="15856"/>
                    </a:cubicBezTo>
                    <a:cubicBezTo>
                      <a:pt x="39918" y="14332"/>
                      <a:pt x="33727" y="12237"/>
                      <a:pt x="27726" y="9760"/>
                    </a:cubicBezTo>
                    <a:cubicBezTo>
                      <a:pt x="28678" y="10141"/>
                      <a:pt x="29726" y="10617"/>
                      <a:pt x="30679" y="10998"/>
                    </a:cubicBezTo>
                    <a:cubicBezTo>
                      <a:pt x="29059" y="10332"/>
                      <a:pt x="27535" y="9570"/>
                      <a:pt x="25916" y="8903"/>
                    </a:cubicBezTo>
                    <a:cubicBezTo>
                      <a:pt x="24487" y="7950"/>
                      <a:pt x="22963" y="7474"/>
                      <a:pt x="21249" y="7379"/>
                    </a:cubicBezTo>
                    <a:cubicBezTo>
                      <a:pt x="19630" y="6998"/>
                      <a:pt x="17915" y="7093"/>
                      <a:pt x="16296" y="7569"/>
                    </a:cubicBezTo>
                    <a:cubicBezTo>
                      <a:pt x="13438" y="8331"/>
                      <a:pt x="10295" y="10617"/>
                      <a:pt x="8866" y="13284"/>
                    </a:cubicBezTo>
                    <a:cubicBezTo>
                      <a:pt x="7342" y="16142"/>
                      <a:pt x="6580" y="19666"/>
                      <a:pt x="7628" y="22905"/>
                    </a:cubicBezTo>
                    <a:cubicBezTo>
                      <a:pt x="8485" y="25857"/>
                      <a:pt x="10390" y="29001"/>
                      <a:pt x="13343" y="30334"/>
                    </a:cubicBezTo>
                    <a:lnTo>
                      <a:pt x="13343" y="30334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43" name="组合 42"/>
            <p:cNvGrpSpPr/>
            <p:nvPr/>
          </p:nvGrpSpPr>
          <p:grpSpPr>
            <a:xfrm>
              <a:off x="4532454" y="522189"/>
              <a:ext cx="361806" cy="536548"/>
              <a:chOff x="3553322" y="2130634"/>
              <a:chExt cx="580927" cy="861498"/>
            </a:xfrm>
          </p:grpSpPr>
          <p:sp>
            <p:nvSpPr>
              <p:cNvPr id="44" name="任意多边形: 形状 43"/>
              <p:cNvSpPr/>
              <p:nvPr/>
            </p:nvSpPr>
            <p:spPr>
              <a:xfrm>
                <a:off x="3810167" y="2130634"/>
                <a:ext cx="324082" cy="324082"/>
              </a:xfrm>
              <a:custGeom>
                <a:avLst/>
                <a:gdLst>
                  <a:gd name="connsiteX0" fmla="*/ 282173 w 285750"/>
                  <a:gd name="connsiteY0" fmla="*/ 259439 h 285750"/>
                  <a:gd name="connsiteX1" fmla="*/ 85767 w 285750"/>
                  <a:gd name="connsiteY1" fmla="*/ 63700 h 285750"/>
                  <a:gd name="connsiteX2" fmla="*/ 28712 w 285750"/>
                  <a:gd name="connsiteY2" fmla="*/ 10550 h 285750"/>
                  <a:gd name="connsiteX3" fmla="*/ 11091 w 285750"/>
                  <a:gd name="connsiteY3" fmla="*/ 28172 h 285750"/>
                  <a:gd name="connsiteX4" fmla="*/ 210354 w 285750"/>
                  <a:gd name="connsiteY4" fmla="*/ 221053 h 285750"/>
                  <a:gd name="connsiteX5" fmla="*/ 264456 w 285750"/>
                  <a:gd name="connsiteY5" fmla="*/ 277155 h 285750"/>
                  <a:gd name="connsiteX6" fmla="*/ 282173 w 285750"/>
                  <a:gd name="connsiteY6" fmla="*/ 259439 h 285750"/>
                  <a:gd name="connsiteX7" fmla="*/ 282173 w 285750"/>
                  <a:gd name="connsiteY7" fmla="*/ 259439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85750" h="285750">
                    <a:moveTo>
                      <a:pt x="282173" y="259439"/>
                    </a:moveTo>
                    <a:cubicBezTo>
                      <a:pt x="218450" y="192478"/>
                      <a:pt x="152918" y="127232"/>
                      <a:pt x="85767" y="63700"/>
                    </a:cubicBezTo>
                    <a:cubicBezTo>
                      <a:pt x="66908" y="45888"/>
                      <a:pt x="47858" y="28172"/>
                      <a:pt x="28712" y="10550"/>
                    </a:cubicBezTo>
                    <a:cubicBezTo>
                      <a:pt x="16901" y="-308"/>
                      <a:pt x="-815" y="17313"/>
                      <a:pt x="11091" y="28172"/>
                    </a:cubicBezTo>
                    <a:cubicBezTo>
                      <a:pt x="79195" y="90656"/>
                      <a:pt x="145679" y="154949"/>
                      <a:pt x="210354" y="221053"/>
                    </a:cubicBezTo>
                    <a:cubicBezTo>
                      <a:pt x="228547" y="239627"/>
                      <a:pt x="246549" y="258296"/>
                      <a:pt x="264456" y="277155"/>
                    </a:cubicBezTo>
                    <a:cubicBezTo>
                      <a:pt x="275600" y="288776"/>
                      <a:pt x="293222" y="271154"/>
                      <a:pt x="282173" y="259439"/>
                    </a:cubicBezTo>
                    <a:lnTo>
                      <a:pt x="282173" y="259439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5" name="任意多边形: 形状 44"/>
              <p:cNvSpPr/>
              <p:nvPr/>
            </p:nvSpPr>
            <p:spPr>
              <a:xfrm>
                <a:off x="3817878" y="2481702"/>
                <a:ext cx="226858" cy="118830"/>
              </a:xfrm>
              <a:custGeom>
                <a:avLst/>
                <a:gdLst>
                  <a:gd name="connsiteX0" fmla="*/ 188601 w 200025"/>
                  <a:gd name="connsiteY0" fmla="*/ 74862 h 104775"/>
                  <a:gd name="connsiteX1" fmla="*/ 22961 w 200025"/>
                  <a:gd name="connsiteY1" fmla="*/ 7806 h 104775"/>
                  <a:gd name="connsiteX2" fmla="*/ 7626 w 200025"/>
                  <a:gd name="connsiteY2" fmla="*/ 16569 h 104775"/>
                  <a:gd name="connsiteX3" fmla="*/ 16389 w 200025"/>
                  <a:gd name="connsiteY3" fmla="*/ 31905 h 104775"/>
                  <a:gd name="connsiteX4" fmla="*/ 182029 w 200025"/>
                  <a:gd name="connsiteY4" fmla="*/ 98961 h 104775"/>
                  <a:gd name="connsiteX5" fmla="*/ 197364 w 200025"/>
                  <a:gd name="connsiteY5" fmla="*/ 90198 h 104775"/>
                  <a:gd name="connsiteX6" fmla="*/ 188601 w 200025"/>
                  <a:gd name="connsiteY6" fmla="*/ 74862 h 104775"/>
                  <a:gd name="connsiteX7" fmla="*/ 188601 w 200025"/>
                  <a:gd name="connsiteY7" fmla="*/ 74862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0025" h="104775">
                    <a:moveTo>
                      <a:pt x="188601" y="74862"/>
                    </a:moveTo>
                    <a:cubicBezTo>
                      <a:pt x="133356" y="52479"/>
                      <a:pt x="78206" y="30095"/>
                      <a:pt x="22961" y="7806"/>
                    </a:cubicBezTo>
                    <a:cubicBezTo>
                      <a:pt x="16675" y="5235"/>
                      <a:pt x="9245" y="10569"/>
                      <a:pt x="7626" y="16569"/>
                    </a:cubicBezTo>
                    <a:cubicBezTo>
                      <a:pt x="5626" y="23713"/>
                      <a:pt x="10102" y="29428"/>
                      <a:pt x="16389" y="31905"/>
                    </a:cubicBezTo>
                    <a:cubicBezTo>
                      <a:pt x="71634" y="54288"/>
                      <a:pt x="126784" y="76672"/>
                      <a:pt x="182029" y="98961"/>
                    </a:cubicBezTo>
                    <a:cubicBezTo>
                      <a:pt x="188315" y="101532"/>
                      <a:pt x="195745" y="96198"/>
                      <a:pt x="197364" y="90198"/>
                    </a:cubicBezTo>
                    <a:cubicBezTo>
                      <a:pt x="199269" y="83149"/>
                      <a:pt x="194887" y="77434"/>
                      <a:pt x="188601" y="74862"/>
                    </a:cubicBezTo>
                    <a:lnTo>
                      <a:pt x="188601" y="74862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6" name="任意多边形: 形状 45"/>
              <p:cNvSpPr/>
              <p:nvPr/>
            </p:nvSpPr>
            <p:spPr>
              <a:xfrm>
                <a:off x="3553322" y="2667181"/>
                <a:ext cx="475321" cy="108027"/>
              </a:xfrm>
              <a:custGeom>
                <a:avLst/>
                <a:gdLst>
                  <a:gd name="connsiteX0" fmla="*/ 407863 w 419100"/>
                  <a:gd name="connsiteY0" fmla="*/ 64389 h 95250"/>
                  <a:gd name="connsiteX1" fmla="*/ 277275 w 419100"/>
                  <a:gd name="connsiteY1" fmla="*/ 45053 h 95250"/>
                  <a:gd name="connsiteX2" fmla="*/ 70487 w 419100"/>
                  <a:gd name="connsiteY2" fmla="*/ 14383 h 95250"/>
                  <a:gd name="connsiteX3" fmla="*/ 22862 w 419100"/>
                  <a:gd name="connsiteY3" fmla="*/ 7334 h 95250"/>
                  <a:gd name="connsiteX4" fmla="*/ 7527 w 419100"/>
                  <a:gd name="connsiteY4" fmla="*/ 16097 h 95250"/>
                  <a:gd name="connsiteX5" fmla="*/ 16290 w 419100"/>
                  <a:gd name="connsiteY5" fmla="*/ 31433 h 95250"/>
                  <a:gd name="connsiteX6" fmla="*/ 146878 w 419100"/>
                  <a:gd name="connsiteY6" fmla="*/ 50768 h 95250"/>
                  <a:gd name="connsiteX7" fmla="*/ 353666 w 419100"/>
                  <a:gd name="connsiteY7" fmla="*/ 81439 h 95250"/>
                  <a:gd name="connsiteX8" fmla="*/ 401386 w 419100"/>
                  <a:gd name="connsiteY8" fmla="*/ 88487 h 95250"/>
                  <a:gd name="connsiteX9" fmla="*/ 416721 w 419100"/>
                  <a:gd name="connsiteY9" fmla="*/ 79724 h 95250"/>
                  <a:gd name="connsiteX10" fmla="*/ 407863 w 419100"/>
                  <a:gd name="connsiteY10" fmla="*/ 64389 h 95250"/>
                  <a:gd name="connsiteX11" fmla="*/ 407863 w 419100"/>
                  <a:gd name="connsiteY11" fmla="*/ 64389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19100" h="95250">
                    <a:moveTo>
                      <a:pt x="407863" y="64389"/>
                    </a:moveTo>
                    <a:cubicBezTo>
                      <a:pt x="364334" y="57912"/>
                      <a:pt x="320804" y="51530"/>
                      <a:pt x="277275" y="45053"/>
                    </a:cubicBezTo>
                    <a:cubicBezTo>
                      <a:pt x="208314" y="34862"/>
                      <a:pt x="139448" y="24670"/>
                      <a:pt x="70487" y="14383"/>
                    </a:cubicBezTo>
                    <a:cubicBezTo>
                      <a:pt x="54676" y="12097"/>
                      <a:pt x="38769" y="9716"/>
                      <a:pt x="22862" y="7334"/>
                    </a:cubicBezTo>
                    <a:cubicBezTo>
                      <a:pt x="16195" y="6382"/>
                      <a:pt x="9432" y="8954"/>
                      <a:pt x="7527" y="16097"/>
                    </a:cubicBezTo>
                    <a:cubicBezTo>
                      <a:pt x="5908" y="22003"/>
                      <a:pt x="9527" y="30480"/>
                      <a:pt x="16290" y="31433"/>
                    </a:cubicBezTo>
                    <a:cubicBezTo>
                      <a:pt x="59819" y="37910"/>
                      <a:pt x="103349" y="44291"/>
                      <a:pt x="146878" y="50768"/>
                    </a:cubicBezTo>
                    <a:cubicBezTo>
                      <a:pt x="215839" y="60960"/>
                      <a:pt x="284705" y="71152"/>
                      <a:pt x="353666" y="81439"/>
                    </a:cubicBezTo>
                    <a:cubicBezTo>
                      <a:pt x="369573" y="83820"/>
                      <a:pt x="385479" y="86106"/>
                      <a:pt x="401386" y="88487"/>
                    </a:cubicBezTo>
                    <a:cubicBezTo>
                      <a:pt x="408053" y="89440"/>
                      <a:pt x="414816" y="86868"/>
                      <a:pt x="416721" y="79724"/>
                    </a:cubicBezTo>
                    <a:cubicBezTo>
                      <a:pt x="418245" y="73914"/>
                      <a:pt x="414530" y="65437"/>
                      <a:pt x="407863" y="64389"/>
                    </a:cubicBezTo>
                    <a:lnTo>
                      <a:pt x="407863" y="64389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7" name="任意多边形: 形状 46"/>
              <p:cNvSpPr/>
              <p:nvPr/>
            </p:nvSpPr>
            <p:spPr>
              <a:xfrm>
                <a:off x="3745821" y="2445788"/>
                <a:ext cx="64816" cy="54014"/>
              </a:xfrm>
              <a:custGeom>
                <a:avLst/>
                <a:gdLst>
                  <a:gd name="connsiteX0" fmla="*/ 45347 w 57150"/>
                  <a:gd name="connsiteY0" fmla="*/ 18232 h 47625"/>
                  <a:gd name="connsiteX1" fmla="*/ 38775 w 57150"/>
                  <a:gd name="connsiteY1" fmla="*/ 15660 h 47625"/>
                  <a:gd name="connsiteX2" fmla="*/ 41727 w 57150"/>
                  <a:gd name="connsiteY2" fmla="*/ 16898 h 47625"/>
                  <a:gd name="connsiteX3" fmla="*/ 25916 w 57150"/>
                  <a:gd name="connsiteY3" fmla="*/ 8802 h 47625"/>
                  <a:gd name="connsiteX4" fmla="*/ 16296 w 57150"/>
                  <a:gd name="connsiteY4" fmla="*/ 7564 h 47625"/>
                  <a:gd name="connsiteX5" fmla="*/ 8866 w 57150"/>
                  <a:gd name="connsiteY5" fmla="*/ 13279 h 47625"/>
                  <a:gd name="connsiteX6" fmla="*/ 7628 w 57150"/>
                  <a:gd name="connsiteY6" fmla="*/ 22899 h 47625"/>
                  <a:gd name="connsiteX7" fmla="*/ 13343 w 57150"/>
                  <a:gd name="connsiteY7" fmla="*/ 30328 h 47625"/>
                  <a:gd name="connsiteX8" fmla="*/ 38679 w 57150"/>
                  <a:gd name="connsiteY8" fmla="*/ 42139 h 47625"/>
                  <a:gd name="connsiteX9" fmla="*/ 48300 w 57150"/>
                  <a:gd name="connsiteY9" fmla="*/ 40901 h 47625"/>
                  <a:gd name="connsiteX10" fmla="*/ 54015 w 57150"/>
                  <a:gd name="connsiteY10" fmla="*/ 33472 h 47625"/>
                  <a:gd name="connsiteX11" fmla="*/ 52776 w 57150"/>
                  <a:gd name="connsiteY11" fmla="*/ 23851 h 47625"/>
                  <a:gd name="connsiteX12" fmla="*/ 50871 w 57150"/>
                  <a:gd name="connsiteY12" fmla="*/ 21280 h 47625"/>
                  <a:gd name="connsiteX13" fmla="*/ 45347 w 57150"/>
                  <a:gd name="connsiteY13" fmla="*/ 18232 h 47625"/>
                  <a:gd name="connsiteX14" fmla="*/ 45347 w 57150"/>
                  <a:gd name="connsiteY14" fmla="*/ 18232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7150" h="47625">
                    <a:moveTo>
                      <a:pt x="45347" y="18232"/>
                    </a:moveTo>
                    <a:cubicBezTo>
                      <a:pt x="43156" y="17470"/>
                      <a:pt x="40965" y="16612"/>
                      <a:pt x="38775" y="15660"/>
                    </a:cubicBezTo>
                    <a:cubicBezTo>
                      <a:pt x="39727" y="16041"/>
                      <a:pt x="40775" y="16517"/>
                      <a:pt x="41727" y="16898"/>
                    </a:cubicBezTo>
                    <a:cubicBezTo>
                      <a:pt x="36298" y="14612"/>
                      <a:pt x="30964" y="11945"/>
                      <a:pt x="25916" y="8802"/>
                    </a:cubicBezTo>
                    <a:cubicBezTo>
                      <a:pt x="23154" y="7183"/>
                      <a:pt x="19344" y="6706"/>
                      <a:pt x="16296" y="7564"/>
                    </a:cubicBezTo>
                    <a:cubicBezTo>
                      <a:pt x="13438" y="8326"/>
                      <a:pt x="10295" y="10612"/>
                      <a:pt x="8866" y="13279"/>
                    </a:cubicBezTo>
                    <a:cubicBezTo>
                      <a:pt x="7342" y="16136"/>
                      <a:pt x="6580" y="19660"/>
                      <a:pt x="7628" y="22899"/>
                    </a:cubicBezTo>
                    <a:cubicBezTo>
                      <a:pt x="8676" y="26042"/>
                      <a:pt x="10485" y="28614"/>
                      <a:pt x="13343" y="30328"/>
                    </a:cubicBezTo>
                    <a:cubicBezTo>
                      <a:pt x="21344" y="35186"/>
                      <a:pt x="29916" y="39091"/>
                      <a:pt x="38679" y="42139"/>
                    </a:cubicBezTo>
                    <a:cubicBezTo>
                      <a:pt x="41632" y="43187"/>
                      <a:pt x="45728" y="42425"/>
                      <a:pt x="48300" y="40901"/>
                    </a:cubicBezTo>
                    <a:cubicBezTo>
                      <a:pt x="50871" y="39377"/>
                      <a:pt x="53348" y="36424"/>
                      <a:pt x="54015" y="33472"/>
                    </a:cubicBezTo>
                    <a:cubicBezTo>
                      <a:pt x="54777" y="30233"/>
                      <a:pt x="54586" y="26709"/>
                      <a:pt x="52776" y="23851"/>
                    </a:cubicBezTo>
                    <a:cubicBezTo>
                      <a:pt x="52110" y="22994"/>
                      <a:pt x="51443" y="22137"/>
                      <a:pt x="50871" y="21280"/>
                    </a:cubicBezTo>
                    <a:cubicBezTo>
                      <a:pt x="49252" y="19946"/>
                      <a:pt x="47442" y="18803"/>
                      <a:pt x="45347" y="18232"/>
                    </a:cubicBezTo>
                    <a:lnTo>
                      <a:pt x="45347" y="18232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8" name="任意多边形: 形状 47"/>
              <p:cNvSpPr/>
              <p:nvPr/>
            </p:nvSpPr>
            <p:spPr>
              <a:xfrm>
                <a:off x="3824694" y="2909318"/>
                <a:ext cx="237660" cy="75619"/>
              </a:xfrm>
              <a:custGeom>
                <a:avLst/>
                <a:gdLst>
                  <a:gd name="connsiteX0" fmla="*/ 192211 w 209550"/>
                  <a:gd name="connsiteY0" fmla="*/ 7388 h 66675"/>
                  <a:gd name="connsiteX1" fmla="*/ 16284 w 209550"/>
                  <a:gd name="connsiteY1" fmla="*/ 38535 h 66675"/>
                  <a:gd name="connsiteX2" fmla="*/ 7521 w 209550"/>
                  <a:gd name="connsiteY2" fmla="*/ 53870 h 66675"/>
                  <a:gd name="connsiteX3" fmla="*/ 22856 w 209550"/>
                  <a:gd name="connsiteY3" fmla="*/ 62633 h 66675"/>
                  <a:gd name="connsiteX4" fmla="*/ 198783 w 209550"/>
                  <a:gd name="connsiteY4" fmla="*/ 31486 h 66675"/>
                  <a:gd name="connsiteX5" fmla="*/ 207546 w 209550"/>
                  <a:gd name="connsiteY5" fmla="*/ 16151 h 66675"/>
                  <a:gd name="connsiteX6" fmla="*/ 192211 w 209550"/>
                  <a:gd name="connsiteY6" fmla="*/ 7388 h 66675"/>
                  <a:gd name="connsiteX7" fmla="*/ 192211 w 209550"/>
                  <a:gd name="connsiteY7" fmla="*/ 7388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9550" h="66675">
                    <a:moveTo>
                      <a:pt x="192211" y="7388"/>
                    </a:moveTo>
                    <a:cubicBezTo>
                      <a:pt x="133537" y="17770"/>
                      <a:pt x="74958" y="28153"/>
                      <a:pt x="16284" y="38535"/>
                    </a:cubicBezTo>
                    <a:cubicBezTo>
                      <a:pt x="9617" y="39678"/>
                      <a:pt x="5902" y="47869"/>
                      <a:pt x="7521" y="53870"/>
                    </a:cubicBezTo>
                    <a:cubicBezTo>
                      <a:pt x="9426" y="60919"/>
                      <a:pt x="16189" y="63776"/>
                      <a:pt x="22856" y="62633"/>
                    </a:cubicBezTo>
                    <a:cubicBezTo>
                      <a:pt x="81530" y="52251"/>
                      <a:pt x="140109" y="41869"/>
                      <a:pt x="198783" y="31486"/>
                    </a:cubicBezTo>
                    <a:cubicBezTo>
                      <a:pt x="205451" y="30343"/>
                      <a:pt x="209165" y="22152"/>
                      <a:pt x="207546" y="16151"/>
                    </a:cubicBezTo>
                    <a:cubicBezTo>
                      <a:pt x="205641" y="9103"/>
                      <a:pt x="198878" y="6245"/>
                      <a:pt x="192211" y="7388"/>
                    </a:cubicBezTo>
                    <a:lnTo>
                      <a:pt x="192211" y="7388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1" name="任意多边形: 形状 70"/>
              <p:cNvSpPr/>
              <p:nvPr/>
            </p:nvSpPr>
            <p:spPr>
              <a:xfrm>
                <a:off x="3744516" y="2948921"/>
                <a:ext cx="64816" cy="43211"/>
              </a:xfrm>
              <a:custGeom>
                <a:avLst/>
                <a:gdLst>
                  <a:gd name="connsiteX0" fmla="*/ 40782 w 57150"/>
                  <a:gd name="connsiteY0" fmla="*/ 7521 h 38100"/>
                  <a:gd name="connsiteX1" fmla="*/ 30495 w 57150"/>
                  <a:gd name="connsiteY1" fmla="*/ 9331 h 38100"/>
                  <a:gd name="connsiteX2" fmla="*/ 33829 w 57150"/>
                  <a:gd name="connsiteY2" fmla="*/ 8855 h 38100"/>
                  <a:gd name="connsiteX3" fmla="*/ 19637 w 57150"/>
                  <a:gd name="connsiteY3" fmla="*/ 9903 h 38100"/>
                  <a:gd name="connsiteX4" fmla="*/ 10778 w 57150"/>
                  <a:gd name="connsiteY4" fmla="*/ 13522 h 38100"/>
                  <a:gd name="connsiteX5" fmla="*/ 7159 w 57150"/>
                  <a:gd name="connsiteY5" fmla="*/ 22380 h 38100"/>
                  <a:gd name="connsiteX6" fmla="*/ 10778 w 57150"/>
                  <a:gd name="connsiteY6" fmla="*/ 31239 h 38100"/>
                  <a:gd name="connsiteX7" fmla="*/ 19637 w 57150"/>
                  <a:gd name="connsiteY7" fmla="*/ 34858 h 38100"/>
                  <a:gd name="connsiteX8" fmla="*/ 47545 w 57150"/>
                  <a:gd name="connsiteY8" fmla="*/ 31524 h 38100"/>
                  <a:gd name="connsiteX9" fmla="*/ 54974 w 57150"/>
                  <a:gd name="connsiteY9" fmla="*/ 25809 h 38100"/>
                  <a:gd name="connsiteX10" fmla="*/ 56213 w 57150"/>
                  <a:gd name="connsiteY10" fmla="*/ 16189 h 38100"/>
                  <a:gd name="connsiteX11" fmla="*/ 50498 w 57150"/>
                  <a:gd name="connsiteY11" fmla="*/ 8760 h 38100"/>
                  <a:gd name="connsiteX12" fmla="*/ 40782 w 57150"/>
                  <a:gd name="connsiteY12" fmla="*/ 7521 h 38100"/>
                  <a:gd name="connsiteX13" fmla="*/ 40782 w 57150"/>
                  <a:gd name="connsiteY13" fmla="*/ 7521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7150" h="38100">
                    <a:moveTo>
                      <a:pt x="40782" y="7521"/>
                    </a:moveTo>
                    <a:cubicBezTo>
                      <a:pt x="37353" y="8283"/>
                      <a:pt x="33924" y="8855"/>
                      <a:pt x="30495" y="9331"/>
                    </a:cubicBezTo>
                    <a:cubicBezTo>
                      <a:pt x="31638" y="9141"/>
                      <a:pt x="32686" y="9045"/>
                      <a:pt x="33829" y="8855"/>
                    </a:cubicBezTo>
                    <a:cubicBezTo>
                      <a:pt x="29066" y="9522"/>
                      <a:pt x="24399" y="9807"/>
                      <a:pt x="19637" y="9903"/>
                    </a:cubicBezTo>
                    <a:cubicBezTo>
                      <a:pt x="16398" y="9998"/>
                      <a:pt x="13064" y="11236"/>
                      <a:pt x="10778" y="13522"/>
                    </a:cubicBezTo>
                    <a:cubicBezTo>
                      <a:pt x="8588" y="15713"/>
                      <a:pt x="6968" y="19237"/>
                      <a:pt x="7159" y="22380"/>
                    </a:cubicBezTo>
                    <a:cubicBezTo>
                      <a:pt x="7349" y="25619"/>
                      <a:pt x="8397" y="28953"/>
                      <a:pt x="10778" y="31239"/>
                    </a:cubicBezTo>
                    <a:cubicBezTo>
                      <a:pt x="13160" y="33429"/>
                      <a:pt x="16208" y="34953"/>
                      <a:pt x="19637" y="34858"/>
                    </a:cubicBezTo>
                    <a:cubicBezTo>
                      <a:pt x="28971" y="34668"/>
                      <a:pt x="38401" y="33525"/>
                      <a:pt x="47545" y="31524"/>
                    </a:cubicBezTo>
                    <a:cubicBezTo>
                      <a:pt x="50498" y="30858"/>
                      <a:pt x="53546" y="28381"/>
                      <a:pt x="54974" y="25809"/>
                    </a:cubicBezTo>
                    <a:cubicBezTo>
                      <a:pt x="56498" y="23142"/>
                      <a:pt x="57165" y="19142"/>
                      <a:pt x="56213" y="16189"/>
                    </a:cubicBezTo>
                    <a:cubicBezTo>
                      <a:pt x="55260" y="13141"/>
                      <a:pt x="53355" y="10284"/>
                      <a:pt x="50498" y="8760"/>
                    </a:cubicBezTo>
                    <a:cubicBezTo>
                      <a:pt x="47354" y="7140"/>
                      <a:pt x="44116" y="6759"/>
                      <a:pt x="40782" y="7521"/>
                    </a:cubicBezTo>
                    <a:lnTo>
                      <a:pt x="40782" y="7521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78" name="文本框 77"/>
          <p:cNvSpPr txBox="1"/>
          <p:nvPr/>
        </p:nvSpPr>
        <p:spPr>
          <a:xfrm>
            <a:off x="2391018" y="2076215"/>
            <a:ext cx="7446841" cy="602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正文内容，本段适应大段文字章节。内容描述比较适合放在这里</a:t>
            </a:r>
            <a:b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</a:b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请您在此修改您的内容，或者将内容粘贴到记事本后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任意多边形: 形状 119"/>
          <p:cNvSpPr/>
          <p:nvPr/>
        </p:nvSpPr>
        <p:spPr>
          <a:xfrm>
            <a:off x="10845016" y="4762052"/>
            <a:ext cx="115493" cy="131992"/>
          </a:xfrm>
          <a:custGeom>
            <a:avLst/>
            <a:gdLst>
              <a:gd name="connsiteX0" fmla="*/ 63291 w 93745"/>
              <a:gd name="connsiteY0" fmla="*/ 10880 h 107137"/>
              <a:gd name="connsiteX1" fmla="*/ 29274 w 93745"/>
              <a:gd name="connsiteY1" fmla="*/ 15835 h 107137"/>
              <a:gd name="connsiteX2" fmla="*/ 18561 w 93745"/>
              <a:gd name="connsiteY2" fmla="*/ 30164 h 107137"/>
              <a:gd name="connsiteX3" fmla="*/ 16686 w 93745"/>
              <a:gd name="connsiteY3" fmla="*/ 87885 h 107137"/>
              <a:gd name="connsiteX4" fmla="*/ 64094 w 93745"/>
              <a:gd name="connsiteY4" fmla="*/ 104357 h 107137"/>
              <a:gd name="connsiteX5" fmla="*/ 95030 w 93745"/>
              <a:gd name="connsiteY5" fmla="*/ 64046 h 107137"/>
              <a:gd name="connsiteX6" fmla="*/ 63291 w 93745"/>
              <a:gd name="connsiteY6" fmla="*/ 10880 h 107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3745" h="107137">
                <a:moveTo>
                  <a:pt x="63291" y="10880"/>
                </a:moveTo>
                <a:cubicBezTo>
                  <a:pt x="51639" y="9674"/>
                  <a:pt x="38649" y="8737"/>
                  <a:pt x="29274" y="15835"/>
                </a:cubicBezTo>
                <a:cubicBezTo>
                  <a:pt x="24453" y="19450"/>
                  <a:pt x="21239" y="24807"/>
                  <a:pt x="18561" y="30164"/>
                </a:cubicBezTo>
                <a:cubicBezTo>
                  <a:pt x="9588" y="48243"/>
                  <a:pt x="5838" y="70876"/>
                  <a:pt x="16686" y="87885"/>
                </a:cubicBezTo>
                <a:cubicBezTo>
                  <a:pt x="26462" y="103017"/>
                  <a:pt x="46952" y="109848"/>
                  <a:pt x="64094" y="104357"/>
                </a:cubicBezTo>
                <a:cubicBezTo>
                  <a:pt x="81236" y="98866"/>
                  <a:pt x="93825" y="81992"/>
                  <a:pt x="95030" y="64046"/>
                </a:cubicBezTo>
                <a:cubicBezTo>
                  <a:pt x="96369" y="46101"/>
                  <a:pt x="83111" y="14093"/>
                  <a:pt x="63291" y="10880"/>
                </a:cubicBezTo>
              </a:path>
            </a:pathLst>
          </a:custGeom>
          <a:solidFill>
            <a:srgbClr val="FFD46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27" name="任意多边形: 形状 126"/>
          <p:cNvSpPr/>
          <p:nvPr/>
        </p:nvSpPr>
        <p:spPr>
          <a:xfrm>
            <a:off x="10676074" y="5017348"/>
            <a:ext cx="115493" cy="131992"/>
          </a:xfrm>
          <a:custGeom>
            <a:avLst/>
            <a:gdLst>
              <a:gd name="connsiteX0" fmla="*/ 63291 w 93745"/>
              <a:gd name="connsiteY0" fmla="*/ 10879 h 107137"/>
              <a:gd name="connsiteX1" fmla="*/ 29274 w 93745"/>
              <a:gd name="connsiteY1" fmla="*/ 15835 h 107137"/>
              <a:gd name="connsiteX2" fmla="*/ 18560 w 93745"/>
              <a:gd name="connsiteY2" fmla="*/ 30164 h 107137"/>
              <a:gd name="connsiteX3" fmla="*/ 16686 w 93745"/>
              <a:gd name="connsiteY3" fmla="*/ 87884 h 107137"/>
              <a:gd name="connsiteX4" fmla="*/ 64094 w 93745"/>
              <a:gd name="connsiteY4" fmla="*/ 104357 h 107137"/>
              <a:gd name="connsiteX5" fmla="*/ 95030 w 93745"/>
              <a:gd name="connsiteY5" fmla="*/ 64046 h 107137"/>
              <a:gd name="connsiteX6" fmla="*/ 63291 w 93745"/>
              <a:gd name="connsiteY6" fmla="*/ 10879 h 107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3745" h="107137">
                <a:moveTo>
                  <a:pt x="63291" y="10879"/>
                </a:moveTo>
                <a:cubicBezTo>
                  <a:pt x="51639" y="9674"/>
                  <a:pt x="38649" y="8737"/>
                  <a:pt x="29274" y="15835"/>
                </a:cubicBezTo>
                <a:cubicBezTo>
                  <a:pt x="24453" y="19450"/>
                  <a:pt x="21239" y="24807"/>
                  <a:pt x="18560" y="30164"/>
                </a:cubicBezTo>
                <a:cubicBezTo>
                  <a:pt x="9588" y="48244"/>
                  <a:pt x="5838" y="70876"/>
                  <a:pt x="16686" y="87884"/>
                </a:cubicBezTo>
                <a:cubicBezTo>
                  <a:pt x="26462" y="103018"/>
                  <a:pt x="46952" y="109848"/>
                  <a:pt x="64094" y="104357"/>
                </a:cubicBezTo>
                <a:cubicBezTo>
                  <a:pt x="81236" y="98866"/>
                  <a:pt x="93825" y="81992"/>
                  <a:pt x="95030" y="64046"/>
                </a:cubicBezTo>
                <a:cubicBezTo>
                  <a:pt x="96369" y="46101"/>
                  <a:pt x="83111" y="14094"/>
                  <a:pt x="63291" y="10879"/>
                </a:cubicBezTo>
              </a:path>
            </a:pathLst>
          </a:custGeom>
          <a:solidFill>
            <a:srgbClr val="C3EAF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39" name="组合 138"/>
          <p:cNvGrpSpPr/>
          <p:nvPr/>
        </p:nvGrpSpPr>
        <p:grpSpPr>
          <a:xfrm>
            <a:off x="332749" y="3683366"/>
            <a:ext cx="596113" cy="891611"/>
            <a:chOff x="-6712140" y="4855187"/>
            <a:chExt cx="596113" cy="891611"/>
          </a:xfrm>
        </p:grpSpPr>
        <p:sp>
          <p:nvSpPr>
            <p:cNvPr id="116" name="任意多边形: 形状 115"/>
            <p:cNvSpPr/>
            <p:nvPr/>
          </p:nvSpPr>
          <p:spPr>
            <a:xfrm>
              <a:off x="-6283987" y="4855187"/>
              <a:ext cx="115493" cy="131992"/>
            </a:xfrm>
            <a:custGeom>
              <a:avLst/>
              <a:gdLst>
                <a:gd name="connsiteX0" fmla="*/ 63291 w 93745"/>
                <a:gd name="connsiteY0" fmla="*/ 10879 h 107137"/>
                <a:gd name="connsiteX1" fmla="*/ 29274 w 93745"/>
                <a:gd name="connsiteY1" fmla="*/ 15834 h 107137"/>
                <a:gd name="connsiteX2" fmla="*/ 18561 w 93745"/>
                <a:gd name="connsiteY2" fmla="*/ 30164 h 107137"/>
                <a:gd name="connsiteX3" fmla="*/ 16686 w 93745"/>
                <a:gd name="connsiteY3" fmla="*/ 87884 h 107137"/>
                <a:gd name="connsiteX4" fmla="*/ 64094 w 93745"/>
                <a:gd name="connsiteY4" fmla="*/ 104357 h 107137"/>
                <a:gd name="connsiteX5" fmla="*/ 95030 w 93745"/>
                <a:gd name="connsiteY5" fmla="*/ 64046 h 107137"/>
                <a:gd name="connsiteX6" fmla="*/ 63291 w 93745"/>
                <a:gd name="connsiteY6" fmla="*/ 10879 h 10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745" h="107137">
                  <a:moveTo>
                    <a:pt x="63291" y="10879"/>
                  </a:moveTo>
                  <a:cubicBezTo>
                    <a:pt x="51639" y="9674"/>
                    <a:pt x="38649" y="8737"/>
                    <a:pt x="29274" y="15834"/>
                  </a:cubicBezTo>
                  <a:cubicBezTo>
                    <a:pt x="24453" y="19450"/>
                    <a:pt x="21239" y="24807"/>
                    <a:pt x="18561" y="30164"/>
                  </a:cubicBezTo>
                  <a:cubicBezTo>
                    <a:pt x="9588" y="48243"/>
                    <a:pt x="5838" y="70876"/>
                    <a:pt x="16686" y="87884"/>
                  </a:cubicBezTo>
                  <a:cubicBezTo>
                    <a:pt x="26462" y="103018"/>
                    <a:pt x="46952" y="109848"/>
                    <a:pt x="64094" y="104357"/>
                  </a:cubicBezTo>
                  <a:cubicBezTo>
                    <a:pt x="81236" y="98866"/>
                    <a:pt x="93825" y="81992"/>
                    <a:pt x="95030" y="64046"/>
                  </a:cubicBezTo>
                  <a:cubicBezTo>
                    <a:pt x="96369" y="46101"/>
                    <a:pt x="83111" y="14093"/>
                    <a:pt x="63291" y="10879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7" name="任意多边形: 形状 116"/>
            <p:cNvSpPr/>
            <p:nvPr/>
          </p:nvSpPr>
          <p:spPr>
            <a:xfrm>
              <a:off x="-6231520" y="5614806"/>
              <a:ext cx="115493" cy="131992"/>
            </a:xfrm>
            <a:custGeom>
              <a:avLst/>
              <a:gdLst>
                <a:gd name="connsiteX0" fmla="*/ 63291 w 93745"/>
                <a:gd name="connsiteY0" fmla="*/ 10879 h 107137"/>
                <a:gd name="connsiteX1" fmla="*/ 29274 w 93745"/>
                <a:gd name="connsiteY1" fmla="*/ 15834 h 107137"/>
                <a:gd name="connsiteX2" fmla="*/ 18561 w 93745"/>
                <a:gd name="connsiteY2" fmla="*/ 30164 h 107137"/>
                <a:gd name="connsiteX3" fmla="*/ 16686 w 93745"/>
                <a:gd name="connsiteY3" fmla="*/ 87884 h 107137"/>
                <a:gd name="connsiteX4" fmla="*/ 64094 w 93745"/>
                <a:gd name="connsiteY4" fmla="*/ 104357 h 107137"/>
                <a:gd name="connsiteX5" fmla="*/ 95030 w 93745"/>
                <a:gd name="connsiteY5" fmla="*/ 64046 h 107137"/>
                <a:gd name="connsiteX6" fmla="*/ 63291 w 93745"/>
                <a:gd name="connsiteY6" fmla="*/ 10879 h 10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745" h="107137">
                  <a:moveTo>
                    <a:pt x="63291" y="10879"/>
                  </a:moveTo>
                  <a:cubicBezTo>
                    <a:pt x="51639" y="9674"/>
                    <a:pt x="38649" y="8737"/>
                    <a:pt x="29274" y="15834"/>
                  </a:cubicBezTo>
                  <a:cubicBezTo>
                    <a:pt x="24453" y="19450"/>
                    <a:pt x="21239" y="24807"/>
                    <a:pt x="18561" y="30164"/>
                  </a:cubicBezTo>
                  <a:cubicBezTo>
                    <a:pt x="9588" y="48243"/>
                    <a:pt x="5838" y="70876"/>
                    <a:pt x="16686" y="87884"/>
                  </a:cubicBezTo>
                  <a:cubicBezTo>
                    <a:pt x="26462" y="103017"/>
                    <a:pt x="46952" y="109847"/>
                    <a:pt x="64094" y="104357"/>
                  </a:cubicBezTo>
                  <a:cubicBezTo>
                    <a:pt x="81236" y="98866"/>
                    <a:pt x="93825" y="81992"/>
                    <a:pt x="95030" y="64046"/>
                  </a:cubicBezTo>
                  <a:cubicBezTo>
                    <a:pt x="96369" y="46100"/>
                    <a:pt x="83111" y="14093"/>
                    <a:pt x="63291" y="10879"/>
                  </a:cubicBezTo>
                </a:path>
              </a:pathLst>
            </a:custGeom>
            <a:solidFill>
              <a:srgbClr val="C3EAF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7" name="任意多边形: 形状 136"/>
            <p:cNvSpPr/>
            <p:nvPr/>
          </p:nvSpPr>
          <p:spPr>
            <a:xfrm>
              <a:off x="-6712140" y="5140291"/>
              <a:ext cx="115493" cy="131992"/>
            </a:xfrm>
            <a:custGeom>
              <a:avLst/>
              <a:gdLst>
                <a:gd name="connsiteX0" fmla="*/ 63291 w 93745"/>
                <a:gd name="connsiteY0" fmla="*/ 10879 h 107137"/>
                <a:gd name="connsiteX1" fmla="*/ 29274 w 93745"/>
                <a:gd name="connsiteY1" fmla="*/ 15834 h 107137"/>
                <a:gd name="connsiteX2" fmla="*/ 18561 w 93745"/>
                <a:gd name="connsiteY2" fmla="*/ 30164 h 107137"/>
                <a:gd name="connsiteX3" fmla="*/ 16686 w 93745"/>
                <a:gd name="connsiteY3" fmla="*/ 87884 h 107137"/>
                <a:gd name="connsiteX4" fmla="*/ 64094 w 93745"/>
                <a:gd name="connsiteY4" fmla="*/ 104357 h 107137"/>
                <a:gd name="connsiteX5" fmla="*/ 95030 w 93745"/>
                <a:gd name="connsiteY5" fmla="*/ 64046 h 107137"/>
                <a:gd name="connsiteX6" fmla="*/ 63291 w 93745"/>
                <a:gd name="connsiteY6" fmla="*/ 10879 h 10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745" h="107137">
                  <a:moveTo>
                    <a:pt x="63291" y="10879"/>
                  </a:moveTo>
                  <a:cubicBezTo>
                    <a:pt x="51639" y="9674"/>
                    <a:pt x="38649" y="8737"/>
                    <a:pt x="29274" y="15834"/>
                  </a:cubicBezTo>
                  <a:cubicBezTo>
                    <a:pt x="24453" y="19450"/>
                    <a:pt x="21239" y="24807"/>
                    <a:pt x="18561" y="30164"/>
                  </a:cubicBezTo>
                  <a:cubicBezTo>
                    <a:pt x="9588" y="48244"/>
                    <a:pt x="5838" y="70876"/>
                    <a:pt x="16686" y="87884"/>
                  </a:cubicBezTo>
                  <a:cubicBezTo>
                    <a:pt x="26462" y="103018"/>
                    <a:pt x="46952" y="109847"/>
                    <a:pt x="64094" y="104357"/>
                  </a:cubicBezTo>
                  <a:cubicBezTo>
                    <a:pt x="81236" y="98866"/>
                    <a:pt x="93825" y="81992"/>
                    <a:pt x="95030" y="64046"/>
                  </a:cubicBezTo>
                  <a:cubicBezTo>
                    <a:pt x="96369" y="46101"/>
                    <a:pt x="83111" y="14093"/>
                    <a:pt x="63291" y="10879"/>
                  </a:cubicBezTo>
                </a:path>
              </a:pathLst>
            </a:custGeom>
            <a:solidFill>
              <a:srgbClr val="F4BDB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47" name="组合 246"/>
          <p:cNvGrpSpPr/>
          <p:nvPr/>
        </p:nvGrpSpPr>
        <p:grpSpPr>
          <a:xfrm>
            <a:off x="9208961" y="921341"/>
            <a:ext cx="1671944" cy="1751672"/>
            <a:chOff x="9239050" y="1009051"/>
            <a:chExt cx="1671944" cy="1751672"/>
          </a:xfrm>
        </p:grpSpPr>
        <p:sp>
          <p:nvSpPr>
            <p:cNvPr id="121" name="任意多边形: 形状 120"/>
            <p:cNvSpPr/>
            <p:nvPr/>
          </p:nvSpPr>
          <p:spPr>
            <a:xfrm>
              <a:off x="10795501" y="2294549"/>
              <a:ext cx="115493" cy="131992"/>
            </a:xfrm>
            <a:custGeom>
              <a:avLst/>
              <a:gdLst>
                <a:gd name="connsiteX0" fmla="*/ 63291 w 93745"/>
                <a:gd name="connsiteY0" fmla="*/ 10880 h 107137"/>
                <a:gd name="connsiteX1" fmla="*/ 29274 w 93745"/>
                <a:gd name="connsiteY1" fmla="*/ 15835 h 107137"/>
                <a:gd name="connsiteX2" fmla="*/ 18561 w 93745"/>
                <a:gd name="connsiteY2" fmla="*/ 30164 h 107137"/>
                <a:gd name="connsiteX3" fmla="*/ 16686 w 93745"/>
                <a:gd name="connsiteY3" fmla="*/ 87885 h 107137"/>
                <a:gd name="connsiteX4" fmla="*/ 64094 w 93745"/>
                <a:gd name="connsiteY4" fmla="*/ 104357 h 107137"/>
                <a:gd name="connsiteX5" fmla="*/ 95030 w 93745"/>
                <a:gd name="connsiteY5" fmla="*/ 64046 h 107137"/>
                <a:gd name="connsiteX6" fmla="*/ 63291 w 93745"/>
                <a:gd name="connsiteY6" fmla="*/ 10880 h 10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745" h="107137">
                  <a:moveTo>
                    <a:pt x="63291" y="10880"/>
                  </a:moveTo>
                  <a:cubicBezTo>
                    <a:pt x="51639" y="9674"/>
                    <a:pt x="38649" y="8737"/>
                    <a:pt x="29274" y="15835"/>
                  </a:cubicBezTo>
                  <a:cubicBezTo>
                    <a:pt x="24453" y="19450"/>
                    <a:pt x="21239" y="24807"/>
                    <a:pt x="18561" y="30164"/>
                  </a:cubicBezTo>
                  <a:cubicBezTo>
                    <a:pt x="9588" y="48243"/>
                    <a:pt x="5838" y="70876"/>
                    <a:pt x="16686" y="87885"/>
                  </a:cubicBezTo>
                  <a:cubicBezTo>
                    <a:pt x="26328" y="103017"/>
                    <a:pt x="46952" y="109848"/>
                    <a:pt x="64094" y="104357"/>
                  </a:cubicBezTo>
                  <a:cubicBezTo>
                    <a:pt x="81236" y="98866"/>
                    <a:pt x="93825" y="81992"/>
                    <a:pt x="95030" y="64046"/>
                  </a:cubicBezTo>
                  <a:cubicBezTo>
                    <a:pt x="96235" y="46101"/>
                    <a:pt x="83111" y="14093"/>
                    <a:pt x="63291" y="10880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5" name="任意多边形: 形状 124"/>
            <p:cNvSpPr/>
            <p:nvPr/>
          </p:nvSpPr>
          <p:spPr>
            <a:xfrm>
              <a:off x="9875075" y="1074485"/>
              <a:ext cx="115493" cy="131992"/>
            </a:xfrm>
            <a:custGeom>
              <a:avLst/>
              <a:gdLst>
                <a:gd name="connsiteX0" fmla="*/ 63290 w 93745"/>
                <a:gd name="connsiteY0" fmla="*/ 10879 h 107137"/>
                <a:gd name="connsiteX1" fmla="*/ 29274 w 93745"/>
                <a:gd name="connsiteY1" fmla="*/ 15835 h 107137"/>
                <a:gd name="connsiteX2" fmla="*/ 18560 w 93745"/>
                <a:gd name="connsiteY2" fmla="*/ 30164 h 107137"/>
                <a:gd name="connsiteX3" fmla="*/ 16686 w 93745"/>
                <a:gd name="connsiteY3" fmla="*/ 87884 h 107137"/>
                <a:gd name="connsiteX4" fmla="*/ 64094 w 93745"/>
                <a:gd name="connsiteY4" fmla="*/ 104357 h 107137"/>
                <a:gd name="connsiteX5" fmla="*/ 95030 w 93745"/>
                <a:gd name="connsiteY5" fmla="*/ 64046 h 107137"/>
                <a:gd name="connsiteX6" fmla="*/ 63290 w 93745"/>
                <a:gd name="connsiteY6" fmla="*/ 10879 h 10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745" h="107137">
                  <a:moveTo>
                    <a:pt x="63290" y="10879"/>
                  </a:moveTo>
                  <a:cubicBezTo>
                    <a:pt x="51639" y="9674"/>
                    <a:pt x="38649" y="8737"/>
                    <a:pt x="29274" y="15835"/>
                  </a:cubicBezTo>
                  <a:cubicBezTo>
                    <a:pt x="24453" y="19450"/>
                    <a:pt x="21239" y="24807"/>
                    <a:pt x="18560" y="30164"/>
                  </a:cubicBezTo>
                  <a:cubicBezTo>
                    <a:pt x="9588" y="48244"/>
                    <a:pt x="5838" y="70876"/>
                    <a:pt x="16686" y="87884"/>
                  </a:cubicBezTo>
                  <a:cubicBezTo>
                    <a:pt x="26328" y="103018"/>
                    <a:pt x="46952" y="109848"/>
                    <a:pt x="64094" y="104357"/>
                  </a:cubicBezTo>
                  <a:cubicBezTo>
                    <a:pt x="81236" y="98866"/>
                    <a:pt x="93825" y="81992"/>
                    <a:pt x="95030" y="64046"/>
                  </a:cubicBezTo>
                  <a:cubicBezTo>
                    <a:pt x="96369" y="46101"/>
                    <a:pt x="83111" y="14094"/>
                    <a:pt x="63290" y="10879"/>
                  </a:cubicBezTo>
                </a:path>
              </a:pathLst>
            </a:custGeom>
            <a:solidFill>
              <a:srgbClr val="C3EAF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3" name="任意多边形: 形状 122"/>
            <p:cNvSpPr/>
            <p:nvPr/>
          </p:nvSpPr>
          <p:spPr>
            <a:xfrm rot="4540953">
              <a:off x="9247299" y="1000802"/>
              <a:ext cx="115493" cy="131992"/>
            </a:xfrm>
            <a:custGeom>
              <a:avLst/>
              <a:gdLst>
                <a:gd name="connsiteX0" fmla="*/ 63291 w 93745"/>
                <a:gd name="connsiteY0" fmla="*/ 10879 h 107137"/>
                <a:gd name="connsiteX1" fmla="*/ 29274 w 93745"/>
                <a:gd name="connsiteY1" fmla="*/ 15834 h 107137"/>
                <a:gd name="connsiteX2" fmla="*/ 18561 w 93745"/>
                <a:gd name="connsiteY2" fmla="*/ 30164 h 107137"/>
                <a:gd name="connsiteX3" fmla="*/ 16686 w 93745"/>
                <a:gd name="connsiteY3" fmla="*/ 87884 h 107137"/>
                <a:gd name="connsiteX4" fmla="*/ 64094 w 93745"/>
                <a:gd name="connsiteY4" fmla="*/ 104357 h 107137"/>
                <a:gd name="connsiteX5" fmla="*/ 95030 w 93745"/>
                <a:gd name="connsiteY5" fmla="*/ 64046 h 107137"/>
                <a:gd name="connsiteX6" fmla="*/ 63291 w 93745"/>
                <a:gd name="connsiteY6" fmla="*/ 10879 h 10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745" h="107137">
                  <a:moveTo>
                    <a:pt x="63291" y="10879"/>
                  </a:moveTo>
                  <a:cubicBezTo>
                    <a:pt x="51640" y="9674"/>
                    <a:pt x="38649" y="8737"/>
                    <a:pt x="29274" y="15834"/>
                  </a:cubicBezTo>
                  <a:cubicBezTo>
                    <a:pt x="24453" y="19450"/>
                    <a:pt x="21239" y="24807"/>
                    <a:pt x="18561" y="30164"/>
                  </a:cubicBezTo>
                  <a:cubicBezTo>
                    <a:pt x="9588" y="48243"/>
                    <a:pt x="5838" y="70876"/>
                    <a:pt x="16686" y="87884"/>
                  </a:cubicBezTo>
                  <a:cubicBezTo>
                    <a:pt x="26328" y="103018"/>
                    <a:pt x="46952" y="109848"/>
                    <a:pt x="64094" y="104357"/>
                  </a:cubicBezTo>
                  <a:cubicBezTo>
                    <a:pt x="81236" y="98866"/>
                    <a:pt x="93825" y="81992"/>
                    <a:pt x="95030" y="64046"/>
                  </a:cubicBezTo>
                  <a:cubicBezTo>
                    <a:pt x="96235" y="46101"/>
                    <a:pt x="83111" y="14093"/>
                    <a:pt x="63291" y="10879"/>
                  </a:cubicBezTo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6" name="任意多边形: 形状 135"/>
            <p:cNvSpPr/>
            <p:nvPr/>
          </p:nvSpPr>
          <p:spPr>
            <a:xfrm>
              <a:off x="10520441" y="2628731"/>
              <a:ext cx="115493" cy="131992"/>
            </a:xfrm>
            <a:custGeom>
              <a:avLst/>
              <a:gdLst>
                <a:gd name="connsiteX0" fmla="*/ 63291 w 93745"/>
                <a:gd name="connsiteY0" fmla="*/ 10879 h 107137"/>
                <a:gd name="connsiteX1" fmla="*/ 29274 w 93745"/>
                <a:gd name="connsiteY1" fmla="*/ 15834 h 107137"/>
                <a:gd name="connsiteX2" fmla="*/ 18561 w 93745"/>
                <a:gd name="connsiteY2" fmla="*/ 30164 h 107137"/>
                <a:gd name="connsiteX3" fmla="*/ 16686 w 93745"/>
                <a:gd name="connsiteY3" fmla="*/ 87884 h 107137"/>
                <a:gd name="connsiteX4" fmla="*/ 64094 w 93745"/>
                <a:gd name="connsiteY4" fmla="*/ 104357 h 107137"/>
                <a:gd name="connsiteX5" fmla="*/ 95030 w 93745"/>
                <a:gd name="connsiteY5" fmla="*/ 64046 h 107137"/>
                <a:gd name="connsiteX6" fmla="*/ 63291 w 93745"/>
                <a:gd name="connsiteY6" fmla="*/ 10879 h 10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745" h="107137">
                  <a:moveTo>
                    <a:pt x="63291" y="10879"/>
                  </a:moveTo>
                  <a:cubicBezTo>
                    <a:pt x="51639" y="9674"/>
                    <a:pt x="38649" y="8737"/>
                    <a:pt x="29274" y="15834"/>
                  </a:cubicBezTo>
                  <a:cubicBezTo>
                    <a:pt x="24453" y="19450"/>
                    <a:pt x="21239" y="24807"/>
                    <a:pt x="18561" y="30164"/>
                  </a:cubicBezTo>
                  <a:cubicBezTo>
                    <a:pt x="9588" y="48244"/>
                    <a:pt x="5838" y="70876"/>
                    <a:pt x="16686" y="87884"/>
                  </a:cubicBezTo>
                  <a:cubicBezTo>
                    <a:pt x="26462" y="103018"/>
                    <a:pt x="46952" y="109848"/>
                    <a:pt x="64094" y="104357"/>
                  </a:cubicBezTo>
                  <a:cubicBezTo>
                    <a:pt x="81236" y="98866"/>
                    <a:pt x="93825" y="81992"/>
                    <a:pt x="95030" y="64046"/>
                  </a:cubicBezTo>
                  <a:cubicBezTo>
                    <a:pt x="96369" y="46101"/>
                    <a:pt x="83111" y="14093"/>
                    <a:pt x="63291" y="10879"/>
                  </a:cubicBezTo>
                </a:path>
              </a:pathLst>
            </a:custGeom>
            <a:solidFill>
              <a:srgbClr val="F4BDB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2" name="任意多边形: 形状 151"/>
            <p:cNvSpPr/>
            <p:nvPr/>
          </p:nvSpPr>
          <p:spPr>
            <a:xfrm rot="8302365">
              <a:off x="9965470" y="1315575"/>
              <a:ext cx="629533" cy="791993"/>
            </a:xfrm>
            <a:custGeom>
              <a:avLst/>
              <a:gdLst>
                <a:gd name="connsiteX0" fmla="*/ 385630 w 725300"/>
                <a:gd name="connsiteY0" fmla="*/ 26824 h 912475"/>
                <a:gd name="connsiteX1" fmla="*/ 56906 w 725300"/>
                <a:gd name="connsiteY1" fmla="*/ 169311 h 912475"/>
                <a:gd name="connsiteX2" fmla="*/ 205475 w 725300"/>
                <a:gd name="connsiteY2" fmla="*/ 801259 h 912475"/>
                <a:gd name="connsiteX3" fmla="*/ 317312 w 725300"/>
                <a:gd name="connsiteY3" fmla="*/ 865132 h 912475"/>
                <a:gd name="connsiteX4" fmla="*/ 590352 w 725300"/>
                <a:gd name="connsiteY4" fmla="*/ 888762 h 912475"/>
                <a:gd name="connsiteX5" fmla="*/ 722778 w 725300"/>
                <a:gd name="connsiteY5" fmla="*/ 632100 h 912475"/>
                <a:gd name="connsiteX6" fmla="*/ 484599 w 725300"/>
                <a:gd name="connsiteY6" fmla="*/ 76192 h 912475"/>
                <a:gd name="connsiteX7" fmla="*/ 385630 w 725300"/>
                <a:gd name="connsiteY7" fmla="*/ 26824 h 912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25300" h="912475">
                  <a:moveTo>
                    <a:pt x="385630" y="26824"/>
                  </a:moveTo>
                  <a:cubicBezTo>
                    <a:pt x="260457" y="-5697"/>
                    <a:pt x="112823" y="48584"/>
                    <a:pt x="56906" y="169311"/>
                  </a:cubicBezTo>
                  <a:cubicBezTo>
                    <a:pt x="-33407" y="364206"/>
                    <a:pt x="38188" y="666493"/>
                    <a:pt x="205475" y="801259"/>
                  </a:cubicBezTo>
                  <a:cubicBezTo>
                    <a:pt x="238933" y="828165"/>
                    <a:pt x="277771" y="847818"/>
                    <a:pt x="317312" y="865132"/>
                  </a:cubicBezTo>
                  <a:cubicBezTo>
                    <a:pt x="403646" y="902801"/>
                    <a:pt x="504954" y="928771"/>
                    <a:pt x="590352" y="888762"/>
                  </a:cubicBezTo>
                  <a:cubicBezTo>
                    <a:pt x="682770" y="845244"/>
                    <a:pt x="727224" y="734110"/>
                    <a:pt x="722778" y="632100"/>
                  </a:cubicBezTo>
                  <a:cubicBezTo>
                    <a:pt x="715993" y="480956"/>
                    <a:pt x="608134" y="176564"/>
                    <a:pt x="484599" y="76192"/>
                  </a:cubicBezTo>
                  <a:cubicBezTo>
                    <a:pt x="455119" y="52561"/>
                    <a:pt x="421194" y="36183"/>
                    <a:pt x="385630" y="26824"/>
                  </a:cubicBezTo>
                  <a:close/>
                </a:path>
              </a:pathLst>
            </a:custGeom>
            <a:solidFill>
              <a:srgbClr val="FFBDB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49" name="组合 248"/>
          <p:cNvGrpSpPr/>
          <p:nvPr/>
        </p:nvGrpSpPr>
        <p:grpSpPr>
          <a:xfrm>
            <a:off x="1838787" y="4778691"/>
            <a:ext cx="1169069" cy="1343434"/>
            <a:chOff x="2015596" y="4896157"/>
            <a:chExt cx="1169069" cy="1343434"/>
          </a:xfrm>
        </p:grpSpPr>
        <p:sp>
          <p:nvSpPr>
            <p:cNvPr id="153" name="任意多边形: 形状 152"/>
            <p:cNvSpPr/>
            <p:nvPr/>
          </p:nvSpPr>
          <p:spPr>
            <a:xfrm rot="14059330">
              <a:off x="2432504" y="5487429"/>
              <a:ext cx="851130" cy="653193"/>
            </a:xfrm>
            <a:custGeom>
              <a:avLst/>
              <a:gdLst>
                <a:gd name="connsiteX0" fmla="*/ 404838 w 1006062"/>
                <a:gd name="connsiteY0" fmla="*/ 38925 h 772094"/>
                <a:gd name="connsiteX1" fmla="*/ 55290 w 1006062"/>
                <a:gd name="connsiteY1" fmla="*/ 286697 h 772094"/>
                <a:gd name="connsiteX2" fmla="*/ 125714 w 1006062"/>
                <a:gd name="connsiteY2" fmla="*/ 663620 h 772094"/>
                <a:gd name="connsiteX3" fmla="*/ 213218 w 1006062"/>
                <a:gd name="connsiteY3" fmla="*/ 717433 h 772094"/>
                <a:gd name="connsiteX4" fmla="*/ 904360 w 1006062"/>
                <a:gd name="connsiteY4" fmla="*/ 560674 h 772094"/>
                <a:gd name="connsiteX5" fmla="*/ 948346 w 1006062"/>
                <a:gd name="connsiteY5" fmla="*/ 501012 h 772094"/>
                <a:gd name="connsiteX6" fmla="*/ 989992 w 1006062"/>
                <a:gd name="connsiteY6" fmla="*/ 300970 h 772094"/>
                <a:gd name="connsiteX7" fmla="*/ 404838 w 1006062"/>
                <a:gd name="connsiteY7" fmla="*/ 38925 h 772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06062" h="772094">
                  <a:moveTo>
                    <a:pt x="404838" y="38925"/>
                  </a:moveTo>
                  <a:cubicBezTo>
                    <a:pt x="253461" y="78700"/>
                    <a:pt x="116122" y="166906"/>
                    <a:pt x="55290" y="286697"/>
                  </a:cubicBezTo>
                  <a:cubicBezTo>
                    <a:pt x="-11391" y="417720"/>
                    <a:pt x="9198" y="569799"/>
                    <a:pt x="125714" y="663620"/>
                  </a:cubicBezTo>
                  <a:cubicBezTo>
                    <a:pt x="151451" y="684210"/>
                    <a:pt x="180931" y="702225"/>
                    <a:pt x="213218" y="717433"/>
                  </a:cubicBezTo>
                  <a:cubicBezTo>
                    <a:pt x="450930" y="829738"/>
                    <a:pt x="732627" y="759547"/>
                    <a:pt x="904360" y="560674"/>
                  </a:cubicBezTo>
                  <a:cubicBezTo>
                    <a:pt x="920504" y="541957"/>
                    <a:pt x="935478" y="522069"/>
                    <a:pt x="948346" y="501012"/>
                  </a:cubicBezTo>
                  <a:cubicBezTo>
                    <a:pt x="984845" y="441584"/>
                    <a:pt x="1004966" y="369288"/>
                    <a:pt x="989992" y="300970"/>
                  </a:cubicBezTo>
                  <a:cubicBezTo>
                    <a:pt x="931968" y="36118"/>
                    <a:pt x="630149" y="-20268"/>
                    <a:pt x="404838" y="38925"/>
                  </a:cubicBezTo>
                  <a:close/>
                </a:path>
              </a:pathLst>
            </a:custGeom>
            <a:solidFill>
              <a:srgbClr val="FFD46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155" name="组合 154"/>
            <p:cNvGrpSpPr/>
            <p:nvPr/>
          </p:nvGrpSpPr>
          <p:grpSpPr>
            <a:xfrm rot="4500000">
              <a:off x="1833960" y="5077793"/>
              <a:ext cx="522810" cy="159538"/>
              <a:chOff x="2075135" y="5128223"/>
              <a:chExt cx="522810" cy="159538"/>
            </a:xfrm>
          </p:grpSpPr>
          <p:sp>
            <p:nvSpPr>
              <p:cNvPr id="118" name="任意多边形: 形状 117"/>
              <p:cNvSpPr/>
              <p:nvPr/>
            </p:nvSpPr>
            <p:spPr>
              <a:xfrm>
                <a:off x="2482452" y="5128223"/>
                <a:ext cx="115493" cy="131992"/>
              </a:xfrm>
              <a:custGeom>
                <a:avLst/>
                <a:gdLst>
                  <a:gd name="connsiteX0" fmla="*/ 63291 w 93745"/>
                  <a:gd name="connsiteY0" fmla="*/ 10879 h 107137"/>
                  <a:gd name="connsiteX1" fmla="*/ 29274 w 93745"/>
                  <a:gd name="connsiteY1" fmla="*/ 15834 h 107137"/>
                  <a:gd name="connsiteX2" fmla="*/ 18561 w 93745"/>
                  <a:gd name="connsiteY2" fmla="*/ 30164 h 107137"/>
                  <a:gd name="connsiteX3" fmla="*/ 16686 w 93745"/>
                  <a:gd name="connsiteY3" fmla="*/ 87884 h 107137"/>
                  <a:gd name="connsiteX4" fmla="*/ 64094 w 93745"/>
                  <a:gd name="connsiteY4" fmla="*/ 104357 h 107137"/>
                  <a:gd name="connsiteX5" fmla="*/ 95030 w 93745"/>
                  <a:gd name="connsiteY5" fmla="*/ 64046 h 107137"/>
                  <a:gd name="connsiteX6" fmla="*/ 63291 w 93745"/>
                  <a:gd name="connsiteY6" fmla="*/ 10879 h 107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3745" h="107137">
                    <a:moveTo>
                      <a:pt x="63291" y="10879"/>
                    </a:moveTo>
                    <a:cubicBezTo>
                      <a:pt x="51639" y="9674"/>
                      <a:pt x="38649" y="8737"/>
                      <a:pt x="29274" y="15834"/>
                    </a:cubicBezTo>
                    <a:cubicBezTo>
                      <a:pt x="24453" y="19450"/>
                      <a:pt x="21239" y="24807"/>
                      <a:pt x="18561" y="30164"/>
                    </a:cubicBezTo>
                    <a:cubicBezTo>
                      <a:pt x="9588" y="48244"/>
                      <a:pt x="5838" y="70876"/>
                      <a:pt x="16686" y="87884"/>
                    </a:cubicBezTo>
                    <a:cubicBezTo>
                      <a:pt x="26328" y="103018"/>
                      <a:pt x="46952" y="109847"/>
                      <a:pt x="64094" y="104357"/>
                    </a:cubicBezTo>
                    <a:cubicBezTo>
                      <a:pt x="81236" y="98866"/>
                      <a:pt x="93825" y="81992"/>
                      <a:pt x="95030" y="64046"/>
                    </a:cubicBezTo>
                    <a:cubicBezTo>
                      <a:pt x="96369" y="46101"/>
                      <a:pt x="83111" y="14093"/>
                      <a:pt x="63291" y="10879"/>
                    </a:cubicBezTo>
                  </a:path>
                </a:pathLst>
              </a:custGeom>
              <a:solidFill>
                <a:srgbClr val="C3EAF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4" name="任意多边形: 形状 153"/>
              <p:cNvSpPr/>
              <p:nvPr/>
            </p:nvSpPr>
            <p:spPr>
              <a:xfrm>
                <a:off x="2075135" y="5155769"/>
                <a:ext cx="115493" cy="131992"/>
              </a:xfrm>
              <a:custGeom>
                <a:avLst/>
                <a:gdLst>
                  <a:gd name="connsiteX0" fmla="*/ 63291 w 93745"/>
                  <a:gd name="connsiteY0" fmla="*/ 10879 h 107137"/>
                  <a:gd name="connsiteX1" fmla="*/ 29274 w 93745"/>
                  <a:gd name="connsiteY1" fmla="*/ 15835 h 107137"/>
                  <a:gd name="connsiteX2" fmla="*/ 18561 w 93745"/>
                  <a:gd name="connsiteY2" fmla="*/ 30164 h 107137"/>
                  <a:gd name="connsiteX3" fmla="*/ 16686 w 93745"/>
                  <a:gd name="connsiteY3" fmla="*/ 87884 h 107137"/>
                  <a:gd name="connsiteX4" fmla="*/ 64094 w 93745"/>
                  <a:gd name="connsiteY4" fmla="*/ 104357 h 107137"/>
                  <a:gd name="connsiteX5" fmla="*/ 95030 w 93745"/>
                  <a:gd name="connsiteY5" fmla="*/ 64046 h 107137"/>
                  <a:gd name="connsiteX6" fmla="*/ 63291 w 93745"/>
                  <a:gd name="connsiteY6" fmla="*/ 10879 h 107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3745" h="107137">
                    <a:moveTo>
                      <a:pt x="63291" y="10879"/>
                    </a:moveTo>
                    <a:cubicBezTo>
                      <a:pt x="51639" y="9674"/>
                      <a:pt x="38649" y="8737"/>
                      <a:pt x="29274" y="15835"/>
                    </a:cubicBezTo>
                    <a:cubicBezTo>
                      <a:pt x="24453" y="19450"/>
                      <a:pt x="21239" y="24807"/>
                      <a:pt x="18561" y="30164"/>
                    </a:cubicBezTo>
                    <a:cubicBezTo>
                      <a:pt x="9588" y="48244"/>
                      <a:pt x="5838" y="70876"/>
                      <a:pt x="16686" y="87884"/>
                    </a:cubicBezTo>
                    <a:cubicBezTo>
                      <a:pt x="26462" y="103018"/>
                      <a:pt x="46952" y="109848"/>
                      <a:pt x="64094" y="104357"/>
                    </a:cubicBezTo>
                    <a:cubicBezTo>
                      <a:pt x="81236" y="98866"/>
                      <a:pt x="93825" y="81992"/>
                      <a:pt x="95030" y="64046"/>
                    </a:cubicBezTo>
                    <a:cubicBezTo>
                      <a:pt x="96369" y="46101"/>
                      <a:pt x="83111" y="14094"/>
                      <a:pt x="63291" y="10879"/>
                    </a:cubicBezTo>
                  </a:path>
                </a:pathLst>
              </a:custGeom>
              <a:solidFill>
                <a:srgbClr val="F4BDB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157" name="任意多边形: 形状 156"/>
          <p:cNvSpPr/>
          <p:nvPr/>
        </p:nvSpPr>
        <p:spPr>
          <a:xfrm>
            <a:off x="11191971" y="4981623"/>
            <a:ext cx="115493" cy="131992"/>
          </a:xfrm>
          <a:custGeom>
            <a:avLst/>
            <a:gdLst>
              <a:gd name="connsiteX0" fmla="*/ 63291 w 93745"/>
              <a:gd name="connsiteY0" fmla="*/ 10879 h 107137"/>
              <a:gd name="connsiteX1" fmla="*/ 29274 w 93745"/>
              <a:gd name="connsiteY1" fmla="*/ 15834 h 107137"/>
              <a:gd name="connsiteX2" fmla="*/ 18561 w 93745"/>
              <a:gd name="connsiteY2" fmla="*/ 30164 h 107137"/>
              <a:gd name="connsiteX3" fmla="*/ 16686 w 93745"/>
              <a:gd name="connsiteY3" fmla="*/ 87884 h 107137"/>
              <a:gd name="connsiteX4" fmla="*/ 64094 w 93745"/>
              <a:gd name="connsiteY4" fmla="*/ 104357 h 107137"/>
              <a:gd name="connsiteX5" fmla="*/ 95030 w 93745"/>
              <a:gd name="connsiteY5" fmla="*/ 64046 h 107137"/>
              <a:gd name="connsiteX6" fmla="*/ 63291 w 93745"/>
              <a:gd name="connsiteY6" fmla="*/ 10879 h 107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3745" h="107137">
                <a:moveTo>
                  <a:pt x="63291" y="10879"/>
                </a:moveTo>
                <a:cubicBezTo>
                  <a:pt x="51639" y="9674"/>
                  <a:pt x="38649" y="8737"/>
                  <a:pt x="29274" y="15834"/>
                </a:cubicBezTo>
                <a:cubicBezTo>
                  <a:pt x="24453" y="19450"/>
                  <a:pt x="21239" y="24807"/>
                  <a:pt x="18561" y="30164"/>
                </a:cubicBezTo>
                <a:cubicBezTo>
                  <a:pt x="9588" y="48244"/>
                  <a:pt x="5838" y="70876"/>
                  <a:pt x="16686" y="87884"/>
                </a:cubicBezTo>
                <a:cubicBezTo>
                  <a:pt x="26462" y="103018"/>
                  <a:pt x="46952" y="109847"/>
                  <a:pt x="64094" y="104357"/>
                </a:cubicBezTo>
                <a:cubicBezTo>
                  <a:pt x="81236" y="98866"/>
                  <a:pt x="93825" y="81992"/>
                  <a:pt x="95030" y="64046"/>
                </a:cubicBezTo>
                <a:cubicBezTo>
                  <a:pt x="96369" y="46101"/>
                  <a:pt x="83111" y="14093"/>
                  <a:pt x="63291" y="10879"/>
                </a:cubicBezTo>
              </a:path>
            </a:pathLst>
          </a:custGeom>
          <a:solidFill>
            <a:srgbClr val="F4BDB5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61" name="任意多边形: 形状 160"/>
          <p:cNvSpPr/>
          <p:nvPr/>
        </p:nvSpPr>
        <p:spPr>
          <a:xfrm rot="20067320">
            <a:off x="9787009" y="5006378"/>
            <a:ext cx="644608" cy="494161"/>
          </a:xfrm>
          <a:custGeom>
            <a:avLst/>
            <a:gdLst>
              <a:gd name="connsiteX0" fmla="*/ 404838 w 1006062"/>
              <a:gd name="connsiteY0" fmla="*/ 38925 h 772094"/>
              <a:gd name="connsiteX1" fmla="*/ 55290 w 1006062"/>
              <a:gd name="connsiteY1" fmla="*/ 286697 h 772094"/>
              <a:gd name="connsiteX2" fmla="*/ 125714 w 1006062"/>
              <a:gd name="connsiteY2" fmla="*/ 663620 h 772094"/>
              <a:gd name="connsiteX3" fmla="*/ 213218 w 1006062"/>
              <a:gd name="connsiteY3" fmla="*/ 717433 h 772094"/>
              <a:gd name="connsiteX4" fmla="*/ 904360 w 1006062"/>
              <a:gd name="connsiteY4" fmla="*/ 560674 h 772094"/>
              <a:gd name="connsiteX5" fmla="*/ 948346 w 1006062"/>
              <a:gd name="connsiteY5" fmla="*/ 501012 h 772094"/>
              <a:gd name="connsiteX6" fmla="*/ 989992 w 1006062"/>
              <a:gd name="connsiteY6" fmla="*/ 300970 h 772094"/>
              <a:gd name="connsiteX7" fmla="*/ 404838 w 1006062"/>
              <a:gd name="connsiteY7" fmla="*/ 38925 h 772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6062" h="772094">
                <a:moveTo>
                  <a:pt x="404838" y="38925"/>
                </a:moveTo>
                <a:cubicBezTo>
                  <a:pt x="253461" y="78700"/>
                  <a:pt x="116122" y="166906"/>
                  <a:pt x="55290" y="286697"/>
                </a:cubicBezTo>
                <a:cubicBezTo>
                  <a:pt x="-11391" y="417720"/>
                  <a:pt x="9198" y="569799"/>
                  <a:pt x="125714" y="663620"/>
                </a:cubicBezTo>
                <a:cubicBezTo>
                  <a:pt x="151451" y="684210"/>
                  <a:pt x="180931" y="702225"/>
                  <a:pt x="213218" y="717433"/>
                </a:cubicBezTo>
                <a:cubicBezTo>
                  <a:pt x="450930" y="829738"/>
                  <a:pt x="732627" y="759547"/>
                  <a:pt x="904360" y="560674"/>
                </a:cubicBezTo>
                <a:cubicBezTo>
                  <a:pt x="920504" y="541957"/>
                  <a:pt x="935478" y="522069"/>
                  <a:pt x="948346" y="501012"/>
                </a:cubicBezTo>
                <a:cubicBezTo>
                  <a:pt x="984845" y="441584"/>
                  <a:pt x="1004966" y="369288"/>
                  <a:pt x="989992" y="300970"/>
                </a:cubicBezTo>
                <a:cubicBezTo>
                  <a:pt x="931968" y="36118"/>
                  <a:pt x="630149" y="-20268"/>
                  <a:pt x="404838" y="38925"/>
                </a:cubicBezTo>
                <a:close/>
              </a:path>
            </a:pathLst>
          </a:custGeom>
          <a:solidFill>
            <a:srgbClr val="C3EAF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46" name="组合 245"/>
          <p:cNvGrpSpPr/>
          <p:nvPr/>
        </p:nvGrpSpPr>
        <p:grpSpPr>
          <a:xfrm>
            <a:off x="1778920" y="790025"/>
            <a:ext cx="939187" cy="1264671"/>
            <a:chOff x="1778920" y="790025"/>
            <a:chExt cx="939187" cy="1264671"/>
          </a:xfrm>
        </p:grpSpPr>
        <p:grpSp>
          <p:nvGrpSpPr>
            <p:cNvPr id="140" name="组合 139"/>
            <p:cNvGrpSpPr/>
            <p:nvPr/>
          </p:nvGrpSpPr>
          <p:grpSpPr>
            <a:xfrm rot="1794214">
              <a:off x="2550146" y="790025"/>
              <a:ext cx="167961" cy="553545"/>
              <a:chOff x="-6442215" y="819014"/>
              <a:chExt cx="167961" cy="553545"/>
            </a:xfrm>
          </p:grpSpPr>
          <p:sp>
            <p:nvSpPr>
              <p:cNvPr id="115" name="任意多边形: 形状 114"/>
              <p:cNvSpPr/>
              <p:nvPr/>
            </p:nvSpPr>
            <p:spPr>
              <a:xfrm>
                <a:off x="-6389747" y="819014"/>
                <a:ext cx="115493" cy="131992"/>
              </a:xfrm>
              <a:custGeom>
                <a:avLst/>
                <a:gdLst>
                  <a:gd name="connsiteX0" fmla="*/ 63291 w 93745"/>
                  <a:gd name="connsiteY0" fmla="*/ 10879 h 107137"/>
                  <a:gd name="connsiteX1" fmla="*/ 29274 w 93745"/>
                  <a:gd name="connsiteY1" fmla="*/ 15834 h 107137"/>
                  <a:gd name="connsiteX2" fmla="*/ 18561 w 93745"/>
                  <a:gd name="connsiteY2" fmla="*/ 30164 h 107137"/>
                  <a:gd name="connsiteX3" fmla="*/ 16686 w 93745"/>
                  <a:gd name="connsiteY3" fmla="*/ 87884 h 107137"/>
                  <a:gd name="connsiteX4" fmla="*/ 64094 w 93745"/>
                  <a:gd name="connsiteY4" fmla="*/ 104357 h 107137"/>
                  <a:gd name="connsiteX5" fmla="*/ 95030 w 93745"/>
                  <a:gd name="connsiteY5" fmla="*/ 64046 h 107137"/>
                  <a:gd name="connsiteX6" fmla="*/ 63291 w 93745"/>
                  <a:gd name="connsiteY6" fmla="*/ 10879 h 107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3745" h="107137">
                    <a:moveTo>
                      <a:pt x="63291" y="10879"/>
                    </a:moveTo>
                    <a:cubicBezTo>
                      <a:pt x="51639" y="9674"/>
                      <a:pt x="38649" y="8737"/>
                      <a:pt x="29274" y="15834"/>
                    </a:cubicBezTo>
                    <a:cubicBezTo>
                      <a:pt x="24453" y="19450"/>
                      <a:pt x="21239" y="24807"/>
                      <a:pt x="18561" y="30164"/>
                    </a:cubicBezTo>
                    <a:cubicBezTo>
                      <a:pt x="9588" y="48244"/>
                      <a:pt x="5838" y="70876"/>
                      <a:pt x="16686" y="87884"/>
                    </a:cubicBezTo>
                    <a:cubicBezTo>
                      <a:pt x="26462" y="103018"/>
                      <a:pt x="46952" y="109848"/>
                      <a:pt x="64094" y="104357"/>
                    </a:cubicBezTo>
                    <a:cubicBezTo>
                      <a:pt x="81236" y="98866"/>
                      <a:pt x="93825" y="81992"/>
                      <a:pt x="95030" y="64046"/>
                    </a:cubicBezTo>
                    <a:cubicBezTo>
                      <a:pt x="96369" y="46101"/>
                      <a:pt x="83111" y="14093"/>
                      <a:pt x="63291" y="10879"/>
                    </a:cubicBezTo>
                  </a:path>
                </a:pathLst>
              </a:custGeom>
              <a:solidFill>
                <a:srgbClr val="FFD46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4" name="任意多边形: 形状 123"/>
              <p:cNvSpPr/>
              <p:nvPr/>
            </p:nvSpPr>
            <p:spPr>
              <a:xfrm>
                <a:off x="-6442215" y="1240567"/>
                <a:ext cx="115493" cy="131992"/>
              </a:xfrm>
              <a:custGeom>
                <a:avLst/>
                <a:gdLst>
                  <a:gd name="connsiteX0" fmla="*/ 63291 w 93745"/>
                  <a:gd name="connsiteY0" fmla="*/ 10879 h 107137"/>
                  <a:gd name="connsiteX1" fmla="*/ 29274 w 93745"/>
                  <a:gd name="connsiteY1" fmla="*/ 15834 h 107137"/>
                  <a:gd name="connsiteX2" fmla="*/ 18561 w 93745"/>
                  <a:gd name="connsiteY2" fmla="*/ 30164 h 107137"/>
                  <a:gd name="connsiteX3" fmla="*/ 16686 w 93745"/>
                  <a:gd name="connsiteY3" fmla="*/ 87884 h 107137"/>
                  <a:gd name="connsiteX4" fmla="*/ 64094 w 93745"/>
                  <a:gd name="connsiteY4" fmla="*/ 104357 h 107137"/>
                  <a:gd name="connsiteX5" fmla="*/ 95030 w 93745"/>
                  <a:gd name="connsiteY5" fmla="*/ 64046 h 107137"/>
                  <a:gd name="connsiteX6" fmla="*/ 63291 w 93745"/>
                  <a:gd name="connsiteY6" fmla="*/ 10879 h 107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3745" h="107137">
                    <a:moveTo>
                      <a:pt x="63291" y="10879"/>
                    </a:moveTo>
                    <a:cubicBezTo>
                      <a:pt x="51639" y="9674"/>
                      <a:pt x="38649" y="8737"/>
                      <a:pt x="29274" y="15834"/>
                    </a:cubicBezTo>
                    <a:cubicBezTo>
                      <a:pt x="24453" y="19450"/>
                      <a:pt x="21239" y="24807"/>
                      <a:pt x="18561" y="30164"/>
                    </a:cubicBezTo>
                    <a:cubicBezTo>
                      <a:pt x="9588" y="48244"/>
                      <a:pt x="5838" y="70876"/>
                      <a:pt x="16686" y="87884"/>
                    </a:cubicBezTo>
                    <a:cubicBezTo>
                      <a:pt x="26462" y="103018"/>
                      <a:pt x="46952" y="109848"/>
                      <a:pt x="64094" y="104357"/>
                    </a:cubicBezTo>
                    <a:cubicBezTo>
                      <a:pt x="81236" y="98866"/>
                      <a:pt x="93825" y="81992"/>
                      <a:pt x="95030" y="64046"/>
                    </a:cubicBezTo>
                    <a:cubicBezTo>
                      <a:pt x="96503" y="46101"/>
                      <a:pt x="83111" y="14093"/>
                      <a:pt x="63291" y="10879"/>
                    </a:cubicBezTo>
                  </a:path>
                </a:pathLst>
              </a:custGeom>
              <a:solidFill>
                <a:srgbClr val="C3EAF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162" name="任意多边形: 形状 161"/>
            <p:cNvSpPr/>
            <p:nvPr/>
          </p:nvSpPr>
          <p:spPr>
            <a:xfrm rot="18634850">
              <a:off x="1703697" y="1485311"/>
              <a:ext cx="644608" cy="494161"/>
            </a:xfrm>
            <a:custGeom>
              <a:avLst/>
              <a:gdLst>
                <a:gd name="connsiteX0" fmla="*/ 404838 w 1006062"/>
                <a:gd name="connsiteY0" fmla="*/ 38925 h 772094"/>
                <a:gd name="connsiteX1" fmla="*/ 55290 w 1006062"/>
                <a:gd name="connsiteY1" fmla="*/ 286697 h 772094"/>
                <a:gd name="connsiteX2" fmla="*/ 125714 w 1006062"/>
                <a:gd name="connsiteY2" fmla="*/ 663620 h 772094"/>
                <a:gd name="connsiteX3" fmla="*/ 213218 w 1006062"/>
                <a:gd name="connsiteY3" fmla="*/ 717433 h 772094"/>
                <a:gd name="connsiteX4" fmla="*/ 904360 w 1006062"/>
                <a:gd name="connsiteY4" fmla="*/ 560674 h 772094"/>
                <a:gd name="connsiteX5" fmla="*/ 948346 w 1006062"/>
                <a:gd name="connsiteY5" fmla="*/ 501012 h 772094"/>
                <a:gd name="connsiteX6" fmla="*/ 989992 w 1006062"/>
                <a:gd name="connsiteY6" fmla="*/ 300970 h 772094"/>
                <a:gd name="connsiteX7" fmla="*/ 404838 w 1006062"/>
                <a:gd name="connsiteY7" fmla="*/ 38925 h 772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06062" h="772094">
                  <a:moveTo>
                    <a:pt x="404838" y="38925"/>
                  </a:moveTo>
                  <a:cubicBezTo>
                    <a:pt x="253461" y="78700"/>
                    <a:pt x="116122" y="166906"/>
                    <a:pt x="55290" y="286697"/>
                  </a:cubicBezTo>
                  <a:cubicBezTo>
                    <a:pt x="-11391" y="417720"/>
                    <a:pt x="9198" y="569799"/>
                    <a:pt x="125714" y="663620"/>
                  </a:cubicBezTo>
                  <a:cubicBezTo>
                    <a:pt x="151451" y="684210"/>
                    <a:pt x="180931" y="702225"/>
                    <a:pt x="213218" y="717433"/>
                  </a:cubicBezTo>
                  <a:cubicBezTo>
                    <a:pt x="450930" y="829738"/>
                    <a:pt x="732627" y="759547"/>
                    <a:pt x="904360" y="560674"/>
                  </a:cubicBezTo>
                  <a:cubicBezTo>
                    <a:pt x="920504" y="541957"/>
                    <a:pt x="935478" y="522069"/>
                    <a:pt x="948346" y="501012"/>
                  </a:cubicBezTo>
                  <a:cubicBezTo>
                    <a:pt x="984845" y="441584"/>
                    <a:pt x="1004966" y="369288"/>
                    <a:pt x="989992" y="300970"/>
                  </a:cubicBezTo>
                  <a:cubicBezTo>
                    <a:pt x="931968" y="36118"/>
                    <a:pt x="630149" y="-20268"/>
                    <a:pt x="404838" y="38925"/>
                  </a:cubicBezTo>
                  <a:close/>
                </a:path>
              </a:pathLst>
            </a:custGeom>
            <a:solidFill>
              <a:srgbClr val="C3EAF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69" name="文本框 168"/>
          <p:cNvSpPr txBox="1"/>
          <p:nvPr/>
        </p:nvSpPr>
        <p:spPr>
          <a:xfrm>
            <a:off x="5043162" y="773374"/>
            <a:ext cx="1847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zh-CN" sz="1600" dirty="0">
              <a:solidFill>
                <a:srgbClr val="7AB2DC">
                  <a:alpha val="90000"/>
                </a:srgbClr>
              </a:solidFill>
              <a:cs typeface="+mn-ea"/>
              <a:sym typeface="+mn-lt"/>
            </a:endParaRPr>
          </a:p>
        </p:txBody>
      </p:sp>
      <p:cxnSp>
        <p:nvCxnSpPr>
          <p:cNvPr id="322" name="直接连接符 321"/>
          <p:cNvCxnSpPr/>
          <p:nvPr/>
        </p:nvCxnSpPr>
        <p:spPr>
          <a:xfrm flipH="1">
            <a:off x="8290402" y="1163953"/>
            <a:ext cx="129970" cy="7143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4" name="文本框 323"/>
          <p:cNvSpPr txBox="1"/>
          <p:nvPr/>
        </p:nvSpPr>
        <p:spPr>
          <a:xfrm rot="20103887">
            <a:off x="7819354" y="-853918"/>
            <a:ext cx="1847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5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474069" y="1569364"/>
            <a:ext cx="7190756" cy="3360402"/>
            <a:chOff x="2474069" y="1670964"/>
            <a:chExt cx="7190756" cy="3360402"/>
          </a:xfrm>
        </p:grpSpPr>
        <p:sp>
          <p:nvSpPr>
            <p:cNvPr id="189" name="任意多边形: 形状 188"/>
            <p:cNvSpPr/>
            <p:nvPr/>
          </p:nvSpPr>
          <p:spPr>
            <a:xfrm rot="16200000" flipH="1">
              <a:off x="4478631" y="1611280"/>
              <a:ext cx="3159857" cy="3279225"/>
            </a:xfrm>
            <a:custGeom>
              <a:avLst/>
              <a:gdLst>
                <a:gd name="connsiteX0" fmla="*/ 1076107 w 1085850"/>
                <a:gd name="connsiteY0" fmla="*/ 545418 h 1076325"/>
                <a:gd name="connsiteX1" fmla="*/ 819885 w 1085850"/>
                <a:gd name="connsiteY1" fmla="*/ 21925 h 1076325"/>
                <a:gd name="connsiteX2" fmla="*/ 394879 w 1085850"/>
                <a:gd name="connsiteY2" fmla="*/ 93362 h 1076325"/>
                <a:gd name="connsiteX3" fmla="*/ 188949 w 1085850"/>
                <a:gd name="connsiteY3" fmla="*/ 409401 h 1076325"/>
                <a:gd name="connsiteX4" fmla="*/ 12165 w 1085850"/>
                <a:gd name="connsiteY4" fmla="*/ 815833 h 1076325"/>
                <a:gd name="connsiteX5" fmla="*/ 36739 w 1085850"/>
                <a:gd name="connsiteY5" fmla="*/ 991284 h 1076325"/>
                <a:gd name="connsiteX6" fmla="*/ 311726 w 1085850"/>
                <a:gd name="connsiteY6" fmla="*/ 1060816 h 1076325"/>
                <a:gd name="connsiteX7" fmla="*/ 596238 w 1085850"/>
                <a:gd name="connsiteY7" fmla="*/ 999856 h 1076325"/>
                <a:gd name="connsiteX8" fmla="*/ 857889 w 1085850"/>
                <a:gd name="connsiteY8" fmla="*/ 949183 h 1076325"/>
                <a:gd name="connsiteX9" fmla="*/ 1060010 w 1085850"/>
                <a:gd name="connsiteY9" fmla="*/ 636573 h 1076325"/>
                <a:gd name="connsiteX10" fmla="*/ 1076107 w 1085850"/>
                <a:gd name="connsiteY10" fmla="*/ 545418 h 1076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5850" h="1076325">
                  <a:moveTo>
                    <a:pt x="1076107" y="545418"/>
                  </a:moveTo>
                  <a:cubicBezTo>
                    <a:pt x="1104873" y="325772"/>
                    <a:pt x="1074202" y="73645"/>
                    <a:pt x="819885" y="21925"/>
                  </a:cubicBezTo>
                  <a:cubicBezTo>
                    <a:pt x="680724" y="-6365"/>
                    <a:pt x="508798" y="112"/>
                    <a:pt x="394879" y="93362"/>
                  </a:cubicBezTo>
                  <a:cubicBezTo>
                    <a:pt x="296486" y="173848"/>
                    <a:pt x="237812" y="294911"/>
                    <a:pt x="188949" y="409401"/>
                  </a:cubicBezTo>
                  <a:cubicBezTo>
                    <a:pt x="131132" y="544942"/>
                    <a:pt x="37977" y="667815"/>
                    <a:pt x="12165" y="815833"/>
                  </a:cubicBezTo>
                  <a:cubicBezTo>
                    <a:pt x="1782" y="875269"/>
                    <a:pt x="6354" y="939277"/>
                    <a:pt x="36739" y="991284"/>
                  </a:cubicBezTo>
                  <a:cubicBezTo>
                    <a:pt x="93222" y="1087772"/>
                    <a:pt x="216095" y="1088439"/>
                    <a:pt x="311726" y="1060816"/>
                  </a:cubicBezTo>
                  <a:cubicBezTo>
                    <a:pt x="404976" y="1033860"/>
                    <a:pt x="499368" y="1009286"/>
                    <a:pt x="596238" y="999856"/>
                  </a:cubicBezTo>
                  <a:cubicBezTo>
                    <a:pt x="687582" y="990998"/>
                    <a:pt x="775689" y="998713"/>
                    <a:pt x="857889" y="949183"/>
                  </a:cubicBezTo>
                  <a:cubicBezTo>
                    <a:pt x="972666" y="880127"/>
                    <a:pt x="1032006" y="763732"/>
                    <a:pt x="1060010" y="636573"/>
                  </a:cubicBezTo>
                  <a:cubicBezTo>
                    <a:pt x="1066392" y="608474"/>
                    <a:pt x="1071821" y="577708"/>
                    <a:pt x="1076107" y="545418"/>
                  </a:cubicBezTo>
                  <a:close/>
                </a:path>
              </a:pathLst>
            </a:custGeom>
            <a:solidFill>
              <a:srgbClr val="FFF2D9">
                <a:alpha val="8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327" name="组合 326"/>
            <p:cNvGrpSpPr/>
            <p:nvPr/>
          </p:nvGrpSpPr>
          <p:grpSpPr>
            <a:xfrm>
              <a:off x="5576157" y="1839783"/>
              <a:ext cx="465037" cy="423482"/>
              <a:chOff x="5538094" y="2108832"/>
              <a:chExt cx="388563" cy="353842"/>
            </a:xfrm>
          </p:grpSpPr>
          <p:sp>
            <p:nvSpPr>
              <p:cNvPr id="328" name="任意多边形: 形状 327"/>
              <p:cNvSpPr/>
              <p:nvPr/>
            </p:nvSpPr>
            <p:spPr>
              <a:xfrm rot="20734590">
                <a:off x="5542954" y="2111724"/>
                <a:ext cx="370446" cy="350950"/>
              </a:xfrm>
              <a:custGeom>
                <a:avLst/>
                <a:gdLst>
                  <a:gd name="connsiteX0" fmla="*/ 54947 w 361950"/>
                  <a:gd name="connsiteY0" fmla="*/ 159447 h 342900"/>
                  <a:gd name="connsiteX1" fmla="*/ 51232 w 361950"/>
                  <a:gd name="connsiteY1" fmla="*/ 113632 h 342900"/>
                  <a:gd name="connsiteX2" fmla="*/ 42660 w 361950"/>
                  <a:gd name="connsiteY2" fmla="*/ 86962 h 342900"/>
                  <a:gd name="connsiteX3" fmla="*/ 33135 w 361950"/>
                  <a:gd name="connsiteY3" fmla="*/ 109441 h 342900"/>
                  <a:gd name="connsiteX4" fmla="*/ 21038 w 361950"/>
                  <a:gd name="connsiteY4" fmla="*/ 160018 h 342900"/>
                  <a:gd name="connsiteX5" fmla="*/ 10561 w 361950"/>
                  <a:gd name="connsiteY5" fmla="*/ 270223 h 342900"/>
                  <a:gd name="connsiteX6" fmla="*/ 156388 w 361950"/>
                  <a:gd name="connsiteY6" fmla="*/ 335278 h 342900"/>
                  <a:gd name="connsiteX7" fmla="*/ 211443 w 361950"/>
                  <a:gd name="connsiteY7" fmla="*/ 337660 h 342900"/>
                  <a:gd name="connsiteX8" fmla="*/ 244685 w 361950"/>
                  <a:gd name="connsiteY8" fmla="*/ 335278 h 342900"/>
                  <a:gd name="connsiteX9" fmla="*/ 321171 w 361950"/>
                  <a:gd name="connsiteY9" fmla="*/ 245934 h 342900"/>
                  <a:gd name="connsiteX10" fmla="*/ 356318 w 361950"/>
                  <a:gd name="connsiteY10" fmla="*/ 117346 h 342900"/>
                  <a:gd name="connsiteX11" fmla="*/ 349174 w 361950"/>
                  <a:gd name="connsiteY11" fmla="*/ 112108 h 342900"/>
                  <a:gd name="connsiteX12" fmla="*/ 272308 w 361950"/>
                  <a:gd name="connsiteY12" fmla="*/ 166781 h 342900"/>
                  <a:gd name="connsiteX13" fmla="*/ 264592 w 361950"/>
                  <a:gd name="connsiteY13" fmla="*/ 163066 h 342900"/>
                  <a:gd name="connsiteX14" fmla="*/ 257353 w 361950"/>
                  <a:gd name="connsiteY14" fmla="*/ 11524 h 342900"/>
                  <a:gd name="connsiteX15" fmla="*/ 248971 w 361950"/>
                  <a:gd name="connsiteY15" fmla="*/ 8761 h 342900"/>
                  <a:gd name="connsiteX16" fmla="*/ 142672 w 361950"/>
                  <a:gd name="connsiteY16" fmla="*/ 147350 h 342900"/>
                  <a:gd name="connsiteX17" fmla="*/ 133909 w 361950"/>
                  <a:gd name="connsiteY17" fmla="*/ 144874 h 342900"/>
                  <a:gd name="connsiteX18" fmla="*/ 127242 w 361950"/>
                  <a:gd name="connsiteY18" fmla="*/ 60387 h 342900"/>
                  <a:gd name="connsiteX19" fmla="*/ 118384 w 361950"/>
                  <a:gd name="connsiteY19" fmla="*/ 58482 h 342900"/>
                  <a:gd name="connsiteX20" fmla="*/ 63996 w 361950"/>
                  <a:gd name="connsiteY20" fmla="*/ 161161 h 342900"/>
                  <a:gd name="connsiteX21" fmla="*/ 54947 w 361950"/>
                  <a:gd name="connsiteY21" fmla="*/ 159447 h 342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61950" h="342900">
                    <a:moveTo>
                      <a:pt x="54947" y="159447"/>
                    </a:moveTo>
                    <a:cubicBezTo>
                      <a:pt x="53709" y="144207"/>
                      <a:pt x="52471" y="128872"/>
                      <a:pt x="51232" y="113632"/>
                    </a:cubicBezTo>
                    <a:cubicBezTo>
                      <a:pt x="50851" y="108869"/>
                      <a:pt x="52471" y="83437"/>
                      <a:pt x="42660" y="86962"/>
                    </a:cubicBezTo>
                    <a:cubicBezTo>
                      <a:pt x="35326" y="89533"/>
                      <a:pt x="34754" y="103154"/>
                      <a:pt x="33135" y="109441"/>
                    </a:cubicBezTo>
                    <a:cubicBezTo>
                      <a:pt x="28849" y="126205"/>
                      <a:pt x="24848" y="143064"/>
                      <a:pt x="21038" y="160018"/>
                    </a:cubicBezTo>
                    <a:cubicBezTo>
                      <a:pt x="13132" y="195166"/>
                      <a:pt x="1226" y="234218"/>
                      <a:pt x="10561" y="270223"/>
                    </a:cubicBezTo>
                    <a:cubicBezTo>
                      <a:pt x="21324" y="311656"/>
                      <a:pt x="139624" y="333373"/>
                      <a:pt x="156388" y="335278"/>
                    </a:cubicBezTo>
                    <a:cubicBezTo>
                      <a:pt x="174676" y="337374"/>
                      <a:pt x="193060" y="337660"/>
                      <a:pt x="211443" y="337660"/>
                    </a:cubicBezTo>
                    <a:cubicBezTo>
                      <a:pt x="222587" y="337660"/>
                      <a:pt x="233827" y="337564"/>
                      <a:pt x="244685" y="335278"/>
                    </a:cubicBezTo>
                    <a:cubicBezTo>
                      <a:pt x="289834" y="325944"/>
                      <a:pt x="309074" y="286225"/>
                      <a:pt x="321171" y="245934"/>
                    </a:cubicBezTo>
                    <a:cubicBezTo>
                      <a:pt x="333934" y="203357"/>
                      <a:pt x="345650" y="160495"/>
                      <a:pt x="356318" y="117346"/>
                    </a:cubicBezTo>
                    <a:cubicBezTo>
                      <a:pt x="357366" y="113251"/>
                      <a:pt x="352889" y="109917"/>
                      <a:pt x="349174" y="112108"/>
                    </a:cubicBezTo>
                    <a:cubicBezTo>
                      <a:pt x="322123" y="128110"/>
                      <a:pt x="297073" y="147350"/>
                      <a:pt x="272308" y="166781"/>
                    </a:cubicBezTo>
                    <a:cubicBezTo>
                      <a:pt x="269164" y="169258"/>
                      <a:pt x="264592" y="167067"/>
                      <a:pt x="264592" y="163066"/>
                    </a:cubicBezTo>
                    <a:cubicBezTo>
                      <a:pt x="264307" y="112489"/>
                      <a:pt x="261925" y="61911"/>
                      <a:pt x="257353" y="11524"/>
                    </a:cubicBezTo>
                    <a:cubicBezTo>
                      <a:pt x="256972" y="7333"/>
                      <a:pt x="251829" y="5618"/>
                      <a:pt x="248971" y="8761"/>
                    </a:cubicBezTo>
                    <a:cubicBezTo>
                      <a:pt x="210014" y="52100"/>
                      <a:pt x="174486" y="98487"/>
                      <a:pt x="142672" y="147350"/>
                    </a:cubicBezTo>
                    <a:cubicBezTo>
                      <a:pt x="140101" y="151255"/>
                      <a:pt x="134005" y="149541"/>
                      <a:pt x="133909" y="144874"/>
                    </a:cubicBezTo>
                    <a:cubicBezTo>
                      <a:pt x="133338" y="116584"/>
                      <a:pt x="131052" y="88390"/>
                      <a:pt x="127242" y="60387"/>
                    </a:cubicBezTo>
                    <a:cubicBezTo>
                      <a:pt x="126670" y="55910"/>
                      <a:pt x="120765" y="54672"/>
                      <a:pt x="118384" y="58482"/>
                    </a:cubicBezTo>
                    <a:cubicBezTo>
                      <a:pt x="98191" y="91534"/>
                      <a:pt x="79998" y="125824"/>
                      <a:pt x="63996" y="161161"/>
                    </a:cubicBezTo>
                    <a:cubicBezTo>
                      <a:pt x="61996" y="165543"/>
                      <a:pt x="55328" y="164305"/>
                      <a:pt x="54947" y="159447"/>
                    </a:cubicBezTo>
                    <a:close/>
                  </a:path>
                </a:pathLst>
              </a:custGeom>
              <a:solidFill>
                <a:srgbClr val="FFD46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29" name="任意多边形: 形状 328"/>
              <p:cNvSpPr/>
              <p:nvPr/>
            </p:nvSpPr>
            <p:spPr>
              <a:xfrm rot="20734590">
                <a:off x="5538094" y="2108832"/>
                <a:ext cx="370446" cy="350950"/>
              </a:xfrm>
              <a:custGeom>
                <a:avLst/>
                <a:gdLst>
                  <a:gd name="connsiteX0" fmla="*/ 62369 w 361950"/>
                  <a:gd name="connsiteY0" fmla="*/ 163366 h 342900"/>
                  <a:gd name="connsiteX1" fmla="*/ 58654 w 361950"/>
                  <a:gd name="connsiteY1" fmla="*/ 117074 h 342900"/>
                  <a:gd name="connsiteX2" fmla="*/ 57321 w 361950"/>
                  <a:gd name="connsiteY2" fmla="*/ 97453 h 342900"/>
                  <a:gd name="connsiteX3" fmla="*/ 46367 w 361950"/>
                  <a:gd name="connsiteY3" fmla="*/ 87166 h 342900"/>
                  <a:gd name="connsiteX4" fmla="*/ 34460 w 361950"/>
                  <a:gd name="connsiteY4" fmla="*/ 107835 h 342900"/>
                  <a:gd name="connsiteX5" fmla="*/ 24650 w 361950"/>
                  <a:gd name="connsiteY5" fmla="*/ 149078 h 342900"/>
                  <a:gd name="connsiteX6" fmla="*/ 14744 w 361950"/>
                  <a:gd name="connsiteY6" fmla="*/ 192036 h 342900"/>
                  <a:gd name="connsiteX7" fmla="*/ 11219 w 361950"/>
                  <a:gd name="connsiteY7" fmla="*/ 275761 h 342900"/>
                  <a:gd name="connsiteX8" fmla="*/ 37127 w 361950"/>
                  <a:gd name="connsiteY8" fmla="*/ 304145 h 342900"/>
                  <a:gd name="connsiteX9" fmla="*/ 83514 w 361950"/>
                  <a:gd name="connsiteY9" fmla="*/ 324529 h 342900"/>
                  <a:gd name="connsiteX10" fmla="*/ 162477 w 361950"/>
                  <a:gd name="connsiteY10" fmla="*/ 342817 h 342900"/>
                  <a:gd name="connsiteX11" fmla="*/ 208292 w 361950"/>
                  <a:gd name="connsiteY11" fmla="*/ 344912 h 342900"/>
                  <a:gd name="connsiteX12" fmla="*/ 252011 w 361950"/>
                  <a:gd name="connsiteY12" fmla="*/ 341864 h 342900"/>
                  <a:gd name="connsiteX13" fmla="*/ 302589 w 361950"/>
                  <a:gd name="connsiteY13" fmla="*/ 307098 h 342900"/>
                  <a:gd name="connsiteX14" fmla="*/ 329640 w 361950"/>
                  <a:gd name="connsiteY14" fmla="*/ 246138 h 342900"/>
                  <a:gd name="connsiteX15" fmla="*/ 355072 w 361950"/>
                  <a:gd name="connsiteY15" fmla="*/ 154888 h 342900"/>
                  <a:gd name="connsiteX16" fmla="*/ 360597 w 361950"/>
                  <a:gd name="connsiteY16" fmla="*/ 133362 h 342900"/>
                  <a:gd name="connsiteX17" fmla="*/ 362216 w 361950"/>
                  <a:gd name="connsiteY17" fmla="*/ 115169 h 342900"/>
                  <a:gd name="connsiteX18" fmla="*/ 351929 w 361950"/>
                  <a:gd name="connsiteY18" fmla="*/ 112312 h 342900"/>
                  <a:gd name="connsiteX19" fmla="*/ 333927 w 361950"/>
                  <a:gd name="connsiteY19" fmla="*/ 123361 h 342900"/>
                  <a:gd name="connsiteX20" fmla="*/ 296398 w 361950"/>
                  <a:gd name="connsiteY20" fmla="*/ 150126 h 342900"/>
                  <a:gd name="connsiteX21" fmla="*/ 280491 w 361950"/>
                  <a:gd name="connsiteY21" fmla="*/ 162318 h 342900"/>
                  <a:gd name="connsiteX22" fmla="*/ 275157 w 361950"/>
                  <a:gd name="connsiteY22" fmla="*/ 166509 h 342900"/>
                  <a:gd name="connsiteX23" fmla="*/ 271728 w 361950"/>
                  <a:gd name="connsiteY23" fmla="*/ 161937 h 342900"/>
                  <a:gd name="connsiteX24" fmla="*/ 271538 w 361950"/>
                  <a:gd name="connsiteY24" fmla="*/ 147745 h 342900"/>
                  <a:gd name="connsiteX25" fmla="*/ 267442 w 361950"/>
                  <a:gd name="connsiteY25" fmla="*/ 51828 h 342900"/>
                  <a:gd name="connsiteX26" fmla="*/ 265727 w 361950"/>
                  <a:gd name="connsiteY26" fmla="*/ 29349 h 342900"/>
                  <a:gd name="connsiteX27" fmla="*/ 262584 w 361950"/>
                  <a:gd name="connsiteY27" fmla="*/ 10299 h 342900"/>
                  <a:gd name="connsiteX28" fmla="*/ 239819 w 361950"/>
                  <a:gd name="connsiteY28" fmla="*/ 21538 h 342900"/>
                  <a:gd name="connsiteX29" fmla="*/ 183717 w 361950"/>
                  <a:gd name="connsiteY29" fmla="*/ 91166 h 342900"/>
                  <a:gd name="connsiteX30" fmla="*/ 158000 w 361950"/>
                  <a:gd name="connsiteY30" fmla="*/ 127171 h 342900"/>
                  <a:gd name="connsiteX31" fmla="*/ 145713 w 361950"/>
                  <a:gd name="connsiteY31" fmla="*/ 145554 h 342900"/>
                  <a:gd name="connsiteX32" fmla="*/ 144474 w 361950"/>
                  <a:gd name="connsiteY32" fmla="*/ 147364 h 342900"/>
                  <a:gd name="connsiteX33" fmla="*/ 141522 w 361950"/>
                  <a:gd name="connsiteY33" fmla="*/ 147840 h 342900"/>
                  <a:gd name="connsiteX34" fmla="*/ 140950 w 361950"/>
                  <a:gd name="connsiteY34" fmla="*/ 141458 h 342900"/>
                  <a:gd name="connsiteX35" fmla="*/ 140378 w 361950"/>
                  <a:gd name="connsiteY35" fmla="*/ 127361 h 342900"/>
                  <a:gd name="connsiteX36" fmla="*/ 136569 w 361950"/>
                  <a:gd name="connsiteY36" fmla="*/ 80403 h 342900"/>
                  <a:gd name="connsiteX37" fmla="*/ 124948 w 361950"/>
                  <a:gd name="connsiteY37" fmla="*/ 56400 h 342900"/>
                  <a:gd name="connsiteX38" fmla="*/ 115518 w 361950"/>
                  <a:gd name="connsiteY38" fmla="*/ 66020 h 342900"/>
                  <a:gd name="connsiteX39" fmla="*/ 103136 w 361950"/>
                  <a:gd name="connsiteY39" fmla="*/ 87261 h 342900"/>
                  <a:gd name="connsiteX40" fmla="*/ 81990 w 361950"/>
                  <a:gd name="connsiteY40" fmla="*/ 126694 h 342900"/>
                  <a:gd name="connsiteX41" fmla="*/ 72180 w 361950"/>
                  <a:gd name="connsiteY41" fmla="*/ 146792 h 342900"/>
                  <a:gd name="connsiteX42" fmla="*/ 67417 w 361950"/>
                  <a:gd name="connsiteY42" fmla="*/ 156889 h 342900"/>
                  <a:gd name="connsiteX43" fmla="*/ 62083 w 361950"/>
                  <a:gd name="connsiteY43" fmla="*/ 162223 h 342900"/>
                  <a:gd name="connsiteX44" fmla="*/ 55225 w 361950"/>
                  <a:gd name="connsiteY44" fmla="*/ 164128 h 342900"/>
                  <a:gd name="connsiteX45" fmla="*/ 70560 w 361950"/>
                  <a:gd name="connsiteY45" fmla="*/ 167080 h 342900"/>
                  <a:gd name="connsiteX46" fmla="*/ 78942 w 361950"/>
                  <a:gd name="connsiteY46" fmla="*/ 149269 h 342900"/>
                  <a:gd name="connsiteX47" fmla="*/ 88848 w 361950"/>
                  <a:gd name="connsiteY47" fmla="*/ 129171 h 342900"/>
                  <a:gd name="connsiteX48" fmla="*/ 109422 w 361950"/>
                  <a:gd name="connsiteY48" fmla="*/ 90785 h 342900"/>
                  <a:gd name="connsiteX49" fmla="*/ 119519 w 361950"/>
                  <a:gd name="connsiteY49" fmla="*/ 73354 h 342900"/>
                  <a:gd name="connsiteX50" fmla="*/ 125139 w 361950"/>
                  <a:gd name="connsiteY50" fmla="*/ 64496 h 342900"/>
                  <a:gd name="connsiteX51" fmla="*/ 126186 w 361950"/>
                  <a:gd name="connsiteY51" fmla="*/ 63258 h 342900"/>
                  <a:gd name="connsiteX52" fmla="*/ 128091 w 361950"/>
                  <a:gd name="connsiteY52" fmla="*/ 68592 h 342900"/>
                  <a:gd name="connsiteX53" fmla="*/ 128948 w 361950"/>
                  <a:gd name="connsiteY53" fmla="*/ 75640 h 342900"/>
                  <a:gd name="connsiteX54" fmla="*/ 132949 w 361950"/>
                  <a:gd name="connsiteY54" fmla="*/ 120217 h 342900"/>
                  <a:gd name="connsiteX55" fmla="*/ 133902 w 361950"/>
                  <a:gd name="connsiteY55" fmla="*/ 141363 h 342900"/>
                  <a:gd name="connsiteX56" fmla="*/ 137331 w 361950"/>
                  <a:gd name="connsiteY56" fmla="*/ 154888 h 342900"/>
                  <a:gd name="connsiteX57" fmla="*/ 156857 w 361950"/>
                  <a:gd name="connsiteY57" fmla="*/ 141649 h 342900"/>
                  <a:gd name="connsiteX58" fmla="*/ 180860 w 361950"/>
                  <a:gd name="connsiteY58" fmla="*/ 107168 h 342900"/>
                  <a:gd name="connsiteX59" fmla="*/ 234200 w 361950"/>
                  <a:gd name="connsiteY59" fmla="*/ 39064 h 342900"/>
                  <a:gd name="connsiteX60" fmla="*/ 247916 w 361950"/>
                  <a:gd name="connsiteY60" fmla="*/ 23158 h 342900"/>
                  <a:gd name="connsiteX61" fmla="*/ 253821 w 361950"/>
                  <a:gd name="connsiteY61" fmla="*/ 16490 h 342900"/>
                  <a:gd name="connsiteX62" fmla="*/ 255345 w 361950"/>
                  <a:gd name="connsiteY62" fmla="*/ 14871 h 342900"/>
                  <a:gd name="connsiteX63" fmla="*/ 257917 w 361950"/>
                  <a:gd name="connsiteY63" fmla="*/ 18681 h 342900"/>
                  <a:gd name="connsiteX64" fmla="*/ 258489 w 361950"/>
                  <a:gd name="connsiteY64" fmla="*/ 25729 h 342900"/>
                  <a:gd name="connsiteX65" fmla="*/ 261822 w 361950"/>
                  <a:gd name="connsiteY65" fmla="*/ 71830 h 342900"/>
                  <a:gd name="connsiteX66" fmla="*/ 264775 w 361950"/>
                  <a:gd name="connsiteY66" fmla="*/ 161842 h 342900"/>
                  <a:gd name="connsiteX67" fmla="*/ 268204 w 361950"/>
                  <a:gd name="connsiteY67" fmla="*/ 173272 h 342900"/>
                  <a:gd name="connsiteX68" fmla="*/ 278586 w 361950"/>
                  <a:gd name="connsiteY68" fmla="*/ 172891 h 342900"/>
                  <a:gd name="connsiteX69" fmla="*/ 313638 w 361950"/>
                  <a:gd name="connsiteY69" fmla="*/ 146125 h 342900"/>
                  <a:gd name="connsiteX70" fmla="*/ 348976 w 361950"/>
                  <a:gd name="connsiteY70" fmla="*/ 122218 h 342900"/>
                  <a:gd name="connsiteX71" fmla="*/ 356024 w 361950"/>
                  <a:gd name="connsiteY71" fmla="*/ 122218 h 342900"/>
                  <a:gd name="connsiteX72" fmla="*/ 354881 w 361950"/>
                  <a:gd name="connsiteY72" fmla="*/ 126790 h 342900"/>
                  <a:gd name="connsiteX73" fmla="*/ 352310 w 361950"/>
                  <a:gd name="connsiteY73" fmla="*/ 136981 h 342900"/>
                  <a:gd name="connsiteX74" fmla="*/ 346499 w 361950"/>
                  <a:gd name="connsiteY74" fmla="*/ 159651 h 342900"/>
                  <a:gd name="connsiteX75" fmla="*/ 322211 w 361950"/>
                  <a:gd name="connsiteY75" fmla="*/ 246328 h 342900"/>
                  <a:gd name="connsiteX76" fmla="*/ 296589 w 361950"/>
                  <a:gd name="connsiteY76" fmla="*/ 303383 h 342900"/>
                  <a:gd name="connsiteX77" fmla="*/ 243248 w 361950"/>
                  <a:gd name="connsiteY77" fmla="*/ 336244 h 342900"/>
                  <a:gd name="connsiteX78" fmla="*/ 199243 w 361950"/>
                  <a:gd name="connsiteY78" fmla="*/ 337578 h 342900"/>
                  <a:gd name="connsiteX79" fmla="*/ 159428 w 361950"/>
                  <a:gd name="connsiteY79" fmla="*/ 335197 h 342900"/>
                  <a:gd name="connsiteX80" fmla="*/ 130282 w 361950"/>
                  <a:gd name="connsiteY80" fmla="*/ 329672 h 342900"/>
                  <a:gd name="connsiteX81" fmla="*/ 40747 w 361950"/>
                  <a:gd name="connsiteY81" fmla="*/ 297763 h 342900"/>
                  <a:gd name="connsiteX82" fmla="*/ 16649 w 361950"/>
                  <a:gd name="connsiteY82" fmla="*/ 267665 h 342900"/>
                  <a:gd name="connsiteX83" fmla="*/ 23983 w 361950"/>
                  <a:gd name="connsiteY83" fmla="*/ 183178 h 342900"/>
                  <a:gd name="connsiteX84" fmla="*/ 41985 w 361950"/>
                  <a:gd name="connsiteY84" fmla="*/ 105549 h 342900"/>
                  <a:gd name="connsiteX85" fmla="*/ 47224 w 361950"/>
                  <a:gd name="connsiteY85" fmla="*/ 94214 h 342900"/>
                  <a:gd name="connsiteX86" fmla="*/ 50558 w 361950"/>
                  <a:gd name="connsiteY86" fmla="*/ 100215 h 342900"/>
                  <a:gd name="connsiteX87" fmla="*/ 51606 w 361950"/>
                  <a:gd name="connsiteY87" fmla="*/ 119646 h 342900"/>
                  <a:gd name="connsiteX88" fmla="*/ 55130 w 361950"/>
                  <a:gd name="connsiteY88" fmla="*/ 163175 h 342900"/>
                  <a:gd name="connsiteX89" fmla="*/ 62369 w 361950"/>
                  <a:gd name="connsiteY89" fmla="*/ 163366 h 342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</a:cxnLst>
                <a:rect l="l" t="t" r="r" b="b"/>
                <a:pathLst>
                  <a:path w="361950" h="342900">
                    <a:moveTo>
                      <a:pt x="62369" y="163366"/>
                    </a:moveTo>
                    <a:cubicBezTo>
                      <a:pt x="61131" y="147935"/>
                      <a:pt x="59321" y="132505"/>
                      <a:pt x="58654" y="117074"/>
                    </a:cubicBezTo>
                    <a:cubicBezTo>
                      <a:pt x="58368" y="110502"/>
                      <a:pt x="58749" y="103930"/>
                      <a:pt x="57321" y="97453"/>
                    </a:cubicBezTo>
                    <a:cubicBezTo>
                      <a:pt x="56177" y="92023"/>
                      <a:pt x="52939" y="85737"/>
                      <a:pt x="46367" y="87166"/>
                    </a:cubicBezTo>
                    <a:cubicBezTo>
                      <a:pt x="37509" y="89071"/>
                      <a:pt x="35794" y="100596"/>
                      <a:pt x="34460" y="107835"/>
                    </a:cubicBezTo>
                    <a:cubicBezTo>
                      <a:pt x="31889" y="121646"/>
                      <a:pt x="27793" y="135362"/>
                      <a:pt x="24650" y="149078"/>
                    </a:cubicBezTo>
                    <a:cubicBezTo>
                      <a:pt x="21316" y="163366"/>
                      <a:pt x="17982" y="177653"/>
                      <a:pt x="14744" y="192036"/>
                    </a:cubicBezTo>
                    <a:cubicBezTo>
                      <a:pt x="8743" y="218706"/>
                      <a:pt x="3028" y="248900"/>
                      <a:pt x="11219" y="275761"/>
                    </a:cubicBezTo>
                    <a:cubicBezTo>
                      <a:pt x="15125" y="288429"/>
                      <a:pt x="26269" y="297478"/>
                      <a:pt x="37127" y="304145"/>
                    </a:cubicBezTo>
                    <a:cubicBezTo>
                      <a:pt x="51510" y="313099"/>
                      <a:pt x="67512" y="319290"/>
                      <a:pt x="83514" y="324529"/>
                    </a:cubicBezTo>
                    <a:cubicBezTo>
                      <a:pt x="108946" y="332911"/>
                      <a:pt x="135806" y="339959"/>
                      <a:pt x="162477" y="342817"/>
                    </a:cubicBezTo>
                    <a:cubicBezTo>
                      <a:pt x="177717" y="344436"/>
                      <a:pt x="193052" y="344912"/>
                      <a:pt x="208292" y="344912"/>
                    </a:cubicBezTo>
                    <a:cubicBezTo>
                      <a:pt x="222865" y="345008"/>
                      <a:pt x="237724" y="345198"/>
                      <a:pt x="252011" y="341864"/>
                    </a:cubicBezTo>
                    <a:cubicBezTo>
                      <a:pt x="272871" y="336911"/>
                      <a:pt x="290111" y="324243"/>
                      <a:pt x="302589" y="307098"/>
                    </a:cubicBezTo>
                    <a:cubicBezTo>
                      <a:pt x="315829" y="289000"/>
                      <a:pt x="323259" y="267474"/>
                      <a:pt x="329640" y="246138"/>
                    </a:cubicBezTo>
                    <a:cubicBezTo>
                      <a:pt x="338594" y="215848"/>
                      <a:pt x="347071" y="185464"/>
                      <a:pt x="355072" y="154888"/>
                    </a:cubicBezTo>
                    <a:cubicBezTo>
                      <a:pt x="356977" y="147745"/>
                      <a:pt x="358787" y="140506"/>
                      <a:pt x="360597" y="133362"/>
                    </a:cubicBezTo>
                    <a:cubicBezTo>
                      <a:pt x="361930" y="128123"/>
                      <a:pt x="365645" y="120313"/>
                      <a:pt x="362216" y="115169"/>
                    </a:cubicBezTo>
                    <a:cubicBezTo>
                      <a:pt x="359835" y="111740"/>
                      <a:pt x="355644" y="110788"/>
                      <a:pt x="351929" y="112312"/>
                    </a:cubicBezTo>
                    <a:cubicBezTo>
                      <a:pt x="345642" y="114788"/>
                      <a:pt x="339546" y="119646"/>
                      <a:pt x="333927" y="123361"/>
                    </a:cubicBezTo>
                    <a:cubicBezTo>
                      <a:pt x="321068" y="131838"/>
                      <a:pt x="308685" y="140791"/>
                      <a:pt x="296398" y="150126"/>
                    </a:cubicBezTo>
                    <a:cubicBezTo>
                      <a:pt x="291064" y="154126"/>
                      <a:pt x="285825" y="158222"/>
                      <a:pt x="280491" y="162318"/>
                    </a:cubicBezTo>
                    <a:cubicBezTo>
                      <a:pt x="279539" y="162985"/>
                      <a:pt x="276300" y="166414"/>
                      <a:pt x="275157" y="166509"/>
                    </a:cubicBezTo>
                    <a:cubicBezTo>
                      <a:pt x="272395" y="166604"/>
                      <a:pt x="272109" y="163556"/>
                      <a:pt x="271728" y="161937"/>
                    </a:cubicBezTo>
                    <a:cubicBezTo>
                      <a:pt x="270776" y="157746"/>
                      <a:pt x="271633" y="152031"/>
                      <a:pt x="271538" y="147745"/>
                    </a:cubicBezTo>
                    <a:cubicBezTo>
                      <a:pt x="271061" y="115741"/>
                      <a:pt x="269633" y="83737"/>
                      <a:pt x="267442" y="51828"/>
                    </a:cubicBezTo>
                    <a:cubicBezTo>
                      <a:pt x="266966" y="44303"/>
                      <a:pt x="266394" y="36874"/>
                      <a:pt x="265727" y="29349"/>
                    </a:cubicBezTo>
                    <a:cubicBezTo>
                      <a:pt x="265251" y="23824"/>
                      <a:pt x="266299" y="14776"/>
                      <a:pt x="262584" y="10299"/>
                    </a:cubicBezTo>
                    <a:cubicBezTo>
                      <a:pt x="254393" y="488"/>
                      <a:pt x="244392" y="16204"/>
                      <a:pt x="239819" y="21538"/>
                    </a:cubicBezTo>
                    <a:cubicBezTo>
                      <a:pt x="220198" y="44017"/>
                      <a:pt x="201434" y="67258"/>
                      <a:pt x="183717" y="91166"/>
                    </a:cubicBezTo>
                    <a:cubicBezTo>
                      <a:pt x="174954" y="102977"/>
                      <a:pt x="166286" y="114979"/>
                      <a:pt x="158000" y="127171"/>
                    </a:cubicBezTo>
                    <a:cubicBezTo>
                      <a:pt x="153809" y="133267"/>
                      <a:pt x="150094" y="139744"/>
                      <a:pt x="145713" y="145554"/>
                    </a:cubicBezTo>
                    <a:cubicBezTo>
                      <a:pt x="145331" y="146125"/>
                      <a:pt x="144951" y="146792"/>
                      <a:pt x="144474" y="147364"/>
                    </a:cubicBezTo>
                    <a:cubicBezTo>
                      <a:pt x="142664" y="150316"/>
                      <a:pt x="141712" y="150412"/>
                      <a:pt x="141522" y="147840"/>
                    </a:cubicBezTo>
                    <a:cubicBezTo>
                      <a:pt x="140474" y="146221"/>
                      <a:pt x="141045" y="143268"/>
                      <a:pt x="140950" y="141458"/>
                    </a:cubicBezTo>
                    <a:cubicBezTo>
                      <a:pt x="140760" y="136791"/>
                      <a:pt x="140569" y="132028"/>
                      <a:pt x="140378" y="127361"/>
                    </a:cubicBezTo>
                    <a:cubicBezTo>
                      <a:pt x="139617" y="111645"/>
                      <a:pt x="138283" y="96024"/>
                      <a:pt x="136569" y="80403"/>
                    </a:cubicBezTo>
                    <a:cubicBezTo>
                      <a:pt x="135711" y="73164"/>
                      <a:pt x="136949" y="54685"/>
                      <a:pt x="124948" y="56400"/>
                    </a:cubicBezTo>
                    <a:cubicBezTo>
                      <a:pt x="119900" y="57162"/>
                      <a:pt x="117899" y="62115"/>
                      <a:pt x="115518" y="66020"/>
                    </a:cubicBezTo>
                    <a:cubicBezTo>
                      <a:pt x="111327" y="73069"/>
                      <a:pt x="107136" y="80117"/>
                      <a:pt x="103136" y="87261"/>
                    </a:cubicBezTo>
                    <a:cubicBezTo>
                      <a:pt x="95802" y="100215"/>
                      <a:pt x="88753" y="113359"/>
                      <a:pt x="81990" y="126694"/>
                    </a:cubicBezTo>
                    <a:cubicBezTo>
                      <a:pt x="78656" y="133362"/>
                      <a:pt x="75323" y="140029"/>
                      <a:pt x="72180" y="146792"/>
                    </a:cubicBezTo>
                    <a:cubicBezTo>
                      <a:pt x="70560" y="150126"/>
                      <a:pt x="69036" y="153555"/>
                      <a:pt x="67417" y="156889"/>
                    </a:cubicBezTo>
                    <a:cubicBezTo>
                      <a:pt x="66750" y="158317"/>
                      <a:pt x="63131" y="167366"/>
                      <a:pt x="62083" y="162223"/>
                    </a:cubicBezTo>
                    <a:cubicBezTo>
                      <a:pt x="61131" y="157746"/>
                      <a:pt x="54273" y="159651"/>
                      <a:pt x="55225" y="164128"/>
                    </a:cubicBezTo>
                    <a:cubicBezTo>
                      <a:pt x="56749" y="171557"/>
                      <a:pt x="66274" y="173558"/>
                      <a:pt x="70560" y="167080"/>
                    </a:cubicBezTo>
                    <a:cubicBezTo>
                      <a:pt x="73989" y="161746"/>
                      <a:pt x="76180" y="155079"/>
                      <a:pt x="78942" y="149269"/>
                    </a:cubicBezTo>
                    <a:cubicBezTo>
                      <a:pt x="82181" y="142506"/>
                      <a:pt x="85419" y="135838"/>
                      <a:pt x="88848" y="129171"/>
                    </a:cubicBezTo>
                    <a:cubicBezTo>
                      <a:pt x="95421" y="116217"/>
                      <a:pt x="102278" y="103358"/>
                      <a:pt x="109422" y="90785"/>
                    </a:cubicBezTo>
                    <a:cubicBezTo>
                      <a:pt x="112756" y="84975"/>
                      <a:pt x="116090" y="79165"/>
                      <a:pt x="119519" y="73354"/>
                    </a:cubicBezTo>
                    <a:cubicBezTo>
                      <a:pt x="120948" y="70973"/>
                      <a:pt x="122757" y="65830"/>
                      <a:pt x="125139" y="64496"/>
                    </a:cubicBezTo>
                    <a:cubicBezTo>
                      <a:pt x="125519" y="64115"/>
                      <a:pt x="125805" y="63734"/>
                      <a:pt x="126186" y="63258"/>
                    </a:cubicBezTo>
                    <a:cubicBezTo>
                      <a:pt x="127901" y="64496"/>
                      <a:pt x="128568" y="66306"/>
                      <a:pt x="128091" y="68592"/>
                    </a:cubicBezTo>
                    <a:cubicBezTo>
                      <a:pt x="128377" y="70973"/>
                      <a:pt x="128663" y="73259"/>
                      <a:pt x="128948" y="75640"/>
                    </a:cubicBezTo>
                    <a:cubicBezTo>
                      <a:pt x="130758" y="90404"/>
                      <a:pt x="132092" y="105263"/>
                      <a:pt x="132949" y="120217"/>
                    </a:cubicBezTo>
                    <a:cubicBezTo>
                      <a:pt x="133330" y="127266"/>
                      <a:pt x="133711" y="134314"/>
                      <a:pt x="133902" y="141363"/>
                    </a:cubicBezTo>
                    <a:cubicBezTo>
                      <a:pt x="134092" y="146030"/>
                      <a:pt x="133139" y="151650"/>
                      <a:pt x="137331" y="154888"/>
                    </a:cubicBezTo>
                    <a:cubicBezTo>
                      <a:pt x="146570" y="162032"/>
                      <a:pt x="152952" y="147554"/>
                      <a:pt x="156857" y="141649"/>
                    </a:cubicBezTo>
                    <a:cubicBezTo>
                      <a:pt x="164667" y="130028"/>
                      <a:pt x="172668" y="118503"/>
                      <a:pt x="180860" y="107168"/>
                    </a:cubicBezTo>
                    <a:cubicBezTo>
                      <a:pt x="197719" y="83832"/>
                      <a:pt x="215531" y="61067"/>
                      <a:pt x="234200" y="39064"/>
                    </a:cubicBezTo>
                    <a:cubicBezTo>
                      <a:pt x="238772" y="33730"/>
                      <a:pt x="243344" y="28396"/>
                      <a:pt x="247916" y="23158"/>
                    </a:cubicBezTo>
                    <a:cubicBezTo>
                      <a:pt x="249630" y="21253"/>
                      <a:pt x="251535" y="17728"/>
                      <a:pt x="253821" y="16490"/>
                    </a:cubicBezTo>
                    <a:cubicBezTo>
                      <a:pt x="254298" y="15919"/>
                      <a:pt x="254774" y="15347"/>
                      <a:pt x="255345" y="14871"/>
                    </a:cubicBezTo>
                    <a:cubicBezTo>
                      <a:pt x="257155" y="15728"/>
                      <a:pt x="258012" y="16966"/>
                      <a:pt x="257917" y="18681"/>
                    </a:cubicBezTo>
                    <a:cubicBezTo>
                      <a:pt x="258584" y="20776"/>
                      <a:pt x="258298" y="23539"/>
                      <a:pt x="258489" y="25729"/>
                    </a:cubicBezTo>
                    <a:cubicBezTo>
                      <a:pt x="259822" y="41065"/>
                      <a:pt x="260870" y="56495"/>
                      <a:pt x="261822" y="71830"/>
                    </a:cubicBezTo>
                    <a:cubicBezTo>
                      <a:pt x="263537" y="101834"/>
                      <a:pt x="264585" y="131838"/>
                      <a:pt x="264775" y="161842"/>
                    </a:cubicBezTo>
                    <a:cubicBezTo>
                      <a:pt x="264775" y="166033"/>
                      <a:pt x="264394" y="170509"/>
                      <a:pt x="268204" y="173272"/>
                    </a:cubicBezTo>
                    <a:cubicBezTo>
                      <a:pt x="271633" y="175748"/>
                      <a:pt x="275348" y="175081"/>
                      <a:pt x="278586" y="172891"/>
                    </a:cubicBezTo>
                    <a:cubicBezTo>
                      <a:pt x="290778" y="164890"/>
                      <a:pt x="301827" y="154793"/>
                      <a:pt x="313638" y="146125"/>
                    </a:cubicBezTo>
                    <a:cubicBezTo>
                      <a:pt x="325164" y="137743"/>
                      <a:pt x="336879" y="129647"/>
                      <a:pt x="348976" y="122218"/>
                    </a:cubicBezTo>
                    <a:cubicBezTo>
                      <a:pt x="351167" y="120884"/>
                      <a:pt x="354215" y="117550"/>
                      <a:pt x="356024" y="122218"/>
                    </a:cubicBezTo>
                    <a:cubicBezTo>
                      <a:pt x="356215" y="122789"/>
                      <a:pt x="354977" y="126599"/>
                      <a:pt x="354881" y="126790"/>
                    </a:cubicBezTo>
                    <a:cubicBezTo>
                      <a:pt x="354024" y="130219"/>
                      <a:pt x="353167" y="133552"/>
                      <a:pt x="352310" y="136981"/>
                    </a:cubicBezTo>
                    <a:cubicBezTo>
                      <a:pt x="350405" y="144506"/>
                      <a:pt x="348405" y="152126"/>
                      <a:pt x="346499" y="159651"/>
                    </a:cubicBezTo>
                    <a:cubicBezTo>
                      <a:pt x="338880" y="188702"/>
                      <a:pt x="330783" y="217563"/>
                      <a:pt x="322211" y="246328"/>
                    </a:cubicBezTo>
                    <a:cubicBezTo>
                      <a:pt x="316210" y="266331"/>
                      <a:pt x="308971" y="286429"/>
                      <a:pt x="296589" y="303383"/>
                    </a:cubicBezTo>
                    <a:cubicBezTo>
                      <a:pt x="283539" y="321100"/>
                      <a:pt x="265061" y="332815"/>
                      <a:pt x="243248" y="336244"/>
                    </a:cubicBezTo>
                    <a:cubicBezTo>
                      <a:pt x="228771" y="338531"/>
                      <a:pt x="213816" y="337864"/>
                      <a:pt x="199243" y="337578"/>
                    </a:cubicBezTo>
                    <a:cubicBezTo>
                      <a:pt x="186003" y="337388"/>
                      <a:pt x="172573" y="336911"/>
                      <a:pt x="159428" y="335197"/>
                    </a:cubicBezTo>
                    <a:cubicBezTo>
                      <a:pt x="150189" y="333959"/>
                      <a:pt x="139807" y="331863"/>
                      <a:pt x="130282" y="329672"/>
                    </a:cubicBezTo>
                    <a:cubicBezTo>
                      <a:pt x="99802" y="322910"/>
                      <a:pt x="67512" y="314432"/>
                      <a:pt x="40747" y="297763"/>
                    </a:cubicBezTo>
                    <a:cubicBezTo>
                      <a:pt x="28841" y="290334"/>
                      <a:pt x="19506" y="281666"/>
                      <a:pt x="16649" y="267665"/>
                    </a:cubicBezTo>
                    <a:cubicBezTo>
                      <a:pt x="10934" y="239566"/>
                      <a:pt x="17601" y="210514"/>
                      <a:pt x="23983" y="183178"/>
                    </a:cubicBezTo>
                    <a:cubicBezTo>
                      <a:pt x="30079" y="157365"/>
                      <a:pt x="36651" y="131552"/>
                      <a:pt x="41985" y="105549"/>
                    </a:cubicBezTo>
                    <a:cubicBezTo>
                      <a:pt x="42557" y="102787"/>
                      <a:pt x="43700" y="94881"/>
                      <a:pt x="47224" y="94214"/>
                    </a:cubicBezTo>
                    <a:cubicBezTo>
                      <a:pt x="49796" y="93643"/>
                      <a:pt x="50177" y="98215"/>
                      <a:pt x="50558" y="100215"/>
                    </a:cubicBezTo>
                    <a:cubicBezTo>
                      <a:pt x="51701" y="106597"/>
                      <a:pt x="51129" y="113169"/>
                      <a:pt x="51606" y="119646"/>
                    </a:cubicBezTo>
                    <a:cubicBezTo>
                      <a:pt x="52748" y="134124"/>
                      <a:pt x="53987" y="148697"/>
                      <a:pt x="55130" y="163175"/>
                    </a:cubicBezTo>
                    <a:cubicBezTo>
                      <a:pt x="55606" y="167938"/>
                      <a:pt x="62750" y="167938"/>
                      <a:pt x="62369" y="163366"/>
                    </a:cubicBezTo>
                    <a:close/>
                  </a:path>
                </a:pathLst>
              </a:custGeom>
              <a:solidFill>
                <a:srgbClr val="D39F2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30" name="任意多边形: 形状 329"/>
              <p:cNvSpPr/>
              <p:nvPr/>
            </p:nvSpPr>
            <p:spPr>
              <a:xfrm rot="20734590">
                <a:off x="5556211" y="2216852"/>
                <a:ext cx="370446" cy="243715"/>
              </a:xfrm>
              <a:custGeom>
                <a:avLst/>
                <a:gdLst>
                  <a:gd name="connsiteX0" fmla="*/ 356311 w 361950"/>
                  <a:gd name="connsiteY0" fmla="*/ 12989 h 238125"/>
                  <a:gd name="connsiteX1" fmla="*/ 321163 w 361950"/>
                  <a:gd name="connsiteY1" fmla="*/ 141577 h 238125"/>
                  <a:gd name="connsiteX2" fmla="*/ 244678 w 361950"/>
                  <a:gd name="connsiteY2" fmla="*/ 230921 h 238125"/>
                  <a:gd name="connsiteX3" fmla="*/ 211435 w 361950"/>
                  <a:gd name="connsiteY3" fmla="*/ 233302 h 238125"/>
                  <a:gd name="connsiteX4" fmla="*/ 156381 w 361950"/>
                  <a:gd name="connsiteY4" fmla="*/ 230921 h 238125"/>
                  <a:gd name="connsiteX5" fmla="*/ 10553 w 361950"/>
                  <a:gd name="connsiteY5" fmla="*/ 165865 h 238125"/>
                  <a:gd name="connsiteX6" fmla="*/ 9315 w 361950"/>
                  <a:gd name="connsiteY6" fmla="*/ 110620 h 238125"/>
                  <a:gd name="connsiteX7" fmla="*/ 138188 w 361950"/>
                  <a:gd name="connsiteY7" fmla="*/ 174057 h 238125"/>
                  <a:gd name="connsiteX8" fmla="*/ 192576 w 361950"/>
                  <a:gd name="connsiteY8" fmla="*/ 182725 h 238125"/>
                  <a:gd name="connsiteX9" fmla="*/ 225913 w 361950"/>
                  <a:gd name="connsiteY9" fmla="*/ 184153 h 238125"/>
                  <a:gd name="connsiteX10" fmla="*/ 311924 w 361950"/>
                  <a:gd name="connsiteY10" fmla="*/ 104048 h 238125"/>
                  <a:gd name="connsiteX11" fmla="*/ 351167 w 361950"/>
                  <a:gd name="connsiteY11" fmla="*/ 7179 h 238125"/>
                  <a:gd name="connsiteX12" fmla="*/ 356311 w 361950"/>
                  <a:gd name="connsiteY12" fmla="*/ 12989 h 238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61950" h="238125">
                    <a:moveTo>
                      <a:pt x="356311" y="12989"/>
                    </a:moveTo>
                    <a:cubicBezTo>
                      <a:pt x="345643" y="56042"/>
                      <a:pt x="333927" y="99000"/>
                      <a:pt x="321163" y="141577"/>
                    </a:cubicBezTo>
                    <a:cubicBezTo>
                      <a:pt x="309162" y="181867"/>
                      <a:pt x="289826" y="221587"/>
                      <a:pt x="244678" y="230921"/>
                    </a:cubicBezTo>
                    <a:cubicBezTo>
                      <a:pt x="233819" y="233207"/>
                      <a:pt x="222580" y="233302"/>
                      <a:pt x="211435" y="233302"/>
                    </a:cubicBezTo>
                    <a:cubicBezTo>
                      <a:pt x="193052" y="233302"/>
                      <a:pt x="174669" y="232921"/>
                      <a:pt x="156381" y="230921"/>
                    </a:cubicBezTo>
                    <a:cubicBezTo>
                      <a:pt x="139617" y="229016"/>
                      <a:pt x="21316" y="207299"/>
                      <a:pt x="10553" y="165865"/>
                    </a:cubicBezTo>
                    <a:cubicBezTo>
                      <a:pt x="5886" y="147958"/>
                      <a:pt x="6553" y="129194"/>
                      <a:pt x="9315" y="110620"/>
                    </a:cubicBezTo>
                    <a:cubicBezTo>
                      <a:pt x="37604" y="144720"/>
                      <a:pt x="124091" y="170818"/>
                      <a:pt x="138188" y="174057"/>
                    </a:cubicBezTo>
                    <a:cubicBezTo>
                      <a:pt x="156095" y="178153"/>
                      <a:pt x="174288" y="180629"/>
                      <a:pt x="192576" y="182725"/>
                    </a:cubicBezTo>
                    <a:cubicBezTo>
                      <a:pt x="203625" y="183963"/>
                      <a:pt x="214864" y="185106"/>
                      <a:pt x="225913" y="184153"/>
                    </a:cubicBezTo>
                    <a:cubicBezTo>
                      <a:pt x="271824" y="180058"/>
                      <a:pt x="295446" y="142720"/>
                      <a:pt x="311924" y="104048"/>
                    </a:cubicBezTo>
                    <a:cubicBezTo>
                      <a:pt x="325545" y="72044"/>
                      <a:pt x="338689" y="39754"/>
                      <a:pt x="351167" y="7179"/>
                    </a:cubicBezTo>
                    <a:cubicBezTo>
                      <a:pt x="354310" y="6798"/>
                      <a:pt x="357168" y="9560"/>
                      <a:pt x="356311" y="12989"/>
                    </a:cubicBezTo>
                    <a:close/>
                  </a:path>
                </a:pathLst>
              </a:custGeom>
              <a:solidFill>
                <a:srgbClr val="FFD46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31" name="任意多边形: 形状 330"/>
              <p:cNvSpPr/>
              <p:nvPr/>
            </p:nvSpPr>
            <p:spPr>
              <a:xfrm rot="20734590">
                <a:off x="5691811" y="2187348"/>
                <a:ext cx="77989" cy="97486"/>
              </a:xfrm>
              <a:custGeom>
                <a:avLst/>
                <a:gdLst>
                  <a:gd name="connsiteX0" fmla="*/ 60026 w 76200"/>
                  <a:gd name="connsiteY0" fmla="*/ 9716 h 95250"/>
                  <a:gd name="connsiteX1" fmla="*/ 8401 w 76200"/>
                  <a:gd name="connsiteY1" fmla="*/ 75724 h 95250"/>
                  <a:gd name="connsiteX2" fmla="*/ 11639 w 76200"/>
                  <a:gd name="connsiteY2" fmla="*/ 87916 h 95250"/>
                  <a:gd name="connsiteX3" fmla="*/ 23831 w 76200"/>
                  <a:gd name="connsiteY3" fmla="*/ 84678 h 95250"/>
                  <a:gd name="connsiteX4" fmla="*/ 72599 w 76200"/>
                  <a:gd name="connsiteY4" fmla="*/ 22289 h 95250"/>
                  <a:gd name="connsiteX5" fmla="*/ 72599 w 76200"/>
                  <a:gd name="connsiteY5" fmla="*/ 9716 h 95250"/>
                  <a:gd name="connsiteX6" fmla="*/ 60026 w 76200"/>
                  <a:gd name="connsiteY6" fmla="*/ 9716 h 95250"/>
                  <a:gd name="connsiteX7" fmla="*/ 60026 w 76200"/>
                  <a:gd name="connsiteY7" fmla="*/ 9716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6200" h="95250">
                    <a:moveTo>
                      <a:pt x="60026" y="9716"/>
                    </a:moveTo>
                    <a:cubicBezTo>
                      <a:pt x="40976" y="30195"/>
                      <a:pt x="23641" y="52293"/>
                      <a:pt x="8401" y="75724"/>
                    </a:cubicBezTo>
                    <a:cubicBezTo>
                      <a:pt x="5734" y="79725"/>
                      <a:pt x="7544" y="85535"/>
                      <a:pt x="11639" y="87916"/>
                    </a:cubicBezTo>
                    <a:cubicBezTo>
                      <a:pt x="15925" y="90488"/>
                      <a:pt x="21164" y="88774"/>
                      <a:pt x="23831" y="84678"/>
                    </a:cubicBezTo>
                    <a:cubicBezTo>
                      <a:pt x="38214" y="62484"/>
                      <a:pt x="54597" y="41625"/>
                      <a:pt x="72599" y="22289"/>
                    </a:cubicBezTo>
                    <a:cubicBezTo>
                      <a:pt x="75933" y="18765"/>
                      <a:pt x="76123" y="13145"/>
                      <a:pt x="72599" y="9716"/>
                    </a:cubicBezTo>
                    <a:cubicBezTo>
                      <a:pt x="69361" y="6382"/>
                      <a:pt x="63360" y="6192"/>
                      <a:pt x="60026" y="9716"/>
                    </a:cubicBezTo>
                    <a:lnTo>
                      <a:pt x="60026" y="9716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32" name="任意多边形: 形状 331"/>
              <p:cNvSpPr/>
              <p:nvPr/>
            </p:nvSpPr>
            <p:spPr>
              <a:xfrm rot="20734590">
                <a:off x="5625460" y="2230956"/>
                <a:ext cx="38994" cy="38994"/>
              </a:xfrm>
              <a:custGeom>
                <a:avLst/>
                <a:gdLst>
                  <a:gd name="connsiteX0" fmla="*/ 15406 w 38100"/>
                  <a:gd name="connsiteY0" fmla="*/ 11589 h 38100"/>
                  <a:gd name="connsiteX1" fmla="*/ 8358 w 38100"/>
                  <a:gd name="connsiteY1" fmla="*/ 23496 h 38100"/>
                  <a:gd name="connsiteX2" fmla="*/ 7310 w 38100"/>
                  <a:gd name="connsiteY2" fmla="*/ 26829 h 38100"/>
                  <a:gd name="connsiteX3" fmla="*/ 7500 w 38100"/>
                  <a:gd name="connsiteY3" fmla="*/ 30354 h 38100"/>
                  <a:gd name="connsiteX4" fmla="*/ 9120 w 38100"/>
                  <a:gd name="connsiteY4" fmla="*/ 33402 h 38100"/>
                  <a:gd name="connsiteX5" fmla="*/ 11596 w 38100"/>
                  <a:gd name="connsiteY5" fmla="*/ 35688 h 38100"/>
                  <a:gd name="connsiteX6" fmla="*/ 18454 w 38100"/>
                  <a:gd name="connsiteY6" fmla="*/ 36545 h 38100"/>
                  <a:gd name="connsiteX7" fmla="*/ 23788 w 38100"/>
                  <a:gd name="connsiteY7" fmla="*/ 32449 h 38100"/>
                  <a:gd name="connsiteX8" fmla="*/ 30837 w 38100"/>
                  <a:gd name="connsiteY8" fmla="*/ 20543 h 38100"/>
                  <a:gd name="connsiteX9" fmla="*/ 31884 w 38100"/>
                  <a:gd name="connsiteY9" fmla="*/ 17209 h 38100"/>
                  <a:gd name="connsiteX10" fmla="*/ 31694 w 38100"/>
                  <a:gd name="connsiteY10" fmla="*/ 13685 h 38100"/>
                  <a:gd name="connsiteX11" fmla="*/ 30075 w 38100"/>
                  <a:gd name="connsiteY11" fmla="*/ 10637 h 38100"/>
                  <a:gd name="connsiteX12" fmla="*/ 27598 w 38100"/>
                  <a:gd name="connsiteY12" fmla="*/ 8351 h 38100"/>
                  <a:gd name="connsiteX13" fmla="*/ 20740 w 38100"/>
                  <a:gd name="connsiteY13" fmla="*/ 7494 h 38100"/>
                  <a:gd name="connsiteX14" fmla="*/ 15406 w 38100"/>
                  <a:gd name="connsiteY14" fmla="*/ 11589 h 38100"/>
                  <a:gd name="connsiteX15" fmla="*/ 15406 w 38100"/>
                  <a:gd name="connsiteY15" fmla="*/ 1158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8100" h="38100">
                    <a:moveTo>
                      <a:pt x="15406" y="11589"/>
                    </a:moveTo>
                    <a:cubicBezTo>
                      <a:pt x="13025" y="15590"/>
                      <a:pt x="10644" y="19495"/>
                      <a:pt x="8358" y="23496"/>
                    </a:cubicBezTo>
                    <a:cubicBezTo>
                      <a:pt x="7691" y="24543"/>
                      <a:pt x="7310" y="25591"/>
                      <a:pt x="7310" y="26829"/>
                    </a:cubicBezTo>
                    <a:cubicBezTo>
                      <a:pt x="7024" y="27972"/>
                      <a:pt x="7119" y="29211"/>
                      <a:pt x="7500" y="30354"/>
                    </a:cubicBezTo>
                    <a:cubicBezTo>
                      <a:pt x="7786" y="31497"/>
                      <a:pt x="8262" y="32544"/>
                      <a:pt x="9120" y="33402"/>
                    </a:cubicBezTo>
                    <a:cubicBezTo>
                      <a:pt x="9786" y="34354"/>
                      <a:pt x="10548" y="35116"/>
                      <a:pt x="11596" y="35688"/>
                    </a:cubicBezTo>
                    <a:cubicBezTo>
                      <a:pt x="13692" y="36735"/>
                      <a:pt x="16168" y="37307"/>
                      <a:pt x="18454" y="36545"/>
                    </a:cubicBezTo>
                    <a:cubicBezTo>
                      <a:pt x="20645" y="35783"/>
                      <a:pt x="22550" y="34449"/>
                      <a:pt x="23788" y="32449"/>
                    </a:cubicBezTo>
                    <a:cubicBezTo>
                      <a:pt x="26169" y="28449"/>
                      <a:pt x="28551" y="24543"/>
                      <a:pt x="30837" y="20543"/>
                    </a:cubicBezTo>
                    <a:cubicBezTo>
                      <a:pt x="31503" y="19495"/>
                      <a:pt x="31884" y="18447"/>
                      <a:pt x="31884" y="17209"/>
                    </a:cubicBezTo>
                    <a:cubicBezTo>
                      <a:pt x="32170" y="16066"/>
                      <a:pt x="32075" y="14828"/>
                      <a:pt x="31694" y="13685"/>
                    </a:cubicBezTo>
                    <a:cubicBezTo>
                      <a:pt x="31408" y="12542"/>
                      <a:pt x="30932" y="11494"/>
                      <a:pt x="30075" y="10637"/>
                    </a:cubicBezTo>
                    <a:cubicBezTo>
                      <a:pt x="29408" y="9684"/>
                      <a:pt x="28646" y="8922"/>
                      <a:pt x="27598" y="8351"/>
                    </a:cubicBezTo>
                    <a:cubicBezTo>
                      <a:pt x="25503" y="7303"/>
                      <a:pt x="23026" y="6732"/>
                      <a:pt x="20740" y="7494"/>
                    </a:cubicBezTo>
                    <a:cubicBezTo>
                      <a:pt x="18454" y="8256"/>
                      <a:pt x="16549" y="9589"/>
                      <a:pt x="15406" y="11589"/>
                    </a:cubicBezTo>
                    <a:lnTo>
                      <a:pt x="15406" y="11589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33" name="任意多边形: 形状 332"/>
              <p:cNvSpPr/>
              <p:nvPr/>
            </p:nvSpPr>
            <p:spPr>
              <a:xfrm rot="20734590">
                <a:off x="5834628" y="2210002"/>
                <a:ext cx="48743" cy="48743"/>
              </a:xfrm>
              <a:custGeom>
                <a:avLst/>
                <a:gdLst>
                  <a:gd name="connsiteX0" fmla="*/ 31836 w 47625"/>
                  <a:gd name="connsiteY0" fmla="*/ 8336 h 47625"/>
                  <a:gd name="connsiteX1" fmla="*/ 8309 w 47625"/>
                  <a:gd name="connsiteY1" fmla="*/ 30720 h 47625"/>
                  <a:gd name="connsiteX2" fmla="*/ 7452 w 47625"/>
                  <a:gd name="connsiteY2" fmla="*/ 37578 h 47625"/>
                  <a:gd name="connsiteX3" fmla="*/ 11547 w 47625"/>
                  <a:gd name="connsiteY3" fmla="*/ 42912 h 47625"/>
                  <a:gd name="connsiteX4" fmla="*/ 18405 w 47625"/>
                  <a:gd name="connsiteY4" fmla="*/ 43769 h 47625"/>
                  <a:gd name="connsiteX5" fmla="*/ 23739 w 47625"/>
                  <a:gd name="connsiteY5" fmla="*/ 39673 h 47625"/>
                  <a:gd name="connsiteX6" fmla="*/ 25930 w 47625"/>
                  <a:gd name="connsiteY6" fmla="*/ 36625 h 47625"/>
                  <a:gd name="connsiteX7" fmla="*/ 24501 w 47625"/>
                  <a:gd name="connsiteY7" fmla="*/ 38435 h 47625"/>
                  <a:gd name="connsiteX8" fmla="*/ 36503 w 47625"/>
                  <a:gd name="connsiteY8" fmla="*/ 26434 h 47625"/>
                  <a:gd name="connsiteX9" fmla="*/ 34693 w 47625"/>
                  <a:gd name="connsiteY9" fmla="*/ 27862 h 47625"/>
                  <a:gd name="connsiteX10" fmla="*/ 40884 w 47625"/>
                  <a:gd name="connsiteY10" fmla="*/ 23671 h 47625"/>
                  <a:gd name="connsiteX11" fmla="*/ 44980 w 47625"/>
                  <a:gd name="connsiteY11" fmla="*/ 18337 h 47625"/>
                  <a:gd name="connsiteX12" fmla="*/ 44123 w 47625"/>
                  <a:gd name="connsiteY12" fmla="*/ 11479 h 47625"/>
                  <a:gd name="connsiteX13" fmla="*/ 38789 w 47625"/>
                  <a:gd name="connsiteY13" fmla="*/ 7384 h 47625"/>
                  <a:gd name="connsiteX14" fmla="*/ 31836 w 47625"/>
                  <a:gd name="connsiteY14" fmla="*/ 8336 h 47625"/>
                  <a:gd name="connsiteX15" fmla="*/ 31836 w 47625"/>
                  <a:gd name="connsiteY15" fmla="*/ 8336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7625" h="47625">
                    <a:moveTo>
                      <a:pt x="31836" y="8336"/>
                    </a:moveTo>
                    <a:cubicBezTo>
                      <a:pt x="22406" y="14051"/>
                      <a:pt x="14500" y="21671"/>
                      <a:pt x="8309" y="30720"/>
                    </a:cubicBezTo>
                    <a:cubicBezTo>
                      <a:pt x="7071" y="32530"/>
                      <a:pt x="6880" y="35482"/>
                      <a:pt x="7452" y="37578"/>
                    </a:cubicBezTo>
                    <a:cubicBezTo>
                      <a:pt x="8023" y="39673"/>
                      <a:pt x="9642" y="41864"/>
                      <a:pt x="11547" y="42912"/>
                    </a:cubicBezTo>
                    <a:cubicBezTo>
                      <a:pt x="13643" y="43960"/>
                      <a:pt x="16119" y="44531"/>
                      <a:pt x="18405" y="43769"/>
                    </a:cubicBezTo>
                    <a:cubicBezTo>
                      <a:pt x="20691" y="43007"/>
                      <a:pt x="22406" y="41674"/>
                      <a:pt x="23739" y="39673"/>
                    </a:cubicBezTo>
                    <a:cubicBezTo>
                      <a:pt x="24406" y="38626"/>
                      <a:pt x="25168" y="37673"/>
                      <a:pt x="25930" y="36625"/>
                    </a:cubicBezTo>
                    <a:cubicBezTo>
                      <a:pt x="25454" y="37197"/>
                      <a:pt x="24977" y="37864"/>
                      <a:pt x="24501" y="38435"/>
                    </a:cubicBezTo>
                    <a:cubicBezTo>
                      <a:pt x="27930" y="33958"/>
                      <a:pt x="32026" y="29958"/>
                      <a:pt x="36503" y="26434"/>
                    </a:cubicBezTo>
                    <a:cubicBezTo>
                      <a:pt x="35931" y="26910"/>
                      <a:pt x="35265" y="27386"/>
                      <a:pt x="34693" y="27862"/>
                    </a:cubicBezTo>
                    <a:cubicBezTo>
                      <a:pt x="36693" y="26338"/>
                      <a:pt x="38694" y="24910"/>
                      <a:pt x="40884" y="23671"/>
                    </a:cubicBezTo>
                    <a:cubicBezTo>
                      <a:pt x="42789" y="22528"/>
                      <a:pt x="44409" y="20528"/>
                      <a:pt x="44980" y="18337"/>
                    </a:cubicBezTo>
                    <a:cubicBezTo>
                      <a:pt x="45552" y="16242"/>
                      <a:pt x="45266" y="13384"/>
                      <a:pt x="44123" y="11479"/>
                    </a:cubicBezTo>
                    <a:cubicBezTo>
                      <a:pt x="42885" y="9574"/>
                      <a:pt x="41075" y="7860"/>
                      <a:pt x="38789" y="7384"/>
                    </a:cubicBezTo>
                    <a:cubicBezTo>
                      <a:pt x="36408" y="6907"/>
                      <a:pt x="33931" y="7098"/>
                      <a:pt x="31836" y="8336"/>
                    </a:cubicBezTo>
                    <a:lnTo>
                      <a:pt x="31836" y="8336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34" name="任意多边形: 形状 333"/>
              <p:cNvSpPr/>
              <p:nvPr/>
            </p:nvSpPr>
            <p:spPr>
              <a:xfrm rot="20734590">
                <a:off x="5560835" y="2275494"/>
                <a:ext cx="29246" cy="38994"/>
              </a:xfrm>
              <a:custGeom>
                <a:avLst/>
                <a:gdLst>
                  <a:gd name="connsiteX0" fmla="*/ 9239 w 28575"/>
                  <a:gd name="connsiteY0" fmla="*/ 13601 h 38100"/>
                  <a:gd name="connsiteX1" fmla="*/ 7525 w 28575"/>
                  <a:gd name="connsiteY1" fmla="*/ 20840 h 38100"/>
                  <a:gd name="connsiteX2" fmla="*/ 7239 w 28575"/>
                  <a:gd name="connsiteY2" fmla="*/ 28269 h 38100"/>
                  <a:gd name="connsiteX3" fmla="*/ 8001 w 28575"/>
                  <a:gd name="connsiteY3" fmla="*/ 31698 h 38100"/>
                  <a:gd name="connsiteX4" fmla="*/ 9811 w 28575"/>
                  <a:gd name="connsiteY4" fmla="*/ 34556 h 38100"/>
                  <a:gd name="connsiteX5" fmla="*/ 12668 w 28575"/>
                  <a:gd name="connsiteY5" fmla="*/ 36365 h 38100"/>
                  <a:gd name="connsiteX6" fmla="*/ 16097 w 28575"/>
                  <a:gd name="connsiteY6" fmla="*/ 37127 h 38100"/>
                  <a:gd name="connsiteX7" fmla="*/ 22384 w 28575"/>
                  <a:gd name="connsiteY7" fmla="*/ 34556 h 38100"/>
                  <a:gd name="connsiteX8" fmla="*/ 24956 w 28575"/>
                  <a:gd name="connsiteY8" fmla="*/ 28269 h 38100"/>
                  <a:gd name="connsiteX9" fmla="*/ 25051 w 28575"/>
                  <a:gd name="connsiteY9" fmla="*/ 21983 h 38100"/>
                  <a:gd name="connsiteX10" fmla="*/ 24765 w 28575"/>
                  <a:gd name="connsiteY10" fmla="*/ 24364 h 38100"/>
                  <a:gd name="connsiteX11" fmla="*/ 26384 w 28575"/>
                  <a:gd name="connsiteY11" fmla="*/ 18363 h 38100"/>
                  <a:gd name="connsiteX12" fmla="*/ 26575 w 28575"/>
                  <a:gd name="connsiteY12" fmla="*/ 14839 h 38100"/>
                  <a:gd name="connsiteX13" fmla="*/ 25527 w 28575"/>
                  <a:gd name="connsiteY13" fmla="*/ 11505 h 38100"/>
                  <a:gd name="connsiteX14" fmla="*/ 23241 w 28575"/>
                  <a:gd name="connsiteY14" fmla="*/ 9029 h 38100"/>
                  <a:gd name="connsiteX15" fmla="*/ 20193 w 28575"/>
                  <a:gd name="connsiteY15" fmla="*/ 7409 h 38100"/>
                  <a:gd name="connsiteX16" fmla="*/ 13335 w 28575"/>
                  <a:gd name="connsiteY16" fmla="*/ 8267 h 38100"/>
                  <a:gd name="connsiteX17" fmla="*/ 11525 w 28575"/>
                  <a:gd name="connsiteY17" fmla="*/ 9695 h 38100"/>
                  <a:gd name="connsiteX18" fmla="*/ 9239 w 28575"/>
                  <a:gd name="connsiteY18" fmla="*/ 13601 h 38100"/>
                  <a:gd name="connsiteX19" fmla="*/ 9239 w 28575"/>
                  <a:gd name="connsiteY19" fmla="*/ 13601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8575" h="38100">
                    <a:moveTo>
                      <a:pt x="9239" y="13601"/>
                    </a:moveTo>
                    <a:cubicBezTo>
                      <a:pt x="8287" y="15982"/>
                      <a:pt x="7811" y="18363"/>
                      <a:pt x="7525" y="20840"/>
                    </a:cubicBezTo>
                    <a:cubicBezTo>
                      <a:pt x="7144" y="23316"/>
                      <a:pt x="7048" y="25793"/>
                      <a:pt x="7239" y="28269"/>
                    </a:cubicBezTo>
                    <a:cubicBezTo>
                      <a:pt x="7239" y="29507"/>
                      <a:pt x="7429" y="30650"/>
                      <a:pt x="8001" y="31698"/>
                    </a:cubicBezTo>
                    <a:cubicBezTo>
                      <a:pt x="8382" y="32841"/>
                      <a:pt x="8953" y="33794"/>
                      <a:pt x="9811" y="34556"/>
                    </a:cubicBezTo>
                    <a:cubicBezTo>
                      <a:pt x="10573" y="35413"/>
                      <a:pt x="11620" y="36080"/>
                      <a:pt x="12668" y="36365"/>
                    </a:cubicBezTo>
                    <a:cubicBezTo>
                      <a:pt x="13716" y="36937"/>
                      <a:pt x="14859" y="37223"/>
                      <a:pt x="16097" y="37127"/>
                    </a:cubicBezTo>
                    <a:cubicBezTo>
                      <a:pt x="18383" y="37032"/>
                      <a:pt x="20765" y="36270"/>
                      <a:pt x="22384" y="34556"/>
                    </a:cubicBezTo>
                    <a:cubicBezTo>
                      <a:pt x="23908" y="32936"/>
                      <a:pt x="25241" y="30555"/>
                      <a:pt x="24956" y="28269"/>
                    </a:cubicBezTo>
                    <a:cubicBezTo>
                      <a:pt x="24765" y="26174"/>
                      <a:pt x="24765" y="24078"/>
                      <a:pt x="25051" y="21983"/>
                    </a:cubicBezTo>
                    <a:cubicBezTo>
                      <a:pt x="24956" y="22745"/>
                      <a:pt x="24860" y="23602"/>
                      <a:pt x="24765" y="24364"/>
                    </a:cubicBezTo>
                    <a:cubicBezTo>
                      <a:pt x="25051" y="22268"/>
                      <a:pt x="25622" y="20268"/>
                      <a:pt x="26384" y="18363"/>
                    </a:cubicBezTo>
                    <a:cubicBezTo>
                      <a:pt x="26765" y="17220"/>
                      <a:pt x="26765" y="15982"/>
                      <a:pt x="26575" y="14839"/>
                    </a:cubicBezTo>
                    <a:cubicBezTo>
                      <a:pt x="26479" y="13696"/>
                      <a:pt x="26194" y="12553"/>
                      <a:pt x="25527" y="11505"/>
                    </a:cubicBezTo>
                    <a:cubicBezTo>
                      <a:pt x="24956" y="10457"/>
                      <a:pt x="24194" y="9600"/>
                      <a:pt x="23241" y="9029"/>
                    </a:cubicBezTo>
                    <a:cubicBezTo>
                      <a:pt x="22384" y="8267"/>
                      <a:pt x="21336" y="7695"/>
                      <a:pt x="20193" y="7409"/>
                    </a:cubicBezTo>
                    <a:cubicBezTo>
                      <a:pt x="17907" y="6933"/>
                      <a:pt x="15335" y="7028"/>
                      <a:pt x="13335" y="8267"/>
                    </a:cubicBezTo>
                    <a:cubicBezTo>
                      <a:pt x="12763" y="8743"/>
                      <a:pt x="12097" y="9219"/>
                      <a:pt x="11525" y="9695"/>
                    </a:cubicBezTo>
                    <a:cubicBezTo>
                      <a:pt x="10382" y="10838"/>
                      <a:pt x="9620" y="12077"/>
                      <a:pt x="9239" y="13601"/>
                    </a:cubicBezTo>
                    <a:lnTo>
                      <a:pt x="9239" y="1360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339" name="文本框 338"/>
            <p:cNvSpPr txBox="1"/>
            <p:nvPr/>
          </p:nvSpPr>
          <p:spPr>
            <a:xfrm>
              <a:off x="4190570" y="1969348"/>
              <a:ext cx="3877985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7200" dirty="0">
                  <a:solidFill>
                    <a:srgbClr val="64454B"/>
                  </a:solidFill>
                  <a:cs typeface="+mn-ea"/>
                  <a:sym typeface="+mn-lt"/>
                </a:rPr>
                <a:t>下次再见</a:t>
              </a:r>
              <a:endParaRPr lang="zh-CN" altLang="en-US" sz="7200" dirty="0">
                <a:solidFill>
                  <a:srgbClr val="64454B"/>
                </a:solidFill>
                <a:cs typeface="+mn-ea"/>
                <a:sym typeface="+mn-lt"/>
              </a:endParaRPr>
            </a:p>
          </p:txBody>
        </p:sp>
        <p:sp>
          <p:nvSpPr>
            <p:cNvPr id="190" name="文本框 189"/>
            <p:cNvSpPr txBox="1"/>
            <p:nvPr/>
          </p:nvSpPr>
          <p:spPr>
            <a:xfrm>
              <a:off x="3725963" y="3068572"/>
              <a:ext cx="483016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000" dirty="0">
                  <a:solidFill>
                    <a:srgbClr val="64454B"/>
                  </a:solidFill>
                  <a:cs typeface="+mn-ea"/>
                  <a:sym typeface="+mn-lt"/>
                </a:rPr>
                <a:t>好好学习 </a:t>
              </a:r>
              <a:r>
                <a:rPr lang="en-US" altLang="zh-CN" sz="4000" dirty="0">
                  <a:solidFill>
                    <a:srgbClr val="64454B"/>
                  </a:solidFill>
                  <a:cs typeface="+mn-ea"/>
                  <a:sym typeface="+mn-lt"/>
                </a:rPr>
                <a:t>· </a:t>
              </a:r>
              <a:r>
                <a:rPr lang="zh-CN" altLang="en-US" sz="4000" dirty="0">
                  <a:solidFill>
                    <a:srgbClr val="64454B"/>
                  </a:solidFill>
                  <a:cs typeface="+mn-ea"/>
                  <a:sym typeface="+mn-lt"/>
                </a:rPr>
                <a:t>天天向上</a:t>
              </a:r>
              <a:endParaRPr lang="zh-CN" altLang="en-US" sz="4000" dirty="0">
                <a:solidFill>
                  <a:srgbClr val="64454B"/>
                </a:solidFill>
                <a:cs typeface="+mn-ea"/>
                <a:sym typeface="+mn-lt"/>
              </a:endParaRPr>
            </a:p>
          </p:txBody>
        </p:sp>
        <p:sp>
          <p:nvSpPr>
            <p:cNvPr id="191" name="文本框 190"/>
            <p:cNvSpPr txBox="1"/>
            <p:nvPr/>
          </p:nvSpPr>
          <p:spPr>
            <a:xfrm>
              <a:off x="4180288" y="3824213"/>
              <a:ext cx="37737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rgbClr val="7AB2DC"/>
                  </a:solidFill>
                  <a:cs typeface="+mn-ea"/>
                  <a:sym typeface="+mn-lt"/>
                </a:rPr>
                <a:t>BUBBLE ’ s DEMONSTRATION</a:t>
              </a:r>
              <a:endParaRPr lang="en-US" altLang="zh-CN" b="1" dirty="0">
                <a:solidFill>
                  <a:srgbClr val="7AB2DC"/>
                </a:solidFill>
                <a:cs typeface="+mn-ea"/>
                <a:sym typeface="+mn-lt"/>
              </a:endParaRPr>
            </a:p>
          </p:txBody>
        </p:sp>
        <p:grpSp>
          <p:nvGrpSpPr>
            <p:cNvPr id="192" name="组合 191"/>
            <p:cNvGrpSpPr/>
            <p:nvPr/>
          </p:nvGrpSpPr>
          <p:grpSpPr>
            <a:xfrm>
              <a:off x="5167288" y="4366120"/>
              <a:ext cx="1901283" cy="665246"/>
              <a:chOff x="5231863" y="4595206"/>
              <a:chExt cx="1901283" cy="665246"/>
            </a:xfrm>
          </p:grpSpPr>
          <p:grpSp>
            <p:nvGrpSpPr>
              <p:cNvPr id="242" name="组合 241"/>
              <p:cNvGrpSpPr/>
              <p:nvPr/>
            </p:nvGrpSpPr>
            <p:grpSpPr>
              <a:xfrm>
                <a:off x="5231863" y="4595206"/>
                <a:ext cx="1901283" cy="665246"/>
                <a:chOff x="1007320" y="3891219"/>
                <a:chExt cx="1676400" cy="586561"/>
              </a:xfrm>
            </p:grpSpPr>
            <p:sp>
              <p:nvSpPr>
                <p:cNvPr id="244" name="任意多边形: 形状 243"/>
                <p:cNvSpPr/>
                <p:nvPr/>
              </p:nvSpPr>
              <p:spPr>
                <a:xfrm>
                  <a:off x="1016286" y="3891219"/>
                  <a:ext cx="1657350" cy="552450"/>
                </a:xfrm>
                <a:custGeom>
                  <a:avLst/>
                  <a:gdLst>
                    <a:gd name="connsiteX0" fmla="*/ 1476947 w 1657350"/>
                    <a:gd name="connsiteY0" fmla="*/ 21562 h 552450"/>
                    <a:gd name="connsiteX1" fmla="*/ 810007 w 1657350"/>
                    <a:gd name="connsiteY1" fmla="*/ 11656 h 552450"/>
                    <a:gd name="connsiteX2" fmla="*/ 437293 w 1657350"/>
                    <a:gd name="connsiteY2" fmla="*/ 26515 h 552450"/>
                    <a:gd name="connsiteX3" fmla="*/ 77439 w 1657350"/>
                    <a:gd name="connsiteY3" fmla="*/ 156912 h 552450"/>
                    <a:gd name="connsiteX4" fmla="*/ 118492 w 1657350"/>
                    <a:gd name="connsiteY4" fmla="*/ 510671 h 552450"/>
                    <a:gd name="connsiteX5" fmla="*/ 310040 w 1657350"/>
                    <a:gd name="connsiteY5" fmla="*/ 543437 h 552450"/>
                    <a:gd name="connsiteX6" fmla="*/ 943547 w 1657350"/>
                    <a:gd name="connsiteY6" fmla="*/ 550390 h 552450"/>
                    <a:gd name="connsiteX7" fmla="*/ 1290162 w 1657350"/>
                    <a:gd name="connsiteY7" fmla="*/ 531340 h 552450"/>
                    <a:gd name="connsiteX8" fmla="*/ 1596105 w 1657350"/>
                    <a:gd name="connsiteY8" fmla="*/ 402562 h 552450"/>
                    <a:gd name="connsiteX9" fmla="*/ 1476947 w 1657350"/>
                    <a:gd name="connsiteY9" fmla="*/ 21562 h 552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57350" h="552450">
                      <a:moveTo>
                        <a:pt x="1476947" y="21562"/>
                      </a:moveTo>
                      <a:cubicBezTo>
                        <a:pt x="1244156" y="-917"/>
                        <a:pt x="1043941" y="8894"/>
                        <a:pt x="810007" y="11656"/>
                      </a:cubicBezTo>
                      <a:cubicBezTo>
                        <a:pt x="685706" y="13085"/>
                        <a:pt x="561119" y="14609"/>
                        <a:pt x="437293" y="26515"/>
                      </a:cubicBezTo>
                      <a:cubicBezTo>
                        <a:pt x="312421" y="38612"/>
                        <a:pt x="167165" y="62234"/>
                        <a:pt x="77439" y="156912"/>
                      </a:cubicBezTo>
                      <a:cubicBezTo>
                        <a:pt x="-19621" y="259306"/>
                        <a:pt x="-25336" y="443234"/>
                        <a:pt x="118492" y="510671"/>
                      </a:cubicBezTo>
                      <a:cubicBezTo>
                        <a:pt x="178023" y="538579"/>
                        <a:pt x="244984" y="541246"/>
                        <a:pt x="310040" y="543437"/>
                      </a:cubicBezTo>
                      <a:cubicBezTo>
                        <a:pt x="521114" y="550676"/>
                        <a:pt x="732473" y="554581"/>
                        <a:pt x="943547" y="550390"/>
                      </a:cubicBezTo>
                      <a:cubicBezTo>
                        <a:pt x="1059181" y="548104"/>
                        <a:pt x="1175195" y="544199"/>
                        <a:pt x="1290162" y="531340"/>
                      </a:cubicBezTo>
                      <a:cubicBezTo>
                        <a:pt x="1403700" y="518672"/>
                        <a:pt x="1523239" y="496765"/>
                        <a:pt x="1596105" y="402562"/>
                      </a:cubicBezTo>
                      <a:cubicBezTo>
                        <a:pt x="1693546" y="276832"/>
                        <a:pt x="1669924" y="39850"/>
                        <a:pt x="1476947" y="21562"/>
                      </a:cubicBezTo>
                    </a:path>
                  </a:pathLst>
                </a:custGeom>
                <a:solidFill>
                  <a:srgbClr val="FF988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45" name="任意多边形: 形状 244"/>
                <p:cNvSpPr/>
                <p:nvPr/>
              </p:nvSpPr>
              <p:spPr>
                <a:xfrm>
                  <a:off x="1007320" y="3906280"/>
                  <a:ext cx="1676400" cy="571500"/>
                </a:xfrm>
                <a:custGeom>
                  <a:avLst/>
                  <a:gdLst>
                    <a:gd name="connsiteX0" fmla="*/ 1485913 w 1676400"/>
                    <a:gd name="connsiteY0" fmla="*/ 21449 h 571500"/>
                    <a:gd name="connsiteX1" fmla="*/ 1030999 w 1676400"/>
                    <a:gd name="connsiteY1" fmla="*/ 8114 h 571500"/>
                    <a:gd name="connsiteX2" fmla="*/ 799446 w 1676400"/>
                    <a:gd name="connsiteY2" fmla="*/ 11829 h 571500"/>
                    <a:gd name="connsiteX3" fmla="*/ 560274 w 1676400"/>
                    <a:gd name="connsiteY3" fmla="*/ 18115 h 571500"/>
                    <a:gd name="connsiteX4" fmla="*/ 352152 w 1676400"/>
                    <a:gd name="connsiteY4" fmla="*/ 38213 h 571500"/>
                    <a:gd name="connsiteX5" fmla="*/ 176416 w 1676400"/>
                    <a:gd name="connsiteY5" fmla="*/ 90029 h 571500"/>
                    <a:gd name="connsiteX6" fmla="*/ 49924 w 1676400"/>
                    <a:gd name="connsiteY6" fmla="*/ 197852 h 571500"/>
                    <a:gd name="connsiteX7" fmla="*/ 7252 w 1676400"/>
                    <a:gd name="connsiteY7" fmla="*/ 333774 h 571500"/>
                    <a:gd name="connsiteX8" fmla="*/ 46781 w 1676400"/>
                    <a:gd name="connsiteY8" fmla="*/ 465886 h 571500"/>
                    <a:gd name="connsiteX9" fmla="*/ 194704 w 1676400"/>
                    <a:gd name="connsiteY9" fmla="*/ 550182 h 571500"/>
                    <a:gd name="connsiteX10" fmla="*/ 302718 w 1676400"/>
                    <a:gd name="connsiteY10" fmla="*/ 560659 h 571500"/>
                    <a:gd name="connsiteX11" fmla="*/ 420542 w 1676400"/>
                    <a:gd name="connsiteY11" fmla="*/ 564469 h 571500"/>
                    <a:gd name="connsiteX12" fmla="*/ 661524 w 1676400"/>
                    <a:gd name="connsiteY12" fmla="*/ 569327 h 571500"/>
                    <a:gd name="connsiteX13" fmla="*/ 1144061 w 1676400"/>
                    <a:gd name="connsiteY13" fmla="*/ 561802 h 571500"/>
                    <a:gd name="connsiteX14" fmla="*/ 1361517 w 1676400"/>
                    <a:gd name="connsiteY14" fmla="*/ 541038 h 571500"/>
                    <a:gd name="connsiteX15" fmla="*/ 1531443 w 1676400"/>
                    <a:gd name="connsiteY15" fmla="*/ 487031 h 571500"/>
                    <a:gd name="connsiteX16" fmla="*/ 1639551 w 1676400"/>
                    <a:gd name="connsiteY16" fmla="*/ 372731 h 571500"/>
                    <a:gd name="connsiteX17" fmla="*/ 1669841 w 1676400"/>
                    <a:gd name="connsiteY17" fmla="*/ 245763 h 571500"/>
                    <a:gd name="connsiteX18" fmla="*/ 1553731 w 1676400"/>
                    <a:gd name="connsiteY18" fmla="*/ 38689 h 571500"/>
                    <a:gd name="connsiteX19" fmla="*/ 1485913 w 1676400"/>
                    <a:gd name="connsiteY19" fmla="*/ 21449 h 571500"/>
                    <a:gd name="connsiteX20" fmla="*/ 1485913 w 1676400"/>
                    <a:gd name="connsiteY20" fmla="*/ 39261 h 571500"/>
                    <a:gd name="connsiteX21" fmla="*/ 1599261 w 1676400"/>
                    <a:gd name="connsiteY21" fmla="*/ 92220 h 571500"/>
                    <a:gd name="connsiteX22" fmla="*/ 1648600 w 1676400"/>
                    <a:gd name="connsiteY22" fmla="*/ 196900 h 571500"/>
                    <a:gd name="connsiteX23" fmla="*/ 1572495 w 1676400"/>
                    <a:gd name="connsiteY23" fmla="*/ 434358 h 571500"/>
                    <a:gd name="connsiteX24" fmla="*/ 1420667 w 1676400"/>
                    <a:gd name="connsiteY24" fmla="*/ 511129 h 571500"/>
                    <a:gd name="connsiteX25" fmla="*/ 1227690 w 1676400"/>
                    <a:gd name="connsiteY25" fmla="*/ 538276 h 571500"/>
                    <a:gd name="connsiteX26" fmla="*/ 763061 w 1676400"/>
                    <a:gd name="connsiteY26" fmla="*/ 552087 h 571500"/>
                    <a:gd name="connsiteX27" fmla="*/ 297193 w 1676400"/>
                    <a:gd name="connsiteY27" fmla="*/ 542657 h 571500"/>
                    <a:gd name="connsiteX28" fmla="*/ 104121 w 1676400"/>
                    <a:gd name="connsiteY28" fmla="*/ 496270 h 571500"/>
                    <a:gd name="connsiteX29" fmla="*/ 29922 w 1676400"/>
                    <a:gd name="connsiteY29" fmla="*/ 387019 h 571500"/>
                    <a:gd name="connsiteX30" fmla="*/ 133173 w 1676400"/>
                    <a:gd name="connsiteY30" fmla="*/ 136606 h 571500"/>
                    <a:gd name="connsiteX31" fmla="*/ 476073 w 1676400"/>
                    <a:gd name="connsiteY31" fmla="*/ 41737 h 571500"/>
                    <a:gd name="connsiteX32" fmla="*/ 938130 w 1676400"/>
                    <a:gd name="connsiteY32" fmla="*/ 27640 h 571500"/>
                    <a:gd name="connsiteX33" fmla="*/ 1374185 w 1676400"/>
                    <a:gd name="connsiteY33" fmla="*/ 30784 h 571500"/>
                    <a:gd name="connsiteX34" fmla="*/ 1485723 w 1676400"/>
                    <a:gd name="connsiteY34" fmla="*/ 39356 h 571500"/>
                    <a:gd name="connsiteX35" fmla="*/ 1485913 w 1676400"/>
                    <a:gd name="connsiteY35" fmla="*/ 21449 h 571500"/>
                    <a:gd name="connsiteX36" fmla="*/ 1485913 w 1676400"/>
                    <a:gd name="connsiteY36" fmla="*/ 21449 h 571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1676400" h="571500">
                      <a:moveTo>
                        <a:pt x="1485913" y="21449"/>
                      </a:moveTo>
                      <a:cubicBezTo>
                        <a:pt x="1334656" y="6876"/>
                        <a:pt x="1182828" y="5733"/>
                        <a:pt x="1030999" y="8114"/>
                      </a:cubicBezTo>
                      <a:cubicBezTo>
                        <a:pt x="953847" y="9257"/>
                        <a:pt x="876599" y="10876"/>
                        <a:pt x="799446" y="11829"/>
                      </a:cubicBezTo>
                      <a:cubicBezTo>
                        <a:pt x="719722" y="12781"/>
                        <a:pt x="639903" y="13924"/>
                        <a:pt x="560274" y="18115"/>
                      </a:cubicBezTo>
                      <a:cubicBezTo>
                        <a:pt x="490741" y="21735"/>
                        <a:pt x="420923" y="27069"/>
                        <a:pt x="352152" y="38213"/>
                      </a:cubicBezTo>
                      <a:cubicBezTo>
                        <a:pt x="291764" y="47929"/>
                        <a:pt x="231566" y="62978"/>
                        <a:pt x="176416" y="90029"/>
                      </a:cubicBezTo>
                      <a:cubicBezTo>
                        <a:pt x="126124" y="114699"/>
                        <a:pt x="80595" y="150513"/>
                        <a:pt x="49924" y="197852"/>
                      </a:cubicBezTo>
                      <a:cubicBezTo>
                        <a:pt x="23921" y="238143"/>
                        <a:pt x="8681" y="285768"/>
                        <a:pt x="7252" y="333774"/>
                      </a:cubicBezTo>
                      <a:cubicBezTo>
                        <a:pt x="5823" y="380542"/>
                        <a:pt x="18492" y="428167"/>
                        <a:pt x="46781" y="465886"/>
                      </a:cubicBezTo>
                      <a:cubicBezTo>
                        <a:pt x="82595" y="513415"/>
                        <a:pt x="137364" y="538942"/>
                        <a:pt x="194704" y="550182"/>
                      </a:cubicBezTo>
                      <a:cubicBezTo>
                        <a:pt x="230232" y="557135"/>
                        <a:pt x="266618" y="559326"/>
                        <a:pt x="302718" y="560659"/>
                      </a:cubicBezTo>
                      <a:cubicBezTo>
                        <a:pt x="341961" y="562183"/>
                        <a:pt x="381299" y="563326"/>
                        <a:pt x="420542" y="564469"/>
                      </a:cubicBezTo>
                      <a:cubicBezTo>
                        <a:pt x="500838" y="566755"/>
                        <a:pt x="581229" y="568470"/>
                        <a:pt x="661524" y="569327"/>
                      </a:cubicBezTo>
                      <a:cubicBezTo>
                        <a:pt x="822306" y="571042"/>
                        <a:pt x="983469" y="570565"/>
                        <a:pt x="1144061" y="561802"/>
                      </a:cubicBezTo>
                      <a:cubicBezTo>
                        <a:pt x="1216737" y="557802"/>
                        <a:pt x="1289603" y="552373"/>
                        <a:pt x="1361517" y="541038"/>
                      </a:cubicBezTo>
                      <a:cubicBezTo>
                        <a:pt x="1420286" y="531799"/>
                        <a:pt x="1479531" y="517130"/>
                        <a:pt x="1531443" y="487031"/>
                      </a:cubicBezTo>
                      <a:cubicBezTo>
                        <a:pt x="1577639" y="460171"/>
                        <a:pt x="1616120" y="420832"/>
                        <a:pt x="1639551" y="372731"/>
                      </a:cubicBezTo>
                      <a:cubicBezTo>
                        <a:pt x="1658792" y="333298"/>
                        <a:pt x="1669079" y="289578"/>
                        <a:pt x="1669841" y="245763"/>
                      </a:cubicBezTo>
                      <a:cubicBezTo>
                        <a:pt x="1671270" y="161752"/>
                        <a:pt x="1634218" y="74122"/>
                        <a:pt x="1553731" y="38689"/>
                      </a:cubicBezTo>
                      <a:cubicBezTo>
                        <a:pt x="1532205" y="29164"/>
                        <a:pt x="1509440" y="23830"/>
                        <a:pt x="1485913" y="21449"/>
                      </a:cubicBezTo>
                      <a:cubicBezTo>
                        <a:pt x="1474483" y="20306"/>
                        <a:pt x="1474578" y="38118"/>
                        <a:pt x="1485913" y="39261"/>
                      </a:cubicBezTo>
                      <a:cubicBezTo>
                        <a:pt x="1528776" y="43547"/>
                        <a:pt x="1569447" y="60692"/>
                        <a:pt x="1599261" y="92220"/>
                      </a:cubicBezTo>
                      <a:cubicBezTo>
                        <a:pt x="1626312" y="120890"/>
                        <a:pt x="1641933" y="158419"/>
                        <a:pt x="1648600" y="196900"/>
                      </a:cubicBezTo>
                      <a:cubicBezTo>
                        <a:pt x="1663173" y="281767"/>
                        <a:pt x="1635170" y="374731"/>
                        <a:pt x="1572495" y="434358"/>
                      </a:cubicBezTo>
                      <a:cubicBezTo>
                        <a:pt x="1530490" y="474268"/>
                        <a:pt x="1476198" y="497223"/>
                        <a:pt x="1420667" y="511129"/>
                      </a:cubicBezTo>
                      <a:cubicBezTo>
                        <a:pt x="1357707" y="526941"/>
                        <a:pt x="1292270" y="532942"/>
                        <a:pt x="1227690" y="538276"/>
                      </a:cubicBezTo>
                      <a:cubicBezTo>
                        <a:pt x="1073385" y="550944"/>
                        <a:pt x="917937" y="552277"/>
                        <a:pt x="763061" y="552087"/>
                      </a:cubicBezTo>
                      <a:cubicBezTo>
                        <a:pt x="607803" y="551896"/>
                        <a:pt x="452355" y="548848"/>
                        <a:pt x="297193" y="542657"/>
                      </a:cubicBezTo>
                      <a:cubicBezTo>
                        <a:pt x="231185" y="539990"/>
                        <a:pt x="160605" y="534085"/>
                        <a:pt x="104121" y="496270"/>
                      </a:cubicBezTo>
                      <a:cubicBezTo>
                        <a:pt x="66021" y="470743"/>
                        <a:pt x="40113" y="431500"/>
                        <a:pt x="29922" y="387019"/>
                      </a:cubicBezTo>
                      <a:cubicBezTo>
                        <a:pt x="8205" y="291483"/>
                        <a:pt x="55830" y="192423"/>
                        <a:pt x="133173" y="136606"/>
                      </a:cubicBezTo>
                      <a:cubicBezTo>
                        <a:pt x="231090" y="65931"/>
                        <a:pt x="359106" y="51453"/>
                        <a:pt x="476073" y="41737"/>
                      </a:cubicBezTo>
                      <a:cubicBezTo>
                        <a:pt x="629711" y="28974"/>
                        <a:pt x="784111" y="30403"/>
                        <a:pt x="938130" y="27640"/>
                      </a:cubicBezTo>
                      <a:cubicBezTo>
                        <a:pt x="1083482" y="25069"/>
                        <a:pt x="1229024" y="22402"/>
                        <a:pt x="1374185" y="30784"/>
                      </a:cubicBezTo>
                      <a:cubicBezTo>
                        <a:pt x="1411428" y="32974"/>
                        <a:pt x="1448670" y="35832"/>
                        <a:pt x="1485723" y="39356"/>
                      </a:cubicBezTo>
                      <a:cubicBezTo>
                        <a:pt x="1497343" y="40404"/>
                        <a:pt x="1497248" y="22592"/>
                        <a:pt x="1485913" y="21449"/>
                      </a:cubicBezTo>
                      <a:lnTo>
                        <a:pt x="1485913" y="21449"/>
                      </a:lnTo>
                      <a:close/>
                    </a:path>
                  </a:pathLst>
                </a:custGeom>
                <a:solidFill>
                  <a:srgbClr val="F7858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243" name="文本框 242"/>
              <p:cNvSpPr txBox="1"/>
              <p:nvPr/>
            </p:nvSpPr>
            <p:spPr>
              <a:xfrm>
                <a:off x="5379658" y="4690323"/>
                <a:ext cx="1605693" cy="5235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800" dirty="0">
                    <a:solidFill>
                      <a:schemeClr val="bg1"/>
                    </a:solidFill>
                    <a:cs typeface="+mn-ea"/>
                    <a:sym typeface="+mn-lt"/>
                  </a:rPr>
                  <a:t>蜡笔老师</a:t>
                </a:r>
                <a:endParaRPr lang="zh-CN" altLang="en-US" sz="28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193" name="组合 192"/>
            <p:cNvGrpSpPr/>
            <p:nvPr/>
          </p:nvGrpSpPr>
          <p:grpSpPr>
            <a:xfrm>
              <a:off x="9152854" y="2198886"/>
              <a:ext cx="511971" cy="1850772"/>
              <a:chOff x="2709165" y="3485769"/>
              <a:chExt cx="255175" cy="922457"/>
            </a:xfrm>
          </p:grpSpPr>
          <p:sp>
            <p:nvSpPr>
              <p:cNvPr id="231" name="任意多边形: 形状 230"/>
              <p:cNvSpPr/>
              <p:nvPr/>
            </p:nvSpPr>
            <p:spPr>
              <a:xfrm>
                <a:off x="2736499" y="3589076"/>
                <a:ext cx="123825" cy="819150"/>
              </a:xfrm>
              <a:custGeom>
                <a:avLst/>
                <a:gdLst>
                  <a:gd name="connsiteX0" fmla="*/ 42294 w 123825"/>
                  <a:gd name="connsiteY0" fmla="*/ 13755 h 819150"/>
                  <a:gd name="connsiteX1" fmla="*/ 109731 w 123825"/>
                  <a:gd name="connsiteY1" fmla="*/ 331985 h 819150"/>
                  <a:gd name="connsiteX2" fmla="*/ 108969 w 123825"/>
                  <a:gd name="connsiteY2" fmla="*/ 493243 h 819150"/>
                  <a:gd name="connsiteX3" fmla="*/ 74489 w 123825"/>
                  <a:gd name="connsiteY3" fmla="*/ 642976 h 819150"/>
                  <a:gd name="connsiteX4" fmla="*/ 7718 w 123825"/>
                  <a:gd name="connsiteY4" fmla="*/ 803854 h 819150"/>
                  <a:gd name="connsiteX5" fmla="*/ 16958 w 123825"/>
                  <a:gd name="connsiteY5" fmla="*/ 809283 h 819150"/>
                  <a:gd name="connsiteX6" fmla="*/ 116875 w 123825"/>
                  <a:gd name="connsiteY6" fmla="*/ 514198 h 819150"/>
                  <a:gd name="connsiteX7" fmla="*/ 98206 w 123825"/>
                  <a:gd name="connsiteY7" fmla="*/ 191777 h 819150"/>
                  <a:gd name="connsiteX8" fmla="*/ 52676 w 123825"/>
                  <a:gd name="connsiteY8" fmla="*/ 10897 h 819150"/>
                  <a:gd name="connsiteX9" fmla="*/ 42294 w 123825"/>
                  <a:gd name="connsiteY9" fmla="*/ 13755 h 819150"/>
                  <a:gd name="connsiteX10" fmla="*/ 42294 w 123825"/>
                  <a:gd name="connsiteY10" fmla="*/ 13755 h 819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3825" h="819150">
                    <a:moveTo>
                      <a:pt x="42294" y="13755"/>
                    </a:moveTo>
                    <a:cubicBezTo>
                      <a:pt x="70774" y="118339"/>
                      <a:pt x="99349" y="223781"/>
                      <a:pt x="109731" y="331985"/>
                    </a:cubicBezTo>
                    <a:cubicBezTo>
                      <a:pt x="114875" y="385611"/>
                      <a:pt x="115351" y="439713"/>
                      <a:pt x="108969" y="493243"/>
                    </a:cubicBezTo>
                    <a:cubicBezTo>
                      <a:pt x="102968" y="544202"/>
                      <a:pt x="90586" y="594304"/>
                      <a:pt x="74489" y="642976"/>
                    </a:cubicBezTo>
                    <a:cubicBezTo>
                      <a:pt x="56201" y="698126"/>
                      <a:pt x="33055" y="751562"/>
                      <a:pt x="7718" y="803854"/>
                    </a:cubicBezTo>
                    <a:cubicBezTo>
                      <a:pt x="4766" y="810045"/>
                      <a:pt x="14005" y="815474"/>
                      <a:pt x="16958" y="809283"/>
                    </a:cubicBezTo>
                    <a:cubicBezTo>
                      <a:pt x="62106" y="715652"/>
                      <a:pt x="101444" y="617640"/>
                      <a:pt x="116875" y="514198"/>
                    </a:cubicBezTo>
                    <a:cubicBezTo>
                      <a:pt x="132972" y="406566"/>
                      <a:pt x="120685" y="297600"/>
                      <a:pt x="98206" y="191777"/>
                    </a:cubicBezTo>
                    <a:cubicBezTo>
                      <a:pt x="85252" y="130912"/>
                      <a:pt x="69060" y="70905"/>
                      <a:pt x="52676" y="10897"/>
                    </a:cubicBezTo>
                    <a:cubicBezTo>
                      <a:pt x="50771" y="4325"/>
                      <a:pt x="40485" y="7087"/>
                      <a:pt x="42294" y="13755"/>
                    </a:cubicBezTo>
                    <a:lnTo>
                      <a:pt x="42294" y="13755"/>
                    </a:lnTo>
                    <a:close/>
                  </a:path>
                </a:pathLst>
              </a:custGeom>
              <a:solidFill>
                <a:srgbClr val="FFD46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32" name="任意多边形: 形状 231"/>
              <p:cNvSpPr/>
              <p:nvPr/>
            </p:nvSpPr>
            <p:spPr>
              <a:xfrm>
                <a:off x="2753428" y="3485769"/>
                <a:ext cx="66675" cy="200025"/>
              </a:xfrm>
              <a:custGeom>
                <a:avLst/>
                <a:gdLst>
                  <a:gd name="connsiteX0" fmla="*/ 50892 w 66675"/>
                  <a:gd name="connsiteY0" fmla="*/ 199073 h 200025"/>
                  <a:gd name="connsiteX1" fmla="*/ 7172 w 66675"/>
                  <a:gd name="connsiteY1" fmla="*/ 91250 h 200025"/>
                  <a:gd name="connsiteX2" fmla="*/ 14697 w 66675"/>
                  <a:gd name="connsiteY2" fmla="*/ 7144 h 200025"/>
                  <a:gd name="connsiteX3" fmla="*/ 58702 w 66675"/>
                  <a:gd name="connsiteY3" fmla="*/ 99441 h 200025"/>
                  <a:gd name="connsiteX4" fmla="*/ 50892 w 66675"/>
                  <a:gd name="connsiteY4" fmla="*/ 199073 h 200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200025">
                    <a:moveTo>
                      <a:pt x="50892" y="199073"/>
                    </a:moveTo>
                    <a:cubicBezTo>
                      <a:pt x="20983" y="164782"/>
                      <a:pt x="6410" y="136684"/>
                      <a:pt x="7172" y="91250"/>
                    </a:cubicBezTo>
                    <a:cubicBezTo>
                      <a:pt x="7648" y="63056"/>
                      <a:pt x="14602" y="35243"/>
                      <a:pt x="14697" y="7144"/>
                    </a:cubicBezTo>
                    <a:cubicBezTo>
                      <a:pt x="32032" y="36576"/>
                      <a:pt x="49558" y="66485"/>
                      <a:pt x="58702" y="99441"/>
                    </a:cubicBezTo>
                    <a:cubicBezTo>
                      <a:pt x="67846" y="132302"/>
                      <a:pt x="67751" y="169259"/>
                      <a:pt x="50892" y="199073"/>
                    </a:cubicBezTo>
                  </a:path>
                </a:pathLst>
              </a:custGeom>
              <a:solidFill>
                <a:srgbClr val="FFD46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33" name="任意多边形: 形状 232"/>
              <p:cNvSpPr/>
              <p:nvPr/>
            </p:nvSpPr>
            <p:spPr>
              <a:xfrm>
                <a:off x="2843468" y="3746945"/>
                <a:ext cx="104775" cy="180975"/>
              </a:xfrm>
              <a:custGeom>
                <a:avLst/>
                <a:gdLst>
                  <a:gd name="connsiteX0" fmla="*/ 7144 w 104775"/>
                  <a:gd name="connsiteY0" fmla="*/ 175641 h 180975"/>
                  <a:gd name="connsiteX1" fmla="*/ 45148 w 104775"/>
                  <a:gd name="connsiteY1" fmla="*/ 65627 h 180975"/>
                  <a:gd name="connsiteX2" fmla="*/ 106108 w 104775"/>
                  <a:gd name="connsiteY2" fmla="*/ 7144 h 180975"/>
                  <a:gd name="connsiteX3" fmla="*/ 78486 w 104775"/>
                  <a:gd name="connsiteY3" fmla="*/ 105632 h 180975"/>
                  <a:gd name="connsiteX4" fmla="*/ 7144 w 104775"/>
                  <a:gd name="connsiteY4" fmla="*/ 175641 h 180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80975">
                    <a:moveTo>
                      <a:pt x="7144" y="175641"/>
                    </a:moveTo>
                    <a:cubicBezTo>
                      <a:pt x="7144" y="130207"/>
                      <a:pt x="14668" y="99346"/>
                      <a:pt x="45148" y="65627"/>
                    </a:cubicBezTo>
                    <a:cubicBezTo>
                      <a:pt x="64103" y="44767"/>
                      <a:pt x="87535" y="28384"/>
                      <a:pt x="106108" y="7144"/>
                    </a:cubicBezTo>
                    <a:cubicBezTo>
                      <a:pt x="99822" y="40767"/>
                      <a:pt x="93345" y="74771"/>
                      <a:pt x="78486" y="105632"/>
                    </a:cubicBezTo>
                    <a:cubicBezTo>
                      <a:pt x="63817" y="136588"/>
                      <a:pt x="39433" y="164306"/>
                      <a:pt x="7144" y="175641"/>
                    </a:cubicBezTo>
                  </a:path>
                </a:pathLst>
              </a:custGeom>
              <a:solidFill>
                <a:srgbClr val="FFD46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34" name="任意多边形: 形状 233"/>
              <p:cNvSpPr/>
              <p:nvPr/>
            </p:nvSpPr>
            <p:spPr>
              <a:xfrm>
                <a:off x="2839182" y="3973163"/>
                <a:ext cx="104775" cy="152400"/>
              </a:xfrm>
              <a:custGeom>
                <a:avLst/>
                <a:gdLst>
                  <a:gd name="connsiteX0" fmla="*/ 7144 w 104775"/>
                  <a:gd name="connsiteY0" fmla="*/ 146971 h 152400"/>
                  <a:gd name="connsiteX1" fmla="*/ 44958 w 104775"/>
                  <a:gd name="connsiteY1" fmla="*/ 54388 h 152400"/>
                  <a:gd name="connsiteX2" fmla="*/ 100108 w 104775"/>
                  <a:gd name="connsiteY2" fmla="*/ 7144 h 152400"/>
                  <a:gd name="connsiteX3" fmla="*/ 71818 w 104775"/>
                  <a:gd name="connsiteY3" fmla="*/ 90392 h 152400"/>
                  <a:gd name="connsiteX4" fmla="*/ 7144 w 104775"/>
                  <a:gd name="connsiteY4" fmla="*/ 14697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52400">
                    <a:moveTo>
                      <a:pt x="7144" y="146971"/>
                    </a:moveTo>
                    <a:cubicBezTo>
                      <a:pt x="9334" y="107918"/>
                      <a:pt x="17145" y="81820"/>
                      <a:pt x="44958" y="54388"/>
                    </a:cubicBezTo>
                    <a:cubicBezTo>
                      <a:pt x="62198" y="37338"/>
                      <a:pt x="83153" y="24384"/>
                      <a:pt x="100108" y="7144"/>
                    </a:cubicBezTo>
                    <a:cubicBezTo>
                      <a:pt x="93059" y="35719"/>
                      <a:pt x="85915" y="64579"/>
                      <a:pt x="71818" y="90392"/>
                    </a:cubicBezTo>
                    <a:cubicBezTo>
                      <a:pt x="57531" y="116014"/>
                      <a:pt x="35338" y="138684"/>
                      <a:pt x="7144" y="146971"/>
                    </a:cubicBezTo>
                  </a:path>
                </a:pathLst>
              </a:custGeom>
              <a:solidFill>
                <a:srgbClr val="FFD46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35" name="任意多边形: 形状 234"/>
              <p:cNvSpPr/>
              <p:nvPr/>
            </p:nvSpPr>
            <p:spPr>
              <a:xfrm>
                <a:off x="2757933" y="4288875"/>
                <a:ext cx="152400" cy="76200"/>
              </a:xfrm>
              <a:custGeom>
                <a:avLst/>
                <a:gdLst>
                  <a:gd name="connsiteX0" fmla="*/ 7144 w 152400"/>
                  <a:gd name="connsiteY0" fmla="*/ 69955 h 76200"/>
                  <a:gd name="connsiteX1" fmla="*/ 89630 w 152400"/>
                  <a:gd name="connsiteY1" fmla="*/ 13282 h 76200"/>
                  <a:gd name="connsiteX2" fmla="*/ 141637 w 152400"/>
                  <a:gd name="connsiteY2" fmla="*/ 7186 h 76200"/>
                  <a:gd name="connsiteX3" fmla="*/ 146494 w 152400"/>
                  <a:gd name="connsiteY3" fmla="*/ 17949 h 76200"/>
                  <a:gd name="connsiteX4" fmla="*/ 92297 w 152400"/>
                  <a:gd name="connsiteY4" fmla="*/ 57954 h 76200"/>
                  <a:gd name="connsiteX5" fmla="*/ 7144 w 152400"/>
                  <a:gd name="connsiteY5" fmla="*/ 69955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2400" h="76200">
                    <a:moveTo>
                      <a:pt x="7144" y="69955"/>
                    </a:moveTo>
                    <a:cubicBezTo>
                      <a:pt x="30385" y="38523"/>
                      <a:pt x="51340" y="21092"/>
                      <a:pt x="89630" y="13282"/>
                    </a:cubicBezTo>
                    <a:cubicBezTo>
                      <a:pt x="106775" y="9853"/>
                      <a:pt x="124301" y="9186"/>
                      <a:pt x="141637" y="7186"/>
                    </a:cubicBezTo>
                    <a:cubicBezTo>
                      <a:pt x="147638" y="6519"/>
                      <a:pt x="150971" y="13949"/>
                      <a:pt x="146494" y="17949"/>
                    </a:cubicBezTo>
                    <a:cubicBezTo>
                      <a:pt x="129730" y="33094"/>
                      <a:pt x="112204" y="47476"/>
                      <a:pt x="92297" y="57954"/>
                    </a:cubicBezTo>
                    <a:cubicBezTo>
                      <a:pt x="66294" y="71861"/>
                      <a:pt x="35242" y="78623"/>
                      <a:pt x="7144" y="69955"/>
                    </a:cubicBezTo>
                  </a:path>
                </a:pathLst>
              </a:custGeom>
              <a:solidFill>
                <a:srgbClr val="FFD46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36" name="任意多边形: 形状 235"/>
              <p:cNvSpPr/>
              <p:nvPr/>
            </p:nvSpPr>
            <p:spPr>
              <a:xfrm>
                <a:off x="2811940" y="4169802"/>
                <a:ext cx="152400" cy="57150"/>
              </a:xfrm>
              <a:custGeom>
                <a:avLst/>
                <a:gdLst>
                  <a:gd name="connsiteX0" fmla="*/ 7144 w 152400"/>
                  <a:gd name="connsiteY0" fmla="*/ 47106 h 57150"/>
                  <a:gd name="connsiteX1" fmla="*/ 98869 w 152400"/>
                  <a:gd name="connsiteY1" fmla="*/ 7196 h 57150"/>
                  <a:gd name="connsiteX2" fmla="*/ 128206 w 152400"/>
                  <a:gd name="connsiteY2" fmla="*/ 9006 h 57150"/>
                  <a:gd name="connsiteX3" fmla="*/ 148400 w 152400"/>
                  <a:gd name="connsiteY3" fmla="*/ 15673 h 57150"/>
                  <a:gd name="connsiteX4" fmla="*/ 131064 w 152400"/>
                  <a:gd name="connsiteY4" fmla="*/ 35485 h 57150"/>
                  <a:gd name="connsiteX5" fmla="*/ 92869 w 152400"/>
                  <a:gd name="connsiteY5" fmla="*/ 51582 h 57150"/>
                  <a:gd name="connsiteX6" fmla="*/ 7144 w 152400"/>
                  <a:gd name="connsiteY6" fmla="*/ 47106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2400" h="57150">
                    <a:moveTo>
                      <a:pt x="7144" y="47106"/>
                    </a:moveTo>
                    <a:cubicBezTo>
                      <a:pt x="35909" y="20626"/>
                      <a:pt x="59817" y="7482"/>
                      <a:pt x="98869" y="7196"/>
                    </a:cubicBezTo>
                    <a:cubicBezTo>
                      <a:pt x="108299" y="7101"/>
                      <a:pt x="119063" y="6910"/>
                      <a:pt x="128206" y="9006"/>
                    </a:cubicBezTo>
                    <a:cubicBezTo>
                      <a:pt x="132683" y="10053"/>
                      <a:pt x="146399" y="11958"/>
                      <a:pt x="148400" y="15673"/>
                    </a:cubicBezTo>
                    <a:cubicBezTo>
                      <a:pt x="152019" y="22531"/>
                      <a:pt x="135636" y="33104"/>
                      <a:pt x="131064" y="35485"/>
                    </a:cubicBezTo>
                    <a:cubicBezTo>
                      <a:pt x="118872" y="41962"/>
                      <a:pt x="106108" y="47582"/>
                      <a:pt x="92869" y="51582"/>
                    </a:cubicBezTo>
                    <a:cubicBezTo>
                      <a:pt x="64865" y="60250"/>
                      <a:pt x="33147" y="60917"/>
                      <a:pt x="7144" y="47106"/>
                    </a:cubicBezTo>
                  </a:path>
                </a:pathLst>
              </a:custGeom>
              <a:solidFill>
                <a:srgbClr val="FFD46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37" name="任意多边形: 形状 236"/>
              <p:cNvSpPr/>
              <p:nvPr/>
            </p:nvSpPr>
            <p:spPr>
              <a:xfrm>
                <a:off x="2817259" y="3610356"/>
                <a:ext cx="47625" cy="180975"/>
              </a:xfrm>
              <a:custGeom>
                <a:avLst/>
                <a:gdLst>
                  <a:gd name="connsiteX0" fmla="*/ 14017 w 47625"/>
                  <a:gd name="connsiteY0" fmla="*/ 176022 h 180975"/>
                  <a:gd name="connsiteX1" fmla="*/ 14779 w 47625"/>
                  <a:gd name="connsiteY1" fmla="*/ 80296 h 180975"/>
                  <a:gd name="connsiteX2" fmla="*/ 47069 w 47625"/>
                  <a:gd name="connsiteY2" fmla="*/ 7144 h 180975"/>
                  <a:gd name="connsiteX3" fmla="*/ 46212 w 47625"/>
                  <a:gd name="connsiteY3" fmla="*/ 84392 h 180975"/>
                  <a:gd name="connsiteX4" fmla="*/ 14017 w 47625"/>
                  <a:gd name="connsiteY4" fmla="*/ 176022 h 180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180975">
                    <a:moveTo>
                      <a:pt x="14017" y="176022"/>
                    </a:moveTo>
                    <a:cubicBezTo>
                      <a:pt x="5540" y="145256"/>
                      <a:pt x="3921" y="110395"/>
                      <a:pt x="14779" y="80296"/>
                    </a:cubicBezTo>
                    <a:cubicBezTo>
                      <a:pt x="23828" y="55245"/>
                      <a:pt x="39258" y="32671"/>
                      <a:pt x="47069" y="7144"/>
                    </a:cubicBezTo>
                    <a:cubicBezTo>
                      <a:pt x="48307" y="32861"/>
                      <a:pt x="48021" y="58674"/>
                      <a:pt x="46212" y="84392"/>
                    </a:cubicBezTo>
                    <a:cubicBezTo>
                      <a:pt x="43926" y="117539"/>
                      <a:pt x="37925" y="153067"/>
                      <a:pt x="14017" y="176022"/>
                    </a:cubicBezTo>
                  </a:path>
                </a:pathLst>
              </a:custGeom>
              <a:solidFill>
                <a:srgbClr val="FFD46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38" name="任意多边形: 形状 237"/>
              <p:cNvSpPr/>
              <p:nvPr/>
            </p:nvSpPr>
            <p:spPr>
              <a:xfrm>
                <a:off x="2709165" y="3763468"/>
                <a:ext cx="133350" cy="95250"/>
              </a:xfrm>
              <a:custGeom>
                <a:avLst/>
                <a:gdLst>
                  <a:gd name="connsiteX0" fmla="*/ 135065 w 133350"/>
                  <a:gd name="connsiteY0" fmla="*/ 87490 h 95250"/>
                  <a:gd name="connsiteX1" fmla="*/ 60103 w 133350"/>
                  <a:gd name="connsiteY1" fmla="*/ 9480 h 95250"/>
                  <a:gd name="connsiteX2" fmla="*/ 7144 w 133350"/>
                  <a:gd name="connsiteY2" fmla="*/ 8528 h 95250"/>
                  <a:gd name="connsiteX3" fmla="*/ 25146 w 133350"/>
                  <a:gd name="connsiteY3" fmla="*/ 35293 h 95250"/>
                  <a:gd name="connsiteX4" fmla="*/ 135065 w 133350"/>
                  <a:gd name="connsiteY4" fmla="*/ 87490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0" h="95250">
                    <a:moveTo>
                      <a:pt x="135065" y="87490"/>
                    </a:moveTo>
                    <a:cubicBezTo>
                      <a:pt x="128778" y="49676"/>
                      <a:pt x="97631" y="17291"/>
                      <a:pt x="60103" y="9480"/>
                    </a:cubicBezTo>
                    <a:cubicBezTo>
                      <a:pt x="42767" y="5861"/>
                      <a:pt x="24765" y="7194"/>
                      <a:pt x="7144" y="8528"/>
                    </a:cubicBezTo>
                    <a:cubicBezTo>
                      <a:pt x="11811" y="18243"/>
                      <a:pt x="17812" y="27387"/>
                      <a:pt x="25146" y="35293"/>
                    </a:cubicBezTo>
                    <a:cubicBezTo>
                      <a:pt x="84201" y="98063"/>
                      <a:pt x="126397" y="88633"/>
                      <a:pt x="135065" y="87490"/>
                    </a:cubicBezTo>
                  </a:path>
                </a:pathLst>
              </a:custGeom>
              <a:solidFill>
                <a:srgbClr val="FFD46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39" name="任意多边形: 形状 238"/>
              <p:cNvSpPr/>
              <p:nvPr/>
            </p:nvSpPr>
            <p:spPr>
              <a:xfrm>
                <a:off x="2761838" y="3929443"/>
                <a:ext cx="95250" cy="104775"/>
              </a:xfrm>
              <a:custGeom>
                <a:avLst/>
                <a:gdLst>
                  <a:gd name="connsiteX0" fmla="*/ 95155 w 95250"/>
                  <a:gd name="connsiteY0" fmla="*/ 99346 h 104775"/>
                  <a:gd name="connsiteX1" fmla="*/ 50387 w 95250"/>
                  <a:gd name="connsiteY1" fmla="*/ 19336 h 104775"/>
                  <a:gd name="connsiteX2" fmla="*/ 7144 w 95250"/>
                  <a:gd name="connsiteY2" fmla="*/ 7144 h 104775"/>
                  <a:gd name="connsiteX3" fmla="*/ 16193 w 95250"/>
                  <a:gd name="connsiteY3" fmla="*/ 32957 h 104775"/>
                  <a:gd name="connsiteX4" fmla="*/ 95155 w 95250"/>
                  <a:gd name="connsiteY4" fmla="*/ 99346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104775">
                    <a:moveTo>
                      <a:pt x="95155" y="99346"/>
                    </a:moveTo>
                    <a:cubicBezTo>
                      <a:pt x="98108" y="66961"/>
                      <a:pt x="79534" y="33719"/>
                      <a:pt x="50387" y="19336"/>
                    </a:cubicBezTo>
                    <a:cubicBezTo>
                      <a:pt x="36957" y="12668"/>
                      <a:pt x="21908" y="9906"/>
                      <a:pt x="7144" y="7144"/>
                    </a:cubicBezTo>
                    <a:cubicBezTo>
                      <a:pt x="8858" y="16097"/>
                      <a:pt x="11811" y="24860"/>
                      <a:pt x="16193" y="32957"/>
                    </a:cubicBezTo>
                    <a:cubicBezTo>
                      <a:pt x="51149" y="97060"/>
                      <a:pt x="87725" y="98393"/>
                      <a:pt x="95155" y="99346"/>
                    </a:cubicBezTo>
                  </a:path>
                </a:pathLst>
              </a:custGeom>
              <a:solidFill>
                <a:srgbClr val="FFD46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40" name="任意多边形: 形状 239"/>
              <p:cNvSpPr/>
              <p:nvPr/>
            </p:nvSpPr>
            <p:spPr>
              <a:xfrm>
                <a:off x="2729728" y="4193191"/>
                <a:ext cx="66675" cy="133350"/>
              </a:xfrm>
              <a:custGeom>
                <a:avLst/>
                <a:gdLst>
                  <a:gd name="connsiteX0" fmla="*/ 49922 w 66675"/>
                  <a:gd name="connsiteY0" fmla="*/ 128207 h 133350"/>
                  <a:gd name="connsiteX1" fmla="*/ 44017 w 66675"/>
                  <a:gd name="connsiteY1" fmla="*/ 36767 h 133350"/>
                  <a:gd name="connsiteX2" fmla="*/ 10203 w 66675"/>
                  <a:gd name="connsiteY2" fmla="*/ 7144 h 133350"/>
                  <a:gd name="connsiteX3" fmla="*/ 7250 w 66675"/>
                  <a:gd name="connsiteY3" fmla="*/ 34290 h 133350"/>
                  <a:gd name="connsiteX4" fmla="*/ 49922 w 66675"/>
                  <a:gd name="connsiteY4" fmla="*/ 128207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133350">
                    <a:moveTo>
                      <a:pt x="49922" y="128207"/>
                    </a:moveTo>
                    <a:cubicBezTo>
                      <a:pt x="66496" y="100298"/>
                      <a:pt x="64019" y="62294"/>
                      <a:pt x="44017" y="36767"/>
                    </a:cubicBezTo>
                    <a:cubicBezTo>
                      <a:pt x="34778" y="24956"/>
                      <a:pt x="22395" y="16002"/>
                      <a:pt x="10203" y="7144"/>
                    </a:cubicBezTo>
                    <a:cubicBezTo>
                      <a:pt x="7917" y="16002"/>
                      <a:pt x="6774" y="25146"/>
                      <a:pt x="7250" y="34290"/>
                    </a:cubicBezTo>
                    <a:cubicBezTo>
                      <a:pt x="11251" y="107252"/>
                      <a:pt x="43636" y="124206"/>
                      <a:pt x="49922" y="128207"/>
                    </a:cubicBezTo>
                  </a:path>
                </a:pathLst>
              </a:custGeom>
              <a:solidFill>
                <a:srgbClr val="FFD46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41" name="任意多边形: 形状 240"/>
              <p:cNvSpPr/>
              <p:nvPr/>
            </p:nvSpPr>
            <p:spPr>
              <a:xfrm>
                <a:off x="2771483" y="4072318"/>
                <a:ext cx="66675" cy="123825"/>
              </a:xfrm>
              <a:custGeom>
                <a:avLst/>
                <a:gdLst>
                  <a:gd name="connsiteX0" fmla="*/ 55031 w 66675"/>
                  <a:gd name="connsiteY0" fmla="*/ 126016 h 123825"/>
                  <a:gd name="connsiteX1" fmla="*/ 44363 w 66675"/>
                  <a:gd name="connsiteY1" fmla="*/ 34957 h 123825"/>
                  <a:gd name="connsiteX2" fmla="*/ 9120 w 66675"/>
                  <a:gd name="connsiteY2" fmla="*/ 7144 h 123825"/>
                  <a:gd name="connsiteX3" fmla="*/ 7596 w 66675"/>
                  <a:gd name="connsiteY3" fmla="*/ 34385 h 123825"/>
                  <a:gd name="connsiteX4" fmla="*/ 55031 w 66675"/>
                  <a:gd name="connsiteY4" fmla="*/ 126016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123825">
                    <a:moveTo>
                      <a:pt x="55031" y="126016"/>
                    </a:moveTo>
                    <a:cubicBezTo>
                      <a:pt x="70175" y="97250"/>
                      <a:pt x="65699" y="59436"/>
                      <a:pt x="44363" y="34957"/>
                    </a:cubicBezTo>
                    <a:cubicBezTo>
                      <a:pt x="34457" y="23622"/>
                      <a:pt x="21693" y="15335"/>
                      <a:pt x="9120" y="7144"/>
                    </a:cubicBezTo>
                    <a:cubicBezTo>
                      <a:pt x="7215" y="16097"/>
                      <a:pt x="6644" y="25337"/>
                      <a:pt x="7596" y="34385"/>
                    </a:cubicBezTo>
                    <a:cubicBezTo>
                      <a:pt x="15312" y="107061"/>
                      <a:pt x="48554" y="122301"/>
                      <a:pt x="55031" y="126016"/>
                    </a:cubicBezTo>
                  </a:path>
                </a:pathLst>
              </a:custGeom>
              <a:solidFill>
                <a:srgbClr val="FFD46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94" name="组合 193"/>
            <p:cNvGrpSpPr/>
            <p:nvPr/>
          </p:nvGrpSpPr>
          <p:grpSpPr>
            <a:xfrm>
              <a:off x="2474069" y="2199814"/>
              <a:ext cx="559514" cy="1848917"/>
              <a:chOff x="776659" y="3485864"/>
              <a:chExt cx="278871" cy="921532"/>
            </a:xfrm>
          </p:grpSpPr>
          <p:sp>
            <p:nvSpPr>
              <p:cNvPr id="220" name="任意多边形: 形状 219"/>
              <p:cNvSpPr/>
              <p:nvPr/>
            </p:nvSpPr>
            <p:spPr>
              <a:xfrm>
                <a:off x="886295" y="3588246"/>
                <a:ext cx="114300" cy="819150"/>
              </a:xfrm>
              <a:custGeom>
                <a:avLst/>
                <a:gdLst>
                  <a:gd name="connsiteX0" fmla="*/ 103132 w 114300"/>
                  <a:gd name="connsiteY0" fmla="*/ 10870 h 819150"/>
                  <a:gd name="connsiteX1" fmla="*/ 17502 w 114300"/>
                  <a:gd name="connsiteY1" fmla="*/ 323481 h 819150"/>
                  <a:gd name="connsiteX2" fmla="*/ 8072 w 114300"/>
                  <a:gd name="connsiteY2" fmla="*/ 484072 h 819150"/>
                  <a:gd name="connsiteX3" fmla="*/ 33504 w 114300"/>
                  <a:gd name="connsiteY3" fmla="*/ 639520 h 819150"/>
                  <a:gd name="connsiteX4" fmla="*/ 92083 w 114300"/>
                  <a:gd name="connsiteY4" fmla="*/ 808684 h 819150"/>
                  <a:gd name="connsiteX5" fmla="*/ 102370 w 114300"/>
                  <a:gd name="connsiteY5" fmla="*/ 805827 h 819150"/>
                  <a:gd name="connsiteX6" fmla="*/ 19883 w 114300"/>
                  <a:gd name="connsiteY6" fmla="*/ 501789 h 819150"/>
                  <a:gd name="connsiteX7" fmla="*/ 58745 w 114300"/>
                  <a:gd name="connsiteY7" fmla="*/ 187178 h 819150"/>
                  <a:gd name="connsiteX8" fmla="*/ 113419 w 114300"/>
                  <a:gd name="connsiteY8" fmla="*/ 13728 h 819150"/>
                  <a:gd name="connsiteX9" fmla="*/ 103132 w 114300"/>
                  <a:gd name="connsiteY9" fmla="*/ 10870 h 819150"/>
                  <a:gd name="connsiteX10" fmla="*/ 103132 w 114300"/>
                  <a:gd name="connsiteY10" fmla="*/ 10870 h 819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4300" h="819150">
                    <a:moveTo>
                      <a:pt x="103132" y="10870"/>
                    </a:moveTo>
                    <a:cubicBezTo>
                      <a:pt x="68746" y="113264"/>
                      <a:pt x="34266" y="216420"/>
                      <a:pt x="17502" y="323481"/>
                    </a:cubicBezTo>
                    <a:cubicBezTo>
                      <a:pt x="9120" y="376535"/>
                      <a:pt x="5215" y="430351"/>
                      <a:pt x="8072" y="484072"/>
                    </a:cubicBezTo>
                    <a:cubicBezTo>
                      <a:pt x="10834" y="536650"/>
                      <a:pt x="20074" y="588657"/>
                      <a:pt x="33504" y="639520"/>
                    </a:cubicBezTo>
                    <a:cubicBezTo>
                      <a:pt x="48744" y="697337"/>
                      <a:pt x="69318" y="753535"/>
                      <a:pt x="92083" y="808684"/>
                    </a:cubicBezTo>
                    <a:cubicBezTo>
                      <a:pt x="94654" y="814971"/>
                      <a:pt x="105037" y="812209"/>
                      <a:pt x="102370" y="805827"/>
                    </a:cubicBezTo>
                    <a:cubicBezTo>
                      <a:pt x="62269" y="708672"/>
                      <a:pt x="28360" y="607231"/>
                      <a:pt x="19883" y="501789"/>
                    </a:cubicBezTo>
                    <a:cubicBezTo>
                      <a:pt x="11311" y="395394"/>
                      <a:pt x="30361" y="289381"/>
                      <a:pt x="58745" y="187178"/>
                    </a:cubicBezTo>
                    <a:cubicBezTo>
                      <a:pt x="74938" y="128694"/>
                      <a:pt x="94178" y="71164"/>
                      <a:pt x="113419" y="13728"/>
                    </a:cubicBezTo>
                    <a:cubicBezTo>
                      <a:pt x="115609" y="7156"/>
                      <a:pt x="105322" y="4298"/>
                      <a:pt x="103132" y="10870"/>
                    </a:cubicBezTo>
                    <a:lnTo>
                      <a:pt x="103132" y="10870"/>
                    </a:lnTo>
                    <a:close/>
                  </a:path>
                </a:pathLst>
              </a:custGeom>
              <a:solidFill>
                <a:srgbClr val="FFD46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1" name="任意多边形: 形状 220"/>
              <p:cNvSpPr/>
              <p:nvPr/>
            </p:nvSpPr>
            <p:spPr>
              <a:xfrm>
                <a:off x="951434" y="3485864"/>
                <a:ext cx="66675" cy="200025"/>
              </a:xfrm>
              <a:custGeom>
                <a:avLst/>
                <a:gdLst>
                  <a:gd name="connsiteX0" fmla="*/ 17895 w 66675"/>
                  <a:gd name="connsiteY0" fmla="*/ 196691 h 200025"/>
                  <a:gd name="connsiteX1" fmla="*/ 67806 w 66675"/>
                  <a:gd name="connsiteY1" fmla="*/ 91535 h 200025"/>
                  <a:gd name="connsiteX2" fmla="*/ 65234 w 66675"/>
                  <a:gd name="connsiteY2" fmla="*/ 7144 h 200025"/>
                  <a:gd name="connsiteX3" fmla="*/ 15895 w 66675"/>
                  <a:gd name="connsiteY3" fmla="*/ 96774 h 200025"/>
                  <a:gd name="connsiteX4" fmla="*/ 17895 w 66675"/>
                  <a:gd name="connsiteY4" fmla="*/ 196691 h 200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200025">
                    <a:moveTo>
                      <a:pt x="17895" y="196691"/>
                    </a:moveTo>
                    <a:cubicBezTo>
                      <a:pt x="49709" y="164211"/>
                      <a:pt x="65996" y="136970"/>
                      <a:pt x="67806" y="91535"/>
                    </a:cubicBezTo>
                    <a:cubicBezTo>
                      <a:pt x="68949" y="63341"/>
                      <a:pt x="63615" y="35242"/>
                      <a:pt x="65234" y="7144"/>
                    </a:cubicBezTo>
                    <a:cubicBezTo>
                      <a:pt x="46184" y="35528"/>
                      <a:pt x="26944" y="64389"/>
                      <a:pt x="15895" y="96774"/>
                    </a:cubicBezTo>
                    <a:cubicBezTo>
                      <a:pt x="4941" y="129159"/>
                      <a:pt x="2846" y="166021"/>
                      <a:pt x="17895" y="196691"/>
                    </a:cubicBezTo>
                  </a:path>
                </a:pathLst>
              </a:custGeom>
              <a:solidFill>
                <a:srgbClr val="FFD46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2" name="任意多边形: 形状 221"/>
              <p:cNvSpPr/>
              <p:nvPr/>
            </p:nvSpPr>
            <p:spPr>
              <a:xfrm>
                <a:off x="813024" y="3736181"/>
                <a:ext cx="95250" cy="180975"/>
              </a:xfrm>
              <a:custGeom>
                <a:avLst/>
                <a:gdLst>
                  <a:gd name="connsiteX0" fmla="*/ 96298 w 95250"/>
                  <a:gd name="connsiteY0" fmla="*/ 181070 h 180975"/>
                  <a:gd name="connsiteX1" fmla="*/ 64675 w 95250"/>
                  <a:gd name="connsiteY1" fmla="*/ 69056 h 180975"/>
                  <a:gd name="connsiteX2" fmla="*/ 7144 w 95250"/>
                  <a:gd name="connsiteY2" fmla="*/ 7144 h 180975"/>
                  <a:gd name="connsiteX3" fmla="*/ 28956 w 95250"/>
                  <a:gd name="connsiteY3" fmla="*/ 107061 h 180975"/>
                  <a:gd name="connsiteX4" fmla="*/ 96298 w 95250"/>
                  <a:gd name="connsiteY4" fmla="*/ 181070 h 180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180975">
                    <a:moveTo>
                      <a:pt x="96298" y="181070"/>
                    </a:moveTo>
                    <a:cubicBezTo>
                      <a:pt x="98965" y="135636"/>
                      <a:pt x="93250" y="104489"/>
                      <a:pt x="64675" y="69056"/>
                    </a:cubicBezTo>
                    <a:cubicBezTo>
                      <a:pt x="47053" y="47149"/>
                      <a:pt x="24479" y="29337"/>
                      <a:pt x="7144" y="7144"/>
                    </a:cubicBezTo>
                    <a:cubicBezTo>
                      <a:pt x="11525" y="41053"/>
                      <a:pt x="16002" y="75438"/>
                      <a:pt x="28956" y="107061"/>
                    </a:cubicBezTo>
                    <a:cubicBezTo>
                      <a:pt x="42005" y="138779"/>
                      <a:pt x="64770" y="167926"/>
                      <a:pt x="96298" y="181070"/>
                    </a:cubicBezTo>
                  </a:path>
                </a:pathLst>
              </a:custGeom>
              <a:solidFill>
                <a:srgbClr val="FFD46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3" name="任意多边形: 形状 222"/>
              <p:cNvSpPr/>
              <p:nvPr/>
            </p:nvSpPr>
            <p:spPr>
              <a:xfrm>
                <a:off x="810356" y="3962495"/>
                <a:ext cx="95250" cy="152400"/>
              </a:xfrm>
              <a:custGeom>
                <a:avLst/>
                <a:gdLst>
                  <a:gd name="connsiteX0" fmla="*/ 91821 w 95250"/>
                  <a:gd name="connsiteY0" fmla="*/ 152210 h 152400"/>
                  <a:gd name="connsiteX1" fmla="*/ 59436 w 95250"/>
                  <a:gd name="connsiteY1" fmla="*/ 57531 h 152400"/>
                  <a:gd name="connsiteX2" fmla="*/ 7144 w 95250"/>
                  <a:gd name="connsiteY2" fmla="*/ 7144 h 152400"/>
                  <a:gd name="connsiteX3" fmla="*/ 30575 w 95250"/>
                  <a:gd name="connsiteY3" fmla="*/ 91916 h 152400"/>
                  <a:gd name="connsiteX4" fmla="*/ 91821 w 95250"/>
                  <a:gd name="connsiteY4" fmla="*/ 152210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152400">
                    <a:moveTo>
                      <a:pt x="91821" y="152210"/>
                    </a:moveTo>
                    <a:cubicBezTo>
                      <a:pt x="91916" y="113157"/>
                      <a:pt x="85534" y="86582"/>
                      <a:pt x="59436" y="57531"/>
                    </a:cubicBezTo>
                    <a:cubicBezTo>
                      <a:pt x="43244" y="39529"/>
                      <a:pt x="23051" y="25337"/>
                      <a:pt x="7144" y="7144"/>
                    </a:cubicBezTo>
                    <a:cubicBezTo>
                      <a:pt x="12478" y="36004"/>
                      <a:pt x="17907" y="65342"/>
                      <a:pt x="30575" y="91916"/>
                    </a:cubicBezTo>
                    <a:cubicBezTo>
                      <a:pt x="43244" y="118491"/>
                      <a:pt x="64103" y="142399"/>
                      <a:pt x="91821" y="152210"/>
                    </a:cubicBezTo>
                  </a:path>
                </a:pathLst>
              </a:custGeom>
              <a:solidFill>
                <a:srgbClr val="FFD46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4" name="任意多边形: 形状 223"/>
              <p:cNvSpPr/>
              <p:nvPr/>
            </p:nvSpPr>
            <p:spPr>
              <a:xfrm>
                <a:off x="824334" y="4280147"/>
                <a:ext cx="142875" cy="85725"/>
              </a:xfrm>
              <a:custGeom>
                <a:avLst/>
                <a:gdLst>
                  <a:gd name="connsiteX0" fmla="*/ 144995 w 142875"/>
                  <a:gd name="connsiteY0" fmla="*/ 77636 h 85725"/>
                  <a:gd name="connsiteX1" fmla="*/ 65937 w 142875"/>
                  <a:gd name="connsiteY1" fmla="*/ 16295 h 85725"/>
                  <a:gd name="connsiteX2" fmla="*/ 14407 w 142875"/>
                  <a:gd name="connsiteY2" fmla="*/ 7246 h 85725"/>
                  <a:gd name="connsiteX3" fmla="*/ 8978 w 142875"/>
                  <a:gd name="connsiteY3" fmla="*/ 17724 h 85725"/>
                  <a:gd name="connsiteX4" fmla="*/ 60794 w 142875"/>
                  <a:gd name="connsiteY4" fmla="*/ 60872 h 85725"/>
                  <a:gd name="connsiteX5" fmla="*/ 144995 w 142875"/>
                  <a:gd name="connsiteY5" fmla="*/ 77636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2875" h="85725">
                    <a:moveTo>
                      <a:pt x="144995" y="77636"/>
                    </a:moveTo>
                    <a:cubicBezTo>
                      <a:pt x="123659" y="44870"/>
                      <a:pt x="103751" y="26201"/>
                      <a:pt x="65937" y="16295"/>
                    </a:cubicBezTo>
                    <a:cubicBezTo>
                      <a:pt x="49078" y="11818"/>
                      <a:pt x="31552" y="10199"/>
                      <a:pt x="14407" y="7246"/>
                    </a:cubicBezTo>
                    <a:cubicBezTo>
                      <a:pt x="8501" y="6198"/>
                      <a:pt x="4691" y="13437"/>
                      <a:pt x="8978" y="17724"/>
                    </a:cubicBezTo>
                    <a:cubicBezTo>
                      <a:pt x="24884" y="33821"/>
                      <a:pt x="41458" y="49156"/>
                      <a:pt x="60794" y="60872"/>
                    </a:cubicBezTo>
                    <a:cubicBezTo>
                      <a:pt x="85844" y="76017"/>
                      <a:pt x="116420" y="84589"/>
                      <a:pt x="144995" y="77636"/>
                    </a:cubicBezTo>
                  </a:path>
                </a:pathLst>
              </a:custGeom>
              <a:solidFill>
                <a:srgbClr val="FFD46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5" name="任意多边形: 形状 224"/>
              <p:cNvSpPr/>
              <p:nvPr/>
            </p:nvSpPr>
            <p:spPr>
              <a:xfrm>
                <a:off x="776659" y="4159853"/>
                <a:ext cx="152400" cy="66675"/>
              </a:xfrm>
              <a:custGeom>
                <a:avLst/>
                <a:gdLst>
                  <a:gd name="connsiteX0" fmla="*/ 147045 w 152400"/>
                  <a:gd name="connsiteY0" fmla="*/ 53055 h 66675"/>
                  <a:gd name="connsiteX1" fmla="*/ 57796 w 152400"/>
                  <a:gd name="connsiteY1" fmla="*/ 7906 h 66675"/>
                  <a:gd name="connsiteX2" fmla="*/ 28363 w 152400"/>
                  <a:gd name="connsiteY2" fmla="*/ 8001 h 66675"/>
                  <a:gd name="connsiteX3" fmla="*/ 7789 w 152400"/>
                  <a:gd name="connsiteY3" fmla="*/ 13526 h 66675"/>
                  <a:gd name="connsiteX4" fmla="*/ 23982 w 152400"/>
                  <a:gd name="connsiteY4" fmla="*/ 34290 h 66675"/>
                  <a:gd name="connsiteX5" fmla="*/ 61129 w 152400"/>
                  <a:gd name="connsiteY5" fmla="*/ 52578 h 66675"/>
                  <a:gd name="connsiteX6" fmla="*/ 147045 w 152400"/>
                  <a:gd name="connsiteY6" fmla="*/ 53055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2400" h="66675">
                    <a:moveTo>
                      <a:pt x="147045" y="53055"/>
                    </a:moveTo>
                    <a:cubicBezTo>
                      <a:pt x="119803" y="24956"/>
                      <a:pt x="96753" y="10478"/>
                      <a:pt x="57796" y="7906"/>
                    </a:cubicBezTo>
                    <a:cubicBezTo>
                      <a:pt x="48366" y="7335"/>
                      <a:pt x="37698" y="6477"/>
                      <a:pt x="28363" y="8001"/>
                    </a:cubicBezTo>
                    <a:cubicBezTo>
                      <a:pt x="23887" y="8763"/>
                      <a:pt x="10075" y="9906"/>
                      <a:pt x="7789" y="13526"/>
                    </a:cubicBezTo>
                    <a:cubicBezTo>
                      <a:pt x="3789" y="20193"/>
                      <a:pt x="19505" y="31719"/>
                      <a:pt x="23982" y="34290"/>
                    </a:cubicBezTo>
                    <a:cubicBezTo>
                      <a:pt x="35793" y="41434"/>
                      <a:pt x="48175" y="47816"/>
                      <a:pt x="61129" y="52578"/>
                    </a:cubicBezTo>
                    <a:cubicBezTo>
                      <a:pt x="88657" y="62770"/>
                      <a:pt x="120280" y="65342"/>
                      <a:pt x="147045" y="53055"/>
                    </a:cubicBezTo>
                  </a:path>
                </a:pathLst>
              </a:custGeom>
              <a:solidFill>
                <a:srgbClr val="FFD46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6" name="任意多边形: 形状 225"/>
              <p:cNvSpPr/>
              <p:nvPr/>
            </p:nvSpPr>
            <p:spPr>
              <a:xfrm>
                <a:off x="902613" y="3604927"/>
                <a:ext cx="47625" cy="180975"/>
              </a:xfrm>
              <a:custGeom>
                <a:avLst/>
                <a:gdLst>
                  <a:gd name="connsiteX0" fmla="*/ 33949 w 47625"/>
                  <a:gd name="connsiteY0" fmla="*/ 177546 h 180975"/>
                  <a:gd name="connsiteX1" fmla="*/ 38807 w 47625"/>
                  <a:gd name="connsiteY1" fmla="*/ 82010 h 180975"/>
                  <a:gd name="connsiteX2" fmla="*/ 10804 w 47625"/>
                  <a:gd name="connsiteY2" fmla="*/ 7144 h 180975"/>
                  <a:gd name="connsiteX3" fmla="*/ 7184 w 47625"/>
                  <a:gd name="connsiteY3" fmla="*/ 84296 h 180975"/>
                  <a:gd name="connsiteX4" fmla="*/ 33949 w 47625"/>
                  <a:gd name="connsiteY4" fmla="*/ 177546 h 180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180975">
                    <a:moveTo>
                      <a:pt x="33949" y="177546"/>
                    </a:moveTo>
                    <a:cubicBezTo>
                      <a:pt x="44141" y="147256"/>
                      <a:pt x="47856" y="112585"/>
                      <a:pt x="38807" y="82010"/>
                    </a:cubicBezTo>
                    <a:cubicBezTo>
                      <a:pt x="31187" y="56388"/>
                      <a:pt x="17185" y="33052"/>
                      <a:pt x="10804" y="7144"/>
                    </a:cubicBezTo>
                    <a:cubicBezTo>
                      <a:pt x="8137" y="32766"/>
                      <a:pt x="6898" y="58579"/>
                      <a:pt x="7184" y="84296"/>
                    </a:cubicBezTo>
                    <a:cubicBezTo>
                      <a:pt x="7470" y="117348"/>
                      <a:pt x="11470" y="153162"/>
                      <a:pt x="33949" y="177546"/>
                    </a:cubicBezTo>
                  </a:path>
                </a:pathLst>
              </a:custGeom>
              <a:solidFill>
                <a:srgbClr val="FFD46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7" name="任意多边形: 形状 226"/>
              <p:cNvSpPr/>
              <p:nvPr/>
            </p:nvSpPr>
            <p:spPr>
              <a:xfrm>
                <a:off x="912655" y="3764385"/>
                <a:ext cx="142875" cy="85725"/>
              </a:xfrm>
              <a:custGeom>
                <a:avLst/>
                <a:gdLst>
                  <a:gd name="connsiteX0" fmla="*/ 7144 w 142875"/>
                  <a:gd name="connsiteY0" fmla="*/ 81810 h 85725"/>
                  <a:gd name="connsiteX1" fmla="*/ 86487 w 142875"/>
                  <a:gd name="connsiteY1" fmla="*/ 8277 h 85725"/>
                  <a:gd name="connsiteX2" fmla="*/ 139446 w 142875"/>
                  <a:gd name="connsiteY2" fmla="*/ 10372 h 85725"/>
                  <a:gd name="connsiteX3" fmla="*/ 119920 w 142875"/>
                  <a:gd name="connsiteY3" fmla="*/ 35995 h 85725"/>
                  <a:gd name="connsiteX4" fmla="*/ 7144 w 142875"/>
                  <a:gd name="connsiteY4" fmla="*/ 81810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875" h="85725">
                    <a:moveTo>
                      <a:pt x="7144" y="81810"/>
                    </a:moveTo>
                    <a:cubicBezTo>
                      <a:pt x="15621" y="44472"/>
                      <a:pt x="48578" y="13897"/>
                      <a:pt x="86487" y="8277"/>
                    </a:cubicBezTo>
                    <a:cubicBezTo>
                      <a:pt x="104013" y="5705"/>
                      <a:pt x="121920" y="7991"/>
                      <a:pt x="139446" y="10372"/>
                    </a:cubicBezTo>
                    <a:cubicBezTo>
                      <a:pt x="134303" y="19802"/>
                      <a:pt x="127730" y="28565"/>
                      <a:pt x="119920" y="35995"/>
                    </a:cubicBezTo>
                    <a:cubicBezTo>
                      <a:pt x="57341" y="95240"/>
                      <a:pt x="15811" y="83429"/>
                      <a:pt x="7144" y="81810"/>
                    </a:cubicBezTo>
                  </a:path>
                </a:pathLst>
              </a:custGeom>
              <a:solidFill>
                <a:srgbClr val="FFD46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8" name="任意多边形: 形状 227"/>
              <p:cNvSpPr/>
              <p:nvPr/>
            </p:nvSpPr>
            <p:spPr>
              <a:xfrm>
                <a:off x="889661" y="3928872"/>
                <a:ext cx="104775" cy="95250"/>
              </a:xfrm>
              <a:custGeom>
                <a:avLst/>
                <a:gdLst>
                  <a:gd name="connsiteX0" fmla="*/ 7182 w 104775"/>
                  <a:gd name="connsiteY0" fmla="*/ 94012 h 95250"/>
                  <a:gd name="connsiteX1" fmla="*/ 56522 w 104775"/>
                  <a:gd name="connsiteY1" fmla="*/ 16764 h 95250"/>
                  <a:gd name="connsiteX2" fmla="*/ 100432 w 104775"/>
                  <a:gd name="connsiteY2" fmla="*/ 7144 h 95250"/>
                  <a:gd name="connsiteX3" fmla="*/ 89859 w 104775"/>
                  <a:gd name="connsiteY3" fmla="*/ 32385 h 95250"/>
                  <a:gd name="connsiteX4" fmla="*/ 7182 w 104775"/>
                  <a:gd name="connsiteY4" fmla="*/ 94012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95250">
                    <a:moveTo>
                      <a:pt x="7182" y="94012"/>
                    </a:moveTo>
                    <a:cubicBezTo>
                      <a:pt x="6134" y="61532"/>
                      <a:pt x="26613" y="29432"/>
                      <a:pt x="56522" y="16764"/>
                    </a:cubicBezTo>
                    <a:cubicBezTo>
                      <a:pt x="70333" y="10858"/>
                      <a:pt x="85478" y="8954"/>
                      <a:pt x="100432" y="7144"/>
                    </a:cubicBezTo>
                    <a:cubicBezTo>
                      <a:pt x="98241" y="16002"/>
                      <a:pt x="94717" y="24575"/>
                      <a:pt x="89859" y="32385"/>
                    </a:cubicBezTo>
                    <a:cubicBezTo>
                      <a:pt x="51188" y="94298"/>
                      <a:pt x="14612" y="93536"/>
                      <a:pt x="7182" y="94012"/>
                    </a:cubicBezTo>
                  </a:path>
                </a:pathLst>
              </a:custGeom>
              <a:solidFill>
                <a:srgbClr val="FFD46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9" name="任意多边形: 形状 228"/>
              <p:cNvSpPr/>
              <p:nvPr/>
            </p:nvSpPr>
            <p:spPr>
              <a:xfrm>
                <a:off x="941095" y="4193762"/>
                <a:ext cx="66675" cy="123825"/>
              </a:xfrm>
              <a:custGeom>
                <a:avLst/>
                <a:gdLst>
                  <a:gd name="connsiteX0" fmla="*/ 15851 w 66675"/>
                  <a:gd name="connsiteY0" fmla="*/ 125730 h 123825"/>
                  <a:gd name="connsiteX1" fmla="*/ 27090 w 66675"/>
                  <a:gd name="connsiteY1" fmla="*/ 34766 h 123825"/>
                  <a:gd name="connsiteX2" fmla="*/ 62523 w 66675"/>
                  <a:gd name="connsiteY2" fmla="*/ 7144 h 123825"/>
                  <a:gd name="connsiteX3" fmla="*/ 63857 w 66675"/>
                  <a:gd name="connsiteY3" fmla="*/ 34385 h 123825"/>
                  <a:gd name="connsiteX4" fmla="*/ 15851 w 66675"/>
                  <a:gd name="connsiteY4" fmla="*/ 125730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123825">
                    <a:moveTo>
                      <a:pt x="15851" y="125730"/>
                    </a:moveTo>
                    <a:cubicBezTo>
                      <a:pt x="897" y="96869"/>
                      <a:pt x="5564" y="59055"/>
                      <a:pt x="27090" y="34766"/>
                    </a:cubicBezTo>
                    <a:cubicBezTo>
                      <a:pt x="36996" y="23527"/>
                      <a:pt x="49855" y="15240"/>
                      <a:pt x="62523" y="7144"/>
                    </a:cubicBezTo>
                    <a:cubicBezTo>
                      <a:pt x="64333" y="16097"/>
                      <a:pt x="64905" y="25337"/>
                      <a:pt x="63857" y="34385"/>
                    </a:cubicBezTo>
                    <a:cubicBezTo>
                      <a:pt x="55761" y="107061"/>
                      <a:pt x="22328" y="122111"/>
                      <a:pt x="15851" y="125730"/>
                    </a:cubicBezTo>
                  </a:path>
                </a:pathLst>
              </a:custGeom>
              <a:solidFill>
                <a:srgbClr val="FFD46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30" name="任意多边形: 形状 229"/>
              <p:cNvSpPr/>
              <p:nvPr/>
            </p:nvSpPr>
            <p:spPr>
              <a:xfrm>
                <a:off x="903286" y="4070795"/>
                <a:ext cx="66675" cy="123825"/>
              </a:xfrm>
              <a:custGeom>
                <a:avLst/>
                <a:gdLst>
                  <a:gd name="connsiteX0" fmla="*/ 14036 w 66675"/>
                  <a:gd name="connsiteY0" fmla="*/ 123158 h 123825"/>
                  <a:gd name="connsiteX1" fmla="*/ 29943 w 66675"/>
                  <a:gd name="connsiteY1" fmla="*/ 32861 h 123825"/>
                  <a:gd name="connsiteX2" fmla="*/ 66804 w 66675"/>
                  <a:gd name="connsiteY2" fmla="*/ 7144 h 123825"/>
                  <a:gd name="connsiteX3" fmla="*/ 66709 w 66675"/>
                  <a:gd name="connsiteY3" fmla="*/ 34480 h 123825"/>
                  <a:gd name="connsiteX4" fmla="*/ 14036 w 66675"/>
                  <a:gd name="connsiteY4" fmla="*/ 123158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123825">
                    <a:moveTo>
                      <a:pt x="14036" y="123158"/>
                    </a:moveTo>
                    <a:cubicBezTo>
                      <a:pt x="606" y="93631"/>
                      <a:pt x="7273" y="56102"/>
                      <a:pt x="29943" y="32861"/>
                    </a:cubicBezTo>
                    <a:cubicBezTo>
                      <a:pt x="40420" y="22098"/>
                      <a:pt x="53755" y="14573"/>
                      <a:pt x="66804" y="7144"/>
                    </a:cubicBezTo>
                    <a:cubicBezTo>
                      <a:pt x="68138" y="16192"/>
                      <a:pt x="68233" y="25432"/>
                      <a:pt x="66709" y="34480"/>
                    </a:cubicBezTo>
                    <a:cubicBezTo>
                      <a:pt x="54803" y="106489"/>
                      <a:pt x="20799" y="119825"/>
                      <a:pt x="14036" y="123158"/>
                    </a:cubicBezTo>
                  </a:path>
                </a:pathLst>
              </a:custGeom>
              <a:solidFill>
                <a:srgbClr val="FFD46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345" name="组合 344"/>
            <p:cNvGrpSpPr/>
            <p:nvPr/>
          </p:nvGrpSpPr>
          <p:grpSpPr>
            <a:xfrm>
              <a:off x="8136785" y="2119326"/>
              <a:ext cx="553198" cy="881284"/>
              <a:chOff x="8363753" y="2120741"/>
              <a:chExt cx="553198" cy="881284"/>
            </a:xfrm>
          </p:grpSpPr>
          <p:sp>
            <p:nvSpPr>
              <p:cNvPr id="196" name="任意多边形: 形状 195"/>
              <p:cNvSpPr/>
              <p:nvPr/>
            </p:nvSpPr>
            <p:spPr>
              <a:xfrm>
                <a:off x="8363753" y="2120741"/>
                <a:ext cx="356491" cy="291674"/>
              </a:xfrm>
              <a:custGeom>
                <a:avLst/>
                <a:gdLst>
                  <a:gd name="connsiteX0" fmla="*/ 28470 w 314325"/>
                  <a:gd name="connsiteY0" fmla="*/ 252359 h 257175"/>
                  <a:gd name="connsiteX1" fmla="*/ 240687 w 314325"/>
                  <a:gd name="connsiteY1" fmla="*/ 77480 h 257175"/>
                  <a:gd name="connsiteX2" fmla="*/ 301742 w 314325"/>
                  <a:gd name="connsiteY2" fmla="*/ 30521 h 257175"/>
                  <a:gd name="connsiteX3" fmla="*/ 306219 w 314325"/>
                  <a:gd name="connsiteY3" fmla="*/ 13472 h 257175"/>
                  <a:gd name="connsiteX4" fmla="*/ 289169 w 314325"/>
                  <a:gd name="connsiteY4" fmla="*/ 8995 h 257175"/>
                  <a:gd name="connsiteX5" fmla="*/ 70856 w 314325"/>
                  <a:gd name="connsiteY5" fmla="*/ 183302 h 257175"/>
                  <a:gd name="connsiteX6" fmla="*/ 10754 w 314325"/>
                  <a:gd name="connsiteY6" fmla="*/ 234737 h 257175"/>
                  <a:gd name="connsiteX7" fmla="*/ 10754 w 314325"/>
                  <a:gd name="connsiteY7" fmla="*/ 252359 h 257175"/>
                  <a:gd name="connsiteX8" fmla="*/ 28470 w 314325"/>
                  <a:gd name="connsiteY8" fmla="*/ 252359 h 257175"/>
                  <a:gd name="connsiteX9" fmla="*/ 28470 w 314325"/>
                  <a:gd name="connsiteY9" fmla="*/ 252359 h 257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4325" h="257175">
                    <a:moveTo>
                      <a:pt x="28470" y="252359"/>
                    </a:moveTo>
                    <a:cubicBezTo>
                      <a:pt x="97717" y="192256"/>
                      <a:pt x="168488" y="133868"/>
                      <a:pt x="240687" y="77480"/>
                    </a:cubicBezTo>
                    <a:cubicBezTo>
                      <a:pt x="260880" y="61668"/>
                      <a:pt x="281263" y="46047"/>
                      <a:pt x="301742" y="30521"/>
                    </a:cubicBezTo>
                    <a:cubicBezTo>
                      <a:pt x="307076" y="26426"/>
                      <a:pt x="309934" y="19758"/>
                      <a:pt x="306219" y="13472"/>
                    </a:cubicBezTo>
                    <a:cubicBezTo>
                      <a:pt x="303171" y="8138"/>
                      <a:pt x="294503" y="4899"/>
                      <a:pt x="289169" y="8995"/>
                    </a:cubicBezTo>
                    <a:cubicBezTo>
                      <a:pt x="214874" y="65192"/>
                      <a:pt x="142103" y="123295"/>
                      <a:pt x="70856" y="183302"/>
                    </a:cubicBezTo>
                    <a:cubicBezTo>
                      <a:pt x="50663" y="200257"/>
                      <a:pt x="30661" y="217402"/>
                      <a:pt x="10754" y="234737"/>
                    </a:cubicBezTo>
                    <a:cubicBezTo>
                      <a:pt x="5705" y="239119"/>
                      <a:pt x="6182" y="247882"/>
                      <a:pt x="10754" y="252359"/>
                    </a:cubicBezTo>
                    <a:cubicBezTo>
                      <a:pt x="15897" y="257407"/>
                      <a:pt x="23422" y="256740"/>
                      <a:pt x="28470" y="252359"/>
                    </a:cubicBezTo>
                    <a:lnTo>
                      <a:pt x="28470" y="252359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97" name="任意多边形: 形状 196"/>
              <p:cNvSpPr/>
              <p:nvPr/>
            </p:nvSpPr>
            <p:spPr>
              <a:xfrm>
                <a:off x="8442217" y="2469929"/>
                <a:ext cx="237660" cy="97225"/>
              </a:xfrm>
              <a:custGeom>
                <a:avLst/>
                <a:gdLst>
                  <a:gd name="connsiteX0" fmla="*/ 22534 w 209550"/>
                  <a:gd name="connsiteY0" fmla="*/ 82965 h 85725"/>
                  <a:gd name="connsiteX1" fmla="*/ 193793 w 209550"/>
                  <a:gd name="connsiteY1" fmla="*/ 31816 h 85725"/>
                  <a:gd name="connsiteX2" fmla="*/ 187126 w 209550"/>
                  <a:gd name="connsiteY2" fmla="*/ 7718 h 85725"/>
                  <a:gd name="connsiteX3" fmla="*/ 15866 w 209550"/>
                  <a:gd name="connsiteY3" fmla="*/ 58867 h 85725"/>
                  <a:gd name="connsiteX4" fmla="*/ 22534 w 209550"/>
                  <a:gd name="connsiteY4" fmla="*/ 82965 h 85725"/>
                  <a:gd name="connsiteX5" fmla="*/ 22534 w 209550"/>
                  <a:gd name="connsiteY5" fmla="*/ 82965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9550" h="85725">
                    <a:moveTo>
                      <a:pt x="22534" y="82965"/>
                    </a:moveTo>
                    <a:cubicBezTo>
                      <a:pt x="79588" y="65916"/>
                      <a:pt x="136643" y="48866"/>
                      <a:pt x="193793" y="31816"/>
                    </a:cubicBezTo>
                    <a:cubicBezTo>
                      <a:pt x="209128" y="27244"/>
                      <a:pt x="202651" y="3146"/>
                      <a:pt x="187126" y="7718"/>
                    </a:cubicBezTo>
                    <a:cubicBezTo>
                      <a:pt x="130071" y="24768"/>
                      <a:pt x="73016" y="41817"/>
                      <a:pt x="15866" y="58867"/>
                    </a:cubicBezTo>
                    <a:cubicBezTo>
                      <a:pt x="531" y="63439"/>
                      <a:pt x="7103" y="87633"/>
                      <a:pt x="22534" y="82965"/>
                    </a:cubicBezTo>
                    <a:lnTo>
                      <a:pt x="22534" y="82965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98" name="任意多边形: 形状 197"/>
              <p:cNvSpPr/>
              <p:nvPr/>
            </p:nvSpPr>
            <p:spPr>
              <a:xfrm>
                <a:off x="8441630" y="2679373"/>
                <a:ext cx="475321" cy="64816"/>
              </a:xfrm>
              <a:custGeom>
                <a:avLst/>
                <a:gdLst>
                  <a:gd name="connsiteX0" fmla="*/ 19145 w 419100"/>
                  <a:gd name="connsiteY0" fmla="*/ 52409 h 57150"/>
                  <a:gd name="connsiteX1" fmla="*/ 150971 w 419100"/>
                  <a:gd name="connsiteY1" fmla="*/ 45551 h 57150"/>
                  <a:gd name="connsiteX2" fmla="*/ 359664 w 419100"/>
                  <a:gd name="connsiteY2" fmla="*/ 34597 h 57150"/>
                  <a:gd name="connsiteX3" fmla="*/ 407765 w 419100"/>
                  <a:gd name="connsiteY3" fmla="*/ 32121 h 57150"/>
                  <a:gd name="connsiteX4" fmla="*/ 407765 w 419100"/>
                  <a:gd name="connsiteY4" fmla="*/ 7165 h 57150"/>
                  <a:gd name="connsiteX5" fmla="*/ 275939 w 419100"/>
                  <a:gd name="connsiteY5" fmla="*/ 14023 h 57150"/>
                  <a:gd name="connsiteX6" fmla="*/ 67247 w 419100"/>
                  <a:gd name="connsiteY6" fmla="*/ 24977 h 57150"/>
                  <a:gd name="connsiteX7" fmla="*/ 19145 w 419100"/>
                  <a:gd name="connsiteY7" fmla="*/ 27454 h 57150"/>
                  <a:gd name="connsiteX8" fmla="*/ 19145 w 419100"/>
                  <a:gd name="connsiteY8" fmla="*/ 52409 h 57150"/>
                  <a:gd name="connsiteX9" fmla="*/ 19145 w 419100"/>
                  <a:gd name="connsiteY9" fmla="*/ 52409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9100" h="57150">
                    <a:moveTo>
                      <a:pt x="19145" y="52409"/>
                    </a:moveTo>
                    <a:cubicBezTo>
                      <a:pt x="63056" y="50123"/>
                      <a:pt x="107061" y="47837"/>
                      <a:pt x="150971" y="45551"/>
                    </a:cubicBezTo>
                    <a:cubicBezTo>
                      <a:pt x="220504" y="41932"/>
                      <a:pt x="290132" y="38312"/>
                      <a:pt x="359664" y="34597"/>
                    </a:cubicBezTo>
                    <a:cubicBezTo>
                      <a:pt x="375666" y="33740"/>
                      <a:pt x="391763" y="32883"/>
                      <a:pt x="407765" y="32121"/>
                    </a:cubicBezTo>
                    <a:cubicBezTo>
                      <a:pt x="423767" y="31264"/>
                      <a:pt x="423863" y="6308"/>
                      <a:pt x="407765" y="7165"/>
                    </a:cubicBezTo>
                    <a:cubicBezTo>
                      <a:pt x="363855" y="9451"/>
                      <a:pt x="319850" y="11737"/>
                      <a:pt x="275939" y="14023"/>
                    </a:cubicBezTo>
                    <a:cubicBezTo>
                      <a:pt x="206407" y="17643"/>
                      <a:pt x="136779" y="21262"/>
                      <a:pt x="67247" y="24977"/>
                    </a:cubicBezTo>
                    <a:cubicBezTo>
                      <a:pt x="51245" y="25834"/>
                      <a:pt x="35147" y="26692"/>
                      <a:pt x="19145" y="27454"/>
                    </a:cubicBezTo>
                    <a:cubicBezTo>
                      <a:pt x="3239" y="28311"/>
                      <a:pt x="3048" y="53266"/>
                      <a:pt x="19145" y="52409"/>
                    </a:cubicBezTo>
                    <a:lnTo>
                      <a:pt x="19145" y="52409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99" name="任意多边形: 形状 198"/>
              <p:cNvSpPr/>
              <p:nvPr/>
            </p:nvSpPr>
            <p:spPr>
              <a:xfrm>
                <a:off x="8684731" y="2441089"/>
                <a:ext cx="64816" cy="54014"/>
              </a:xfrm>
              <a:custGeom>
                <a:avLst/>
                <a:gdLst>
                  <a:gd name="connsiteX0" fmla="*/ 22921 w 57150"/>
                  <a:gd name="connsiteY0" fmla="*/ 40100 h 47625"/>
                  <a:gd name="connsiteX1" fmla="*/ 49115 w 57150"/>
                  <a:gd name="connsiteY1" fmla="*/ 30385 h 47625"/>
                  <a:gd name="connsiteX2" fmla="*/ 54830 w 57150"/>
                  <a:gd name="connsiteY2" fmla="*/ 22955 h 47625"/>
                  <a:gd name="connsiteX3" fmla="*/ 53591 w 57150"/>
                  <a:gd name="connsiteY3" fmla="*/ 13335 h 47625"/>
                  <a:gd name="connsiteX4" fmla="*/ 46162 w 57150"/>
                  <a:gd name="connsiteY4" fmla="*/ 7620 h 47625"/>
                  <a:gd name="connsiteX5" fmla="*/ 42828 w 57150"/>
                  <a:gd name="connsiteY5" fmla="*/ 7144 h 47625"/>
                  <a:gd name="connsiteX6" fmla="*/ 36542 w 57150"/>
                  <a:gd name="connsiteY6" fmla="*/ 8858 h 47625"/>
                  <a:gd name="connsiteX7" fmla="*/ 31017 w 57150"/>
                  <a:gd name="connsiteY7" fmla="*/ 11335 h 47625"/>
                  <a:gd name="connsiteX8" fmla="*/ 33970 w 57150"/>
                  <a:gd name="connsiteY8" fmla="*/ 10097 h 47625"/>
                  <a:gd name="connsiteX9" fmla="*/ 16253 w 57150"/>
                  <a:gd name="connsiteY9" fmla="*/ 16002 h 47625"/>
                  <a:gd name="connsiteX10" fmla="*/ 8824 w 57150"/>
                  <a:gd name="connsiteY10" fmla="*/ 21717 h 47625"/>
                  <a:gd name="connsiteX11" fmla="*/ 7586 w 57150"/>
                  <a:gd name="connsiteY11" fmla="*/ 31337 h 47625"/>
                  <a:gd name="connsiteX12" fmla="*/ 13301 w 57150"/>
                  <a:gd name="connsiteY12" fmla="*/ 38767 h 47625"/>
                  <a:gd name="connsiteX13" fmla="*/ 22921 w 57150"/>
                  <a:gd name="connsiteY13" fmla="*/ 40100 h 47625"/>
                  <a:gd name="connsiteX14" fmla="*/ 22921 w 57150"/>
                  <a:gd name="connsiteY14" fmla="*/ 40100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7150" h="47625">
                    <a:moveTo>
                      <a:pt x="22921" y="40100"/>
                    </a:moveTo>
                    <a:cubicBezTo>
                      <a:pt x="31970" y="37814"/>
                      <a:pt x="40733" y="34480"/>
                      <a:pt x="49115" y="30385"/>
                    </a:cubicBezTo>
                    <a:cubicBezTo>
                      <a:pt x="51782" y="29051"/>
                      <a:pt x="54068" y="25718"/>
                      <a:pt x="54830" y="22955"/>
                    </a:cubicBezTo>
                    <a:cubicBezTo>
                      <a:pt x="55687" y="20002"/>
                      <a:pt x="55306" y="16002"/>
                      <a:pt x="53591" y="13335"/>
                    </a:cubicBezTo>
                    <a:cubicBezTo>
                      <a:pt x="51877" y="10668"/>
                      <a:pt x="49305" y="8287"/>
                      <a:pt x="46162" y="7620"/>
                    </a:cubicBezTo>
                    <a:cubicBezTo>
                      <a:pt x="45019" y="7429"/>
                      <a:pt x="43971" y="7334"/>
                      <a:pt x="42828" y="7144"/>
                    </a:cubicBezTo>
                    <a:cubicBezTo>
                      <a:pt x="40542" y="7144"/>
                      <a:pt x="38447" y="7715"/>
                      <a:pt x="36542" y="8858"/>
                    </a:cubicBezTo>
                    <a:cubicBezTo>
                      <a:pt x="34732" y="9716"/>
                      <a:pt x="32827" y="10573"/>
                      <a:pt x="31017" y="11335"/>
                    </a:cubicBezTo>
                    <a:cubicBezTo>
                      <a:pt x="31970" y="10954"/>
                      <a:pt x="33017" y="10477"/>
                      <a:pt x="33970" y="10097"/>
                    </a:cubicBezTo>
                    <a:cubicBezTo>
                      <a:pt x="28255" y="12478"/>
                      <a:pt x="22349" y="14478"/>
                      <a:pt x="16253" y="16002"/>
                    </a:cubicBezTo>
                    <a:cubicBezTo>
                      <a:pt x="13205" y="16764"/>
                      <a:pt x="10348" y="19050"/>
                      <a:pt x="8824" y="21717"/>
                    </a:cubicBezTo>
                    <a:cubicBezTo>
                      <a:pt x="7300" y="24384"/>
                      <a:pt x="6633" y="28384"/>
                      <a:pt x="7586" y="31337"/>
                    </a:cubicBezTo>
                    <a:cubicBezTo>
                      <a:pt x="8538" y="34385"/>
                      <a:pt x="10443" y="37243"/>
                      <a:pt x="13301" y="38767"/>
                    </a:cubicBezTo>
                    <a:cubicBezTo>
                      <a:pt x="16349" y="40386"/>
                      <a:pt x="19587" y="40957"/>
                      <a:pt x="22921" y="40100"/>
                    </a:cubicBezTo>
                    <a:lnTo>
                      <a:pt x="22921" y="40100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00" name="任意多边形: 形状 199"/>
              <p:cNvSpPr/>
              <p:nvPr/>
            </p:nvSpPr>
            <p:spPr>
              <a:xfrm>
                <a:off x="8436266" y="2863921"/>
                <a:ext cx="226858" cy="118830"/>
              </a:xfrm>
              <a:custGeom>
                <a:avLst/>
                <a:gdLst>
                  <a:gd name="connsiteX0" fmla="*/ 16350 w 200025"/>
                  <a:gd name="connsiteY0" fmla="*/ 31897 h 104775"/>
                  <a:gd name="connsiteX1" fmla="*/ 181037 w 200025"/>
                  <a:gd name="connsiteY1" fmla="*/ 101239 h 104775"/>
                  <a:gd name="connsiteX2" fmla="*/ 196373 w 200025"/>
                  <a:gd name="connsiteY2" fmla="*/ 92476 h 104775"/>
                  <a:gd name="connsiteX3" fmla="*/ 187610 w 200025"/>
                  <a:gd name="connsiteY3" fmla="*/ 77141 h 104775"/>
                  <a:gd name="connsiteX4" fmla="*/ 22922 w 200025"/>
                  <a:gd name="connsiteY4" fmla="*/ 7799 h 104775"/>
                  <a:gd name="connsiteX5" fmla="*/ 7587 w 200025"/>
                  <a:gd name="connsiteY5" fmla="*/ 16562 h 104775"/>
                  <a:gd name="connsiteX6" fmla="*/ 16350 w 200025"/>
                  <a:gd name="connsiteY6" fmla="*/ 31897 h 104775"/>
                  <a:gd name="connsiteX7" fmla="*/ 16350 w 200025"/>
                  <a:gd name="connsiteY7" fmla="*/ 31897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0025" h="104775">
                    <a:moveTo>
                      <a:pt x="16350" y="31897"/>
                    </a:moveTo>
                    <a:cubicBezTo>
                      <a:pt x="71214" y="55043"/>
                      <a:pt x="126173" y="78094"/>
                      <a:pt x="181037" y="101239"/>
                    </a:cubicBezTo>
                    <a:cubicBezTo>
                      <a:pt x="187229" y="103811"/>
                      <a:pt x="194753" y="98382"/>
                      <a:pt x="196373" y="92476"/>
                    </a:cubicBezTo>
                    <a:cubicBezTo>
                      <a:pt x="198373" y="85237"/>
                      <a:pt x="193896" y="79713"/>
                      <a:pt x="187610" y="77141"/>
                    </a:cubicBezTo>
                    <a:cubicBezTo>
                      <a:pt x="132746" y="53995"/>
                      <a:pt x="77786" y="30945"/>
                      <a:pt x="22922" y="7799"/>
                    </a:cubicBezTo>
                    <a:cubicBezTo>
                      <a:pt x="16731" y="5227"/>
                      <a:pt x="9206" y="10657"/>
                      <a:pt x="7587" y="16562"/>
                    </a:cubicBezTo>
                    <a:cubicBezTo>
                      <a:pt x="5682" y="23801"/>
                      <a:pt x="10159" y="29326"/>
                      <a:pt x="16350" y="31897"/>
                    </a:cubicBezTo>
                    <a:lnTo>
                      <a:pt x="16350" y="31897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01" name="任意多边形: 形状 200"/>
              <p:cNvSpPr/>
              <p:nvPr/>
            </p:nvSpPr>
            <p:spPr>
              <a:xfrm>
                <a:off x="8673232" y="2958814"/>
                <a:ext cx="64816" cy="43211"/>
              </a:xfrm>
              <a:custGeom>
                <a:avLst/>
                <a:gdLst>
                  <a:gd name="connsiteX0" fmla="*/ 13343 w 57150"/>
                  <a:gd name="connsiteY0" fmla="*/ 30334 h 38100"/>
                  <a:gd name="connsiteX1" fmla="*/ 39632 w 57150"/>
                  <a:gd name="connsiteY1" fmla="*/ 39859 h 38100"/>
                  <a:gd name="connsiteX2" fmla="*/ 49252 w 57150"/>
                  <a:gd name="connsiteY2" fmla="*/ 38621 h 38100"/>
                  <a:gd name="connsiteX3" fmla="*/ 54967 w 57150"/>
                  <a:gd name="connsiteY3" fmla="*/ 31191 h 38100"/>
                  <a:gd name="connsiteX4" fmla="*/ 53729 w 57150"/>
                  <a:gd name="connsiteY4" fmla="*/ 21571 h 38100"/>
                  <a:gd name="connsiteX5" fmla="*/ 46300 w 57150"/>
                  <a:gd name="connsiteY5" fmla="*/ 15856 h 38100"/>
                  <a:gd name="connsiteX6" fmla="*/ 27726 w 57150"/>
                  <a:gd name="connsiteY6" fmla="*/ 9760 h 38100"/>
                  <a:gd name="connsiteX7" fmla="*/ 30679 w 57150"/>
                  <a:gd name="connsiteY7" fmla="*/ 10998 h 38100"/>
                  <a:gd name="connsiteX8" fmla="*/ 25916 w 57150"/>
                  <a:gd name="connsiteY8" fmla="*/ 8903 h 38100"/>
                  <a:gd name="connsiteX9" fmla="*/ 21249 w 57150"/>
                  <a:gd name="connsiteY9" fmla="*/ 7379 h 38100"/>
                  <a:gd name="connsiteX10" fmla="*/ 16296 w 57150"/>
                  <a:gd name="connsiteY10" fmla="*/ 7569 h 38100"/>
                  <a:gd name="connsiteX11" fmla="*/ 8866 w 57150"/>
                  <a:gd name="connsiteY11" fmla="*/ 13284 h 38100"/>
                  <a:gd name="connsiteX12" fmla="*/ 7628 w 57150"/>
                  <a:gd name="connsiteY12" fmla="*/ 22905 h 38100"/>
                  <a:gd name="connsiteX13" fmla="*/ 13343 w 57150"/>
                  <a:gd name="connsiteY13" fmla="*/ 30334 h 38100"/>
                  <a:gd name="connsiteX14" fmla="*/ 13343 w 57150"/>
                  <a:gd name="connsiteY14" fmla="*/ 3033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7150" h="38100">
                    <a:moveTo>
                      <a:pt x="13343" y="30334"/>
                    </a:moveTo>
                    <a:cubicBezTo>
                      <a:pt x="21820" y="34335"/>
                      <a:pt x="30583" y="37668"/>
                      <a:pt x="39632" y="39859"/>
                    </a:cubicBezTo>
                    <a:cubicBezTo>
                      <a:pt x="42871" y="40621"/>
                      <a:pt x="46395" y="40240"/>
                      <a:pt x="49252" y="38621"/>
                    </a:cubicBezTo>
                    <a:cubicBezTo>
                      <a:pt x="51824" y="37097"/>
                      <a:pt x="54301" y="34144"/>
                      <a:pt x="54967" y="31191"/>
                    </a:cubicBezTo>
                    <a:cubicBezTo>
                      <a:pt x="55729" y="27953"/>
                      <a:pt x="55539" y="24429"/>
                      <a:pt x="53729" y="21571"/>
                    </a:cubicBezTo>
                    <a:cubicBezTo>
                      <a:pt x="52015" y="18904"/>
                      <a:pt x="49443" y="16618"/>
                      <a:pt x="46300" y="15856"/>
                    </a:cubicBezTo>
                    <a:cubicBezTo>
                      <a:pt x="39918" y="14332"/>
                      <a:pt x="33727" y="12237"/>
                      <a:pt x="27726" y="9760"/>
                    </a:cubicBezTo>
                    <a:cubicBezTo>
                      <a:pt x="28678" y="10141"/>
                      <a:pt x="29726" y="10617"/>
                      <a:pt x="30679" y="10998"/>
                    </a:cubicBezTo>
                    <a:cubicBezTo>
                      <a:pt x="29059" y="10332"/>
                      <a:pt x="27535" y="9570"/>
                      <a:pt x="25916" y="8903"/>
                    </a:cubicBezTo>
                    <a:cubicBezTo>
                      <a:pt x="24487" y="7950"/>
                      <a:pt x="22963" y="7474"/>
                      <a:pt x="21249" y="7379"/>
                    </a:cubicBezTo>
                    <a:cubicBezTo>
                      <a:pt x="19630" y="6998"/>
                      <a:pt x="17915" y="7093"/>
                      <a:pt x="16296" y="7569"/>
                    </a:cubicBezTo>
                    <a:cubicBezTo>
                      <a:pt x="13438" y="8331"/>
                      <a:pt x="10295" y="10617"/>
                      <a:pt x="8866" y="13284"/>
                    </a:cubicBezTo>
                    <a:cubicBezTo>
                      <a:pt x="7342" y="16142"/>
                      <a:pt x="6580" y="19666"/>
                      <a:pt x="7628" y="22905"/>
                    </a:cubicBezTo>
                    <a:cubicBezTo>
                      <a:pt x="8485" y="25857"/>
                      <a:pt x="10390" y="29001"/>
                      <a:pt x="13343" y="30334"/>
                    </a:cubicBezTo>
                    <a:lnTo>
                      <a:pt x="13343" y="30334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346" name="组合 345"/>
            <p:cNvGrpSpPr/>
            <p:nvPr/>
          </p:nvGrpSpPr>
          <p:grpSpPr>
            <a:xfrm>
              <a:off x="3553322" y="2129219"/>
              <a:ext cx="580927" cy="861498"/>
              <a:chOff x="3553322" y="2130634"/>
              <a:chExt cx="580927" cy="861498"/>
            </a:xfrm>
          </p:grpSpPr>
          <p:sp>
            <p:nvSpPr>
              <p:cNvPr id="202" name="任意多边形: 形状 201"/>
              <p:cNvSpPr/>
              <p:nvPr/>
            </p:nvSpPr>
            <p:spPr>
              <a:xfrm>
                <a:off x="3810167" y="2130634"/>
                <a:ext cx="324082" cy="324082"/>
              </a:xfrm>
              <a:custGeom>
                <a:avLst/>
                <a:gdLst>
                  <a:gd name="connsiteX0" fmla="*/ 282173 w 285750"/>
                  <a:gd name="connsiteY0" fmla="*/ 259439 h 285750"/>
                  <a:gd name="connsiteX1" fmla="*/ 85767 w 285750"/>
                  <a:gd name="connsiteY1" fmla="*/ 63700 h 285750"/>
                  <a:gd name="connsiteX2" fmla="*/ 28712 w 285750"/>
                  <a:gd name="connsiteY2" fmla="*/ 10550 h 285750"/>
                  <a:gd name="connsiteX3" fmla="*/ 11091 w 285750"/>
                  <a:gd name="connsiteY3" fmla="*/ 28172 h 285750"/>
                  <a:gd name="connsiteX4" fmla="*/ 210354 w 285750"/>
                  <a:gd name="connsiteY4" fmla="*/ 221053 h 285750"/>
                  <a:gd name="connsiteX5" fmla="*/ 264456 w 285750"/>
                  <a:gd name="connsiteY5" fmla="*/ 277155 h 285750"/>
                  <a:gd name="connsiteX6" fmla="*/ 282173 w 285750"/>
                  <a:gd name="connsiteY6" fmla="*/ 259439 h 285750"/>
                  <a:gd name="connsiteX7" fmla="*/ 282173 w 285750"/>
                  <a:gd name="connsiteY7" fmla="*/ 259439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85750" h="285750">
                    <a:moveTo>
                      <a:pt x="282173" y="259439"/>
                    </a:moveTo>
                    <a:cubicBezTo>
                      <a:pt x="218450" y="192478"/>
                      <a:pt x="152918" y="127232"/>
                      <a:pt x="85767" y="63700"/>
                    </a:cubicBezTo>
                    <a:cubicBezTo>
                      <a:pt x="66908" y="45888"/>
                      <a:pt x="47858" y="28172"/>
                      <a:pt x="28712" y="10550"/>
                    </a:cubicBezTo>
                    <a:cubicBezTo>
                      <a:pt x="16901" y="-308"/>
                      <a:pt x="-815" y="17313"/>
                      <a:pt x="11091" y="28172"/>
                    </a:cubicBezTo>
                    <a:cubicBezTo>
                      <a:pt x="79195" y="90656"/>
                      <a:pt x="145679" y="154949"/>
                      <a:pt x="210354" y="221053"/>
                    </a:cubicBezTo>
                    <a:cubicBezTo>
                      <a:pt x="228547" y="239627"/>
                      <a:pt x="246549" y="258296"/>
                      <a:pt x="264456" y="277155"/>
                    </a:cubicBezTo>
                    <a:cubicBezTo>
                      <a:pt x="275600" y="288776"/>
                      <a:pt x="293222" y="271154"/>
                      <a:pt x="282173" y="259439"/>
                    </a:cubicBezTo>
                    <a:lnTo>
                      <a:pt x="282173" y="259439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03" name="任意多边形: 形状 202"/>
              <p:cNvSpPr/>
              <p:nvPr/>
            </p:nvSpPr>
            <p:spPr>
              <a:xfrm>
                <a:off x="3817878" y="2481702"/>
                <a:ext cx="226858" cy="118830"/>
              </a:xfrm>
              <a:custGeom>
                <a:avLst/>
                <a:gdLst>
                  <a:gd name="connsiteX0" fmla="*/ 188601 w 200025"/>
                  <a:gd name="connsiteY0" fmla="*/ 74862 h 104775"/>
                  <a:gd name="connsiteX1" fmla="*/ 22961 w 200025"/>
                  <a:gd name="connsiteY1" fmla="*/ 7806 h 104775"/>
                  <a:gd name="connsiteX2" fmla="*/ 7626 w 200025"/>
                  <a:gd name="connsiteY2" fmla="*/ 16569 h 104775"/>
                  <a:gd name="connsiteX3" fmla="*/ 16389 w 200025"/>
                  <a:gd name="connsiteY3" fmla="*/ 31905 h 104775"/>
                  <a:gd name="connsiteX4" fmla="*/ 182029 w 200025"/>
                  <a:gd name="connsiteY4" fmla="*/ 98961 h 104775"/>
                  <a:gd name="connsiteX5" fmla="*/ 197364 w 200025"/>
                  <a:gd name="connsiteY5" fmla="*/ 90198 h 104775"/>
                  <a:gd name="connsiteX6" fmla="*/ 188601 w 200025"/>
                  <a:gd name="connsiteY6" fmla="*/ 74862 h 104775"/>
                  <a:gd name="connsiteX7" fmla="*/ 188601 w 200025"/>
                  <a:gd name="connsiteY7" fmla="*/ 74862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0025" h="104775">
                    <a:moveTo>
                      <a:pt x="188601" y="74862"/>
                    </a:moveTo>
                    <a:cubicBezTo>
                      <a:pt x="133356" y="52479"/>
                      <a:pt x="78206" y="30095"/>
                      <a:pt x="22961" y="7806"/>
                    </a:cubicBezTo>
                    <a:cubicBezTo>
                      <a:pt x="16675" y="5235"/>
                      <a:pt x="9245" y="10569"/>
                      <a:pt x="7626" y="16569"/>
                    </a:cubicBezTo>
                    <a:cubicBezTo>
                      <a:pt x="5626" y="23713"/>
                      <a:pt x="10102" y="29428"/>
                      <a:pt x="16389" y="31905"/>
                    </a:cubicBezTo>
                    <a:cubicBezTo>
                      <a:pt x="71634" y="54288"/>
                      <a:pt x="126784" y="76672"/>
                      <a:pt x="182029" y="98961"/>
                    </a:cubicBezTo>
                    <a:cubicBezTo>
                      <a:pt x="188315" y="101532"/>
                      <a:pt x="195745" y="96198"/>
                      <a:pt x="197364" y="90198"/>
                    </a:cubicBezTo>
                    <a:cubicBezTo>
                      <a:pt x="199269" y="83149"/>
                      <a:pt x="194887" y="77434"/>
                      <a:pt x="188601" y="74862"/>
                    </a:cubicBezTo>
                    <a:lnTo>
                      <a:pt x="188601" y="74862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04" name="任意多边形: 形状 203"/>
              <p:cNvSpPr/>
              <p:nvPr/>
            </p:nvSpPr>
            <p:spPr>
              <a:xfrm>
                <a:off x="3553322" y="2667181"/>
                <a:ext cx="475321" cy="108027"/>
              </a:xfrm>
              <a:custGeom>
                <a:avLst/>
                <a:gdLst>
                  <a:gd name="connsiteX0" fmla="*/ 407863 w 419100"/>
                  <a:gd name="connsiteY0" fmla="*/ 64389 h 95250"/>
                  <a:gd name="connsiteX1" fmla="*/ 277275 w 419100"/>
                  <a:gd name="connsiteY1" fmla="*/ 45053 h 95250"/>
                  <a:gd name="connsiteX2" fmla="*/ 70487 w 419100"/>
                  <a:gd name="connsiteY2" fmla="*/ 14383 h 95250"/>
                  <a:gd name="connsiteX3" fmla="*/ 22862 w 419100"/>
                  <a:gd name="connsiteY3" fmla="*/ 7334 h 95250"/>
                  <a:gd name="connsiteX4" fmla="*/ 7527 w 419100"/>
                  <a:gd name="connsiteY4" fmla="*/ 16097 h 95250"/>
                  <a:gd name="connsiteX5" fmla="*/ 16290 w 419100"/>
                  <a:gd name="connsiteY5" fmla="*/ 31433 h 95250"/>
                  <a:gd name="connsiteX6" fmla="*/ 146878 w 419100"/>
                  <a:gd name="connsiteY6" fmla="*/ 50768 h 95250"/>
                  <a:gd name="connsiteX7" fmla="*/ 353666 w 419100"/>
                  <a:gd name="connsiteY7" fmla="*/ 81439 h 95250"/>
                  <a:gd name="connsiteX8" fmla="*/ 401386 w 419100"/>
                  <a:gd name="connsiteY8" fmla="*/ 88487 h 95250"/>
                  <a:gd name="connsiteX9" fmla="*/ 416721 w 419100"/>
                  <a:gd name="connsiteY9" fmla="*/ 79724 h 95250"/>
                  <a:gd name="connsiteX10" fmla="*/ 407863 w 419100"/>
                  <a:gd name="connsiteY10" fmla="*/ 64389 h 95250"/>
                  <a:gd name="connsiteX11" fmla="*/ 407863 w 419100"/>
                  <a:gd name="connsiteY11" fmla="*/ 64389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19100" h="95250">
                    <a:moveTo>
                      <a:pt x="407863" y="64389"/>
                    </a:moveTo>
                    <a:cubicBezTo>
                      <a:pt x="364334" y="57912"/>
                      <a:pt x="320804" y="51530"/>
                      <a:pt x="277275" y="45053"/>
                    </a:cubicBezTo>
                    <a:cubicBezTo>
                      <a:pt x="208314" y="34862"/>
                      <a:pt x="139448" y="24670"/>
                      <a:pt x="70487" y="14383"/>
                    </a:cubicBezTo>
                    <a:cubicBezTo>
                      <a:pt x="54676" y="12097"/>
                      <a:pt x="38769" y="9716"/>
                      <a:pt x="22862" y="7334"/>
                    </a:cubicBezTo>
                    <a:cubicBezTo>
                      <a:pt x="16195" y="6382"/>
                      <a:pt x="9432" y="8954"/>
                      <a:pt x="7527" y="16097"/>
                    </a:cubicBezTo>
                    <a:cubicBezTo>
                      <a:pt x="5908" y="22003"/>
                      <a:pt x="9527" y="30480"/>
                      <a:pt x="16290" y="31433"/>
                    </a:cubicBezTo>
                    <a:cubicBezTo>
                      <a:pt x="59819" y="37910"/>
                      <a:pt x="103349" y="44291"/>
                      <a:pt x="146878" y="50768"/>
                    </a:cubicBezTo>
                    <a:cubicBezTo>
                      <a:pt x="215839" y="60960"/>
                      <a:pt x="284705" y="71152"/>
                      <a:pt x="353666" y="81439"/>
                    </a:cubicBezTo>
                    <a:cubicBezTo>
                      <a:pt x="369573" y="83820"/>
                      <a:pt x="385479" y="86106"/>
                      <a:pt x="401386" y="88487"/>
                    </a:cubicBezTo>
                    <a:cubicBezTo>
                      <a:pt x="408053" y="89440"/>
                      <a:pt x="414816" y="86868"/>
                      <a:pt x="416721" y="79724"/>
                    </a:cubicBezTo>
                    <a:cubicBezTo>
                      <a:pt x="418245" y="73914"/>
                      <a:pt x="414530" y="65437"/>
                      <a:pt x="407863" y="64389"/>
                    </a:cubicBezTo>
                    <a:lnTo>
                      <a:pt x="407863" y="64389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05" name="任意多边形: 形状 204"/>
              <p:cNvSpPr/>
              <p:nvPr/>
            </p:nvSpPr>
            <p:spPr>
              <a:xfrm>
                <a:off x="3745821" y="2445788"/>
                <a:ext cx="64816" cy="54014"/>
              </a:xfrm>
              <a:custGeom>
                <a:avLst/>
                <a:gdLst>
                  <a:gd name="connsiteX0" fmla="*/ 45347 w 57150"/>
                  <a:gd name="connsiteY0" fmla="*/ 18232 h 47625"/>
                  <a:gd name="connsiteX1" fmla="*/ 38775 w 57150"/>
                  <a:gd name="connsiteY1" fmla="*/ 15660 h 47625"/>
                  <a:gd name="connsiteX2" fmla="*/ 41727 w 57150"/>
                  <a:gd name="connsiteY2" fmla="*/ 16898 h 47625"/>
                  <a:gd name="connsiteX3" fmla="*/ 25916 w 57150"/>
                  <a:gd name="connsiteY3" fmla="*/ 8802 h 47625"/>
                  <a:gd name="connsiteX4" fmla="*/ 16296 w 57150"/>
                  <a:gd name="connsiteY4" fmla="*/ 7564 h 47625"/>
                  <a:gd name="connsiteX5" fmla="*/ 8866 w 57150"/>
                  <a:gd name="connsiteY5" fmla="*/ 13279 h 47625"/>
                  <a:gd name="connsiteX6" fmla="*/ 7628 w 57150"/>
                  <a:gd name="connsiteY6" fmla="*/ 22899 h 47625"/>
                  <a:gd name="connsiteX7" fmla="*/ 13343 w 57150"/>
                  <a:gd name="connsiteY7" fmla="*/ 30328 h 47625"/>
                  <a:gd name="connsiteX8" fmla="*/ 38679 w 57150"/>
                  <a:gd name="connsiteY8" fmla="*/ 42139 h 47625"/>
                  <a:gd name="connsiteX9" fmla="*/ 48300 w 57150"/>
                  <a:gd name="connsiteY9" fmla="*/ 40901 h 47625"/>
                  <a:gd name="connsiteX10" fmla="*/ 54015 w 57150"/>
                  <a:gd name="connsiteY10" fmla="*/ 33472 h 47625"/>
                  <a:gd name="connsiteX11" fmla="*/ 52776 w 57150"/>
                  <a:gd name="connsiteY11" fmla="*/ 23851 h 47625"/>
                  <a:gd name="connsiteX12" fmla="*/ 50871 w 57150"/>
                  <a:gd name="connsiteY12" fmla="*/ 21280 h 47625"/>
                  <a:gd name="connsiteX13" fmla="*/ 45347 w 57150"/>
                  <a:gd name="connsiteY13" fmla="*/ 18232 h 47625"/>
                  <a:gd name="connsiteX14" fmla="*/ 45347 w 57150"/>
                  <a:gd name="connsiteY14" fmla="*/ 18232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7150" h="47625">
                    <a:moveTo>
                      <a:pt x="45347" y="18232"/>
                    </a:moveTo>
                    <a:cubicBezTo>
                      <a:pt x="43156" y="17470"/>
                      <a:pt x="40965" y="16612"/>
                      <a:pt x="38775" y="15660"/>
                    </a:cubicBezTo>
                    <a:cubicBezTo>
                      <a:pt x="39727" y="16041"/>
                      <a:pt x="40775" y="16517"/>
                      <a:pt x="41727" y="16898"/>
                    </a:cubicBezTo>
                    <a:cubicBezTo>
                      <a:pt x="36298" y="14612"/>
                      <a:pt x="30964" y="11945"/>
                      <a:pt x="25916" y="8802"/>
                    </a:cubicBezTo>
                    <a:cubicBezTo>
                      <a:pt x="23154" y="7183"/>
                      <a:pt x="19344" y="6706"/>
                      <a:pt x="16296" y="7564"/>
                    </a:cubicBezTo>
                    <a:cubicBezTo>
                      <a:pt x="13438" y="8326"/>
                      <a:pt x="10295" y="10612"/>
                      <a:pt x="8866" y="13279"/>
                    </a:cubicBezTo>
                    <a:cubicBezTo>
                      <a:pt x="7342" y="16136"/>
                      <a:pt x="6580" y="19660"/>
                      <a:pt x="7628" y="22899"/>
                    </a:cubicBezTo>
                    <a:cubicBezTo>
                      <a:pt x="8676" y="26042"/>
                      <a:pt x="10485" y="28614"/>
                      <a:pt x="13343" y="30328"/>
                    </a:cubicBezTo>
                    <a:cubicBezTo>
                      <a:pt x="21344" y="35186"/>
                      <a:pt x="29916" y="39091"/>
                      <a:pt x="38679" y="42139"/>
                    </a:cubicBezTo>
                    <a:cubicBezTo>
                      <a:pt x="41632" y="43187"/>
                      <a:pt x="45728" y="42425"/>
                      <a:pt x="48300" y="40901"/>
                    </a:cubicBezTo>
                    <a:cubicBezTo>
                      <a:pt x="50871" y="39377"/>
                      <a:pt x="53348" y="36424"/>
                      <a:pt x="54015" y="33472"/>
                    </a:cubicBezTo>
                    <a:cubicBezTo>
                      <a:pt x="54777" y="30233"/>
                      <a:pt x="54586" y="26709"/>
                      <a:pt x="52776" y="23851"/>
                    </a:cubicBezTo>
                    <a:cubicBezTo>
                      <a:pt x="52110" y="22994"/>
                      <a:pt x="51443" y="22137"/>
                      <a:pt x="50871" y="21280"/>
                    </a:cubicBezTo>
                    <a:cubicBezTo>
                      <a:pt x="49252" y="19946"/>
                      <a:pt x="47442" y="18803"/>
                      <a:pt x="45347" y="18232"/>
                    </a:cubicBezTo>
                    <a:lnTo>
                      <a:pt x="45347" y="18232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06" name="任意多边形: 形状 205"/>
              <p:cNvSpPr/>
              <p:nvPr/>
            </p:nvSpPr>
            <p:spPr>
              <a:xfrm>
                <a:off x="3824694" y="2909318"/>
                <a:ext cx="237660" cy="75619"/>
              </a:xfrm>
              <a:custGeom>
                <a:avLst/>
                <a:gdLst>
                  <a:gd name="connsiteX0" fmla="*/ 192211 w 209550"/>
                  <a:gd name="connsiteY0" fmla="*/ 7388 h 66675"/>
                  <a:gd name="connsiteX1" fmla="*/ 16284 w 209550"/>
                  <a:gd name="connsiteY1" fmla="*/ 38535 h 66675"/>
                  <a:gd name="connsiteX2" fmla="*/ 7521 w 209550"/>
                  <a:gd name="connsiteY2" fmla="*/ 53870 h 66675"/>
                  <a:gd name="connsiteX3" fmla="*/ 22856 w 209550"/>
                  <a:gd name="connsiteY3" fmla="*/ 62633 h 66675"/>
                  <a:gd name="connsiteX4" fmla="*/ 198783 w 209550"/>
                  <a:gd name="connsiteY4" fmla="*/ 31486 h 66675"/>
                  <a:gd name="connsiteX5" fmla="*/ 207546 w 209550"/>
                  <a:gd name="connsiteY5" fmla="*/ 16151 h 66675"/>
                  <a:gd name="connsiteX6" fmla="*/ 192211 w 209550"/>
                  <a:gd name="connsiteY6" fmla="*/ 7388 h 66675"/>
                  <a:gd name="connsiteX7" fmla="*/ 192211 w 209550"/>
                  <a:gd name="connsiteY7" fmla="*/ 7388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9550" h="66675">
                    <a:moveTo>
                      <a:pt x="192211" y="7388"/>
                    </a:moveTo>
                    <a:cubicBezTo>
                      <a:pt x="133537" y="17770"/>
                      <a:pt x="74958" y="28153"/>
                      <a:pt x="16284" y="38535"/>
                    </a:cubicBezTo>
                    <a:cubicBezTo>
                      <a:pt x="9617" y="39678"/>
                      <a:pt x="5902" y="47869"/>
                      <a:pt x="7521" y="53870"/>
                    </a:cubicBezTo>
                    <a:cubicBezTo>
                      <a:pt x="9426" y="60919"/>
                      <a:pt x="16189" y="63776"/>
                      <a:pt x="22856" y="62633"/>
                    </a:cubicBezTo>
                    <a:cubicBezTo>
                      <a:pt x="81530" y="52251"/>
                      <a:pt x="140109" y="41869"/>
                      <a:pt x="198783" y="31486"/>
                    </a:cubicBezTo>
                    <a:cubicBezTo>
                      <a:pt x="205451" y="30343"/>
                      <a:pt x="209165" y="22152"/>
                      <a:pt x="207546" y="16151"/>
                    </a:cubicBezTo>
                    <a:cubicBezTo>
                      <a:pt x="205641" y="9103"/>
                      <a:pt x="198878" y="6245"/>
                      <a:pt x="192211" y="7388"/>
                    </a:cubicBezTo>
                    <a:lnTo>
                      <a:pt x="192211" y="7388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07" name="任意多边形: 形状 206"/>
              <p:cNvSpPr/>
              <p:nvPr/>
            </p:nvSpPr>
            <p:spPr>
              <a:xfrm>
                <a:off x="3744516" y="2948921"/>
                <a:ext cx="64816" cy="43211"/>
              </a:xfrm>
              <a:custGeom>
                <a:avLst/>
                <a:gdLst>
                  <a:gd name="connsiteX0" fmla="*/ 40782 w 57150"/>
                  <a:gd name="connsiteY0" fmla="*/ 7521 h 38100"/>
                  <a:gd name="connsiteX1" fmla="*/ 30495 w 57150"/>
                  <a:gd name="connsiteY1" fmla="*/ 9331 h 38100"/>
                  <a:gd name="connsiteX2" fmla="*/ 33829 w 57150"/>
                  <a:gd name="connsiteY2" fmla="*/ 8855 h 38100"/>
                  <a:gd name="connsiteX3" fmla="*/ 19637 w 57150"/>
                  <a:gd name="connsiteY3" fmla="*/ 9903 h 38100"/>
                  <a:gd name="connsiteX4" fmla="*/ 10778 w 57150"/>
                  <a:gd name="connsiteY4" fmla="*/ 13522 h 38100"/>
                  <a:gd name="connsiteX5" fmla="*/ 7159 w 57150"/>
                  <a:gd name="connsiteY5" fmla="*/ 22380 h 38100"/>
                  <a:gd name="connsiteX6" fmla="*/ 10778 w 57150"/>
                  <a:gd name="connsiteY6" fmla="*/ 31239 h 38100"/>
                  <a:gd name="connsiteX7" fmla="*/ 19637 w 57150"/>
                  <a:gd name="connsiteY7" fmla="*/ 34858 h 38100"/>
                  <a:gd name="connsiteX8" fmla="*/ 47545 w 57150"/>
                  <a:gd name="connsiteY8" fmla="*/ 31524 h 38100"/>
                  <a:gd name="connsiteX9" fmla="*/ 54974 w 57150"/>
                  <a:gd name="connsiteY9" fmla="*/ 25809 h 38100"/>
                  <a:gd name="connsiteX10" fmla="*/ 56213 w 57150"/>
                  <a:gd name="connsiteY10" fmla="*/ 16189 h 38100"/>
                  <a:gd name="connsiteX11" fmla="*/ 50498 w 57150"/>
                  <a:gd name="connsiteY11" fmla="*/ 8760 h 38100"/>
                  <a:gd name="connsiteX12" fmla="*/ 40782 w 57150"/>
                  <a:gd name="connsiteY12" fmla="*/ 7521 h 38100"/>
                  <a:gd name="connsiteX13" fmla="*/ 40782 w 57150"/>
                  <a:gd name="connsiteY13" fmla="*/ 7521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7150" h="38100">
                    <a:moveTo>
                      <a:pt x="40782" y="7521"/>
                    </a:moveTo>
                    <a:cubicBezTo>
                      <a:pt x="37353" y="8283"/>
                      <a:pt x="33924" y="8855"/>
                      <a:pt x="30495" y="9331"/>
                    </a:cubicBezTo>
                    <a:cubicBezTo>
                      <a:pt x="31638" y="9141"/>
                      <a:pt x="32686" y="9045"/>
                      <a:pt x="33829" y="8855"/>
                    </a:cubicBezTo>
                    <a:cubicBezTo>
                      <a:pt x="29066" y="9522"/>
                      <a:pt x="24399" y="9807"/>
                      <a:pt x="19637" y="9903"/>
                    </a:cubicBezTo>
                    <a:cubicBezTo>
                      <a:pt x="16398" y="9998"/>
                      <a:pt x="13064" y="11236"/>
                      <a:pt x="10778" y="13522"/>
                    </a:cubicBezTo>
                    <a:cubicBezTo>
                      <a:pt x="8588" y="15713"/>
                      <a:pt x="6968" y="19237"/>
                      <a:pt x="7159" y="22380"/>
                    </a:cubicBezTo>
                    <a:cubicBezTo>
                      <a:pt x="7349" y="25619"/>
                      <a:pt x="8397" y="28953"/>
                      <a:pt x="10778" y="31239"/>
                    </a:cubicBezTo>
                    <a:cubicBezTo>
                      <a:pt x="13160" y="33429"/>
                      <a:pt x="16208" y="34953"/>
                      <a:pt x="19637" y="34858"/>
                    </a:cubicBezTo>
                    <a:cubicBezTo>
                      <a:pt x="28971" y="34668"/>
                      <a:pt x="38401" y="33525"/>
                      <a:pt x="47545" y="31524"/>
                    </a:cubicBezTo>
                    <a:cubicBezTo>
                      <a:pt x="50498" y="30858"/>
                      <a:pt x="53546" y="28381"/>
                      <a:pt x="54974" y="25809"/>
                    </a:cubicBezTo>
                    <a:cubicBezTo>
                      <a:pt x="56498" y="23142"/>
                      <a:pt x="57165" y="19142"/>
                      <a:pt x="56213" y="16189"/>
                    </a:cubicBezTo>
                    <a:cubicBezTo>
                      <a:pt x="55260" y="13141"/>
                      <a:pt x="53355" y="10284"/>
                      <a:pt x="50498" y="8760"/>
                    </a:cubicBezTo>
                    <a:cubicBezTo>
                      <a:pt x="47354" y="7140"/>
                      <a:pt x="44116" y="6759"/>
                      <a:pt x="40782" y="7521"/>
                    </a:cubicBezTo>
                    <a:lnTo>
                      <a:pt x="40782" y="7521"/>
                    </a:lnTo>
                    <a:close/>
                  </a:path>
                </a:pathLst>
              </a:custGeom>
              <a:solidFill>
                <a:srgbClr val="5D47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cxnSp>
          <p:nvCxnSpPr>
            <p:cNvPr id="209" name="直接连接符 208"/>
            <p:cNvCxnSpPr/>
            <p:nvPr/>
          </p:nvCxnSpPr>
          <p:spPr>
            <a:xfrm>
              <a:off x="4918989" y="2492597"/>
              <a:ext cx="92466" cy="88736"/>
            </a:xfrm>
            <a:prstGeom prst="line">
              <a:avLst/>
            </a:prstGeom>
            <a:ln w="19050" cap="rnd">
              <a:solidFill>
                <a:schemeClr val="bg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接连接符 210"/>
            <p:cNvCxnSpPr/>
            <p:nvPr/>
          </p:nvCxnSpPr>
          <p:spPr>
            <a:xfrm flipH="1">
              <a:off x="6738087" y="2159689"/>
              <a:ext cx="136010" cy="8876"/>
            </a:xfrm>
            <a:prstGeom prst="line">
              <a:avLst/>
            </a:prstGeom>
            <a:ln w="19050" cap="rnd">
              <a:solidFill>
                <a:schemeClr val="bg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直接连接符 341"/>
            <p:cNvCxnSpPr/>
            <p:nvPr/>
          </p:nvCxnSpPr>
          <p:spPr>
            <a:xfrm flipV="1">
              <a:off x="5601273" y="2645285"/>
              <a:ext cx="82191" cy="92321"/>
            </a:xfrm>
            <a:prstGeom prst="line">
              <a:avLst/>
            </a:prstGeom>
            <a:ln w="19050" cap="rnd">
              <a:solidFill>
                <a:schemeClr val="bg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/>
          </p:nvCxnSpPr>
          <p:spPr>
            <a:xfrm flipH="1">
              <a:off x="7579715" y="2168565"/>
              <a:ext cx="136010" cy="8876"/>
            </a:xfrm>
            <a:prstGeom prst="line">
              <a:avLst/>
            </a:prstGeom>
            <a:ln w="19050" cap="rnd">
              <a:solidFill>
                <a:schemeClr val="bg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1" name="组合 110"/>
          <p:cNvGrpSpPr/>
          <p:nvPr/>
        </p:nvGrpSpPr>
        <p:grpSpPr>
          <a:xfrm>
            <a:off x="5154876" y="5398209"/>
            <a:ext cx="1907895" cy="578958"/>
            <a:chOff x="5130009" y="5599458"/>
            <a:chExt cx="1907895" cy="578958"/>
          </a:xfrm>
        </p:grpSpPr>
        <p:sp>
          <p:nvSpPr>
            <p:cNvPr id="112" name="文本框 111"/>
            <p:cNvSpPr txBox="1"/>
            <p:nvPr/>
          </p:nvSpPr>
          <p:spPr>
            <a:xfrm>
              <a:off x="5130009" y="5599458"/>
              <a:ext cx="190789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solidFill>
                    <a:srgbClr val="7AB2DC">
                      <a:alpha val="90000"/>
                    </a:srgbClr>
                  </a:solidFill>
                  <a:cs typeface="+mn-ea"/>
                  <a:sym typeface="+mn-lt"/>
                </a:rPr>
                <a:t>森立小学 三年二班</a:t>
              </a:r>
              <a:endParaRPr lang="en-US" altLang="zh-CN" sz="1600" dirty="0">
                <a:solidFill>
                  <a:srgbClr val="7AB2DC">
                    <a:alpha val="90000"/>
                  </a:srgbClr>
                </a:solidFill>
                <a:cs typeface="+mn-ea"/>
                <a:sym typeface="+mn-lt"/>
              </a:endParaRPr>
            </a:p>
          </p:txBody>
        </p:sp>
        <p:sp>
          <p:nvSpPr>
            <p:cNvPr id="113" name="文本框 112"/>
            <p:cNvSpPr txBox="1"/>
            <p:nvPr/>
          </p:nvSpPr>
          <p:spPr>
            <a:xfrm>
              <a:off x="5506227" y="5901417"/>
              <a:ext cx="118333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dist"/>
              <a:r>
                <a:rPr lang="en-US" altLang="zh-CN" sz="1200" dirty="0">
                  <a:solidFill>
                    <a:srgbClr val="7AB2DC">
                      <a:alpha val="90000"/>
                    </a:srgbClr>
                  </a:solidFill>
                  <a:cs typeface="+mn-ea"/>
                  <a:sym typeface="+mn-lt"/>
                </a:rPr>
                <a:t>Lovely school</a:t>
              </a:r>
              <a:endParaRPr lang="en-US" altLang="zh-CN" sz="1200" dirty="0">
                <a:solidFill>
                  <a:srgbClr val="7AB2DC">
                    <a:alpha val="90000"/>
                  </a:srgbClr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ISLIDE.ICON" val="#370220;#393873;#400532;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ewcquzz">
      <a:majorFont>
        <a:latin typeface="Segoe Print"/>
        <a:ea typeface="站酷快乐体2016修订版"/>
        <a:cs typeface=""/>
      </a:majorFont>
      <a:minorFont>
        <a:latin typeface="Segoe Print"/>
        <a:ea typeface="站酷快乐体2016修订版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2731</Words>
  <Application>WPS 演示</Application>
  <PresentationFormat>宽屏</PresentationFormat>
  <Paragraphs>405</Paragraphs>
  <Slides>20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0" baseType="lpstr">
      <vt:lpstr>Arial</vt:lpstr>
      <vt:lpstr>宋体</vt:lpstr>
      <vt:lpstr>Wingdings</vt:lpstr>
      <vt:lpstr>Segoe Print</vt:lpstr>
      <vt:lpstr>站酷快乐体2016修订版</vt:lpstr>
      <vt:lpstr>微软雅黑</vt:lpstr>
      <vt:lpstr>Arial Unicode MS</vt:lpstr>
      <vt:lpstr>等线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58263148@qq.com</dc:creator>
  <cp:lastModifiedBy>FIND YOU</cp:lastModifiedBy>
  <cp:revision>222</cp:revision>
  <dcterms:created xsi:type="dcterms:W3CDTF">2020-10-26T06:48:00Z</dcterms:created>
  <dcterms:modified xsi:type="dcterms:W3CDTF">2026-10-25T05:58:55Z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KSOTemplateUUID">
    <vt:lpwstr>v1.0_mb_5s3yNNq5pjCQgtgWhU6aOA==</vt:lpwstr>
  </property>
  <property fmtid="{D5CDD505-2E9C-101B-9397-08002B2CF9AE}" pid="4" name="ICV">
    <vt:lpwstr>6BB7373609364B93A347E4A48575D9DE_11</vt:lpwstr>
  </property>
</Properties>
</file>