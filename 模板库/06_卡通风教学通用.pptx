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9" r:id="rId7"/>
    <p:sldId id="270" r:id="rId8"/>
    <p:sldId id="266" r:id="rId9"/>
    <p:sldId id="271" r:id="rId10"/>
    <p:sldId id="261" r:id="rId11"/>
    <p:sldId id="267" r:id="rId12"/>
    <p:sldId id="272" r:id="rId13"/>
    <p:sldId id="262" r:id="rId14"/>
    <p:sldId id="268" r:id="rId15"/>
    <p:sldId id="273" r:id="rId16"/>
    <p:sldId id="264" r:id="rId17"/>
    <p:sldId id="263" r:id="rId18"/>
    <p:sldId id="265" r:id="rId19"/>
  </p:sldIdLst>
  <p:sldSz cx="12192000" cy="6858000"/>
  <p:notesSz cx="6858000" cy="9144000"/>
  <p:embeddedFontLst>
    <p:embeddedFont>
      <p:font typeface="胡晓波骚包体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形状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2" t="6274" r="19510" b="15294"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5" name="图片 4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4" t="9555" r="71896" b="71333"/>
          <a:stretch>
            <a:fillRect/>
          </a:stretch>
        </p:blipFill>
        <p:spPr>
          <a:xfrm rot="5400000">
            <a:off x="10613065" y="-97465"/>
            <a:ext cx="1481470" cy="1676400"/>
          </a:xfrm>
          <a:prstGeom prst="rect">
            <a:avLst/>
          </a:prstGeom>
        </p:spPr>
      </p:pic>
      <p:pic>
        <p:nvPicPr>
          <p:cNvPr id="7" name="图片 6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1" r="18841" b="67334"/>
          <a:stretch>
            <a:fillRect/>
          </a:stretch>
        </p:blipFill>
        <p:spPr>
          <a:xfrm>
            <a:off x="10509568" y="0"/>
            <a:ext cx="1676400" cy="2240280"/>
          </a:xfrm>
          <a:prstGeom prst="rect">
            <a:avLst/>
          </a:prstGeom>
        </p:spPr>
      </p:pic>
      <p:pic>
        <p:nvPicPr>
          <p:cNvPr id="9" name="图片 8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" t="50000" r="70422" b="24222"/>
          <a:stretch>
            <a:fillRect/>
          </a:stretch>
        </p:blipFill>
        <p:spPr>
          <a:xfrm>
            <a:off x="6032" y="0"/>
            <a:ext cx="2118360" cy="1767840"/>
          </a:xfrm>
          <a:prstGeom prst="rect">
            <a:avLst/>
          </a:prstGeom>
        </p:spPr>
      </p:pic>
      <p:pic>
        <p:nvPicPr>
          <p:cNvPr id="11" name="图片 10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53" t="36222" r="17577" b="34889"/>
          <a:stretch>
            <a:fillRect/>
          </a:stretch>
        </p:blipFill>
        <p:spPr>
          <a:xfrm>
            <a:off x="-6032" y="3566160"/>
            <a:ext cx="1402080" cy="1981200"/>
          </a:xfrm>
          <a:prstGeom prst="rect">
            <a:avLst/>
          </a:prstGeom>
        </p:spPr>
      </p:pic>
      <p:pic>
        <p:nvPicPr>
          <p:cNvPr id="13" name="图片 12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58" t="78000" r="22840" b="116"/>
          <a:stretch>
            <a:fillRect/>
          </a:stretch>
        </p:blipFill>
        <p:spPr>
          <a:xfrm>
            <a:off x="9290368" y="5349240"/>
            <a:ext cx="2895600" cy="1500823"/>
          </a:xfrm>
          <a:prstGeom prst="rect">
            <a:avLst/>
          </a:prstGeom>
        </p:spPr>
      </p:pic>
      <p:pic>
        <p:nvPicPr>
          <p:cNvPr id="15" name="图片 14" descr="图片包含 游戏机, 画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528" y="3927605"/>
            <a:ext cx="4641592" cy="2945635"/>
          </a:xfrm>
          <a:prstGeom prst="rect">
            <a:avLst/>
          </a:prstGeom>
        </p:spPr>
      </p:pic>
      <p:pic>
        <p:nvPicPr>
          <p:cNvPr id="17" name="图片 16" descr="图片包含 图标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442" y="549275"/>
            <a:ext cx="5549094" cy="4411854"/>
          </a:xfrm>
          <a:prstGeom prst="rect">
            <a:avLst/>
          </a:prstGeom>
        </p:spPr>
      </p:pic>
      <p:pic>
        <p:nvPicPr>
          <p:cNvPr id="19" name="图片 18" descr="图片包含 游戏机, 物体, 钟表&#10;&#10;描述已自动生成"/>
          <p:cNvPicPr>
            <a:picLocks noChangeAspect="1"/>
          </p:cNvPicPr>
          <p:nvPr userDrawn="1"/>
        </p:nvPicPr>
        <p:blipFill rotWithShape="1">
          <a:blip r:embed="rId7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72" b="34832"/>
          <a:stretch>
            <a:fillRect/>
          </a:stretch>
        </p:blipFill>
        <p:spPr>
          <a:xfrm>
            <a:off x="1065212" y="1076764"/>
            <a:ext cx="3867731" cy="2075345"/>
          </a:xfrm>
          <a:prstGeom prst="rect">
            <a:avLst/>
          </a:prstGeom>
        </p:spPr>
      </p:pic>
      <p:pic>
        <p:nvPicPr>
          <p:cNvPr id="21" name="图片 20" descr="图片包含 游戏机, 物体, 钟表&#10;&#10;描述已自动生成"/>
          <p:cNvPicPr>
            <a:picLocks noChangeAspect="1"/>
          </p:cNvPicPr>
          <p:nvPr userDrawn="1"/>
        </p:nvPicPr>
        <p:blipFill rotWithShape="1">
          <a:blip r:embed="rId8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79" t="9481"/>
          <a:stretch>
            <a:fillRect/>
          </a:stretch>
        </p:blipFill>
        <p:spPr>
          <a:xfrm rot="2664778">
            <a:off x="9474732" y="3608603"/>
            <a:ext cx="1297559" cy="26203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形状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2" t="6274" r="19510" b="15294"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2" name="图片 1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1" r="18841" b="67334"/>
          <a:stretch>
            <a:fillRect/>
          </a:stretch>
        </p:blipFill>
        <p:spPr>
          <a:xfrm>
            <a:off x="10509568" y="0"/>
            <a:ext cx="1676400" cy="2240280"/>
          </a:xfrm>
          <a:prstGeom prst="rect">
            <a:avLst/>
          </a:prstGeom>
        </p:spPr>
      </p:pic>
      <p:pic>
        <p:nvPicPr>
          <p:cNvPr id="6" name="图片 5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" t="50000" r="70422" b="24222"/>
          <a:stretch>
            <a:fillRect/>
          </a:stretch>
        </p:blipFill>
        <p:spPr>
          <a:xfrm>
            <a:off x="6032" y="0"/>
            <a:ext cx="2118360" cy="1767840"/>
          </a:xfrm>
          <a:prstGeom prst="rect">
            <a:avLst/>
          </a:prstGeom>
        </p:spPr>
      </p:pic>
      <p:pic>
        <p:nvPicPr>
          <p:cNvPr id="8" name="图片 7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53" t="36222" r="17577" b="34889"/>
          <a:stretch>
            <a:fillRect/>
          </a:stretch>
        </p:blipFill>
        <p:spPr>
          <a:xfrm>
            <a:off x="-6032" y="3566160"/>
            <a:ext cx="1402080" cy="1981200"/>
          </a:xfrm>
          <a:prstGeom prst="rect">
            <a:avLst/>
          </a:prstGeom>
        </p:spPr>
      </p:pic>
      <p:pic>
        <p:nvPicPr>
          <p:cNvPr id="10" name="图片 9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58" t="78000" r="22840" b="116"/>
          <a:stretch>
            <a:fillRect/>
          </a:stretch>
        </p:blipFill>
        <p:spPr>
          <a:xfrm>
            <a:off x="9290368" y="5349240"/>
            <a:ext cx="2895600" cy="1500823"/>
          </a:xfrm>
          <a:prstGeom prst="rect">
            <a:avLst/>
          </a:prstGeom>
        </p:spPr>
      </p:pic>
      <p:pic>
        <p:nvPicPr>
          <p:cNvPr id="12" name="图片 11" descr="形状&#10;&#10;描述已自动生成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" t="3688" r="3482" b="3608"/>
          <a:stretch>
            <a:fillRect/>
          </a:stretch>
        </p:blipFill>
        <p:spPr>
          <a:xfrm rot="5400000">
            <a:off x="2667000" y="-2667000"/>
            <a:ext cx="6858000" cy="12192001"/>
          </a:xfrm>
          <a:prstGeom prst="rect">
            <a:avLst/>
          </a:prstGeom>
        </p:spPr>
      </p:pic>
      <p:pic>
        <p:nvPicPr>
          <p:cNvPr id="14" name="图片 13" descr="卡通人物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938" y="1357877"/>
            <a:ext cx="3284234" cy="45423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形状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2" t="6274" r="19510" b="15294"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6" name="图片 5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4" t="9555" r="71896" b="71333"/>
          <a:stretch>
            <a:fillRect/>
          </a:stretch>
        </p:blipFill>
        <p:spPr>
          <a:xfrm rot="5400000">
            <a:off x="10613065" y="-97465"/>
            <a:ext cx="1481470" cy="1676400"/>
          </a:xfrm>
          <a:prstGeom prst="rect">
            <a:avLst/>
          </a:prstGeom>
        </p:spPr>
      </p:pic>
      <p:pic>
        <p:nvPicPr>
          <p:cNvPr id="8" name="图片 7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1" r="18841" b="67334"/>
          <a:stretch>
            <a:fillRect/>
          </a:stretch>
        </p:blipFill>
        <p:spPr>
          <a:xfrm>
            <a:off x="10509568" y="0"/>
            <a:ext cx="1676400" cy="2240280"/>
          </a:xfrm>
          <a:prstGeom prst="rect">
            <a:avLst/>
          </a:prstGeom>
        </p:spPr>
      </p:pic>
      <p:pic>
        <p:nvPicPr>
          <p:cNvPr id="10" name="图片 9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" t="50000" r="70422" b="24222"/>
          <a:stretch>
            <a:fillRect/>
          </a:stretch>
        </p:blipFill>
        <p:spPr>
          <a:xfrm>
            <a:off x="6032" y="0"/>
            <a:ext cx="2118360" cy="1767840"/>
          </a:xfrm>
          <a:prstGeom prst="rect">
            <a:avLst/>
          </a:prstGeom>
        </p:spPr>
      </p:pic>
      <p:pic>
        <p:nvPicPr>
          <p:cNvPr id="12" name="图片 11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53" t="36222" r="17577" b="34889"/>
          <a:stretch>
            <a:fillRect/>
          </a:stretch>
        </p:blipFill>
        <p:spPr>
          <a:xfrm>
            <a:off x="-6032" y="3566160"/>
            <a:ext cx="1402080" cy="1981200"/>
          </a:xfrm>
          <a:prstGeom prst="rect">
            <a:avLst/>
          </a:prstGeom>
        </p:spPr>
      </p:pic>
      <p:pic>
        <p:nvPicPr>
          <p:cNvPr id="14" name="图片 13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58" t="78000" r="22840" b="116"/>
          <a:stretch>
            <a:fillRect/>
          </a:stretch>
        </p:blipFill>
        <p:spPr>
          <a:xfrm>
            <a:off x="9290368" y="5349240"/>
            <a:ext cx="2895600" cy="1500823"/>
          </a:xfrm>
          <a:prstGeom prst="rect">
            <a:avLst/>
          </a:prstGeom>
        </p:spPr>
      </p:pic>
      <p:pic>
        <p:nvPicPr>
          <p:cNvPr id="24" name="图片 23" descr="卡通人物&#10;&#10;描述已自动生成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00" t="1" r="16401" b="64660"/>
          <a:stretch>
            <a:fillRect/>
          </a:stretch>
        </p:blipFill>
        <p:spPr>
          <a:xfrm>
            <a:off x="1736200" y="4316741"/>
            <a:ext cx="3009420" cy="2544897"/>
          </a:xfrm>
          <a:prstGeom prst="rect">
            <a:avLst/>
          </a:prstGeom>
        </p:spPr>
      </p:pic>
      <p:pic>
        <p:nvPicPr>
          <p:cNvPr id="26" name="图片 25" descr="图片包含 图标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821" y="1088017"/>
            <a:ext cx="7639291" cy="40164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形状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2" t="6274" r="19510" b="15294"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6" name="图片 5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1" r="18841" b="67334"/>
          <a:stretch>
            <a:fillRect/>
          </a:stretch>
        </p:blipFill>
        <p:spPr>
          <a:xfrm>
            <a:off x="10509568" y="0"/>
            <a:ext cx="1676400" cy="2240280"/>
          </a:xfrm>
          <a:prstGeom prst="rect">
            <a:avLst/>
          </a:prstGeom>
        </p:spPr>
      </p:pic>
      <p:pic>
        <p:nvPicPr>
          <p:cNvPr id="8" name="图片 7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" t="50000" r="70422" b="24222"/>
          <a:stretch>
            <a:fillRect/>
          </a:stretch>
        </p:blipFill>
        <p:spPr>
          <a:xfrm>
            <a:off x="6032" y="0"/>
            <a:ext cx="2118360" cy="1767840"/>
          </a:xfrm>
          <a:prstGeom prst="rect">
            <a:avLst/>
          </a:prstGeom>
        </p:spPr>
      </p:pic>
      <p:pic>
        <p:nvPicPr>
          <p:cNvPr id="10" name="图片 9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53" t="36222" r="17577" b="34889"/>
          <a:stretch>
            <a:fillRect/>
          </a:stretch>
        </p:blipFill>
        <p:spPr>
          <a:xfrm>
            <a:off x="-6032" y="3566160"/>
            <a:ext cx="1402080" cy="1981200"/>
          </a:xfrm>
          <a:prstGeom prst="rect">
            <a:avLst/>
          </a:prstGeom>
        </p:spPr>
      </p:pic>
      <p:pic>
        <p:nvPicPr>
          <p:cNvPr id="12" name="图片 11" descr="图片包含 游戏机, 物体, 烟花, 群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58" t="78000" r="22840" b="116"/>
          <a:stretch>
            <a:fillRect/>
          </a:stretch>
        </p:blipFill>
        <p:spPr>
          <a:xfrm>
            <a:off x="9290368" y="5349240"/>
            <a:ext cx="2895600" cy="1500823"/>
          </a:xfrm>
          <a:prstGeom prst="rect">
            <a:avLst/>
          </a:prstGeom>
        </p:spPr>
      </p:pic>
      <p:pic>
        <p:nvPicPr>
          <p:cNvPr id="14" name="图片 13" descr="形状&#10;&#10;描述已自动生成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" t="3688" r="3482" b="3608"/>
          <a:stretch>
            <a:fillRect/>
          </a:stretch>
        </p:blipFill>
        <p:spPr>
          <a:xfrm rot="5400000">
            <a:off x="2667000" y="-2667000"/>
            <a:ext cx="6858000" cy="1219200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胡晓波骚包体" panose="02010600030101010101" pitchFamily="2" charset="-122"/>
              </a:defRPr>
            </a:lvl1pPr>
          </a:lstStyle>
          <a:p>
            <a:fld id="{F97582CB-84AC-4D60-852E-86CD62303D7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胡晓波骚包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胡晓波骚包体" panose="02010600030101010101" pitchFamily="2" charset="-122"/>
              </a:defRPr>
            </a:lvl1pPr>
          </a:lstStyle>
          <a:p>
            <a:fld id="{B967E011-908A-4C66-A538-31C58D32DFEF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胡晓波骚包体" panose="02010600030101010101" pitchFamily="2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胡晓波骚包体" panose="02010600030101010101" pitchFamily="2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胡晓波骚包体" panose="02010600030101010101" pitchFamily="2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胡晓波骚包体" panose="02010600030101010101" pitchFamily="2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胡晓波骚包体" panose="02010600030101010101" pitchFamily="2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胡晓波骚包体" panose="02010600030101010101" pitchFamily="2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56202" y="1824781"/>
            <a:ext cx="554909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卡通风教学通用</a:t>
            </a:r>
            <a:r>
              <a:rPr kumimoji="0" lang="en-US" altLang="zh-CN" sz="54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PPT</a:t>
            </a:r>
            <a:endParaRPr kumimoji="0" lang="zh-CN" altLang="en-US" sz="54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25479" y="2503833"/>
            <a:ext cx="54105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Cartoon Style Teaching General PPT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09320" y="3221098"/>
            <a:ext cx="304285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姓名：夏子淳的秘密空间</a:t>
            </a:r>
            <a:endParaRPr kumimoji="0" lang="zh-CN" altLang="en-US" sz="20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925479" y="-625033"/>
            <a:ext cx="491473" cy="491473"/>
          </a:xfrm>
          <a:prstGeom prst="ellipse">
            <a:avLst/>
          </a:prstGeom>
          <a:solidFill>
            <a:srgbClr val="F4C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997130" y="850045"/>
            <a:ext cx="5123716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目录</a:t>
            </a:r>
            <a:r>
              <a: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-CONTENTS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srgbClr val="F4CD3D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081690" y="1865708"/>
            <a:ext cx="4309160" cy="1231106"/>
            <a:chOff x="5588941" y="1658885"/>
            <a:chExt cx="4309160" cy="1231106"/>
          </a:xfrm>
        </p:grpSpPr>
        <p:sp>
          <p:nvSpPr>
            <p:cNvPr id="10" name="文本框 9"/>
            <p:cNvSpPr txBox="1"/>
            <p:nvPr/>
          </p:nvSpPr>
          <p:spPr>
            <a:xfrm>
              <a:off x="6395307" y="207872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教学情景导入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88015" y="241253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Introduction Of Teaching Situation</a:t>
              </a:r>
              <a:endPara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588941" y="165888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01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081690" y="2829827"/>
            <a:ext cx="4309160" cy="1231106"/>
            <a:chOff x="5588941" y="1658885"/>
            <a:chExt cx="4309160" cy="1231106"/>
          </a:xfrm>
        </p:grpSpPr>
        <p:sp>
          <p:nvSpPr>
            <p:cNvPr id="14" name="文本框 13"/>
            <p:cNvSpPr txBox="1"/>
            <p:nvPr/>
          </p:nvSpPr>
          <p:spPr>
            <a:xfrm>
              <a:off x="6395307" y="207872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教学课程设计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388015" y="241253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Teaching Curriculum Design</a:t>
              </a:r>
              <a:endPara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588941" y="165888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02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081690" y="3793946"/>
            <a:ext cx="4309160" cy="1231106"/>
            <a:chOff x="5588941" y="1658885"/>
            <a:chExt cx="4309160" cy="1231106"/>
          </a:xfrm>
        </p:grpSpPr>
        <p:sp>
          <p:nvSpPr>
            <p:cNvPr id="18" name="文本框 17"/>
            <p:cNvSpPr txBox="1"/>
            <p:nvPr/>
          </p:nvSpPr>
          <p:spPr>
            <a:xfrm>
              <a:off x="6395307" y="207872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教学过程展示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388015" y="241253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Teaching Process Display</a:t>
              </a:r>
              <a:endPara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588941" y="165888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03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081690" y="4758065"/>
            <a:ext cx="4309160" cy="1231106"/>
            <a:chOff x="5588941" y="1658885"/>
            <a:chExt cx="4309160" cy="1231106"/>
          </a:xfrm>
        </p:grpSpPr>
        <p:sp>
          <p:nvSpPr>
            <p:cNvPr id="22" name="文本框 21"/>
            <p:cNvSpPr txBox="1"/>
            <p:nvPr/>
          </p:nvSpPr>
          <p:spPr>
            <a:xfrm>
              <a:off x="6395307" y="207872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教学反思总结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88015" y="241253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Teaching Reflection Summary</a:t>
              </a:r>
              <a:endPara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588941" y="165888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04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307712" y="2766262"/>
            <a:ext cx="458567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教学情景导入</a:t>
            </a:r>
            <a:endParaRPr kumimoji="0" lang="zh-CN" altLang="en-US" sz="60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58511" y="3604740"/>
            <a:ext cx="4477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Introduction Of Teaching Situation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2436" y="319367"/>
            <a:ext cx="2262550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01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1880" y="89265"/>
            <a:ext cx="4558839" cy="1277406"/>
            <a:chOff x="601880" y="89265"/>
            <a:chExt cx="4558839" cy="1277406"/>
          </a:xfrm>
        </p:grpSpPr>
        <p:pic>
          <p:nvPicPr>
            <p:cNvPr id="3" name="图片 2" descr="图片包含 图标&#10;&#10;描述已自动生成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80" y="437593"/>
              <a:ext cx="937550" cy="929078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57925" y="50910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教学情景导入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50633" y="84291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Introduction Of Teaching Situation</a:t>
              </a:r>
              <a:endPara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4788" y="8926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01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74404" y="5135775"/>
            <a:ext cx="9693151" cy="837780"/>
            <a:chOff x="2069812" y="1838916"/>
            <a:chExt cx="9693151" cy="837780"/>
          </a:xfrm>
        </p:grpSpPr>
        <p:sp>
          <p:nvSpPr>
            <p:cNvPr id="11" name="文本框 10"/>
            <p:cNvSpPr txBox="1"/>
            <p:nvPr/>
          </p:nvSpPr>
          <p:spPr>
            <a:xfrm>
              <a:off x="2069812" y="2355454"/>
              <a:ext cx="9693151" cy="321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请在此处添加文本内容，或者复制已经编辑好的文字粘贴至此位置，请在此处添加。</a:t>
              </a:r>
              <a:endPara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069813" y="1838916"/>
              <a:ext cx="319957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882597" y="1639654"/>
            <a:ext cx="567160" cy="567160"/>
            <a:chOff x="2268638" y="3310359"/>
            <a:chExt cx="567160" cy="567160"/>
          </a:xfrm>
        </p:grpSpPr>
        <p:sp>
          <p:nvSpPr>
            <p:cNvPr id="14" name="椭圆 13"/>
            <p:cNvSpPr/>
            <p:nvPr/>
          </p:nvSpPr>
          <p:spPr>
            <a:xfrm>
              <a:off x="2268638" y="3310359"/>
              <a:ext cx="567160" cy="56716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5" name="Freeform 97"/>
            <p:cNvSpPr>
              <a:spLocks noEditPoints="1"/>
            </p:cNvSpPr>
            <p:nvPr/>
          </p:nvSpPr>
          <p:spPr bwMode="auto">
            <a:xfrm>
              <a:off x="2425886" y="3405550"/>
              <a:ext cx="252664" cy="376778"/>
            </a:xfrm>
            <a:custGeom>
              <a:avLst/>
              <a:gdLst>
                <a:gd name="T0" fmla="*/ 135095 w 91"/>
                <a:gd name="T1" fmla="*/ 229770 h 114"/>
                <a:gd name="T2" fmla="*/ 196501 w 91"/>
                <a:gd name="T3" fmla="*/ 165434 h 114"/>
                <a:gd name="T4" fmla="*/ 205712 w 91"/>
                <a:gd name="T5" fmla="*/ 162371 h 114"/>
                <a:gd name="T6" fmla="*/ 214923 w 91"/>
                <a:gd name="T7" fmla="*/ 165434 h 114"/>
                <a:gd name="T8" fmla="*/ 214923 w 91"/>
                <a:gd name="T9" fmla="*/ 183816 h 114"/>
                <a:gd name="T10" fmla="*/ 150446 w 91"/>
                <a:gd name="T11" fmla="*/ 254279 h 114"/>
                <a:gd name="T12" fmla="*/ 150446 w 91"/>
                <a:gd name="T13" fmla="*/ 254279 h 114"/>
                <a:gd name="T14" fmla="*/ 147376 w 91"/>
                <a:gd name="T15" fmla="*/ 254279 h 114"/>
                <a:gd name="T16" fmla="*/ 141235 w 91"/>
                <a:gd name="T17" fmla="*/ 257342 h 114"/>
                <a:gd name="T18" fmla="*/ 135095 w 91"/>
                <a:gd name="T19" fmla="*/ 260406 h 114"/>
                <a:gd name="T20" fmla="*/ 135095 w 91"/>
                <a:gd name="T21" fmla="*/ 260406 h 114"/>
                <a:gd name="T22" fmla="*/ 128954 w 91"/>
                <a:gd name="T23" fmla="*/ 257342 h 114"/>
                <a:gd name="T24" fmla="*/ 125884 w 91"/>
                <a:gd name="T25" fmla="*/ 257342 h 114"/>
                <a:gd name="T26" fmla="*/ 122813 w 91"/>
                <a:gd name="T27" fmla="*/ 254279 h 114"/>
                <a:gd name="T28" fmla="*/ 85969 w 91"/>
                <a:gd name="T29" fmla="*/ 220579 h 114"/>
                <a:gd name="T30" fmla="*/ 85969 w 91"/>
                <a:gd name="T31" fmla="*/ 199134 h 114"/>
                <a:gd name="T32" fmla="*/ 95180 w 91"/>
                <a:gd name="T33" fmla="*/ 196070 h 114"/>
                <a:gd name="T34" fmla="*/ 104391 w 91"/>
                <a:gd name="T35" fmla="*/ 199134 h 114"/>
                <a:gd name="T36" fmla="*/ 135095 w 91"/>
                <a:gd name="T37" fmla="*/ 229770 h 114"/>
                <a:gd name="T38" fmla="*/ 27633 w 91"/>
                <a:gd name="T39" fmla="*/ 140925 h 114"/>
                <a:gd name="T40" fmla="*/ 21492 w 91"/>
                <a:gd name="T41" fmla="*/ 137862 h 114"/>
                <a:gd name="T42" fmla="*/ 18422 w 91"/>
                <a:gd name="T43" fmla="*/ 76590 h 114"/>
                <a:gd name="T44" fmla="*/ 18422 w 91"/>
                <a:gd name="T45" fmla="*/ 73526 h 114"/>
                <a:gd name="T46" fmla="*/ 24563 w 91"/>
                <a:gd name="T47" fmla="*/ 70463 h 114"/>
                <a:gd name="T48" fmla="*/ 110532 w 91"/>
                <a:gd name="T49" fmla="*/ 30636 h 114"/>
                <a:gd name="T50" fmla="*/ 116673 w 91"/>
                <a:gd name="T51" fmla="*/ 24509 h 114"/>
                <a:gd name="T52" fmla="*/ 138165 w 91"/>
                <a:gd name="T53" fmla="*/ 18382 h 114"/>
                <a:gd name="T54" fmla="*/ 141235 w 91"/>
                <a:gd name="T55" fmla="*/ 18382 h 114"/>
                <a:gd name="T56" fmla="*/ 141235 w 91"/>
                <a:gd name="T57" fmla="*/ 18382 h 114"/>
                <a:gd name="T58" fmla="*/ 141235 w 91"/>
                <a:gd name="T59" fmla="*/ 18382 h 114"/>
                <a:gd name="T60" fmla="*/ 147376 w 91"/>
                <a:gd name="T61" fmla="*/ 21445 h 114"/>
                <a:gd name="T62" fmla="*/ 141235 w 91"/>
                <a:gd name="T63" fmla="*/ 27572 h 114"/>
                <a:gd name="T64" fmla="*/ 141235 w 91"/>
                <a:gd name="T65" fmla="*/ 27572 h 114"/>
                <a:gd name="T66" fmla="*/ 138165 w 91"/>
                <a:gd name="T67" fmla="*/ 27572 h 114"/>
                <a:gd name="T68" fmla="*/ 138165 w 91"/>
                <a:gd name="T69" fmla="*/ 27572 h 114"/>
                <a:gd name="T70" fmla="*/ 122813 w 91"/>
                <a:gd name="T71" fmla="*/ 33700 h 114"/>
                <a:gd name="T72" fmla="*/ 119743 w 91"/>
                <a:gd name="T73" fmla="*/ 39827 h 114"/>
                <a:gd name="T74" fmla="*/ 30703 w 91"/>
                <a:gd name="T75" fmla="*/ 79654 h 114"/>
                <a:gd name="T76" fmla="*/ 33774 w 91"/>
                <a:gd name="T77" fmla="*/ 134798 h 114"/>
                <a:gd name="T78" fmla="*/ 27633 w 91"/>
                <a:gd name="T79" fmla="*/ 140925 h 114"/>
                <a:gd name="T80" fmla="*/ 27633 w 91"/>
                <a:gd name="T81" fmla="*/ 140925 h 114"/>
                <a:gd name="T82" fmla="*/ 141235 w 91"/>
                <a:gd name="T83" fmla="*/ 0 h 114"/>
                <a:gd name="T84" fmla="*/ 141235 w 91"/>
                <a:gd name="T85" fmla="*/ 0 h 114"/>
                <a:gd name="T86" fmla="*/ 138165 w 91"/>
                <a:gd name="T87" fmla="*/ 0 h 114"/>
                <a:gd name="T88" fmla="*/ 107462 w 91"/>
                <a:gd name="T89" fmla="*/ 9191 h 114"/>
                <a:gd name="T90" fmla="*/ 21492 w 91"/>
                <a:gd name="T91" fmla="*/ 52081 h 114"/>
                <a:gd name="T92" fmla="*/ 18422 w 91"/>
                <a:gd name="T93" fmla="*/ 52081 h 114"/>
                <a:gd name="T94" fmla="*/ 0 w 91"/>
                <a:gd name="T95" fmla="*/ 76590 h 114"/>
                <a:gd name="T96" fmla="*/ 141235 w 91"/>
                <a:gd name="T97" fmla="*/ 349250 h 114"/>
                <a:gd name="T98" fmla="*/ 141235 w 91"/>
                <a:gd name="T99" fmla="*/ 349250 h 114"/>
                <a:gd name="T100" fmla="*/ 141235 w 91"/>
                <a:gd name="T101" fmla="*/ 349250 h 114"/>
                <a:gd name="T102" fmla="*/ 141235 w 91"/>
                <a:gd name="T103" fmla="*/ 349250 h 114"/>
                <a:gd name="T104" fmla="*/ 141235 w 91"/>
                <a:gd name="T105" fmla="*/ 349250 h 114"/>
                <a:gd name="T106" fmla="*/ 279400 w 91"/>
                <a:gd name="T107" fmla="*/ 76590 h 114"/>
                <a:gd name="T108" fmla="*/ 260978 w 91"/>
                <a:gd name="T109" fmla="*/ 52081 h 114"/>
                <a:gd name="T110" fmla="*/ 257908 w 91"/>
                <a:gd name="T111" fmla="*/ 52081 h 114"/>
                <a:gd name="T112" fmla="*/ 175009 w 91"/>
                <a:gd name="T113" fmla="*/ 9191 h 114"/>
                <a:gd name="T114" fmla="*/ 141235 w 91"/>
                <a:gd name="T115" fmla="*/ 0 h 11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91" h="114">
                  <a:moveTo>
                    <a:pt x="44" y="75"/>
                  </a:moveTo>
                  <a:cubicBezTo>
                    <a:pt x="64" y="54"/>
                    <a:pt x="64" y="54"/>
                    <a:pt x="64" y="54"/>
                  </a:cubicBezTo>
                  <a:cubicBezTo>
                    <a:pt x="65" y="53"/>
                    <a:pt x="66" y="53"/>
                    <a:pt x="67" y="53"/>
                  </a:cubicBezTo>
                  <a:cubicBezTo>
                    <a:pt x="68" y="53"/>
                    <a:pt x="69" y="53"/>
                    <a:pt x="70" y="54"/>
                  </a:cubicBezTo>
                  <a:cubicBezTo>
                    <a:pt x="72" y="56"/>
                    <a:pt x="72" y="58"/>
                    <a:pt x="70" y="60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4"/>
                    <a:pt x="47" y="84"/>
                    <a:pt x="46" y="84"/>
                  </a:cubicBezTo>
                  <a:cubicBezTo>
                    <a:pt x="46" y="85"/>
                    <a:pt x="45" y="85"/>
                    <a:pt x="44" y="85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4" y="85"/>
                    <a:pt x="43" y="85"/>
                    <a:pt x="42" y="84"/>
                  </a:cubicBezTo>
                  <a:cubicBezTo>
                    <a:pt x="42" y="84"/>
                    <a:pt x="41" y="84"/>
                    <a:pt x="41" y="84"/>
                  </a:cubicBezTo>
                  <a:cubicBezTo>
                    <a:pt x="41" y="83"/>
                    <a:pt x="40" y="83"/>
                    <a:pt x="40" y="8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6" y="70"/>
                    <a:pt x="26" y="67"/>
                    <a:pt x="28" y="65"/>
                  </a:cubicBezTo>
                  <a:cubicBezTo>
                    <a:pt x="29" y="64"/>
                    <a:pt x="30" y="64"/>
                    <a:pt x="31" y="64"/>
                  </a:cubicBezTo>
                  <a:cubicBezTo>
                    <a:pt x="32" y="64"/>
                    <a:pt x="33" y="64"/>
                    <a:pt x="34" y="65"/>
                  </a:cubicBezTo>
                  <a:cubicBezTo>
                    <a:pt x="44" y="75"/>
                    <a:pt x="44" y="75"/>
                    <a:pt x="44" y="75"/>
                  </a:cubicBezTo>
                  <a:moveTo>
                    <a:pt x="9" y="46"/>
                  </a:moveTo>
                  <a:cubicBezTo>
                    <a:pt x="8" y="46"/>
                    <a:pt x="8" y="46"/>
                    <a:pt x="7" y="45"/>
                  </a:cubicBezTo>
                  <a:cubicBezTo>
                    <a:pt x="6" y="34"/>
                    <a:pt x="6" y="26"/>
                    <a:pt x="6" y="25"/>
                  </a:cubicBezTo>
                  <a:cubicBezTo>
                    <a:pt x="6" y="25"/>
                    <a:pt x="6" y="24"/>
                    <a:pt x="6" y="24"/>
                  </a:cubicBezTo>
                  <a:cubicBezTo>
                    <a:pt x="6" y="23"/>
                    <a:pt x="7" y="23"/>
                    <a:pt x="8" y="23"/>
                  </a:cubicBezTo>
                  <a:cubicBezTo>
                    <a:pt x="25" y="22"/>
                    <a:pt x="32" y="15"/>
                    <a:pt x="36" y="10"/>
                  </a:cubicBezTo>
                  <a:cubicBezTo>
                    <a:pt x="37" y="9"/>
                    <a:pt x="38" y="8"/>
                    <a:pt x="38" y="8"/>
                  </a:cubicBezTo>
                  <a:cubicBezTo>
                    <a:pt x="41" y="6"/>
                    <a:pt x="44" y="6"/>
                    <a:pt x="45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7" y="6"/>
                    <a:pt x="48" y="6"/>
                    <a:pt x="48" y="7"/>
                  </a:cubicBezTo>
                  <a:cubicBezTo>
                    <a:pt x="48" y="8"/>
                    <a:pt x="47" y="9"/>
                    <a:pt x="46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4" y="9"/>
                    <a:pt x="42" y="9"/>
                    <a:pt x="40" y="11"/>
                  </a:cubicBezTo>
                  <a:cubicBezTo>
                    <a:pt x="40" y="11"/>
                    <a:pt x="39" y="12"/>
                    <a:pt x="39" y="13"/>
                  </a:cubicBezTo>
                  <a:cubicBezTo>
                    <a:pt x="34" y="17"/>
                    <a:pt x="27" y="25"/>
                    <a:pt x="10" y="26"/>
                  </a:cubicBezTo>
                  <a:cubicBezTo>
                    <a:pt x="10" y="29"/>
                    <a:pt x="10" y="36"/>
                    <a:pt x="11" y="44"/>
                  </a:cubicBezTo>
                  <a:cubicBezTo>
                    <a:pt x="11" y="45"/>
                    <a:pt x="10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moveTo>
                    <a:pt x="46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3" y="0"/>
                    <a:pt x="39" y="0"/>
                    <a:pt x="35" y="3"/>
                  </a:cubicBezTo>
                  <a:cubicBezTo>
                    <a:pt x="30" y="7"/>
                    <a:pt x="27" y="17"/>
                    <a:pt x="7" y="17"/>
                  </a:cubicBezTo>
                  <a:cubicBezTo>
                    <a:pt x="7" y="17"/>
                    <a:pt x="6" y="17"/>
                    <a:pt x="6" y="17"/>
                  </a:cubicBezTo>
                  <a:cubicBezTo>
                    <a:pt x="6" y="17"/>
                    <a:pt x="0" y="18"/>
                    <a:pt x="0" y="25"/>
                  </a:cubicBezTo>
                  <a:cubicBezTo>
                    <a:pt x="0" y="25"/>
                    <a:pt x="0" y="112"/>
                    <a:pt x="46" y="114"/>
                  </a:cubicBezTo>
                  <a:cubicBezTo>
                    <a:pt x="46" y="114"/>
                    <a:pt x="46" y="114"/>
                    <a:pt x="46" y="114"/>
                  </a:cubicBezTo>
                  <a:cubicBezTo>
                    <a:pt x="46" y="114"/>
                    <a:pt x="46" y="114"/>
                    <a:pt x="46" y="114"/>
                  </a:cubicBezTo>
                  <a:cubicBezTo>
                    <a:pt x="46" y="114"/>
                    <a:pt x="46" y="114"/>
                    <a:pt x="46" y="114"/>
                  </a:cubicBezTo>
                  <a:cubicBezTo>
                    <a:pt x="46" y="114"/>
                    <a:pt x="46" y="114"/>
                    <a:pt x="46" y="114"/>
                  </a:cubicBezTo>
                  <a:cubicBezTo>
                    <a:pt x="91" y="112"/>
                    <a:pt x="91" y="25"/>
                    <a:pt x="91" y="25"/>
                  </a:cubicBezTo>
                  <a:cubicBezTo>
                    <a:pt x="91" y="18"/>
                    <a:pt x="85" y="17"/>
                    <a:pt x="85" y="17"/>
                  </a:cubicBezTo>
                  <a:cubicBezTo>
                    <a:pt x="85" y="17"/>
                    <a:pt x="85" y="17"/>
                    <a:pt x="84" y="17"/>
                  </a:cubicBezTo>
                  <a:cubicBezTo>
                    <a:pt x="65" y="17"/>
                    <a:pt x="62" y="7"/>
                    <a:pt x="57" y="3"/>
                  </a:cubicBezTo>
                  <a:cubicBezTo>
                    <a:pt x="52" y="0"/>
                    <a:pt x="48" y="0"/>
                    <a:pt x="46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胡晓波骚包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453877" y="2864903"/>
            <a:ext cx="3424601" cy="321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请在此处添加或复制文本内容，</a:t>
            </a:r>
            <a:endParaRPr kumimoji="0" lang="zh-CN" altLang="en-US" sz="20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66388" y="2348365"/>
            <a:ext cx="3199579" cy="468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单击此处添加标题</a:t>
            </a:r>
            <a:endParaRPr kumimoji="0" lang="en-US" altLang="zh-CN" sz="2400" b="0" i="0" u="none" strike="noStrike" kern="1200" cap="none" spc="-300" normalizeH="0" baseline="0" noProof="0" dirty="0">
              <a:ln>
                <a:noFill/>
              </a:ln>
              <a:solidFill>
                <a:srgbClr val="F4CD3D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18520" y="2864903"/>
            <a:ext cx="3424601" cy="321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请在此处添加或复制文本内容，</a:t>
            </a:r>
            <a:endParaRPr kumimoji="0" lang="zh-CN" altLang="en-US" sz="20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31031" y="2348365"/>
            <a:ext cx="3199579" cy="468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单击此处添加标题</a:t>
            </a:r>
            <a:endParaRPr kumimoji="0" lang="en-US" altLang="zh-CN" sz="2400" b="0" i="0" u="none" strike="noStrike" kern="1200" cap="none" spc="-300" normalizeH="0" baseline="0" noProof="0" dirty="0">
              <a:ln>
                <a:noFill/>
              </a:ln>
              <a:solidFill>
                <a:srgbClr val="F4CD3D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53877" y="4602169"/>
            <a:ext cx="3424601" cy="321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请在此处添加或复制文本内容，</a:t>
            </a:r>
            <a:endParaRPr kumimoji="0" lang="zh-CN" altLang="en-US" sz="20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566388" y="4085631"/>
            <a:ext cx="3199579" cy="468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单击此处添加标题</a:t>
            </a:r>
            <a:endParaRPr kumimoji="0" lang="en-US" altLang="zh-CN" sz="2400" b="0" i="0" u="none" strike="noStrike" kern="1200" cap="none" spc="-300" normalizeH="0" baseline="0" noProof="0" dirty="0">
              <a:ln>
                <a:noFill/>
              </a:ln>
              <a:solidFill>
                <a:srgbClr val="F4CD3D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18520" y="4602169"/>
            <a:ext cx="3424601" cy="321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请在此处添加或复制文本内容，</a:t>
            </a:r>
            <a:endParaRPr kumimoji="0" lang="zh-CN" altLang="en-US" sz="20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631031" y="4085631"/>
            <a:ext cx="3199579" cy="468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单击此处添加标题</a:t>
            </a:r>
            <a:endParaRPr kumimoji="0" lang="en-US" altLang="zh-CN" sz="2400" b="0" i="0" u="none" strike="noStrike" kern="1200" cap="none" spc="-300" normalizeH="0" baseline="0" noProof="0" dirty="0">
              <a:ln>
                <a:noFill/>
              </a:ln>
              <a:solidFill>
                <a:srgbClr val="F4CD3D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947240" y="1639654"/>
            <a:ext cx="567160" cy="567160"/>
            <a:chOff x="8947240" y="1639654"/>
            <a:chExt cx="567160" cy="567160"/>
          </a:xfrm>
        </p:grpSpPr>
        <p:sp>
          <p:nvSpPr>
            <p:cNvPr id="25" name="椭圆 24"/>
            <p:cNvSpPr/>
            <p:nvPr/>
          </p:nvSpPr>
          <p:spPr>
            <a:xfrm>
              <a:off x="8947240" y="1639654"/>
              <a:ext cx="567160" cy="56716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6" name="Freeform 50"/>
            <p:cNvSpPr>
              <a:spLocks noEditPoints="1"/>
            </p:cNvSpPr>
            <p:nvPr/>
          </p:nvSpPr>
          <p:spPr bwMode="auto">
            <a:xfrm>
              <a:off x="9128313" y="1699842"/>
              <a:ext cx="205014" cy="446785"/>
            </a:xfrm>
            <a:custGeom>
              <a:avLst/>
              <a:gdLst>
                <a:gd name="T0" fmla="*/ 189393 w 66"/>
                <a:gd name="T1" fmla="*/ 165735 h 120"/>
                <a:gd name="T2" fmla="*/ 180229 w 66"/>
                <a:gd name="T3" fmla="*/ 178012 h 120"/>
                <a:gd name="T4" fmla="*/ 180229 w 66"/>
                <a:gd name="T5" fmla="*/ 178012 h 120"/>
                <a:gd name="T6" fmla="*/ 100806 w 66"/>
                <a:gd name="T7" fmla="*/ 257810 h 120"/>
                <a:gd name="T8" fmla="*/ 21383 w 66"/>
                <a:gd name="T9" fmla="*/ 178012 h 120"/>
                <a:gd name="T10" fmla="*/ 12219 w 66"/>
                <a:gd name="T11" fmla="*/ 165735 h 120"/>
                <a:gd name="T12" fmla="*/ 0 w 66"/>
                <a:gd name="T13" fmla="*/ 178012 h 120"/>
                <a:gd name="T14" fmla="*/ 91642 w 66"/>
                <a:gd name="T15" fmla="*/ 279294 h 120"/>
                <a:gd name="T16" fmla="*/ 91642 w 66"/>
                <a:gd name="T17" fmla="*/ 346816 h 120"/>
                <a:gd name="T18" fmla="*/ 61095 w 66"/>
                <a:gd name="T19" fmla="*/ 346816 h 120"/>
                <a:gd name="T20" fmla="*/ 51930 w 66"/>
                <a:gd name="T21" fmla="*/ 359093 h 120"/>
                <a:gd name="T22" fmla="*/ 61095 w 66"/>
                <a:gd name="T23" fmla="*/ 368300 h 120"/>
                <a:gd name="T24" fmla="*/ 140517 w 66"/>
                <a:gd name="T25" fmla="*/ 368300 h 120"/>
                <a:gd name="T26" fmla="*/ 149682 w 66"/>
                <a:gd name="T27" fmla="*/ 359093 h 120"/>
                <a:gd name="T28" fmla="*/ 140517 w 66"/>
                <a:gd name="T29" fmla="*/ 346816 h 120"/>
                <a:gd name="T30" fmla="*/ 109970 w 66"/>
                <a:gd name="T31" fmla="*/ 346816 h 120"/>
                <a:gd name="T32" fmla="*/ 109970 w 66"/>
                <a:gd name="T33" fmla="*/ 279294 h 120"/>
                <a:gd name="T34" fmla="*/ 201612 w 66"/>
                <a:gd name="T35" fmla="*/ 178012 h 120"/>
                <a:gd name="T36" fmla="*/ 189393 w 66"/>
                <a:gd name="T37" fmla="*/ 165735 h 120"/>
                <a:gd name="T38" fmla="*/ 61095 w 66"/>
                <a:gd name="T39" fmla="*/ 70591 h 120"/>
                <a:gd name="T40" fmla="*/ 58040 w 66"/>
                <a:gd name="T41" fmla="*/ 64453 h 120"/>
                <a:gd name="T42" fmla="*/ 100806 w 66"/>
                <a:gd name="T43" fmla="*/ 18415 h 120"/>
                <a:gd name="T44" fmla="*/ 106915 w 66"/>
                <a:gd name="T45" fmla="*/ 24553 h 120"/>
                <a:gd name="T46" fmla="*/ 100806 w 66"/>
                <a:gd name="T47" fmla="*/ 30692 h 120"/>
                <a:gd name="T48" fmla="*/ 67204 w 66"/>
                <a:gd name="T49" fmla="*/ 64453 h 120"/>
                <a:gd name="T50" fmla="*/ 61095 w 66"/>
                <a:gd name="T51" fmla="*/ 70591 h 120"/>
                <a:gd name="T52" fmla="*/ 100806 w 66"/>
                <a:gd name="T53" fmla="*/ 0 h 120"/>
                <a:gd name="T54" fmla="*/ 36657 w 66"/>
                <a:gd name="T55" fmla="*/ 64453 h 120"/>
                <a:gd name="T56" fmla="*/ 36657 w 66"/>
                <a:gd name="T57" fmla="*/ 178012 h 120"/>
                <a:gd name="T58" fmla="*/ 100806 w 66"/>
                <a:gd name="T59" fmla="*/ 239395 h 120"/>
                <a:gd name="T60" fmla="*/ 164955 w 66"/>
                <a:gd name="T61" fmla="*/ 178012 h 120"/>
                <a:gd name="T62" fmla="*/ 164955 w 66"/>
                <a:gd name="T63" fmla="*/ 64453 h 120"/>
                <a:gd name="T64" fmla="*/ 100806 w 66"/>
                <a:gd name="T65" fmla="*/ 0 h 12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6" h="120">
                  <a:moveTo>
                    <a:pt x="62" y="54"/>
                  </a:moveTo>
                  <a:cubicBezTo>
                    <a:pt x="61" y="54"/>
                    <a:pt x="59" y="56"/>
                    <a:pt x="59" y="58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9" y="72"/>
                    <a:pt x="47" y="84"/>
                    <a:pt x="33" y="84"/>
                  </a:cubicBezTo>
                  <a:cubicBezTo>
                    <a:pt x="19" y="84"/>
                    <a:pt x="7" y="72"/>
                    <a:pt x="7" y="58"/>
                  </a:cubicBezTo>
                  <a:cubicBezTo>
                    <a:pt x="7" y="56"/>
                    <a:pt x="5" y="54"/>
                    <a:pt x="4" y="54"/>
                  </a:cubicBezTo>
                  <a:cubicBezTo>
                    <a:pt x="2" y="54"/>
                    <a:pt x="0" y="56"/>
                    <a:pt x="0" y="58"/>
                  </a:cubicBezTo>
                  <a:cubicBezTo>
                    <a:pt x="0" y="75"/>
                    <a:pt x="13" y="89"/>
                    <a:pt x="30" y="91"/>
                  </a:cubicBezTo>
                  <a:cubicBezTo>
                    <a:pt x="30" y="113"/>
                    <a:pt x="30" y="113"/>
                    <a:pt x="30" y="113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18" y="113"/>
                    <a:pt x="17" y="115"/>
                    <a:pt x="17" y="117"/>
                  </a:cubicBezTo>
                  <a:cubicBezTo>
                    <a:pt x="17" y="119"/>
                    <a:pt x="18" y="120"/>
                    <a:pt x="20" y="120"/>
                  </a:cubicBezTo>
                  <a:cubicBezTo>
                    <a:pt x="46" y="120"/>
                    <a:pt x="46" y="120"/>
                    <a:pt x="46" y="120"/>
                  </a:cubicBezTo>
                  <a:cubicBezTo>
                    <a:pt x="48" y="120"/>
                    <a:pt x="49" y="119"/>
                    <a:pt x="49" y="117"/>
                  </a:cubicBezTo>
                  <a:cubicBezTo>
                    <a:pt x="49" y="115"/>
                    <a:pt x="48" y="113"/>
                    <a:pt x="46" y="113"/>
                  </a:cubicBezTo>
                  <a:cubicBezTo>
                    <a:pt x="36" y="113"/>
                    <a:pt x="36" y="113"/>
                    <a:pt x="36" y="113"/>
                  </a:cubicBezTo>
                  <a:cubicBezTo>
                    <a:pt x="36" y="91"/>
                    <a:pt x="36" y="91"/>
                    <a:pt x="36" y="91"/>
                  </a:cubicBezTo>
                  <a:cubicBezTo>
                    <a:pt x="53" y="89"/>
                    <a:pt x="66" y="75"/>
                    <a:pt x="66" y="58"/>
                  </a:cubicBezTo>
                  <a:cubicBezTo>
                    <a:pt x="66" y="56"/>
                    <a:pt x="64" y="54"/>
                    <a:pt x="62" y="54"/>
                  </a:cubicBezTo>
                  <a:moveTo>
                    <a:pt x="20" y="23"/>
                  </a:moveTo>
                  <a:cubicBezTo>
                    <a:pt x="19" y="23"/>
                    <a:pt x="19" y="22"/>
                    <a:pt x="19" y="21"/>
                  </a:cubicBezTo>
                  <a:cubicBezTo>
                    <a:pt x="19" y="13"/>
                    <a:pt x="25" y="6"/>
                    <a:pt x="33" y="6"/>
                  </a:cubicBezTo>
                  <a:cubicBezTo>
                    <a:pt x="34" y="6"/>
                    <a:pt x="35" y="7"/>
                    <a:pt x="35" y="8"/>
                  </a:cubicBezTo>
                  <a:cubicBezTo>
                    <a:pt x="35" y="9"/>
                    <a:pt x="34" y="10"/>
                    <a:pt x="33" y="10"/>
                  </a:cubicBezTo>
                  <a:cubicBezTo>
                    <a:pt x="27" y="10"/>
                    <a:pt x="22" y="15"/>
                    <a:pt x="22" y="21"/>
                  </a:cubicBezTo>
                  <a:cubicBezTo>
                    <a:pt x="22" y="22"/>
                    <a:pt x="21" y="23"/>
                    <a:pt x="20" y="23"/>
                  </a:cubicBezTo>
                  <a:moveTo>
                    <a:pt x="33" y="0"/>
                  </a:moveTo>
                  <a:cubicBezTo>
                    <a:pt x="22" y="0"/>
                    <a:pt x="12" y="10"/>
                    <a:pt x="12" y="21"/>
                  </a:cubicBezTo>
                  <a:cubicBezTo>
                    <a:pt x="12" y="58"/>
                    <a:pt x="12" y="58"/>
                    <a:pt x="12" y="58"/>
                  </a:cubicBezTo>
                  <a:cubicBezTo>
                    <a:pt x="12" y="69"/>
                    <a:pt x="22" y="78"/>
                    <a:pt x="33" y="78"/>
                  </a:cubicBezTo>
                  <a:cubicBezTo>
                    <a:pt x="44" y="78"/>
                    <a:pt x="54" y="69"/>
                    <a:pt x="54" y="58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10"/>
                    <a:pt x="44" y="0"/>
                    <a:pt x="33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胡晓波骚包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882597" y="3376920"/>
            <a:ext cx="567160" cy="567160"/>
            <a:chOff x="4882597" y="3376920"/>
            <a:chExt cx="567160" cy="567160"/>
          </a:xfrm>
        </p:grpSpPr>
        <p:sp>
          <p:nvSpPr>
            <p:cNvPr id="28" name="椭圆 27"/>
            <p:cNvSpPr/>
            <p:nvPr/>
          </p:nvSpPr>
          <p:spPr>
            <a:xfrm>
              <a:off x="4882597" y="3376920"/>
              <a:ext cx="567160" cy="56716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9" name="Freeform 33"/>
            <p:cNvSpPr>
              <a:spLocks noEditPoints="1"/>
            </p:cNvSpPr>
            <p:nvPr/>
          </p:nvSpPr>
          <p:spPr bwMode="auto">
            <a:xfrm>
              <a:off x="5032191" y="3519917"/>
              <a:ext cx="267972" cy="281166"/>
            </a:xfrm>
            <a:custGeom>
              <a:avLst/>
              <a:gdLst>
                <a:gd name="T0" fmla="*/ 61285 w 86"/>
                <a:gd name="T1" fmla="*/ 95800 h 75"/>
                <a:gd name="T2" fmla="*/ 58221 w 86"/>
                <a:gd name="T3" fmla="*/ 92710 h 75"/>
                <a:gd name="T4" fmla="*/ 58221 w 86"/>
                <a:gd name="T5" fmla="*/ 83439 h 75"/>
                <a:gd name="T6" fmla="*/ 125634 w 86"/>
                <a:gd name="T7" fmla="*/ 30903 h 75"/>
                <a:gd name="T8" fmla="*/ 128698 w 86"/>
                <a:gd name="T9" fmla="*/ 30903 h 75"/>
                <a:gd name="T10" fmla="*/ 131763 w 86"/>
                <a:gd name="T11" fmla="*/ 30903 h 75"/>
                <a:gd name="T12" fmla="*/ 134827 w 86"/>
                <a:gd name="T13" fmla="*/ 37084 h 75"/>
                <a:gd name="T14" fmla="*/ 134827 w 86"/>
                <a:gd name="T15" fmla="*/ 43265 h 75"/>
                <a:gd name="T16" fmla="*/ 128698 w 86"/>
                <a:gd name="T17" fmla="*/ 49445 h 75"/>
                <a:gd name="T18" fmla="*/ 125634 w 86"/>
                <a:gd name="T19" fmla="*/ 46355 h 75"/>
                <a:gd name="T20" fmla="*/ 64349 w 86"/>
                <a:gd name="T21" fmla="*/ 92710 h 75"/>
                <a:gd name="T22" fmla="*/ 61285 w 86"/>
                <a:gd name="T23" fmla="*/ 95800 h 75"/>
                <a:gd name="T24" fmla="*/ 144019 w 86"/>
                <a:gd name="T25" fmla="*/ 6181 h 75"/>
                <a:gd name="T26" fmla="*/ 131763 w 86"/>
                <a:gd name="T27" fmla="*/ 6181 h 75"/>
                <a:gd name="T28" fmla="*/ 12257 w 86"/>
                <a:gd name="T29" fmla="*/ 101981 h 75"/>
                <a:gd name="T30" fmla="*/ 0 w 86"/>
                <a:gd name="T31" fmla="*/ 117433 h 75"/>
                <a:gd name="T32" fmla="*/ 12257 w 86"/>
                <a:gd name="T33" fmla="*/ 132884 h 75"/>
                <a:gd name="T34" fmla="*/ 131763 w 86"/>
                <a:gd name="T35" fmla="*/ 228685 h 75"/>
                <a:gd name="T36" fmla="*/ 144019 w 86"/>
                <a:gd name="T37" fmla="*/ 231775 h 75"/>
                <a:gd name="T38" fmla="*/ 153212 w 86"/>
                <a:gd name="T39" fmla="*/ 228685 h 75"/>
                <a:gd name="T40" fmla="*/ 162405 w 86"/>
                <a:gd name="T41" fmla="*/ 213233 h 75"/>
                <a:gd name="T42" fmla="*/ 162405 w 86"/>
                <a:gd name="T43" fmla="*/ 24723 h 75"/>
                <a:gd name="T44" fmla="*/ 153212 w 86"/>
                <a:gd name="T45" fmla="*/ 6181 h 75"/>
                <a:gd name="T46" fmla="*/ 144019 w 86"/>
                <a:gd name="T47" fmla="*/ 6181 h 75"/>
                <a:gd name="T48" fmla="*/ 217561 w 86"/>
                <a:gd name="T49" fmla="*/ 83439 h 75"/>
                <a:gd name="T50" fmla="*/ 214497 w 86"/>
                <a:gd name="T51" fmla="*/ 77258 h 75"/>
                <a:gd name="T52" fmla="*/ 214497 w 86"/>
                <a:gd name="T53" fmla="*/ 33994 h 75"/>
                <a:gd name="T54" fmla="*/ 229818 w 86"/>
                <a:gd name="T55" fmla="*/ 18542 h 75"/>
                <a:gd name="T56" fmla="*/ 232883 w 86"/>
                <a:gd name="T57" fmla="*/ 24723 h 75"/>
                <a:gd name="T58" fmla="*/ 229818 w 86"/>
                <a:gd name="T59" fmla="*/ 30903 h 75"/>
                <a:gd name="T60" fmla="*/ 223690 w 86"/>
                <a:gd name="T61" fmla="*/ 33994 h 75"/>
                <a:gd name="T62" fmla="*/ 223690 w 86"/>
                <a:gd name="T63" fmla="*/ 77258 h 75"/>
                <a:gd name="T64" fmla="*/ 223690 w 86"/>
                <a:gd name="T65" fmla="*/ 77258 h 75"/>
                <a:gd name="T66" fmla="*/ 217561 w 86"/>
                <a:gd name="T67" fmla="*/ 83439 h 75"/>
                <a:gd name="T68" fmla="*/ 229818 w 86"/>
                <a:gd name="T69" fmla="*/ 0 h 75"/>
                <a:gd name="T70" fmla="*/ 229818 w 86"/>
                <a:gd name="T71" fmla="*/ 0 h 75"/>
                <a:gd name="T72" fmla="*/ 193047 w 86"/>
                <a:gd name="T73" fmla="*/ 33994 h 75"/>
                <a:gd name="T74" fmla="*/ 193047 w 86"/>
                <a:gd name="T75" fmla="*/ 194691 h 75"/>
                <a:gd name="T76" fmla="*/ 229818 w 86"/>
                <a:gd name="T77" fmla="*/ 228685 h 75"/>
                <a:gd name="T78" fmla="*/ 229818 w 86"/>
                <a:gd name="T79" fmla="*/ 228685 h 75"/>
                <a:gd name="T80" fmla="*/ 263525 w 86"/>
                <a:gd name="T81" fmla="*/ 194691 h 75"/>
                <a:gd name="T82" fmla="*/ 263525 w 86"/>
                <a:gd name="T83" fmla="*/ 33994 h 75"/>
                <a:gd name="T84" fmla="*/ 229818 w 86"/>
                <a:gd name="T85" fmla="*/ 0 h 7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86" h="75">
                  <a:moveTo>
                    <a:pt x="20" y="31"/>
                  </a:moveTo>
                  <a:cubicBezTo>
                    <a:pt x="20" y="31"/>
                    <a:pt x="19" y="30"/>
                    <a:pt x="19" y="30"/>
                  </a:cubicBezTo>
                  <a:cubicBezTo>
                    <a:pt x="18" y="29"/>
                    <a:pt x="18" y="28"/>
                    <a:pt x="19" y="27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4" y="10"/>
                    <a:pt x="44" y="11"/>
                    <a:pt x="44" y="12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5"/>
                    <a:pt x="43" y="16"/>
                    <a:pt x="42" y="16"/>
                  </a:cubicBezTo>
                  <a:cubicBezTo>
                    <a:pt x="42" y="16"/>
                    <a:pt x="41" y="15"/>
                    <a:pt x="41" y="15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1" y="31"/>
                    <a:pt x="20" y="31"/>
                  </a:cubicBezTo>
                  <a:moveTo>
                    <a:pt x="47" y="2"/>
                  </a:moveTo>
                  <a:cubicBezTo>
                    <a:pt x="46" y="2"/>
                    <a:pt x="44" y="2"/>
                    <a:pt x="43" y="2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2" y="34"/>
                    <a:pt x="0" y="36"/>
                    <a:pt x="0" y="38"/>
                  </a:cubicBezTo>
                  <a:cubicBezTo>
                    <a:pt x="0" y="40"/>
                    <a:pt x="2" y="42"/>
                    <a:pt x="4" y="43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44" y="74"/>
                    <a:pt x="46" y="75"/>
                    <a:pt x="47" y="75"/>
                  </a:cubicBezTo>
                  <a:cubicBezTo>
                    <a:pt x="48" y="75"/>
                    <a:pt x="49" y="74"/>
                    <a:pt x="50" y="74"/>
                  </a:cubicBezTo>
                  <a:cubicBezTo>
                    <a:pt x="52" y="73"/>
                    <a:pt x="53" y="71"/>
                    <a:pt x="53" y="6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3" y="5"/>
                    <a:pt x="52" y="4"/>
                    <a:pt x="50" y="2"/>
                  </a:cubicBezTo>
                  <a:cubicBezTo>
                    <a:pt x="49" y="2"/>
                    <a:pt x="48" y="2"/>
                    <a:pt x="47" y="2"/>
                  </a:cubicBezTo>
                  <a:moveTo>
                    <a:pt x="71" y="27"/>
                  </a:moveTo>
                  <a:cubicBezTo>
                    <a:pt x="70" y="27"/>
                    <a:pt x="70" y="26"/>
                    <a:pt x="70" y="25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8"/>
                    <a:pt x="72" y="6"/>
                    <a:pt x="75" y="6"/>
                  </a:cubicBezTo>
                  <a:cubicBezTo>
                    <a:pt x="76" y="6"/>
                    <a:pt x="76" y="7"/>
                    <a:pt x="76" y="8"/>
                  </a:cubicBezTo>
                  <a:cubicBezTo>
                    <a:pt x="76" y="9"/>
                    <a:pt x="76" y="10"/>
                    <a:pt x="75" y="10"/>
                  </a:cubicBezTo>
                  <a:cubicBezTo>
                    <a:pt x="74" y="10"/>
                    <a:pt x="73" y="10"/>
                    <a:pt x="73" y="11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3" y="26"/>
                    <a:pt x="72" y="27"/>
                    <a:pt x="71" y="27"/>
                  </a:cubicBezTo>
                  <a:moveTo>
                    <a:pt x="75" y="0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68" y="0"/>
                    <a:pt x="63" y="5"/>
                    <a:pt x="63" y="11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63" y="69"/>
                    <a:pt x="68" y="74"/>
                    <a:pt x="75" y="74"/>
                  </a:cubicBezTo>
                  <a:cubicBezTo>
                    <a:pt x="75" y="74"/>
                    <a:pt x="75" y="74"/>
                    <a:pt x="75" y="74"/>
                  </a:cubicBezTo>
                  <a:cubicBezTo>
                    <a:pt x="81" y="74"/>
                    <a:pt x="86" y="69"/>
                    <a:pt x="86" y="63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5"/>
                    <a:pt x="81" y="0"/>
                    <a:pt x="75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胡晓波骚包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947240" y="3376920"/>
            <a:ext cx="567160" cy="567160"/>
            <a:chOff x="8947240" y="3376920"/>
            <a:chExt cx="567160" cy="567160"/>
          </a:xfrm>
        </p:grpSpPr>
        <p:sp>
          <p:nvSpPr>
            <p:cNvPr id="31" name="椭圆 30"/>
            <p:cNvSpPr/>
            <p:nvPr/>
          </p:nvSpPr>
          <p:spPr>
            <a:xfrm>
              <a:off x="8947240" y="3376920"/>
              <a:ext cx="567160" cy="56716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32" name="Freeform 23"/>
            <p:cNvSpPr>
              <a:spLocks noEditPoints="1"/>
            </p:cNvSpPr>
            <p:nvPr/>
          </p:nvSpPr>
          <p:spPr bwMode="auto">
            <a:xfrm>
              <a:off x="9084727" y="3473698"/>
              <a:ext cx="292186" cy="373605"/>
            </a:xfrm>
            <a:custGeom>
              <a:avLst/>
              <a:gdLst>
                <a:gd name="T0" fmla="*/ 18538 w 93"/>
                <a:gd name="T1" fmla="*/ 267938 h 100"/>
                <a:gd name="T2" fmla="*/ 12359 w 93"/>
                <a:gd name="T3" fmla="*/ 261779 h 100"/>
                <a:gd name="T4" fmla="*/ 24717 w 93"/>
                <a:gd name="T5" fmla="*/ 240221 h 100"/>
                <a:gd name="T6" fmla="*/ 52524 w 93"/>
                <a:gd name="T7" fmla="*/ 230981 h 100"/>
                <a:gd name="T8" fmla="*/ 58703 w 93"/>
                <a:gd name="T9" fmla="*/ 234061 h 100"/>
                <a:gd name="T10" fmla="*/ 52524 w 93"/>
                <a:gd name="T11" fmla="*/ 240221 h 100"/>
                <a:gd name="T12" fmla="*/ 33986 w 93"/>
                <a:gd name="T13" fmla="*/ 246380 h 100"/>
                <a:gd name="T14" fmla="*/ 24717 w 93"/>
                <a:gd name="T15" fmla="*/ 261779 h 100"/>
                <a:gd name="T16" fmla="*/ 18538 w 93"/>
                <a:gd name="T17" fmla="*/ 267938 h 100"/>
                <a:gd name="T18" fmla="*/ 200827 w 93"/>
                <a:gd name="T19" fmla="*/ 218662 h 100"/>
                <a:gd name="T20" fmla="*/ 194648 w 93"/>
                <a:gd name="T21" fmla="*/ 215583 h 100"/>
                <a:gd name="T22" fmla="*/ 207006 w 93"/>
                <a:gd name="T23" fmla="*/ 190945 h 100"/>
                <a:gd name="T24" fmla="*/ 234813 w 93"/>
                <a:gd name="T25" fmla="*/ 181705 h 100"/>
                <a:gd name="T26" fmla="*/ 240992 w 93"/>
                <a:gd name="T27" fmla="*/ 187865 h 100"/>
                <a:gd name="T28" fmla="*/ 234813 w 93"/>
                <a:gd name="T29" fmla="*/ 194024 h 100"/>
                <a:gd name="T30" fmla="*/ 234813 w 93"/>
                <a:gd name="T31" fmla="*/ 194024 h 100"/>
                <a:gd name="T32" fmla="*/ 216275 w 93"/>
                <a:gd name="T33" fmla="*/ 200184 h 100"/>
                <a:gd name="T34" fmla="*/ 207006 w 93"/>
                <a:gd name="T35" fmla="*/ 215583 h 100"/>
                <a:gd name="T36" fmla="*/ 200827 w 93"/>
                <a:gd name="T37" fmla="*/ 218662 h 100"/>
                <a:gd name="T38" fmla="*/ 89600 w 93"/>
                <a:gd name="T39" fmla="*/ 80074 h 100"/>
                <a:gd name="T40" fmla="*/ 83420 w 93"/>
                <a:gd name="T41" fmla="*/ 76994 h 100"/>
                <a:gd name="T42" fmla="*/ 98869 w 93"/>
                <a:gd name="T43" fmla="*/ 55436 h 100"/>
                <a:gd name="T44" fmla="*/ 101958 w 93"/>
                <a:gd name="T45" fmla="*/ 55436 h 100"/>
                <a:gd name="T46" fmla="*/ 105048 w 93"/>
                <a:gd name="T47" fmla="*/ 58515 h 100"/>
                <a:gd name="T48" fmla="*/ 101958 w 93"/>
                <a:gd name="T49" fmla="*/ 64675 h 100"/>
                <a:gd name="T50" fmla="*/ 95779 w 93"/>
                <a:gd name="T51" fmla="*/ 76994 h 100"/>
                <a:gd name="T52" fmla="*/ 89600 w 93"/>
                <a:gd name="T53" fmla="*/ 80074 h 100"/>
                <a:gd name="T54" fmla="*/ 271889 w 93"/>
                <a:gd name="T55" fmla="*/ 0 h 100"/>
                <a:gd name="T56" fmla="*/ 268799 w 93"/>
                <a:gd name="T57" fmla="*/ 0 h 100"/>
                <a:gd name="T58" fmla="*/ 86510 w 93"/>
                <a:gd name="T59" fmla="*/ 49276 h 100"/>
                <a:gd name="T60" fmla="*/ 74151 w 93"/>
                <a:gd name="T61" fmla="*/ 67755 h 100"/>
                <a:gd name="T62" fmla="*/ 74151 w 93"/>
                <a:gd name="T63" fmla="*/ 221742 h 100"/>
                <a:gd name="T64" fmla="*/ 52524 w 93"/>
                <a:gd name="T65" fmla="*/ 218662 h 100"/>
                <a:gd name="T66" fmla="*/ 0 w 93"/>
                <a:gd name="T67" fmla="*/ 261779 h 100"/>
                <a:gd name="T68" fmla="*/ 52524 w 93"/>
                <a:gd name="T69" fmla="*/ 307975 h 100"/>
                <a:gd name="T70" fmla="*/ 105048 w 93"/>
                <a:gd name="T71" fmla="*/ 261779 h 100"/>
                <a:gd name="T72" fmla="*/ 108138 w 93"/>
                <a:gd name="T73" fmla="*/ 258699 h 100"/>
                <a:gd name="T74" fmla="*/ 108138 w 93"/>
                <a:gd name="T75" fmla="*/ 80074 h 100"/>
                <a:gd name="T76" fmla="*/ 256441 w 93"/>
                <a:gd name="T77" fmla="*/ 36957 h 100"/>
                <a:gd name="T78" fmla="*/ 256441 w 93"/>
                <a:gd name="T79" fmla="*/ 172466 h 100"/>
                <a:gd name="T80" fmla="*/ 234813 w 93"/>
                <a:gd name="T81" fmla="*/ 169386 h 100"/>
                <a:gd name="T82" fmla="*/ 182289 w 93"/>
                <a:gd name="T83" fmla="*/ 215583 h 100"/>
                <a:gd name="T84" fmla="*/ 234813 w 93"/>
                <a:gd name="T85" fmla="*/ 258699 h 100"/>
                <a:gd name="T86" fmla="*/ 287337 w 93"/>
                <a:gd name="T87" fmla="*/ 215583 h 100"/>
                <a:gd name="T88" fmla="*/ 287337 w 93"/>
                <a:gd name="T89" fmla="*/ 212503 h 100"/>
                <a:gd name="T90" fmla="*/ 287337 w 93"/>
                <a:gd name="T91" fmla="*/ 206343 h 100"/>
                <a:gd name="T92" fmla="*/ 287337 w 93"/>
                <a:gd name="T93" fmla="*/ 15399 h 100"/>
                <a:gd name="T94" fmla="*/ 281158 w 93"/>
                <a:gd name="T95" fmla="*/ 3080 h 100"/>
                <a:gd name="T96" fmla="*/ 271889 w 93"/>
                <a:gd name="T97" fmla="*/ 0 h 10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93" h="100">
                  <a:moveTo>
                    <a:pt x="6" y="87"/>
                  </a:moveTo>
                  <a:cubicBezTo>
                    <a:pt x="5" y="87"/>
                    <a:pt x="4" y="86"/>
                    <a:pt x="4" y="85"/>
                  </a:cubicBezTo>
                  <a:cubicBezTo>
                    <a:pt x="4" y="82"/>
                    <a:pt x="6" y="79"/>
                    <a:pt x="8" y="78"/>
                  </a:cubicBezTo>
                  <a:cubicBezTo>
                    <a:pt x="11" y="76"/>
                    <a:pt x="14" y="75"/>
                    <a:pt x="17" y="75"/>
                  </a:cubicBezTo>
                  <a:cubicBezTo>
                    <a:pt x="18" y="75"/>
                    <a:pt x="19" y="75"/>
                    <a:pt x="19" y="76"/>
                  </a:cubicBezTo>
                  <a:cubicBezTo>
                    <a:pt x="19" y="77"/>
                    <a:pt x="18" y="78"/>
                    <a:pt x="17" y="78"/>
                  </a:cubicBezTo>
                  <a:cubicBezTo>
                    <a:pt x="15" y="78"/>
                    <a:pt x="12" y="79"/>
                    <a:pt x="11" y="80"/>
                  </a:cubicBezTo>
                  <a:cubicBezTo>
                    <a:pt x="9" y="82"/>
                    <a:pt x="8" y="83"/>
                    <a:pt x="8" y="85"/>
                  </a:cubicBezTo>
                  <a:cubicBezTo>
                    <a:pt x="8" y="86"/>
                    <a:pt x="7" y="87"/>
                    <a:pt x="6" y="87"/>
                  </a:cubicBezTo>
                  <a:moveTo>
                    <a:pt x="65" y="71"/>
                  </a:moveTo>
                  <a:cubicBezTo>
                    <a:pt x="64" y="71"/>
                    <a:pt x="63" y="71"/>
                    <a:pt x="63" y="70"/>
                  </a:cubicBezTo>
                  <a:cubicBezTo>
                    <a:pt x="63" y="67"/>
                    <a:pt x="65" y="64"/>
                    <a:pt x="67" y="62"/>
                  </a:cubicBezTo>
                  <a:cubicBezTo>
                    <a:pt x="70" y="60"/>
                    <a:pt x="73" y="59"/>
                    <a:pt x="76" y="59"/>
                  </a:cubicBezTo>
                  <a:cubicBezTo>
                    <a:pt x="77" y="59"/>
                    <a:pt x="78" y="60"/>
                    <a:pt x="78" y="61"/>
                  </a:cubicBezTo>
                  <a:cubicBezTo>
                    <a:pt x="78" y="62"/>
                    <a:pt x="77" y="63"/>
                    <a:pt x="76" y="63"/>
                  </a:cubicBezTo>
                  <a:cubicBezTo>
                    <a:pt x="76" y="63"/>
                    <a:pt x="76" y="63"/>
                    <a:pt x="76" y="63"/>
                  </a:cubicBezTo>
                  <a:cubicBezTo>
                    <a:pt x="74" y="63"/>
                    <a:pt x="71" y="64"/>
                    <a:pt x="70" y="65"/>
                  </a:cubicBezTo>
                  <a:cubicBezTo>
                    <a:pt x="68" y="66"/>
                    <a:pt x="67" y="68"/>
                    <a:pt x="67" y="70"/>
                  </a:cubicBezTo>
                  <a:cubicBezTo>
                    <a:pt x="67" y="71"/>
                    <a:pt x="66" y="71"/>
                    <a:pt x="65" y="71"/>
                  </a:cubicBezTo>
                  <a:moveTo>
                    <a:pt x="29" y="26"/>
                  </a:moveTo>
                  <a:cubicBezTo>
                    <a:pt x="28" y="26"/>
                    <a:pt x="27" y="26"/>
                    <a:pt x="27" y="25"/>
                  </a:cubicBezTo>
                  <a:cubicBezTo>
                    <a:pt x="27" y="21"/>
                    <a:pt x="29" y="19"/>
                    <a:pt x="32" y="18"/>
                  </a:cubicBezTo>
                  <a:cubicBezTo>
                    <a:pt x="32" y="18"/>
                    <a:pt x="32" y="18"/>
                    <a:pt x="33" y="18"/>
                  </a:cubicBezTo>
                  <a:cubicBezTo>
                    <a:pt x="33" y="18"/>
                    <a:pt x="34" y="18"/>
                    <a:pt x="34" y="19"/>
                  </a:cubicBezTo>
                  <a:cubicBezTo>
                    <a:pt x="35" y="20"/>
                    <a:pt x="34" y="21"/>
                    <a:pt x="33" y="21"/>
                  </a:cubicBezTo>
                  <a:cubicBezTo>
                    <a:pt x="32" y="22"/>
                    <a:pt x="31" y="23"/>
                    <a:pt x="31" y="25"/>
                  </a:cubicBezTo>
                  <a:cubicBezTo>
                    <a:pt x="31" y="26"/>
                    <a:pt x="30" y="26"/>
                    <a:pt x="29" y="26"/>
                  </a:cubicBezTo>
                  <a:moveTo>
                    <a:pt x="88" y="0"/>
                  </a:moveTo>
                  <a:cubicBezTo>
                    <a:pt x="88" y="0"/>
                    <a:pt x="87" y="0"/>
                    <a:pt x="87" y="0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6" y="17"/>
                    <a:pt x="24" y="19"/>
                    <a:pt x="24" y="2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2" y="71"/>
                    <a:pt x="20" y="71"/>
                    <a:pt x="17" y="71"/>
                  </a:cubicBezTo>
                  <a:cubicBezTo>
                    <a:pt x="8" y="71"/>
                    <a:pt x="0" y="77"/>
                    <a:pt x="0" y="85"/>
                  </a:cubicBezTo>
                  <a:cubicBezTo>
                    <a:pt x="0" y="93"/>
                    <a:pt x="8" y="100"/>
                    <a:pt x="17" y="100"/>
                  </a:cubicBezTo>
                  <a:cubicBezTo>
                    <a:pt x="27" y="100"/>
                    <a:pt x="34" y="93"/>
                    <a:pt x="34" y="85"/>
                  </a:cubicBezTo>
                  <a:cubicBezTo>
                    <a:pt x="35" y="85"/>
                    <a:pt x="35" y="84"/>
                    <a:pt x="35" y="84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81" y="55"/>
                    <a:pt x="79" y="55"/>
                    <a:pt x="76" y="55"/>
                  </a:cubicBezTo>
                  <a:cubicBezTo>
                    <a:pt x="67" y="55"/>
                    <a:pt x="59" y="62"/>
                    <a:pt x="59" y="70"/>
                  </a:cubicBezTo>
                  <a:cubicBezTo>
                    <a:pt x="59" y="78"/>
                    <a:pt x="67" y="84"/>
                    <a:pt x="76" y="84"/>
                  </a:cubicBezTo>
                  <a:cubicBezTo>
                    <a:pt x="86" y="84"/>
                    <a:pt x="93" y="78"/>
                    <a:pt x="93" y="70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8"/>
                    <a:pt x="93" y="68"/>
                    <a:pt x="93" y="67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3"/>
                    <a:pt x="93" y="2"/>
                    <a:pt x="91" y="1"/>
                  </a:cubicBezTo>
                  <a:cubicBezTo>
                    <a:pt x="90" y="0"/>
                    <a:pt x="89" y="0"/>
                    <a:pt x="88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胡晓波骚包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4" name="图片 33" descr="卡通人物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619" y="1858937"/>
            <a:ext cx="2190771" cy="30299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1880" y="89265"/>
            <a:ext cx="4558839" cy="1277406"/>
            <a:chOff x="601880" y="89265"/>
            <a:chExt cx="4558839" cy="1277406"/>
          </a:xfrm>
        </p:grpSpPr>
        <p:pic>
          <p:nvPicPr>
            <p:cNvPr id="3" name="图片 2" descr="图片包含 图标&#10;&#10;描述已自动生成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80" y="437593"/>
              <a:ext cx="937550" cy="929078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57925" y="50910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教学情景导入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50633" y="84291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Introduction Of Teaching Situation</a:t>
              </a:r>
              <a:endParaRPr kumimoji="0" lang="zh-CN" altLang="en-US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4788" y="8926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01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905453" y="1724456"/>
            <a:ext cx="7191691" cy="1179304"/>
            <a:chOff x="2069812" y="1943091"/>
            <a:chExt cx="7191691" cy="1179304"/>
          </a:xfrm>
        </p:grpSpPr>
        <p:sp>
          <p:nvSpPr>
            <p:cNvPr id="10" name="文本框 9"/>
            <p:cNvSpPr txBox="1"/>
            <p:nvPr/>
          </p:nvSpPr>
          <p:spPr>
            <a:xfrm>
              <a:off x="2069812" y="2355454"/>
              <a:ext cx="7191691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请在此处添加文本内容，或者复制已经编辑好的文字粘贴至此位置，请在此处添加。请在此处添加文本内容，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069813" y="1943091"/>
              <a:ext cx="319957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159911" y="2121756"/>
            <a:ext cx="539171" cy="539171"/>
            <a:chOff x="1159911" y="2121756"/>
            <a:chExt cx="539171" cy="539171"/>
          </a:xfrm>
        </p:grpSpPr>
        <p:sp>
          <p:nvSpPr>
            <p:cNvPr id="13" name="椭圆 12"/>
            <p:cNvSpPr/>
            <p:nvPr/>
          </p:nvSpPr>
          <p:spPr>
            <a:xfrm>
              <a:off x="1159911" y="2121756"/>
              <a:ext cx="539171" cy="53917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4" name="Freeform 42"/>
            <p:cNvSpPr>
              <a:spLocks noEditPoints="1"/>
            </p:cNvSpPr>
            <p:nvPr/>
          </p:nvSpPr>
          <p:spPr bwMode="auto">
            <a:xfrm>
              <a:off x="1276302" y="2213541"/>
              <a:ext cx="306388" cy="355600"/>
            </a:xfrm>
            <a:custGeom>
              <a:avLst/>
              <a:gdLst>
                <a:gd name="T0" fmla="*/ 159 w 172"/>
                <a:gd name="T1" fmla="*/ 36 h 199"/>
                <a:gd name="T2" fmla="*/ 124 w 172"/>
                <a:gd name="T3" fmla="*/ 36 h 199"/>
                <a:gd name="T4" fmla="*/ 86 w 172"/>
                <a:gd name="T5" fmla="*/ 0 h 199"/>
                <a:gd name="T6" fmla="*/ 49 w 172"/>
                <a:gd name="T7" fmla="*/ 36 h 199"/>
                <a:gd name="T8" fmla="*/ 12 w 172"/>
                <a:gd name="T9" fmla="*/ 36 h 199"/>
                <a:gd name="T10" fmla="*/ 0 w 172"/>
                <a:gd name="T11" fmla="*/ 49 h 199"/>
                <a:gd name="T12" fmla="*/ 11 w 172"/>
                <a:gd name="T13" fmla="*/ 62 h 199"/>
                <a:gd name="T14" fmla="*/ 11 w 172"/>
                <a:gd name="T15" fmla="*/ 162 h 199"/>
                <a:gd name="T16" fmla="*/ 49 w 172"/>
                <a:gd name="T17" fmla="*/ 199 h 199"/>
                <a:gd name="T18" fmla="*/ 124 w 172"/>
                <a:gd name="T19" fmla="*/ 199 h 199"/>
                <a:gd name="T20" fmla="*/ 159 w 172"/>
                <a:gd name="T21" fmla="*/ 162 h 199"/>
                <a:gd name="T22" fmla="*/ 159 w 172"/>
                <a:gd name="T23" fmla="*/ 62 h 199"/>
                <a:gd name="T24" fmla="*/ 172 w 172"/>
                <a:gd name="T25" fmla="*/ 49 h 199"/>
                <a:gd name="T26" fmla="*/ 159 w 172"/>
                <a:gd name="T27" fmla="*/ 36 h 199"/>
                <a:gd name="T28" fmla="*/ 86 w 172"/>
                <a:gd name="T29" fmla="*/ 22 h 199"/>
                <a:gd name="T30" fmla="*/ 99 w 172"/>
                <a:gd name="T31" fmla="*/ 36 h 199"/>
                <a:gd name="T32" fmla="*/ 74 w 172"/>
                <a:gd name="T33" fmla="*/ 36 h 199"/>
                <a:gd name="T34" fmla="*/ 86 w 172"/>
                <a:gd name="T35" fmla="*/ 22 h 199"/>
                <a:gd name="T36" fmla="*/ 136 w 172"/>
                <a:gd name="T37" fmla="*/ 163 h 199"/>
                <a:gd name="T38" fmla="*/ 123 w 172"/>
                <a:gd name="T39" fmla="*/ 176 h 199"/>
                <a:gd name="T40" fmla="*/ 48 w 172"/>
                <a:gd name="T41" fmla="*/ 176 h 199"/>
                <a:gd name="T42" fmla="*/ 36 w 172"/>
                <a:gd name="T43" fmla="*/ 163 h 199"/>
                <a:gd name="T44" fmla="*/ 36 w 172"/>
                <a:gd name="T45" fmla="*/ 63 h 199"/>
                <a:gd name="T46" fmla="*/ 136 w 172"/>
                <a:gd name="T47" fmla="*/ 63 h 199"/>
                <a:gd name="T48" fmla="*/ 136 w 172"/>
                <a:gd name="T49" fmla="*/ 163 h 199"/>
                <a:gd name="T50" fmla="*/ 55 w 172"/>
                <a:gd name="T51" fmla="*/ 149 h 199"/>
                <a:gd name="T52" fmla="*/ 64 w 172"/>
                <a:gd name="T53" fmla="*/ 142 h 199"/>
                <a:gd name="T54" fmla="*/ 64 w 172"/>
                <a:gd name="T55" fmla="*/ 93 h 199"/>
                <a:gd name="T56" fmla="*/ 55 w 172"/>
                <a:gd name="T57" fmla="*/ 86 h 199"/>
                <a:gd name="T58" fmla="*/ 47 w 172"/>
                <a:gd name="T59" fmla="*/ 93 h 199"/>
                <a:gd name="T60" fmla="*/ 47 w 172"/>
                <a:gd name="T61" fmla="*/ 142 h 199"/>
                <a:gd name="T62" fmla="*/ 55 w 172"/>
                <a:gd name="T63" fmla="*/ 149 h 199"/>
                <a:gd name="T64" fmla="*/ 115 w 172"/>
                <a:gd name="T65" fmla="*/ 149 h 199"/>
                <a:gd name="T66" fmla="*/ 124 w 172"/>
                <a:gd name="T67" fmla="*/ 142 h 199"/>
                <a:gd name="T68" fmla="*/ 124 w 172"/>
                <a:gd name="T69" fmla="*/ 93 h 199"/>
                <a:gd name="T70" fmla="*/ 115 w 172"/>
                <a:gd name="T71" fmla="*/ 86 h 199"/>
                <a:gd name="T72" fmla="*/ 107 w 172"/>
                <a:gd name="T73" fmla="*/ 93 h 199"/>
                <a:gd name="T74" fmla="*/ 107 w 172"/>
                <a:gd name="T75" fmla="*/ 142 h 199"/>
                <a:gd name="T76" fmla="*/ 115 w 172"/>
                <a:gd name="T77" fmla="*/ 149 h 199"/>
                <a:gd name="T78" fmla="*/ 84 w 172"/>
                <a:gd name="T79" fmla="*/ 149 h 199"/>
                <a:gd name="T80" fmla="*/ 93 w 172"/>
                <a:gd name="T81" fmla="*/ 142 h 199"/>
                <a:gd name="T82" fmla="*/ 93 w 172"/>
                <a:gd name="T83" fmla="*/ 93 h 199"/>
                <a:gd name="T84" fmla="*/ 84 w 172"/>
                <a:gd name="T85" fmla="*/ 86 h 199"/>
                <a:gd name="T86" fmla="*/ 76 w 172"/>
                <a:gd name="T87" fmla="*/ 93 h 199"/>
                <a:gd name="T88" fmla="*/ 76 w 172"/>
                <a:gd name="T89" fmla="*/ 142 h 199"/>
                <a:gd name="T90" fmla="*/ 84 w 172"/>
                <a:gd name="T91" fmla="*/ 14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" h="199">
                  <a:moveTo>
                    <a:pt x="159" y="36"/>
                  </a:moveTo>
                  <a:cubicBezTo>
                    <a:pt x="124" y="36"/>
                    <a:pt x="124" y="36"/>
                    <a:pt x="124" y="36"/>
                  </a:cubicBezTo>
                  <a:cubicBezTo>
                    <a:pt x="124" y="15"/>
                    <a:pt x="107" y="0"/>
                    <a:pt x="86" y="0"/>
                  </a:cubicBezTo>
                  <a:cubicBezTo>
                    <a:pt x="66" y="0"/>
                    <a:pt x="49" y="15"/>
                    <a:pt x="49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5" y="36"/>
                    <a:pt x="0" y="42"/>
                    <a:pt x="0" y="49"/>
                  </a:cubicBezTo>
                  <a:cubicBezTo>
                    <a:pt x="0" y="56"/>
                    <a:pt x="4" y="62"/>
                    <a:pt x="11" y="62"/>
                  </a:cubicBezTo>
                  <a:cubicBezTo>
                    <a:pt x="11" y="162"/>
                    <a:pt x="11" y="162"/>
                    <a:pt x="11" y="162"/>
                  </a:cubicBezTo>
                  <a:cubicBezTo>
                    <a:pt x="11" y="183"/>
                    <a:pt x="29" y="199"/>
                    <a:pt x="49" y="199"/>
                  </a:cubicBezTo>
                  <a:cubicBezTo>
                    <a:pt x="124" y="199"/>
                    <a:pt x="124" y="199"/>
                    <a:pt x="124" y="199"/>
                  </a:cubicBezTo>
                  <a:cubicBezTo>
                    <a:pt x="144" y="199"/>
                    <a:pt x="159" y="183"/>
                    <a:pt x="159" y="162"/>
                  </a:cubicBezTo>
                  <a:cubicBezTo>
                    <a:pt x="159" y="62"/>
                    <a:pt x="159" y="62"/>
                    <a:pt x="159" y="62"/>
                  </a:cubicBezTo>
                  <a:cubicBezTo>
                    <a:pt x="166" y="62"/>
                    <a:pt x="172" y="56"/>
                    <a:pt x="172" y="49"/>
                  </a:cubicBezTo>
                  <a:cubicBezTo>
                    <a:pt x="172" y="42"/>
                    <a:pt x="166" y="36"/>
                    <a:pt x="159" y="36"/>
                  </a:cubicBezTo>
                  <a:close/>
                  <a:moveTo>
                    <a:pt x="86" y="22"/>
                  </a:moveTo>
                  <a:cubicBezTo>
                    <a:pt x="93" y="22"/>
                    <a:pt x="99" y="29"/>
                    <a:pt x="99" y="36"/>
                  </a:cubicBezTo>
                  <a:cubicBezTo>
                    <a:pt x="74" y="36"/>
                    <a:pt x="74" y="36"/>
                    <a:pt x="74" y="36"/>
                  </a:cubicBezTo>
                  <a:cubicBezTo>
                    <a:pt x="74" y="29"/>
                    <a:pt x="80" y="22"/>
                    <a:pt x="86" y="22"/>
                  </a:cubicBezTo>
                  <a:close/>
                  <a:moveTo>
                    <a:pt x="136" y="163"/>
                  </a:moveTo>
                  <a:cubicBezTo>
                    <a:pt x="136" y="170"/>
                    <a:pt x="130" y="176"/>
                    <a:pt x="123" y="176"/>
                  </a:cubicBezTo>
                  <a:cubicBezTo>
                    <a:pt x="48" y="176"/>
                    <a:pt x="48" y="176"/>
                    <a:pt x="48" y="176"/>
                  </a:cubicBezTo>
                  <a:cubicBezTo>
                    <a:pt x="41" y="176"/>
                    <a:pt x="36" y="170"/>
                    <a:pt x="36" y="1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136" y="63"/>
                    <a:pt x="136" y="63"/>
                    <a:pt x="136" y="63"/>
                  </a:cubicBezTo>
                  <a:lnTo>
                    <a:pt x="136" y="163"/>
                  </a:lnTo>
                  <a:close/>
                  <a:moveTo>
                    <a:pt x="55" y="149"/>
                  </a:moveTo>
                  <a:cubicBezTo>
                    <a:pt x="58" y="149"/>
                    <a:pt x="64" y="146"/>
                    <a:pt x="64" y="14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89"/>
                    <a:pt x="58" y="86"/>
                    <a:pt x="55" y="86"/>
                  </a:cubicBezTo>
                  <a:cubicBezTo>
                    <a:pt x="51" y="86"/>
                    <a:pt x="47" y="89"/>
                    <a:pt x="47" y="9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6"/>
                    <a:pt x="51" y="149"/>
                    <a:pt x="55" y="149"/>
                  </a:cubicBezTo>
                  <a:close/>
                  <a:moveTo>
                    <a:pt x="115" y="149"/>
                  </a:moveTo>
                  <a:cubicBezTo>
                    <a:pt x="118" y="149"/>
                    <a:pt x="124" y="146"/>
                    <a:pt x="124" y="142"/>
                  </a:cubicBezTo>
                  <a:cubicBezTo>
                    <a:pt x="124" y="93"/>
                    <a:pt x="124" y="93"/>
                    <a:pt x="124" y="93"/>
                  </a:cubicBezTo>
                  <a:cubicBezTo>
                    <a:pt x="124" y="89"/>
                    <a:pt x="118" y="86"/>
                    <a:pt x="115" y="86"/>
                  </a:cubicBezTo>
                  <a:cubicBezTo>
                    <a:pt x="111" y="86"/>
                    <a:pt x="107" y="89"/>
                    <a:pt x="107" y="93"/>
                  </a:cubicBezTo>
                  <a:cubicBezTo>
                    <a:pt x="107" y="142"/>
                    <a:pt x="107" y="142"/>
                    <a:pt x="107" y="142"/>
                  </a:cubicBezTo>
                  <a:cubicBezTo>
                    <a:pt x="107" y="146"/>
                    <a:pt x="111" y="149"/>
                    <a:pt x="115" y="149"/>
                  </a:cubicBezTo>
                  <a:close/>
                  <a:moveTo>
                    <a:pt x="84" y="149"/>
                  </a:moveTo>
                  <a:cubicBezTo>
                    <a:pt x="87" y="149"/>
                    <a:pt x="93" y="146"/>
                    <a:pt x="93" y="142"/>
                  </a:cubicBezTo>
                  <a:cubicBezTo>
                    <a:pt x="93" y="93"/>
                    <a:pt x="93" y="93"/>
                    <a:pt x="93" y="93"/>
                  </a:cubicBezTo>
                  <a:cubicBezTo>
                    <a:pt x="93" y="89"/>
                    <a:pt x="87" y="86"/>
                    <a:pt x="84" y="86"/>
                  </a:cubicBezTo>
                  <a:cubicBezTo>
                    <a:pt x="80" y="86"/>
                    <a:pt x="76" y="89"/>
                    <a:pt x="76" y="93"/>
                  </a:cubicBezTo>
                  <a:cubicBezTo>
                    <a:pt x="76" y="142"/>
                    <a:pt x="76" y="142"/>
                    <a:pt x="76" y="142"/>
                  </a:cubicBezTo>
                  <a:cubicBezTo>
                    <a:pt x="76" y="146"/>
                    <a:pt x="80" y="149"/>
                    <a:pt x="8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905453" y="3127234"/>
            <a:ext cx="7191691" cy="1179304"/>
            <a:chOff x="2069812" y="1943091"/>
            <a:chExt cx="7191691" cy="1179304"/>
          </a:xfrm>
        </p:grpSpPr>
        <p:sp>
          <p:nvSpPr>
            <p:cNvPr id="16" name="文本框 15"/>
            <p:cNvSpPr txBox="1"/>
            <p:nvPr/>
          </p:nvSpPr>
          <p:spPr>
            <a:xfrm>
              <a:off x="2069812" y="2355454"/>
              <a:ext cx="7191691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请在此处添加文本内容，或者复制已经编辑好的文字粘贴至此位置，请在此处添加。请在此处添加文本内容，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069813" y="1943091"/>
              <a:ext cx="319957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905453" y="4698852"/>
            <a:ext cx="7191691" cy="1179304"/>
            <a:chOff x="2069812" y="1943091"/>
            <a:chExt cx="7191691" cy="1179304"/>
          </a:xfrm>
        </p:grpSpPr>
        <p:sp>
          <p:nvSpPr>
            <p:cNvPr id="19" name="文本框 18"/>
            <p:cNvSpPr txBox="1"/>
            <p:nvPr/>
          </p:nvSpPr>
          <p:spPr>
            <a:xfrm>
              <a:off x="2069812" y="2355454"/>
              <a:ext cx="7191691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请在此处添加文本内容，或者复制已经编辑好的文字粘贴至此位置，请在此处添加。请在此处添加文本内容，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069813" y="1943091"/>
              <a:ext cx="319957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59911" y="3524534"/>
            <a:ext cx="539171" cy="539171"/>
            <a:chOff x="1159911" y="3524534"/>
            <a:chExt cx="539171" cy="539171"/>
          </a:xfrm>
        </p:grpSpPr>
        <p:sp>
          <p:nvSpPr>
            <p:cNvPr id="22" name="椭圆 21"/>
            <p:cNvSpPr/>
            <p:nvPr/>
          </p:nvSpPr>
          <p:spPr>
            <a:xfrm>
              <a:off x="1159911" y="3524534"/>
              <a:ext cx="539171" cy="53917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3" name="Freeform 131"/>
            <p:cNvSpPr>
              <a:spLocks noEditPoints="1"/>
            </p:cNvSpPr>
            <p:nvPr/>
          </p:nvSpPr>
          <p:spPr bwMode="auto">
            <a:xfrm>
              <a:off x="1252490" y="3651244"/>
              <a:ext cx="354013" cy="285750"/>
            </a:xfrm>
            <a:custGeom>
              <a:avLst/>
              <a:gdLst>
                <a:gd name="T0" fmla="*/ 139 w 279"/>
                <a:gd name="T1" fmla="*/ 225 h 225"/>
                <a:gd name="T2" fmla="*/ 0 w 279"/>
                <a:gd name="T3" fmla="*/ 70 h 225"/>
                <a:gd name="T4" fmla="*/ 52 w 279"/>
                <a:gd name="T5" fmla="*/ 0 h 225"/>
                <a:gd name="T6" fmla="*/ 226 w 279"/>
                <a:gd name="T7" fmla="*/ 0 h 225"/>
                <a:gd name="T8" fmla="*/ 279 w 279"/>
                <a:gd name="T9" fmla="*/ 70 h 225"/>
                <a:gd name="T10" fmla="*/ 139 w 279"/>
                <a:gd name="T11" fmla="*/ 225 h 225"/>
                <a:gd name="T12" fmla="*/ 178 w 279"/>
                <a:gd name="T13" fmla="*/ 89 h 225"/>
                <a:gd name="T14" fmla="*/ 139 w 279"/>
                <a:gd name="T15" fmla="*/ 95 h 225"/>
                <a:gd name="T16" fmla="*/ 101 w 279"/>
                <a:gd name="T17" fmla="*/ 89 h 225"/>
                <a:gd name="T18" fmla="*/ 139 w 279"/>
                <a:gd name="T19" fmla="*/ 172 h 225"/>
                <a:gd name="T20" fmla="*/ 178 w 279"/>
                <a:gd name="T21" fmla="*/ 89 h 225"/>
                <a:gd name="T22" fmla="*/ 196 w 279"/>
                <a:gd name="T23" fmla="*/ 85 h 225"/>
                <a:gd name="T24" fmla="*/ 159 w 279"/>
                <a:gd name="T25" fmla="*/ 169 h 225"/>
                <a:gd name="T26" fmla="*/ 234 w 279"/>
                <a:gd name="T27" fmla="*/ 80 h 225"/>
                <a:gd name="T28" fmla="*/ 196 w 279"/>
                <a:gd name="T29" fmla="*/ 85 h 225"/>
                <a:gd name="T30" fmla="*/ 121 w 279"/>
                <a:gd name="T31" fmla="*/ 169 h 225"/>
                <a:gd name="T32" fmla="*/ 81 w 279"/>
                <a:gd name="T33" fmla="*/ 85 h 225"/>
                <a:gd name="T34" fmla="*/ 44 w 279"/>
                <a:gd name="T35" fmla="*/ 80 h 225"/>
                <a:gd name="T36" fmla="*/ 121 w 279"/>
                <a:gd name="T37" fmla="*/ 169 h 225"/>
                <a:gd name="T38" fmla="*/ 41 w 279"/>
                <a:gd name="T39" fmla="*/ 61 h 225"/>
                <a:gd name="T40" fmla="*/ 100 w 279"/>
                <a:gd name="T41" fmla="*/ 71 h 225"/>
                <a:gd name="T42" fmla="*/ 101 w 279"/>
                <a:gd name="T43" fmla="*/ 70 h 225"/>
                <a:gd name="T44" fmla="*/ 87 w 279"/>
                <a:gd name="T45" fmla="*/ 70 h 225"/>
                <a:gd name="T46" fmla="*/ 65 w 279"/>
                <a:gd name="T47" fmla="*/ 32 h 225"/>
                <a:gd name="T48" fmla="*/ 41 w 279"/>
                <a:gd name="T49" fmla="*/ 61 h 225"/>
                <a:gd name="T50" fmla="*/ 79 w 279"/>
                <a:gd name="T51" fmla="*/ 26 h 225"/>
                <a:gd name="T52" fmla="*/ 103 w 279"/>
                <a:gd name="T53" fmla="*/ 67 h 225"/>
                <a:gd name="T54" fmla="*/ 131 w 279"/>
                <a:gd name="T55" fmla="*/ 26 h 225"/>
                <a:gd name="T56" fmla="*/ 79 w 279"/>
                <a:gd name="T57" fmla="*/ 26 h 225"/>
                <a:gd name="T58" fmla="*/ 115 w 279"/>
                <a:gd name="T59" fmla="*/ 74 h 225"/>
                <a:gd name="T60" fmla="*/ 139 w 279"/>
                <a:gd name="T61" fmla="*/ 78 h 225"/>
                <a:gd name="T62" fmla="*/ 163 w 279"/>
                <a:gd name="T63" fmla="*/ 74 h 225"/>
                <a:gd name="T64" fmla="*/ 139 w 279"/>
                <a:gd name="T65" fmla="*/ 39 h 225"/>
                <a:gd name="T66" fmla="*/ 115 w 279"/>
                <a:gd name="T67" fmla="*/ 74 h 225"/>
                <a:gd name="T68" fmla="*/ 147 w 279"/>
                <a:gd name="T69" fmla="*/ 26 h 225"/>
                <a:gd name="T70" fmla="*/ 175 w 279"/>
                <a:gd name="T71" fmla="*/ 67 h 225"/>
                <a:gd name="T72" fmla="*/ 201 w 279"/>
                <a:gd name="T73" fmla="*/ 26 h 225"/>
                <a:gd name="T74" fmla="*/ 147 w 279"/>
                <a:gd name="T75" fmla="*/ 26 h 225"/>
                <a:gd name="T76" fmla="*/ 213 w 279"/>
                <a:gd name="T77" fmla="*/ 32 h 225"/>
                <a:gd name="T78" fmla="*/ 191 w 279"/>
                <a:gd name="T79" fmla="*/ 70 h 225"/>
                <a:gd name="T80" fmla="*/ 177 w 279"/>
                <a:gd name="T81" fmla="*/ 70 h 225"/>
                <a:gd name="T82" fmla="*/ 178 w 279"/>
                <a:gd name="T83" fmla="*/ 71 h 225"/>
                <a:gd name="T84" fmla="*/ 237 w 279"/>
                <a:gd name="T85" fmla="*/ 61 h 225"/>
                <a:gd name="T86" fmla="*/ 213 w 279"/>
                <a:gd name="T87" fmla="*/ 3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79" h="225">
                  <a:moveTo>
                    <a:pt x="139" y="225"/>
                  </a:moveTo>
                  <a:lnTo>
                    <a:pt x="0" y="70"/>
                  </a:lnTo>
                  <a:lnTo>
                    <a:pt x="52" y="0"/>
                  </a:lnTo>
                  <a:lnTo>
                    <a:pt x="226" y="0"/>
                  </a:lnTo>
                  <a:lnTo>
                    <a:pt x="279" y="70"/>
                  </a:lnTo>
                  <a:lnTo>
                    <a:pt x="139" y="225"/>
                  </a:lnTo>
                  <a:close/>
                  <a:moveTo>
                    <a:pt x="178" y="89"/>
                  </a:moveTo>
                  <a:lnTo>
                    <a:pt x="139" y="95"/>
                  </a:lnTo>
                  <a:lnTo>
                    <a:pt x="101" y="89"/>
                  </a:lnTo>
                  <a:lnTo>
                    <a:pt x="139" y="172"/>
                  </a:lnTo>
                  <a:lnTo>
                    <a:pt x="178" y="89"/>
                  </a:lnTo>
                  <a:close/>
                  <a:moveTo>
                    <a:pt x="196" y="85"/>
                  </a:moveTo>
                  <a:lnTo>
                    <a:pt x="159" y="169"/>
                  </a:lnTo>
                  <a:lnTo>
                    <a:pt x="234" y="80"/>
                  </a:lnTo>
                  <a:lnTo>
                    <a:pt x="196" y="85"/>
                  </a:lnTo>
                  <a:close/>
                  <a:moveTo>
                    <a:pt x="121" y="169"/>
                  </a:moveTo>
                  <a:lnTo>
                    <a:pt x="81" y="85"/>
                  </a:lnTo>
                  <a:lnTo>
                    <a:pt x="44" y="80"/>
                  </a:lnTo>
                  <a:lnTo>
                    <a:pt x="121" y="169"/>
                  </a:lnTo>
                  <a:close/>
                  <a:moveTo>
                    <a:pt x="41" y="61"/>
                  </a:moveTo>
                  <a:lnTo>
                    <a:pt x="100" y="71"/>
                  </a:lnTo>
                  <a:lnTo>
                    <a:pt x="101" y="70"/>
                  </a:lnTo>
                  <a:lnTo>
                    <a:pt x="87" y="70"/>
                  </a:lnTo>
                  <a:lnTo>
                    <a:pt x="65" y="32"/>
                  </a:lnTo>
                  <a:lnTo>
                    <a:pt x="41" y="61"/>
                  </a:lnTo>
                  <a:close/>
                  <a:moveTo>
                    <a:pt x="79" y="26"/>
                  </a:moveTo>
                  <a:lnTo>
                    <a:pt x="103" y="67"/>
                  </a:lnTo>
                  <a:lnTo>
                    <a:pt x="131" y="26"/>
                  </a:lnTo>
                  <a:lnTo>
                    <a:pt x="79" y="26"/>
                  </a:lnTo>
                  <a:close/>
                  <a:moveTo>
                    <a:pt x="115" y="74"/>
                  </a:moveTo>
                  <a:lnTo>
                    <a:pt x="139" y="78"/>
                  </a:lnTo>
                  <a:lnTo>
                    <a:pt x="163" y="74"/>
                  </a:lnTo>
                  <a:lnTo>
                    <a:pt x="139" y="39"/>
                  </a:lnTo>
                  <a:lnTo>
                    <a:pt x="115" y="74"/>
                  </a:lnTo>
                  <a:close/>
                  <a:moveTo>
                    <a:pt x="147" y="26"/>
                  </a:moveTo>
                  <a:lnTo>
                    <a:pt x="175" y="67"/>
                  </a:lnTo>
                  <a:lnTo>
                    <a:pt x="201" y="26"/>
                  </a:lnTo>
                  <a:lnTo>
                    <a:pt x="147" y="26"/>
                  </a:lnTo>
                  <a:close/>
                  <a:moveTo>
                    <a:pt x="213" y="32"/>
                  </a:moveTo>
                  <a:lnTo>
                    <a:pt x="191" y="70"/>
                  </a:lnTo>
                  <a:lnTo>
                    <a:pt x="177" y="70"/>
                  </a:lnTo>
                  <a:lnTo>
                    <a:pt x="178" y="71"/>
                  </a:lnTo>
                  <a:lnTo>
                    <a:pt x="237" y="61"/>
                  </a:lnTo>
                  <a:lnTo>
                    <a:pt x="213" y="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159911" y="5096152"/>
            <a:ext cx="539171" cy="539171"/>
            <a:chOff x="1159911" y="5096152"/>
            <a:chExt cx="539171" cy="539171"/>
          </a:xfrm>
        </p:grpSpPr>
        <p:sp>
          <p:nvSpPr>
            <p:cNvPr id="25" name="椭圆 24"/>
            <p:cNvSpPr/>
            <p:nvPr/>
          </p:nvSpPr>
          <p:spPr>
            <a:xfrm>
              <a:off x="1159911" y="5096152"/>
              <a:ext cx="539171" cy="53917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261904" y="5203418"/>
              <a:ext cx="335184" cy="324639"/>
              <a:chOff x="6557963" y="4448176"/>
              <a:chExt cx="706438" cy="684213"/>
            </a:xfrm>
            <a:solidFill>
              <a:schemeClr val="bg1"/>
            </a:solidFill>
            <a:effectLst/>
          </p:grpSpPr>
          <p:sp>
            <p:nvSpPr>
              <p:cNvPr id="27" name="Freeform 54"/>
              <p:cNvSpPr>
                <a:spLocks noEditPoints="1"/>
              </p:cNvSpPr>
              <p:nvPr/>
            </p:nvSpPr>
            <p:spPr bwMode="auto">
              <a:xfrm>
                <a:off x="6557963" y="4448176"/>
                <a:ext cx="706438" cy="684213"/>
              </a:xfrm>
              <a:custGeom>
                <a:avLst/>
                <a:gdLst>
                  <a:gd name="T0" fmla="*/ 154 w 242"/>
                  <a:gd name="T1" fmla="*/ 0 h 234"/>
                  <a:gd name="T2" fmla="*/ 97 w 242"/>
                  <a:gd name="T3" fmla="*/ 24 h 234"/>
                  <a:gd name="T4" fmla="*/ 85 w 242"/>
                  <a:gd name="T5" fmla="*/ 121 h 234"/>
                  <a:gd name="T6" fmla="*/ 86 w 242"/>
                  <a:gd name="T7" fmla="*/ 124 h 234"/>
                  <a:gd name="T8" fmla="*/ 4 w 242"/>
                  <a:gd name="T9" fmla="*/ 205 h 234"/>
                  <a:gd name="T10" fmla="*/ 0 w 242"/>
                  <a:gd name="T11" fmla="*/ 214 h 234"/>
                  <a:gd name="T12" fmla="*/ 7 w 242"/>
                  <a:gd name="T13" fmla="*/ 227 h 234"/>
                  <a:gd name="T14" fmla="*/ 20 w 242"/>
                  <a:gd name="T15" fmla="*/ 234 h 234"/>
                  <a:gd name="T16" fmla="*/ 30 w 242"/>
                  <a:gd name="T17" fmla="*/ 230 h 234"/>
                  <a:gd name="T18" fmla="*/ 111 w 242"/>
                  <a:gd name="T19" fmla="*/ 149 h 234"/>
                  <a:gd name="T20" fmla="*/ 113 w 242"/>
                  <a:gd name="T21" fmla="*/ 150 h 234"/>
                  <a:gd name="T22" fmla="*/ 154 w 242"/>
                  <a:gd name="T23" fmla="*/ 161 h 234"/>
                  <a:gd name="T24" fmla="*/ 154 w 242"/>
                  <a:gd name="T25" fmla="*/ 161 h 234"/>
                  <a:gd name="T26" fmla="*/ 211 w 242"/>
                  <a:gd name="T27" fmla="*/ 137 h 234"/>
                  <a:gd name="T28" fmla="*/ 211 w 242"/>
                  <a:gd name="T29" fmla="*/ 24 h 234"/>
                  <a:gd name="T30" fmla="*/ 154 w 242"/>
                  <a:gd name="T31" fmla="*/ 0 h 234"/>
                  <a:gd name="T32" fmla="*/ 154 w 242"/>
                  <a:gd name="T33" fmla="*/ 137 h 234"/>
                  <a:gd name="T34" fmla="*/ 97 w 242"/>
                  <a:gd name="T35" fmla="*/ 81 h 234"/>
                  <a:gd name="T36" fmla="*/ 154 w 242"/>
                  <a:gd name="T37" fmla="*/ 24 h 234"/>
                  <a:gd name="T38" fmla="*/ 154 w 242"/>
                  <a:gd name="T39" fmla="*/ 24 h 234"/>
                  <a:gd name="T40" fmla="*/ 211 w 242"/>
                  <a:gd name="T41" fmla="*/ 81 h 234"/>
                  <a:gd name="T42" fmla="*/ 154 w 242"/>
                  <a:gd name="T43" fmla="*/ 137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42" h="234">
                    <a:moveTo>
                      <a:pt x="154" y="0"/>
                    </a:moveTo>
                    <a:cubicBezTo>
                      <a:pt x="133" y="0"/>
                      <a:pt x="112" y="8"/>
                      <a:pt x="97" y="24"/>
                    </a:cubicBezTo>
                    <a:cubicBezTo>
                      <a:pt x="71" y="50"/>
                      <a:pt x="66" y="90"/>
                      <a:pt x="85" y="121"/>
                    </a:cubicBezTo>
                    <a:cubicBezTo>
                      <a:pt x="86" y="124"/>
                      <a:pt x="86" y="124"/>
                      <a:pt x="86" y="124"/>
                    </a:cubicBezTo>
                    <a:cubicBezTo>
                      <a:pt x="4" y="205"/>
                      <a:pt x="4" y="205"/>
                      <a:pt x="4" y="205"/>
                    </a:cubicBezTo>
                    <a:cubicBezTo>
                      <a:pt x="4" y="205"/>
                      <a:pt x="1" y="209"/>
                      <a:pt x="0" y="214"/>
                    </a:cubicBezTo>
                    <a:cubicBezTo>
                      <a:pt x="0" y="218"/>
                      <a:pt x="3" y="222"/>
                      <a:pt x="7" y="227"/>
                    </a:cubicBezTo>
                    <a:cubicBezTo>
                      <a:pt x="11" y="231"/>
                      <a:pt x="16" y="234"/>
                      <a:pt x="20" y="234"/>
                    </a:cubicBezTo>
                    <a:cubicBezTo>
                      <a:pt x="26" y="234"/>
                      <a:pt x="30" y="230"/>
                      <a:pt x="30" y="230"/>
                    </a:cubicBezTo>
                    <a:cubicBezTo>
                      <a:pt x="111" y="149"/>
                      <a:pt x="111" y="149"/>
                      <a:pt x="111" y="149"/>
                    </a:cubicBezTo>
                    <a:cubicBezTo>
                      <a:pt x="113" y="150"/>
                      <a:pt x="113" y="150"/>
                      <a:pt x="113" y="150"/>
                    </a:cubicBezTo>
                    <a:cubicBezTo>
                      <a:pt x="126" y="157"/>
                      <a:pt x="140" y="161"/>
                      <a:pt x="154" y="161"/>
                    </a:cubicBezTo>
                    <a:cubicBezTo>
                      <a:pt x="154" y="161"/>
                      <a:pt x="154" y="161"/>
                      <a:pt x="154" y="161"/>
                    </a:cubicBezTo>
                    <a:cubicBezTo>
                      <a:pt x="176" y="161"/>
                      <a:pt x="196" y="153"/>
                      <a:pt x="211" y="137"/>
                    </a:cubicBezTo>
                    <a:cubicBezTo>
                      <a:pt x="242" y="106"/>
                      <a:pt x="242" y="55"/>
                      <a:pt x="211" y="24"/>
                    </a:cubicBezTo>
                    <a:cubicBezTo>
                      <a:pt x="196" y="8"/>
                      <a:pt x="176" y="0"/>
                      <a:pt x="154" y="0"/>
                    </a:cubicBezTo>
                    <a:close/>
                    <a:moveTo>
                      <a:pt x="154" y="137"/>
                    </a:moveTo>
                    <a:cubicBezTo>
                      <a:pt x="123" y="137"/>
                      <a:pt x="97" y="112"/>
                      <a:pt x="97" y="81"/>
                    </a:cubicBezTo>
                    <a:cubicBezTo>
                      <a:pt x="97" y="49"/>
                      <a:pt x="123" y="24"/>
                      <a:pt x="154" y="24"/>
                    </a:cubicBezTo>
                    <a:cubicBezTo>
                      <a:pt x="154" y="24"/>
                      <a:pt x="154" y="24"/>
                      <a:pt x="154" y="24"/>
                    </a:cubicBezTo>
                    <a:cubicBezTo>
                      <a:pt x="185" y="24"/>
                      <a:pt x="211" y="49"/>
                      <a:pt x="211" y="81"/>
                    </a:cubicBezTo>
                    <a:cubicBezTo>
                      <a:pt x="211" y="112"/>
                      <a:pt x="185" y="137"/>
                      <a:pt x="154" y="1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Freeform 55"/>
              <p:cNvSpPr/>
              <p:nvPr/>
            </p:nvSpPr>
            <p:spPr bwMode="auto">
              <a:xfrm>
                <a:off x="6919913" y="4608513"/>
                <a:ext cx="173038" cy="173038"/>
              </a:xfrm>
              <a:custGeom>
                <a:avLst/>
                <a:gdLst>
                  <a:gd name="T0" fmla="*/ 40 w 109"/>
                  <a:gd name="T1" fmla="*/ 109 h 109"/>
                  <a:gd name="T2" fmla="*/ 68 w 109"/>
                  <a:gd name="T3" fmla="*/ 109 h 109"/>
                  <a:gd name="T4" fmla="*/ 68 w 109"/>
                  <a:gd name="T5" fmla="*/ 69 h 109"/>
                  <a:gd name="T6" fmla="*/ 109 w 109"/>
                  <a:gd name="T7" fmla="*/ 69 h 109"/>
                  <a:gd name="T8" fmla="*/ 109 w 109"/>
                  <a:gd name="T9" fmla="*/ 41 h 109"/>
                  <a:gd name="T10" fmla="*/ 68 w 109"/>
                  <a:gd name="T11" fmla="*/ 41 h 109"/>
                  <a:gd name="T12" fmla="*/ 68 w 109"/>
                  <a:gd name="T13" fmla="*/ 0 h 109"/>
                  <a:gd name="T14" fmla="*/ 40 w 109"/>
                  <a:gd name="T15" fmla="*/ 0 h 109"/>
                  <a:gd name="T16" fmla="*/ 40 w 109"/>
                  <a:gd name="T17" fmla="*/ 41 h 109"/>
                  <a:gd name="T18" fmla="*/ 0 w 109"/>
                  <a:gd name="T19" fmla="*/ 41 h 109"/>
                  <a:gd name="T20" fmla="*/ 0 w 109"/>
                  <a:gd name="T21" fmla="*/ 69 h 109"/>
                  <a:gd name="T22" fmla="*/ 40 w 109"/>
                  <a:gd name="T23" fmla="*/ 69 h 109"/>
                  <a:gd name="T24" fmla="*/ 40 w 109"/>
                  <a:gd name="T25" fmla="*/ 10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109">
                    <a:moveTo>
                      <a:pt x="40" y="109"/>
                    </a:moveTo>
                    <a:lnTo>
                      <a:pt x="68" y="109"/>
                    </a:lnTo>
                    <a:lnTo>
                      <a:pt x="68" y="69"/>
                    </a:lnTo>
                    <a:lnTo>
                      <a:pt x="109" y="69"/>
                    </a:lnTo>
                    <a:lnTo>
                      <a:pt x="109" y="41"/>
                    </a:lnTo>
                    <a:lnTo>
                      <a:pt x="68" y="41"/>
                    </a:lnTo>
                    <a:lnTo>
                      <a:pt x="68" y="0"/>
                    </a:lnTo>
                    <a:lnTo>
                      <a:pt x="40" y="0"/>
                    </a:lnTo>
                    <a:lnTo>
                      <a:pt x="40" y="41"/>
                    </a:lnTo>
                    <a:lnTo>
                      <a:pt x="0" y="41"/>
                    </a:lnTo>
                    <a:lnTo>
                      <a:pt x="0" y="69"/>
                    </a:lnTo>
                    <a:lnTo>
                      <a:pt x="40" y="69"/>
                    </a:lnTo>
                    <a:lnTo>
                      <a:pt x="40" y="1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307712" y="2766262"/>
            <a:ext cx="458567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教学课程设计</a:t>
            </a:r>
            <a:endParaRPr kumimoji="0" lang="zh-CN" altLang="en-US" sz="60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58511" y="3604740"/>
            <a:ext cx="4477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Teaching Curriculum Design</a:t>
            </a:r>
            <a:endParaRPr kumimoji="0" lang="en-US" altLang="zh-CN" sz="18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2436" y="319367"/>
            <a:ext cx="2262550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02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1880" y="89265"/>
            <a:ext cx="4558839" cy="1277406"/>
            <a:chOff x="601880" y="89265"/>
            <a:chExt cx="4558839" cy="1277406"/>
          </a:xfrm>
        </p:grpSpPr>
        <p:pic>
          <p:nvPicPr>
            <p:cNvPr id="3" name="图片 2" descr="图片包含 图标&#10;&#10;描述已自动生成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80" y="437593"/>
              <a:ext cx="937550" cy="929078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57925" y="50910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教学课程设计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50633" y="84291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Teaching Curriculum Design</a:t>
              </a:r>
              <a:endParaRPr kumimoji="0" lang="en-US" altLang="zh-CN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4788" y="8926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02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cxnSp>
        <p:nvCxnSpPr>
          <p:cNvPr id="10" name="直接箭头连接符 9"/>
          <p:cNvCxnSpPr/>
          <p:nvPr/>
        </p:nvCxnSpPr>
        <p:spPr>
          <a:xfrm>
            <a:off x="1630923" y="4090312"/>
            <a:ext cx="9446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956984" y="2208654"/>
            <a:ext cx="3186061" cy="1235531"/>
            <a:chOff x="3130608" y="2208654"/>
            <a:chExt cx="3186061" cy="1235531"/>
          </a:xfrm>
        </p:grpSpPr>
        <p:sp>
          <p:nvSpPr>
            <p:cNvPr id="13" name="文本框 12"/>
            <p:cNvSpPr txBox="1"/>
            <p:nvPr/>
          </p:nvSpPr>
          <p:spPr>
            <a:xfrm>
              <a:off x="3148561" y="2208654"/>
              <a:ext cx="250196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130608" y="2677244"/>
              <a:ext cx="3186061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sp>
        <p:nvSpPr>
          <p:cNvPr id="15" name="Freeform 267"/>
          <p:cNvSpPr>
            <a:spLocks noChangeAspect="1" noEditPoints="1"/>
          </p:cNvSpPr>
          <p:nvPr/>
        </p:nvSpPr>
        <p:spPr bwMode="auto">
          <a:xfrm>
            <a:off x="3260950" y="3757717"/>
            <a:ext cx="358775" cy="347662"/>
          </a:xfrm>
          <a:custGeom>
            <a:avLst/>
            <a:gdLst>
              <a:gd name="T0" fmla="*/ 95 w 189"/>
              <a:gd name="T1" fmla="*/ 0 h 183"/>
              <a:gd name="T2" fmla="*/ 0 w 189"/>
              <a:gd name="T3" fmla="*/ 71 h 183"/>
              <a:gd name="T4" fmla="*/ 95 w 189"/>
              <a:gd name="T5" fmla="*/ 143 h 183"/>
              <a:gd name="T6" fmla="*/ 139 w 189"/>
              <a:gd name="T7" fmla="*/ 135 h 183"/>
              <a:gd name="T8" fmla="*/ 130 w 189"/>
              <a:gd name="T9" fmla="*/ 183 h 183"/>
              <a:gd name="T10" fmla="*/ 181 w 189"/>
              <a:gd name="T11" fmla="*/ 101 h 183"/>
              <a:gd name="T12" fmla="*/ 182 w 189"/>
              <a:gd name="T13" fmla="*/ 99 h 183"/>
              <a:gd name="T14" fmla="*/ 182 w 189"/>
              <a:gd name="T15" fmla="*/ 98 h 183"/>
              <a:gd name="T16" fmla="*/ 189 w 189"/>
              <a:gd name="T17" fmla="*/ 71 h 183"/>
              <a:gd name="T18" fmla="*/ 95 w 189"/>
              <a:gd name="T19" fmla="*/ 0 h 183"/>
              <a:gd name="T20" fmla="*/ 42 w 189"/>
              <a:gd name="T21" fmla="*/ 85 h 183"/>
              <a:gd name="T22" fmla="*/ 29 w 189"/>
              <a:gd name="T23" fmla="*/ 71 h 183"/>
              <a:gd name="T24" fmla="*/ 42 w 189"/>
              <a:gd name="T25" fmla="*/ 58 h 183"/>
              <a:gd name="T26" fmla="*/ 55 w 189"/>
              <a:gd name="T27" fmla="*/ 71 h 183"/>
              <a:gd name="T28" fmla="*/ 42 w 189"/>
              <a:gd name="T29" fmla="*/ 85 h 183"/>
              <a:gd name="T30" fmla="*/ 95 w 189"/>
              <a:gd name="T31" fmla="*/ 85 h 183"/>
              <a:gd name="T32" fmla="*/ 81 w 189"/>
              <a:gd name="T33" fmla="*/ 71 h 183"/>
              <a:gd name="T34" fmla="*/ 95 w 189"/>
              <a:gd name="T35" fmla="*/ 58 h 183"/>
              <a:gd name="T36" fmla="*/ 108 w 189"/>
              <a:gd name="T37" fmla="*/ 71 h 183"/>
              <a:gd name="T38" fmla="*/ 95 w 189"/>
              <a:gd name="T39" fmla="*/ 85 h 183"/>
              <a:gd name="T40" fmla="*/ 148 w 189"/>
              <a:gd name="T41" fmla="*/ 85 h 183"/>
              <a:gd name="T42" fmla="*/ 134 w 189"/>
              <a:gd name="T43" fmla="*/ 71 h 183"/>
              <a:gd name="T44" fmla="*/ 148 w 189"/>
              <a:gd name="T45" fmla="*/ 58 h 183"/>
              <a:gd name="T46" fmla="*/ 161 w 189"/>
              <a:gd name="T47" fmla="*/ 71 h 183"/>
              <a:gd name="T48" fmla="*/ 148 w 189"/>
              <a:gd name="T49" fmla="*/ 85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9" h="183">
                <a:moveTo>
                  <a:pt x="95" y="0"/>
                </a:moveTo>
                <a:cubicBezTo>
                  <a:pt x="42" y="0"/>
                  <a:pt x="0" y="32"/>
                  <a:pt x="0" y="71"/>
                </a:cubicBezTo>
                <a:cubicBezTo>
                  <a:pt x="0" y="111"/>
                  <a:pt x="42" y="143"/>
                  <a:pt x="95" y="143"/>
                </a:cubicBezTo>
                <a:cubicBezTo>
                  <a:pt x="110" y="143"/>
                  <a:pt x="125" y="140"/>
                  <a:pt x="139" y="135"/>
                </a:cubicBezTo>
                <a:cubicBezTo>
                  <a:pt x="130" y="183"/>
                  <a:pt x="130" y="183"/>
                  <a:pt x="130" y="183"/>
                </a:cubicBezTo>
                <a:cubicBezTo>
                  <a:pt x="181" y="101"/>
                  <a:pt x="181" y="101"/>
                  <a:pt x="181" y="101"/>
                </a:cubicBezTo>
                <a:cubicBezTo>
                  <a:pt x="181" y="100"/>
                  <a:pt x="182" y="100"/>
                  <a:pt x="182" y="99"/>
                </a:cubicBezTo>
                <a:cubicBezTo>
                  <a:pt x="182" y="98"/>
                  <a:pt x="182" y="98"/>
                  <a:pt x="182" y="98"/>
                </a:cubicBezTo>
                <a:cubicBezTo>
                  <a:pt x="187" y="90"/>
                  <a:pt x="189" y="81"/>
                  <a:pt x="189" y="71"/>
                </a:cubicBezTo>
                <a:cubicBezTo>
                  <a:pt x="189" y="32"/>
                  <a:pt x="147" y="0"/>
                  <a:pt x="95" y="0"/>
                </a:cubicBezTo>
                <a:close/>
                <a:moveTo>
                  <a:pt x="42" y="85"/>
                </a:moveTo>
                <a:cubicBezTo>
                  <a:pt x="34" y="85"/>
                  <a:pt x="29" y="79"/>
                  <a:pt x="29" y="71"/>
                </a:cubicBezTo>
                <a:cubicBezTo>
                  <a:pt x="29" y="64"/>
                  <a:pt x="34" y="58"/>
                  <a:pt x="42" y="58"/>
                </a:cubicBezTo>
                <a:cubicBezTo>
                  <a:pt x="49" y="58"/>
                  <a:pt x="55" y="64"/>
                  <a:pt x="55" y="71"/>
                </a:cubicBezTo>
                <a:cubicBezTo>
                  <a:pt x="55" y="79"/>
                  <a:pt x="49" y="85"/>
                  <a:pt x="42" y="85"/>
                </a:cubicBezTo>
                <a:close/>
                <a:moveTo>
                  <a:pt x="95" y="85"/>
                </a:moveTo>
                <a:cubicBezTo>
                  <a:pt x="87" y="85"/>
                  <a:pt x="81" y="79"/>
                  <a:pt x="81" y="71"/>
                </a:cubicBezTo>
                <a:cubicBezTo>
                  <a:pt x="81" y="64"/>
                  <a:pt x="87" y="58"/>
                  <a:pt x="95" y="58"/>
                </a:cubicBezTo>
                <a:cubicBezTo>
                  <a:pt x="102" y="58"/>
                  <a:pt x="108" y="64"/>
                  <a:pt x="108" y="71"/>
                </a:cubicBezTo>
                <a:cubicBezTo>
                  <a:pt x="108" y="79"/>
                  <a:pt x="102" y="85"/>
                  <a:pt x="95" y="85"/>
                </a:cubicBezTo>
                <a:close/>
                <a:moveTo>
                  <a:pt x="148" y="85"/>
                </a:moveTo>
                <a:cubicBezTo>
                  <a:pt x="140" y="85"/>
                  <a:pt x="134" y="79"/>
                  <a:pt x="134" y="71"/>
                </a:cubicBezTo>
                <a:cubicBezTo>
                  <a:pt x="134" y="64"/>
                  <a:pt x="140" y="58"/>
                  <a:pt x="148" y="58"/>
                </a:cubicBezTo>
                <a:cubicBezTo>
                  <a:pt x="155" y="58"/>
                  <a:pt x="161" y="64"/>
                  <a:pt x="161" y="71"/>
                </a:cubicBezTo>
                <a:cubicBezTo>
                  <a:pt x="161" y="79"/>
                  <a:pt x="155" y="85"/>
                  <a:pt x="148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/>
          <a:lstStyle/>
          <a:p>
            <a:pPr marL="0" marR="0" lvl="0" indent="0" algn="l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6" name="Freeform 267"/>
          <p:cNvSpPr>
            <a:spLocks noChangeAspect="1" noEditPoints="1"/>
          </p:cNvSpPr>
          <p:nvPr/>
        </p:nvSpPr>
        <p:spPr bwMode="auto">
          <a:xfrm flipV="1">
            <a:off x="5459389" y="4078738"/>
            <a:ext cx="358775" cy="347662"/>
          </a:xfrm>
          <a:custGeom>
            <a:avLst/>
            <a:gdLst>
              <a:gd name="T0" fmla="*/ 95 w 189"/>
              <a:gd name="T1" fmla="*/ 0 h 183"/>
              <a:gd name="T2" fmla="*/ 0 w 189"/>
              <a:gd name="T3" fmla="*/ 71 h 183"/>
              <a:gd name="T4" fmla="*/ 95 w 189"/>
              <a:gd name="T5" fmla="*/ 143 h 183"/>
              <a:gd name="T6" fmla="*/ 139 w 189"/>
              <a:gd name="T7" fmla="*/ 135 h 183"/>
              <a:gd name="T8" fmla="*/ 130 w 189"/>
              <a:gd name="T9" fmla="*/ 183 h 183"/>
              <a:gd name="T10" fmla="*/ 181 w 189"/>
              <a:gd name="T11" fmla="*/ 101 h 183"/>
              <a:gd name="T12" fmla="*/ 182 w 189"/>
              <a:gd name="T13" fmla="*/ 99 h 183"/>
              <a:gd name="T14" fmla="*/ 182 w 189"/>
              <a:gd name="T15" fmla="*/ 98 h 183"/>
              <a:gd name="T16" fmla="*/ 189 w 189"/>
              <a:gd name="T17" fmla="*/ 71 h 183"/>
              <a:gd name="T18" fmla="*/ 95 w 189"/>
              <a:gd name="T19" fmla="*/ 0 h 183"/>
              <a:gd name="T20" fmla="*/ 42 w 189"/>
              <a:gd name="T21" fmla="*/ 85 h 183"/>
              <a:gd name="T22" fmla="*/ 29 w 189"/>
              <a:gd name="T23" fmla="*/ 71 h 183"/>
              <a:gd name="T24" fmla="*/ 42 w 189"/>
              <a:gd name="T25" fmla="*/ 58 h 183"/>
              <a:gd name="T26" fmla="*/ 55 w 189"/>
              <a:gd name="T27" fmla="*/ 71 h 183"/>
              <a:gd name="T28" fmla="*/ 42 w 189"/>
              <a:gd name="T29" fmla="*/ 85 h 183"/>
              <a:gd name="T30" fmla="*/ 95 w 189"/>
              <a:gd name="T31" fmla="*/ 85 h 183"/>
              <a:gd name="T32" fmla="*/ 81 w 189"/>
              <a:gd name="T33" fmla="*/ 71 h 183"/>
              <a:gd name="T34" fmla="*/ 95 w 189"/>
              <a:gd name="T35" fmla="*/ 58 h 183"/>
              <a:gd name="T36" fmla="*/ 108 w 189"/>
              <a:gd name="T37" fmla="*/ 71 h 183"/>
              <a:gd name="T38" fmla="*/ 95 w 189"/>
              <a:gd name="T39" fmla="*/ 85 h 183"/>
              <a:gd name="T40" fmla="*/ 148 w 189"/>
              <a:gd name="T41" fmla="*/ 85 h 183"/>
              <a:gd name="T42" fmla="*/ 134 w 189"/>
              <a:gd name="T43" fmla="*/ 71 h 183"/>
              <a:gd name="T44" fmla="*/ 148 w 189"/>
              <a:gd name="T45" fmla="*/ 58 h 183"/>
              <a:gd name="T46" fmla="*/ 161 w 189"/>
              <a:gd name="T47" fmla="*/ 71 h 183"/>
              <a:gd name="T48" fmla="*/ 148 w 189"/>
              <a:gd name="T49" fmla="*/ 85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9" h="183">
                <a:moveTo>
                  <a:pt x="95" y="0"/>
                </a:moveTo>
                <a:cubicBezTo>
                  <a:pt x="42" y="0"/>
                  <a:pt x="0" y="32"/>
                  <a:pt x="0" y="71"/>
                </a:cubicBezTo>
                <a:cubicBezTo>
                  <a:pt x="0" y="111"/>
                  <a:pt x="42" y="143"/>
                  <a:pt x="95" y="143"/>
                </a:cubicBezTo>
                <a:cubicBezTo>
                  <a:pt x="110" y="143"/>
                  <a:pt x="125" y="140"/>
                  <a:pt x="139" y="135"/>
                </a:cubicBezTo>
                <a:cubicBezTo>
                  <a:pt x="130" y="183"/>
                  <a:pt x="130" y="183"/>
                  <a:pt x="130" y="183"/>
                </a:cubicBezTo>
                <a:cubicBezTo>
                  <a:pt x="181" y="101"/>
                  <a:pt x="181" y="101"/>
                  <a:pt x="181" y="101"/>
                </a:cubicBezTo>
                <a:cubicBezTo>
                  <a:pt x="181" y="100"/>
                  <a:pt x="182" y="100"/>
                  <a:pt x="182" y="99"/>
                </a:cubicBezTo>
                <a:cubicBezTo>
                  <a:pt x="182" y="98"/>
                  <a:pt x="182" y="98"/>
                  <a:pt x="182" y="98"/>
                </a:cubicBezTo>
                <a:cubicBezTo>
                  <a:pt x="187" y="90"/>
                  <a:pt x="189" y="81"/>
                  <a:pt x="189" y="71"/>
                </a:cubicBezTo>
                <a:cubicBezTo>
                  <a:pt x="189" y="32"/>
                  <a:pt x="147" y="0"/>
                  <a:pt x="95" y="0"/>
                </a:cubicBezTo>
                <a:close/>
                <a:moveTo>
                  <a:pt x="42" y="85"/>
                </a:moveTo>
                <a:cubicBezTo>
                  <a:pt x="34" y="85"/>
                  <a:pt x="29" y="79"/>
                  <a:pt x="29" y="71"/>
                </a:cubicBezTo>
                <a:cubicBezTo>
                  <a:pt x="29" y="64"/>
                  <a:pt x="34" y="58"/>
                  <a:pt x="42" y="58"/>
                </a:cubicBezTo>
                <a:cubicBezTo>
                  <a:pt x="49" y="58"/>
                  <a:pt x="55" y="64"/>
                  <a:pt x="55" y="71"/>
                </a:cubicBezTo>
                <a:cubicBezTo>
                  <a:pt x="55" y="79"/>
                  <a:pt x="49" y="85"/>
                  <a:pt x="42" y="85"/>
                </a:cubicBezTo>
                <a:close/>
                <a:moveTo>
                  <a:pt x="95" y="85"/>
                </a:moveTo>
                <a:cubicBezTo>
                  <a:pt x="87" y="85"/>
                  <a:pt x="81" y="79"/>
                  <a:pt x="81" y="71"/>
                </a:cubicBezTo>
                <a:cubicBezTo>
                  <a:pt x="81" y="64"/>
                  <a:pt x="87" y="58"/>
                  <a:pt x="95" y="58"/>
                </a:cubicBezTo>
                <a:cubicBezTo>
                  <a:pt x="102" y="58"/>
                  <a:pt x="108" y="64"/>
                  <a:pt x="108" y="71"/>
                </a:cubicBezTo>
                <a:cubicBezTo>
                  <a:pt x="108" y="79"/>
                  <a:pt x="102" y="85"/>
                  <a:pt x="95" y="85"/>
                </a:cubicBezTo>
                <a:close/>
                <a:moveTo>
                  <a:pt x="148" y="85"/>
                </a:moveTo>
                <a:cubicBezTo>
                  <a:pt x="140" y="85"/>
                  <a:pt x="134" y="79"/>
                  <a:pt x="134" y="71"/>
                </a:cubicBezTo>
                <a:cubicBezTo>
                  <a:pt x="134" y="64"/>
                  <a:pt x="140" y="58"/>
                  <a:pt x="148" y="58"/>
                </a:cubicBezTo>
                <a:cubicBezTo>
                  <a:pt x="155" y="58"/>
                  <a:pt x="161" y="64"/>
                  <a:pt x="161" y="71"/>
                </a:cubicBezTo>
                <a:cubicBezTo>
                  <a:pt x="161" y="79"/>
                  <a:pt x="155" y="85"/>
                  <a:pt x="148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/>
          <a:lstStyle/>
          <a:p>
            <a:pPr marL="0" marR="0" lvl="0" indent="0" algn="l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7" name="Freeform 267"/>
          <p:cNvSpPr>
            <a:spLocks noChangeAspect="1" noEditPoints="1"/>
          </p:cNvSpPr>
          <p:nvPr/>
        </p:nvSpPr>
        <p:spPr bwMode="auto">
          <a:xfrm>
            <a:off x="7657828" y="3765801"/>
            <a:ext cx="358775" cy="347662"/>
          </a:xfrm>
          <a:custGeom>
            <a:avLst/>
            <a:gdLst>
              <a:gd name="T0" fmla="*/ 95 w 189"/>
              <a:gd name="T1" fmla="*/ 0 h 183"/>
              <a:gd name="T2" fmla="*/ 0 w 189"/>
              <a:gd name="T3" fmla="*/ 71 h 183"/>
              <a:gd name="T4" fmla="*/ 95 w 189"/>
              <a:gd name="T5" fmla="*/ 143 h 183"/>
              <a:gd name="T6" fmla="*/ 139 w 189"/>
              <a:gd name="T7" fmla="*/ 135 h 183"/>
              <a:gd name="T8" fmla="*/ 130 w 189"/>
              <a:gd name="T9" fmla="*/ 183 h 183"/>
              <a:gd name="T10" fmla="*/ 181 w 189"/>
              <a:gd name="T11" fmla="*/ 101 h 183"/>
              <a:gd name="T12" fmla="*/ 182 w 189"/>
              <a:gd name="T13" fmla="*/ 99 h 183"/>
              <a:gd name="T14" fmla="*/ 182 w 189"/>
              <a:gd name="T15" fmla="*/ 98 h 183"/>
              <a:gd name="T16" fmla="*/ 189 w 189"/>
              <a:gd name="T17" fmla="*/ 71 h 183"/>
              <a:gd name="T18" fmla="*/ 95 w 189"/>
              <a:gd name="T19" fmla="*/ 0 h 183"/>
              <a:gd name="T20" fmla="*/ 42 w 189"/>
              <a:gd name="T21" fmla="*/ 85 h 183"/>
              <a:gd name="T22" fmla="*/ 29 w 189"/>
              <a:gd name="T23" fmla="*/ 71 h 183"/>
              <a:gd name="T24" fmla="*/ 42 w 189"/>
              <a:gd name="T25" fmla="*/ 58 h 183"/>
              <a:gd name="T26" fmla="*/ 55 w 189"/>
              <a:gd name="T27" fmla="*/ 71 h 183"/>
              <a:gd name="T28" fmla="*/ 42 w 189"/>
              <a:gd name="T29" fmla="*/ 85 h 183"/>
              <a:gd name="T30" fmla="*/ 95 w 189"/>
              <a:gd name="T31" fmla="*/ 85 h 183"/>
              <a:gd name="T32" fmla="*/ 81 w 189"/>
              <a:gd name="T33" fmla="*/ 71 h 183"/>
              <a:gd name="T34" fmla="*/ 95 w 189"/>
              <a:gd name="T35" fmla="*/ 58 h 183"/>
              <a:gd name="T36" fmla="*/ 108 w 189"/>
              <a:gd name="T37" fmla="*/ 71 h 183"/>
              <a:gd name="T38" fmla="*/ 95 w 189"/>
              <a:gd name="T39" fmla="*/ 85 h 183"/>
              <a:gd name="T40" fmla="*/ 148 w 189"/>
              <a:gd name="T41" fmla="*/ 85 h 183"/>
              <a:gd name="T42" fmla="*/ 134 w 189"/>
              <a:gd name="T43" fmla="*/ 71 h 183"/>
              <a:gd name="T44" fmla="*/ 148 w 189"/>
              <a:gd name="T45" fmla="*/ 58 h 183"/>
              <a:gd name="T46" fmla="*/ 161 w 189"/>
              <a:gd name="T47" fmla="*/ 71 h 183"/>
              <a:gd name="T48" fmla="*/ 148 w 189"/>
              <a:gd name="T49" fmla="*/ 85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9" h="183">
                <a:moveTo>
                  <a:pt x="95" y="0"/>
                </a:moveTo>
                <a:cubicBezTo>
                  <a:pt x="42" y="0"/>
                  <a:pt x="0" y="32"/>
                  <a:pt x="0" y="71"/>
                </a:cubicBezTo>
                <a:cubicBezTo>
                  <a:pt x="0" y="111"/>
                  <a:pt x="42" y="143"/>
                  <a:pt x="95" y="143"/>
                </a:cubicBezTo>
                <a:cubicBezTo>
                  <a:pt x="110" y="143"/>
                  <a:pt x="125" y="140"/>
                  <a:pt x="139" y="135"/>
                </a:cubicBezTo>
                <a:cubicBezTo>
                  <a:pt x="130" y="183"/>
                  <a:pt x="130" y="183"/>
                  <a:pt x="130" y="183"/>
                </a:cubicBezTo>
                <a:cubicBezTo>
                  <a:pt x="181" y="101"/>
                  <a:pt x="181" y="101"/>
                  <a:pt x="181" y="101"/>
                </a:cubicBezTo>
                <a:cubicBezTo>
                  <a:pt x="181" y="100"/>
                  <a:pt x="182" y="100"/>
                  <a:pt x="182" y="99"/>
                </a:cubicBezTo>
                <a:cubicBezTo>
                  <a:pt x="182" y="98"/>
                  <a:pt x="182" y="98"/>
                  <a:pt x="182" y="98"/>
                </a:cubicBezTo>
                <a:cubicBezTo>
                  <a:pt x="187" y="90"/>
                  <a:pt x="189" y="81"/>
                  <a:pt x="189" y="71"/>
                </a:cubicBezTo>
                <a:cubicBezTo>
                  <a:pt x="189" y="32"/>
                  <a:pt x="147" y="0"/>
                  <a:pt x="95" y="0"/>
                </a:cubicBezTo>
                <a:close/>
                <a:moveTo>
                  <a:pt x="42" y="85"/>
                </a:moveTo>
                <a:cubicBezTo>
                  <a:pt x="34" y="85"/>
                  <a:pt x="29" y="79"/>
                  <a:pt x="29" y="71"/>
                </a:cubicBezTo>
                <a:cubicBezTo>
                  <a:pt x="29" y="64"/>
                  <a:pt x="34" y="58"/>
                  <a:pt x="42" y="58"/>
                </a:cubicBezTo>
                <a:cubicBezTo>
                  <a:pt x="49" y="58"/>
                  <a:pt x="55" y="64"/>
                  <a:pt x="55" y="71"/>
                </a:cubicBezTo>
                <a:cubicBezTo>
                  <a:pt x="55" y="79"/>
                  <a:pt x="49" y="85"/>
                  <a:pt x="42" y="85"/>
                </a:cubicBezTo>
                <a:close/>
                <a:moveTo>
                  <a:pt x="95" y="85"/>
                </a:moveTo>
                <a:cubicBezTo>
                  <a:pt x="87" y="85"/>
                  <a:pt x="81" y="79"/>
                  <a:pt x="81" y="71"/>
                </a:cubicBezTo>
                <a:cubicBezTo>
                  <a:pt x="81" y="64"/>
                  <a:pt x="87" y="58"/>
                  <a:pt x="95" y="58"/>
                </a:cubicBezTo>
                <a:cubicBezTo>
                  <a:pt x="102" y="58"/>
                  <a:pt x="108" y="64"/>
                  <a:pt x="108" y="71"/>
                </a:cubicBezTo>
                <a:cubicBezTo>
                  <a:pt x="108" y="79"/>
                  <a:pt x="102" y="85"/>
                  <a:pt x="95" y="85"/>
                </a:cubicBezTo>
                <a:close/>
                <a:moveTo>
                  <a:pt x="148" y="85"/>
                </a:moveTo>
                <a:cubicBezTo>
                  <a:pt x="140" y="85"/>
                  <a:pt x="134" y="79"/>
                  <a:pt x="134" y="71"/>
                </a:cubicBezTo>
                <a:cubicBezTo>
                  <a:pt x="134" y="64"/>
                  <a:pt x="140" y="58"/>
                  <a:pt x="148" y="58"/>
                </a:cubicBezTo>
                <a:cubicBezTo>
                  <a:pt x="155" y="58"/>
                  <a:pt x="161" y="64"/>
                  <a:pt x="161" y="71"/>
                </a:cubicBezTo>
                <a:cubicBezTo>
                  <a:pt x="161" y="79"/>
                  <a:pt x="155" y="85"/>
                  <a:pt x="148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/>
          <a:lstStyle/>
          <a:p>
            <a:pPr marL="0" marR="0" lvl="0" indent="0" algn="l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8" name="Freeform 267"/>
          <p:cNvSpPr>
            <a:spLocks noChangeAspect="1" noEditPoints="1"/>
          </p:cNvSpPr>
          <p:nvPr/>
        </p:nvSpPr>
        <p:spPr bwMode="auto">
          <a:xfrm flipV="1">
            <a:off x="9856267" y="4075247"/>
            <a:ext cx="358775" cy="347662"/>
          </a:xfrm>
          <a:custGeom>
            <a:avLst/>
            <a:gdLst>
              <a:gd name="T0" fmla="*/ 95 w 189"/>
              <a:gd name="T1" fmla="*/ 0 h 183"/>
              <a:gd name="T2" fmla="*/ 0 w 189"/>
              <a:gd name="T3" fmla="*/ 71 h 183"/>
              <a:gd name="T4" fmla="*/ 95 w 189"/>
              <a:gd name="T5" fmla="*/ 143 h 183"/>
              <a:gd name="T6" fmla="*/ 139 w 189"/>
              <a:gd name="T7" fmla="*/ 135 h 183"/>
              <a:gd name="T8" fmla="*/ 130 w 189"/>
              <a:gd name="T9" fmla="*/ 183 h 183"/>
              <a:gd name="T10" fmla="*/ 181 w 189"/>
              <a:gd name="T11" fmla="*/ 101 h 183"/>
              <a:gd name="T12" fmla="*/ 182 w 189"/>
              <a:gd name="T13" fmla="*/ 99 h 183"/>
              <a:gd name="T14" fmla="*/ 182 w 189"/>
              <a:gd name="T15" fmla="*/ 98 h 183"/>
              <a:gd name="T16" fmla="*/ 189 w 189"/>
              <a:gd name="T17" fmla="*/ 71 h 183"/>
              <a:gd name="T18" fmla="*/ 95 w 189"/>
              <a:gd name="T19" fmla="*/ 0 h 183"/>
              <a:gd name="T20" fmla="*/ 42 w 189"/>
              <a:gd name="T21" fmla="*/ 85 h 183"/>
              <a:gd name="T22" fmla="*/ 29 w 189"/>
              <a:gd name="T23" fmla="*/ 71 h 183"/>
              <a:gd name="T24" fmla="*/ 42 w 189"/>
              <a:gd name="T25" fmla="*/ 58 h 183"/>
              <a:gd name="T26" fmla="*/ 55 w 189"/>
              <a:gd name="T27" fmla="*/ 71 h 183"/>
              <a:gd name="T28" fmla="*/ 42 w 189"/>
              <a:gd name="T29" fmla="*/ 85 h 183"/>
              <a:gd name="T30" fmla="*/ 95 w 189"/>
              <a:gd name="T31" fmla="*/ 85 h 183"/>
              <a:gd name="T32" fmla="*/ 81 w 189"/>
              <a:gd name="T33" fmla="*/ 71 h 183"/>
              <a:gd name="T34" fmla="*/ 95 w 189"/>
              <a:gd name="T35" fmla="*/ 58 h 183"/>
              <a:gd name="T36" fmla="*/ 108 w 189"/>
              <a:gd name="T37" fmla="*/ 71 h 183"/>
              <a:gd name="T38" fmla="*/ 95 w 189"/>
              <a:gd name="T39" fmla="*/ 85 h 183"/>
              <a:gd name="T40" fmla="*/ 148 w 189"/>
              <a:gd name="T41" fmla="*/ 85 h 183"/>
              <a:gd name="T42" fmla="*/ 134 w 189"/>
              <a:gd name="T43" fmla="*/ 71 h 183"/>
              <a:gd name="T44" fmla="*/ 148 w 189"/>
              <a:gd name="T45" fmla="*/ 58 h 183"/>
              <a:gd name="T46" fmla="*/ 161 w 189"/>
              <a:gd name="T47" fmla="*/ 71 h 183"/>
              <a:gd name="T48" fmla="*/ 148 w 189"/>
              <a:gd name="T49" fmla="*/ 85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9" h="183">
                <a:moveTo>
                  <a:pt x="95" y="0"/>
                </a:moveTo>
                <a:cubicBezTo>
                  <a:pt x="42" y="0"/>
                  <a:pt x="0" y="32"/>
                  <a:pt x="0" y="71"/>
                </a:cubicBezTo>
                <a:cubicBezTo>
                  <a:pt x="0" y="111"/>
                  <a:pt x="42" y="143"/>
                  <a:pt x="95" y="143"/>
                </a:cubicBezTo>
                <a:cubicBezTo>
                  <a:pt x="110" y="143"/>
                  <a:pt x="125" y="140"/>
                  <a:pt x="139" y="135"/>
                </a:cubicBezTo>
                <a:cubicBezTo>
                  <a:pt x="130" y="183"/>
                  <a:pt x="130" y="183"/>
                  <a:pt x="130" y="183"/>
                </a:cubicBezTo>
                <a:cubicBezTo>
                  <a:pt x="181" y="101"/>
                  <a:pt x="181" y="101"/>
                  <a:pt x="181" y="101"/>
                </a:cubicBezTo>
                <a:cubicBezTo>
                  <a:pt x="181" y="100"/>
                  <a:pt x="182" y="100"/>
                  <a:pt x="182" y="99"/>
                </a:cubicBezTo>
                <a:cubicBezTo>
                  <a:pt x="182" y="98"/>
                  <a:pt x="182" y="98"/>
                  <a:pt x="182" y="98"/>
                </a:cubicBezTo>
                <a:cubicBezTo>
                  <a:pt x="187" y="90"/>
                  <a:pt x="189" y="81"/>
                  <a:pt x="189" y="71"/>
                </a:cubicBezTo>
                <a:cubicBezTo>
                  <a:pt x="189" y="32"/>
                  <a:pt x="147" y="0"/>
                  <a:pt x="95" y="0"/>
                </a:cubicBezTo>
                <a:close/>
                <a:moveTo>
                  <a:pt x="42" y="85"/>
                </a:moveTo>
                <a:cubicBezTo>
                  <a:pt x="34" y="85"/>
                  <a:pt x="29" y="79"/>
                  <a:pt x="29" y="71"/>
                </a:cubicBezTo>
                <a:cubicBezTo>
                  <a:pt x="29" y="64"/>
                  <a:pt x="34" y="58"/>
                  <a:pt x="42" y="58"/>
                </a:cubicBezTo>
                <a:cubicBezTo>
                  <a:pt x="49" y="58"/>
                  <a:pt x="55" y="64"/>
                  <a:pt x="55" y="71"/>
                </a:cubicBezTo>
                <a:cubicBezTo>
                  <a:pt x="55" y="79"/>
                  <a:pt x="49" y="85"/>
                  <a:pt x="42" y="85"/>
                </a:cubicBezTo>
                <a:close/>
                <a:moveTo>
                  <a:pt x="95" y="85"/>
                </a:moveTo>
                <a:cubicBezTo>
                  <a:pt x="87" y="85"/>
                  <a:pt x="81" y="79"/>
                  <a:pt x="81" y="71"/>
                </a:cubicBezTo>
                <a:cubicBezTo>
                  <a:pt x="81" y="64"/>
                  <a:pt x="87" y="58"/>
                  <a:pt x="95" y="58"/>
                </a:cubicBezTo>
                <a:cubicBezTo>
                  <a:pt x="102" y="58"/>
                  <a:pt x="108" y="64"/>
                  <a:pt x="108" y="71"/>
                </a:cubicBezTo>
                <a:cubicBezTo>
                  <a:pt x="108" y="79"/>
                  <a:pt x="102" y="85"/>
                  <a:pt x="95" y="85"/>
                </a:cubicBezTo>
                <a:close/>
                <a:moveTo>
                  <a:pt x="148" y="85"/>
                </a:moveTo>
                <a:cubicBezTo>
                  <a:pt x="140" y="85"/>
                  <a:pt x="134" y="79"/>
                  <a:pt x="134" y="71"/>
                </a:cubicBezTo>
                <a:cubicBezTo>
                  <a:pt x="134" y="64"/>
                  <a:pt x="140" y="58"/>
                  <a:pt x="148" y="58"/>
                </a:cubicBezTo>
                <a:cubicBezTo>
                  <a:pt x="155" y="58"/>
                  <a:pt x="161" y="64"/>
                  <a:pt x="161" y="71"/>
                </a:cubicBezTo>
                <a:cubicBezTo>
                  <a:pt x="161" y="79"/>
                  <a:pt x="155" y="85"/>
                  <a:pt x="148" y="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/>
          <a:lstStyle/>
          <a:p>
            <a:pPr marL="0" marR="0" lvl="0" indent="0" algn="l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310775" y="4414824"/>
            <a:ext cx="3186061" cy="1235531"/>
            <a:chOff x="3130608" y="2208654"/>
            <a:chExt cx="3186061" cy="1235531"/>
          </a:xfrm>
        </p:grpSpPr>
        <p:sp>
          <p:nvSpPr>
            <p:cNvPr id="20" name="文本框 19"/>
            <p:cNvSpPr txBox="1"/>
            <p:nvPr/>
          </p:nvSpPr>
          <p:spPr>
            <a:xfrm>
              <a:off x="3148561" y="2208654"/>
              <a:ext cx="250196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130608" y="2677244"/>
              <a:ext cx="3186061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685217" y="2208654"/>
            <a:ext cx="3186061" cy="1235531"/>
            <a:chOff x="3130608" y="2208654"/>
            <a:chExt cx="3186061" cy="1235531"/>
          </a:xfrm>
        </p:grpSpPr>
        <p:sp>
          <p:nvSpPr>
            <p:cNvPr id="23" name="文本框 22"/>
            <p:cNvSpPr txBox="1"/>
            <p:nvPr/>
          </p:nvSpPr>
          <p:spPr>
            <a:xfrm>
              <a:off x="3148561" y="2208654"/>
              <a:ext cx="250196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130608" y="2677244"/>
              <a:ext cx="3186061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455696" y="4414824"/>
            <a:ext cx="3186061" cy="1235531"/>
            <a:chOff x="3130608" y="2208654"/>
            <a:chExt cx="3186061" cy="1235531"/>
          </a:xfrm>
        </p:grpSpPr>
        <p:sp>
          <p:nvSpPr>
            <p:cNvPr id="26" name="文本框 25"/>
            <p:cNvSpPr txBox="1"/>
            <p:nvPr/>
          </p:nvSpPr>
          <p:spPr>
            <a:xfrm>
              <a:off x="3148561" y="2208654"/>
              <a:ext cx="250196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130608" y="2677244"/>
              <a:ext cx="3186061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497087" y="1526475"/>
            <a:ext cx="9291916" cy="7669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请在此处添加文本内容，或者复制已经编辑好的文字粘贴至此位置，请在此处添加。请在此处添加文本内容，</a:t>
            </a:r>
            <a:endParaRPr kumimoji="0" lang="zh-CN" altLang="en-US" sz="18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pic>
        <p:nvPicPr>
          <p:cNvPr id="4" name="图片 3" descr="卡通人物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8" y="2677244"/>
            <a:ext cx="2190771" cy="30299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1880" y="89265"/>
            <a:ext cx="4558839" cy="1277406"/>
            <a:chOff x="601880" y="89265"/>
            <a:chExt cx="4558839" cy="1277406"/>
          </a:xfrm>
        </p:grpSpPr>
        <p:pic>
          <p:nvPicPr>
            <p:cNvPr id="3" name="图片 2" descr="图片包含 图标&#10;&#10;描述已自动生成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80" y="437593"/>
              <a:ext cx="937550" cy="929078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57925" y="50910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教学课程设计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50633" y="84291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Teaching Curriculum Design</a:t>
              </a:r>
              <a:endParaRPr kumimoji="0" lang="en-US" altLang="zh-CN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4788" y="8926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02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451113" y="2236304"/>
            <a:ext cx="4134679" cy="740777"/>
            <a:chOff x="1451113" y="2236304"/>
            <a:chExt cx="4134679" cy="740777"/>
          </a:xfrm>
        </p:grpSpPr>
        <p:sp>
          <p:nvSpPr>
            <p:cNvPr id="10" name="椭圆 9"/>
            <p:cNvSpPr/>
            <p:nvPr/>
          </p:nvSpPr>
          <p:spPr>
            <a:xfrm>
              <a:off x="1451113" y="2236304"/>
              <a:ext cx="740777" cy="7407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1451113" y="2236304"/>
              <a:ext cx="4134679" cy="74077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620417" y="2381976"/>
              <a:ext cx="402167" cy="400050"/>
              <a:chOff x="1229785" y="1754718"/>
              <a:chExt cx="402167" cy="400050"/>
            </a:xfrm>
            <a:solidFill>
              <a:schemeClr val="bg1"/>
            </a:solidFill>
          </p:grpSpPr>
          <p:sp>
            <p:nvSpPr>
              <p:cNvPr id="16" name="Freeform 5"/>
              <p:cNvSpPr/>
              <p:nvPr/>
            </p:nvSpPr>
            <p:spPr>
              <a:xfrm>
                <a:off x="1229785" y="1754718"/>
                <a:ext cx="402167" cy="400049"/>
              </a:xfrm>
              <a:custGeom>
                <a:avLst/>
                <a:gdLst/>
                <a:ahLst/>
                <a:cxnLst>
                  <a:cxn ang="0">
                    <a:pos x="259556" y="107932"/>
                  </a:cxn>
                  <a:cxn ang="0">
                    <a:pos x="259556" y="12849"/>
                  </a:cxn>
                  <a:cxn ang="0">
                    <a:pos x="205589" y="12849"/>
                  </a:cxn>
                  <a:cxn ang="0">
                    <a:pos x="205589" y="53966"/>
                  </a:cxn>
                  <a:cxn ang="0">
                    <a:pos x="149052" y="0"/>
                  </a:cxn>
                  <a:cxn ang="0">
                    <a:pos x="0" y="149049"/>
                  </a:cxn>
                  <a:cxn ang="0">
                    <a:pos x="25699" y="149049"/>
                  </a:cxn>
                  <a:cxn ang="0">
                    <a:pos x="25699" y="300667"/>
                  </a:cxn>
                  <a:cxn ang="0">
                    <a:pos x="107934" y="300667"/>
                  </a:cxn>
                  <a:cxn ang="0">
                    <a:pos x="107934" y="177316"/>
                  </a:cxn>
                  <a:cxn ang="0">
                    <a:pos x="190170" y="177316"/>
                  </a:cxn>
                  <a:cxn ang="0">
                    <a:pos x="190170" y="300667"/>
                  </a:cxn>
                  <a:cxn ang="0">
                    <a:pos x="272406" y="300667"/>
                  </a:cxn>
                  <a:cxn ang="0">
                    <a:pos x="272406" y="149049"/>
                  </a:cxn>
                  <a:cxn ang="0">
                    <a:pos x="300674" y="149049"/>
                  </a:cxn>
                  <a:cxn ang="0">
                    <a:pos x="259556" y="107932"/>
                  </a:cxn>
                </a:cxnLst>
                <a:rect l="0" t="0" r="0" b="0"/>
                <a:pathLst>
                  <a:path w="117" h="117">
                    <a:moveTo>
                      <a:pt x="101" y="42"/>
                    </a:moveTo>
                    <a:lnTo>
                      <a:pt x="101" y="5"/>
                    </a:lnTo>
                    <a:lnTo>
                      <a:pt x="80" y="5"/>
                    </a:lnTo>
                    <a:lnTo>
                      <a:pt x="80" y="21"/>
                    </a:lnTo>
                    <a:lnTo>
                      <a:pt x="58" y="0"/>
                    </a:lnTo>
                    <a:lnTo>
                      <a:pt x="0" y="58"/>
                    </a:lnTo>
                    <a:lnTo>
                      <a:pt x="10" y="58"/>
                    </a:lnTo>
                    <a:lnTo>
                      <a:pt x="10" y="117"/>
                    </a:lnTo>
                    <a:lnTo>
                      <a:pt x="42" y="117"/>
                    </a:lnTo>
                    <a:lnTo>
                      <a:pt x="42" y="69"/>
                    </a:lnTo>
                    <a:lnTo>
                      <a:pt x="74" y="69"/>
                    </a:lnTo>
                    <a:lnTo>
                      <a:pt x="74" y="117"/>
                    </a:lnTo>
                    <a:lnTo>
                      <a:pt x="106" y="117"/>
                    </a:lnTo>
                    <a:lnTo>
                      <a:pt x="106" y="58"/>
                    </a:lnTo>
                    <a:lnTo>
                      <a:pt x="117" y="58"/>
                    </a:lnTo>
                    <a:lnTo>
                      <a:pt x="101" y="42"/>
                    </a:lnTo>
                    <a:close/>
                  </a:path>
                </a:pathLst>
              </a:cu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6"/>
              <p:cNvSpPr/>
              <p:nvPr/>
            </p:nvSpPr>
            <p:spPr>
              <a:xfrm>
                <a:off x="1394885" y="2006601"/>
                <a:ext cx="71967" cy="148167"/>
              </a:xfrm>
              <a:prstGeom prst="rect">
                <a:avLst/>
              </a:pr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7"/>
              <p:cNvSpPr/>
              <p:nvPr/>
            </p:nvSpPr>
            <p:spPr>
              <a:xfrm>
                <a:off x="1394885" y="2006601"/>
                <a:ext cx="71967" cy="148167"/>
              </a:xfrm>
              <a:prstGeom prst="rect">
                <a:avLst/>
              </a:pr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8"/>
              <p:cNvSpPr/>
              <p:nvPr/>
            </p:nvSpPr>
            <p:spPr>
              <a:xfrm>
                <a:off x="1394885" y="2006601"/>
                <a:ext cx="71967" cy="148167"/>
              </a:xfrm>
              <a:prstGeom prst="rect">
                <a:avLst/>
              </a:pr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9"/>
              <p:cNvSpPr/>
              <p:nvPr/>
            </p:nvSpPr>
            <p:spPr>
              <a:xfrm>
                <a:off x="1394885" y="2006601"/>
                <a:ext cx="71967" cy="148167"/>
              </a:xfrm>
              <a:prstGeom prst="rect">
                <a:avLst/>
              </a:pr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2286721" y="2236304"/>
              <a:ext cx="3008679" cy="713006"/>
              <a:chOff x="2069812" y="1993891"/>
              <a:chExt cx="3008679" cy="713006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2069812" y="2355454"/>
                <a:ext cx="3008679" cy="351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请添加文本内容或者复制。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2069813" y="1993891"/>
                <a:ext cx="2636235" cy="4685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4CD3D"/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单击此处添加标题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1451113" y="3510531"/>
            <a:ext cx="4134679" cy="1128504"/>
            <a:chOff x="1451113" y="3510531"/>
            <a:chExt cx="4134679" cy="1128504"/>
          </a:xfrm>
        </p:grpSpPr>
        <p:sp>
          <p:nvSpPr>
            <p:cNvPr id="22" name="椭圆 21"/>
            <p:cNvSpPr/>
            <p:nvPr/>
          </p:nvSpPr>
          <p:spPr>
            <a:xfrm>
              <a:off x="1451113" y="3510531"/>
              <a:ext cx="740777" cy="7407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3" name="矩形: 圆角 22"/>
            <p:cNvSpPr/>
            <p:nvPr/>
          </p:nvSpPr>
          <p:spPr>
            <a:xfrm>
              <a:off x="1451113" y="3510531"/>
              <a:ext cx="4134679" cy="74077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2286721" y="3510531"/>
              <a:ext cx="3008679" cy="1128504"/>
              <a:chOff x="2069812" y="1993891"/>
              <a:chExt cx="3008679" cy="1128504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2069812" y="2355454"/>
                <a:ext cx="3008679" cy="7669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请在此处添加文本内容或者复制。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2069813" y="1993891"/>
                <a:ext cx="2636235" cy="4685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4CD3D"/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单击此处添加标题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604543" y="3661844"/>
              <a:ext cx="433916" cy="438151"/>
              <a:chOff x="1200151" y="3361267"/>
              <a:chExt cx="433916" cy="438151"/>
            </a:xfrm>
            <a:solidFill>
              <a:schemeClr val="bg1"/>
            </a:solidFill>
          </p:grpSpPr>
          <p:sp>
            <p:nvSpPr>
              <p:cNvPr id="26" name="Freeform 58"/>
              <p:cNvSpPr/>
              <p:nvPr/>
            </p:nvSpPr>
            <p:spPr>
              <a:xfrm>
                <a:off x="1327151" y="3361267"/>
                <a:ext cx="179916" cy="273051"/>
              </a:xfrm>
              <a:custGeom>
                <a:avLst/>
                <a:gdLst/>
                <a:ahLst/>
                <a:cxnLst>
                  <a:cxn ang="0">
                    <a:pos x="95084" y="123351"/>
                  </a:cxn>
                  <a:cxn ang="0">
                    <a:pos x="95084" y="0"/>
                  </a:cxn>
                  <a:cxn ang="0">
                    <a:pos x="41118" y="0"/>
                  </a:cxn>
                  <a:cxn ang="0">
                    <a:pos x="41118" y="123351"/>
                  </a:cxn>
                  <a:cxn ang="0">
                    <a:pos x="0" y="123351"/>
                  </a:cxn>
                  <a:cxn ang="0">
                    <a:pos x="69386" y="205585"/>
                  </a:cxn>
                  <a:cxn ang="0">
                    <a:pos x="136202" y="123351"/>
                  </a:cxn>
                  <a:cxn ang="0">
                    <a:pos x="95084" y="123351"/>
                  </a:cxn>
                </a:cxnLst>
                <a:rect l="0" t="0" r="0" b="0"/>
                <a:pathLst>
                  <a:path w="53" h="80">
                    <a:moveTo>
                      <a:pt x="37" y="48"/>
                    </a:moveTo>
                    <a:lnTo>
                      <a:pt x="37" y="0"/>
                    </a:lnTo>
                    <a:lnTo>
                      <a:pt x="16" y="0"/>
                    </a:lnTo>
                    <a:lnTo>
                      <a:pt x="16" y="48"/>
                    </a:lnTo>
                    <a:lnTo>
                      <a:pt x="0" y="48"/>
                    </a:lnTo>
                    <a:lnTo>
                      <a:pt x="27" y="80"/>
                    </a:lnTo>
                    <a:lnTo>
                      <a:pt x="53" y="48"/>
                    </a:lnTo>
                    <a:lnTo>
                      <a:pt x="37" y="48"/>
                    </a:lnTo>
                    <a:close/>
                  </a:path>
                </a:pathLst>
              </a:cu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Freeform 59"/>
              <p:cNvSpPr/>
              <p:nvPr/>
            </p:nvSpPr>
            <p:spPr>
              <a:xfrm>
                <a:off x="1200151" y="3399367"/>
                <a:ext cx="433916" cy="400051"/>
              </a:xfrm>
              <a:custGeom>
                <a:avLst/>
                <a:gdLst/>
                <a:ahLst/>
                <a:cxnLst>
                  <a:cxn ang="0">
                    <a:pos x="254416" y="0"/>
                  </a:cxn>
                  <a:cxn ang="0">
                    <a:pos x="218438" y="0"/>
                  </a:cxn>
                  <a:cxn ang="0">
                    <a:pos x="218438" y="25698"/>
                  </a:cxn>
                  <a:cxn ang="0">
                    <a:pos x="236427" y="25698"/>
                  </a:cxn>
                  <a:cxn ang="0">
                    <a:pos x="298104" y="161898"/>
                  </a:cxn>
                  <a:cxn ang="0">
                    <a:pos x="226148" y="161898"/>
                  </a:cxn>
                  <a:cxn ang="0">
                    <a:pos x="197879" y="203014"/>
                  </a:cxn>
                  <a:cxn ang="0">
                    <a:pos x="128493" y="203014"/>
                  </a:cxn>
                  <a:cxn ang="0">
                    <a:pos x="102794" y="161898"/>
                  </a:cxn>
                  <a:cxn ang="0">
                    <a:pos x="30838" y="161898"/>
                  </a:cxn>
                  <a:cxn ang="0">
                    <a:pos x="89945" y="25698"/>
                  </a:cxn>
                  <a:cxn ang="0">
                    <a:pos x="110504" y="25698"/>
                  </a:cxn>
                  <a:cxn ang="0">
                    <a:pos x="110504" y="0"/>
                  </a:cxn>
                  <a:cxn ang="0">
                    <a:pos x="71956" y="0"/>
                  </a:cxn>
                  <a:cxn ang="0">
                    <a:pos x="0" y="161898"/>
                  </a:cxn>
                  <a:cxn ang="0">
                    <a:pos x="0" y="300667"/>
                  </a:cxn>
                  <a:cxn ang="0">
                    <a:pos x="326372" y="300667"/>
                  </a:cxn>
                  <a:cxn ang="0">
                    <a:pos x="326372" y="161898"/>
                  </a:cxn>
                  <a:cxn ang="0">
                    <a:pos x="254416" y="0"/>
                  </a:cxn>
                </a:cxnLst>
                <a:rect l="0" t="0" r="0" b="0"/>
                <a:pathLst>
                  <a:path w="127" h="117">
                    <a:moveTo>
                      <a:pt x="99" y="0"/>
                    </a:moveTo>
                    <a:lnTo>
                      <a:pt x="85" y="0"/>
                    </a:lnTo>
                    <a:lnTo>
                      <a:pt x="85" y="10"/>
                    </a:lnTo>
                    <a:lnTo>
                      <a:pt x="92" y="10"/>
                    </a:lnTo>
                    <a:lnTo>
                      <a:pt x="116" y="63"/>
                    </a:lnTo>
                    <a:lnTo>
                      <a:pt x="88" y="63"/>
                    </a:lnTo>
                    <a:lnTo>
                      <a:pt x="77" y="79"/>
                    </a:lnTo>
                    <a:lnTo>
                      <a:pt x="50" y="79"/>
                    </a:lnTo>
                    <a:lnTo>
                      <a:pt x="40" y="63"/>
                    </a:lnTo>
                    <a:lnTo>
                      <a:pt x="12" y="63"/>
                    </a:lnTo>
                    <a:lnTo>
                      <a:pt x="35" y="10"/>
                    </a:lnTo>
                    <a:lnTo>
                      <a:pt x="43" y="10"/>
                    </a:lnTo>
                    <a:lnTo>
                      <a:pt x="43" y="0"/>
                    </a:lnTo>
                    <a:lnTo>
                      <a:pt x="28" y="0"/>
                    </a:lnTo>
                    <a:lnTo>
                      <a:pt x="0" y="63"/>
                    </a:lnTo>
                    <a:lnTo>
                      <a:pt x="0" y="117"/>
                    </a:lnTo>
                    <a:lnTo>
                      <a:pt x="127" y="117"/>
                    </a:lnTo>
                    <a:lnTo>
                      <a:pt x="127" y="63"/>
                    </a:lnTo>
                    <a:lnTo>
                      <a:pt x="99" y="0"/>
                    </a:lnTo>
                    <a:close/>
                  </a:path>
                </a:pathLst>
              </a:cu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6606210" y="2236304"/>
            <a:ext cx="4134679" cy="740777"/>
            <a:chOff x="6606210" y="2236304"/>
            <a:chExt cx="4134679" cy="740777"/>
          </a:xfrm>
        </p:grpSpPr>
        <p:sp>
          <p:nvSpPr>
            <p:cNvPr id="31" name="椭圆 30"/>
            <p:cNvSpPr/>
            <p:nvPr/>
          </p:nvSpPr>
          <p:spPr>
            <a:xfrm>
              <a:off x="6606210" y="2236304"/>
              <a:ext cx="740777" cy="7407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32" name="矩形: 圆角 31"/>
            <p:cNvSpPr/>
            <p:nvPr/>
          </p:nvSpPr>
          <p:spPr>
            <a:xfrm>
              <a:off x="6606210" y="2236304"/>
              <a:ext cx="4134679" cy="74077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7441818" y="2236304"/>
              <a:ext cx="3008679" cy="713006"/>
              <a:chOff x="2069812" y="1993891"/>
              <a:chExt cx="3008679" cy="713006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2069812" y="2355454"/>
                <a:ext cx="3008679" cy="351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请添加文本内容或者复制。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2069813" y="1993891"/>
                <a:ext cx="2636235" cy="4685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4CD3D"/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单击此处添加标题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4" name="Freeform 120"/>
            <p:cNvSpPr>
              <a:spLocks noEditPoints="1"/>
            </p:cNvSpPr>
            <p:nvPr/>
          </p:nvSpPr>
          <p:spPr>
            <a:xfrm>
              <a:off x="6758582" y="2405609"/>
              <a:ext cx="436033" cy="402167"/>
            </a:xfrm>
            <a:custGeom>
              <a:avLst/>
              <a:gdLst/>
              <a:ahLst/>
              <a:cxnLst>
                <a:cxn ang="0">
                  <a:pos x="282684" y="0"/>
                </a:cxn>
                <a:cxn ang="0">
                  <a:pos x="256986" y="0"/>
                </a:cxn>
                <a:cxn ang="0">
                  <a:pos x="244137" y="0"/>
                </a:cxn>
                <a:cxn ang="0">
                  <a:pos x="79666" y="0"/>
                </a:cxn>
                <a:cxn ang="0">
                  <a:pos x="66816" y="0"/>
                </a:cxn>
                <a:cxn ang="0">
                  <a:pos x="41118" y="0"/>
                </a:cxn>
                <a:cxn ang="0">
                  <a:pos x="0" y="159328"/>
                </a:cxn>
                <a:cxn ang="0">
                  <a:pos x="0" y="300667"/>
                </a:cxn>
                <a:cxn ang="0">
                  <a:pos x="326372" y="300667"/>
                </a:cxn>
                <a:cxn ang="0">
                  <a:pos x="326372" y="164467"/>
                </a:cxn>
                <a:cxn ang="0">
                  <a:pos x="282684" y="0"/>
                </a:cxn>
                <a:cxn ang="0">
                  <a:pos x="64246" y="28268"/>
                </a:cxn>
                <a:cxn ang="0">
                  <a:pos x="66816" y="28268"/>
                </a:cxn>
                <a:cxn ang="0">
                  <a:pos x="79666" y="28268"/>
                </a:cxn>
                <a:cxn ang="0">
                  <a:pos x="244137" y="28268"/>
                </a:cxn>
                <a:cxn ang="0">
                  <a:pos x="256986" y="28268"/>
                </a:cxn>
                <a:cxn ang="0">
                  <a:pos x="259556" y="28268"/>
                </a:cxn>
                <a:cxn ang="0">
                  <a:pos x="298104" y="164467"/>
                </a:cxn>
                <a:cxn ang="0">
                  <a:pos x="223578" y="164467"/>
                </a:cxn>
                <a:cxn ang="0">
                  <a:pos x="197879" y="205584"/>
                </a:cxn>
                <a:cxn ang="0">
                  <a:pos x="128493" y="205584"/>
                </a:cxn>
                <a:cxn ang="0">
                  <a:pos x="100224" y="164467"/>
                </a:cxn>
                <a:cxn ang="0">
                  <a:pos x="25699" y="164467"/>
                </a:cxn>
                <a:cxn ang="0">
                  <a:pos x="64246" y="28268"/>
                </a:cxn>
              </a:cxnLst>
              <a:rect l="0" t="0" r="0" b="0"/>
              <a:pathLst>
                <a:path w="127" h="117">
                  <a:moveTo>
                    <a:pt x="110" y="0"/>
                  </a:moveTo>
                  <a:lnTo>
                    <a:pt x="100" y="0"/>
                  </a:lnTo>
                  <a:lnTo>
                    <a:pt x="95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6" y="0"/>
                  </a:lnTo>
                  <a:lnTo>
                    <a:pt x="0" y="62"/>
                  </a:lnTo>
                  <a:lnTo>
                    <a:pt x="0" y="117"/>
                  </a:lnTo>
                  <a:lnTo>
                    <a:pt x="127" y="117"/>
                  </a:lnTo>
                  <a:lnTo>
                    <a:pt x="127" y="64"/>
                  </a:lnTo>
                  <a:lnTo>
                    <a:pt x="110" y="0"/>
                  </a:lnTo>
                  <a:close/>
                  <a:moveTo>
                    <a:pt x="25" y="11"/>
                  </a:moveTo>
                  <a:lnTo>
                    <a:pt x="26" y="11"/>
                  </a:lnTo>
                  <a:lnTo>
                    <a:pt x="31" y="11"/>
                  </a:lnTo>
                  <a:lnTo>
                    <a:pt x="95" y="11"/>
                  </a:lnTo>
                  <a:lnTo>
                    <a:pt x="100" y="11"/>
                  </a:lnTo>
                  <a:lnTo>
                    <a:pt x="101" y="11"/>
                  </a:lnTo>
                  <a:lnTo>
                    <a:pt x="116" y="64"/>
                  </a:lnTo>
                  <a:lnTo>
                    <a:pt x="87" y="64"/>
                  </a:lnTo>
                  <a:lnTo>
                    <a:pt x="77" y="80"/>
                  </a:lnTo>
                  <a:lnTo>
                    <a:pt x="50" y="80"/>
                  </a:lnTo>
                  <a:lnTo>
                    <a:pt x="39" y="64"/>
                  </a:lnTo>
                  <a:lnTo>
                    <a:pt x="10" y="64"/>
                  </a:lnTo>
                  <a:lnTo>
                    <a:pt x="25" y="1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3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451113" y="4784758"/>
            <a:ext cx="4134679" cy="740777"/>
            <a:chOff x="1451113" y="4784758"/>
            <a:chExt cx="4134679" cy="740777"/>
          </a:xfrm>
        </p:grpSpPr>
        <p:sp>
          <p:nvSpPr>
            <p:cNvPr id="38" name="椭圆 37"/>
            <p:cNvSpPr/>
            <p:nvPr/>
          </p:nvSpPr>
          <p:spPr>
            <a:xfrm>
              <a:off x="1451113" y="4784758"/>
              <a:ext cx="740777" cy="7407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1451113" y="4784758"/>
              <a:ext cx="4134679" cy="74077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2286721" y="4784758"/>
              <a:ext cx="3008679" cy="713006"/>
              <a:chOff x="2069812" y="1993891"/>
              <a:chExt cx="3008679" cy="713006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2069812" y="2355454"/>
                <a:ext cx="3008679" cy="351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请添加文本内容或者复制。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069813" y="1993891"/>
                <a:ext cx="2636235" cy="4685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4CD3D"/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单击此处添加标题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603485" y="5009096"/>
              <a:ext cx="436033" cy="292100"/>
              <a:chOff x="2110318" y="3445934"/>
              <a:chExt cx="436033" cy="292100"/>
            </a:xfrm>
          </p:grpSpPr>
          <p:sp>
            <p:nvSpPr>
              <p:cNvPr id="42" name="Freeform 60"/>
              <p:cNvSpPr/>
              <p:nvPr/>
            </p:nvSpPr>
            <p:spPr>
              <a:xfrm>
                <a:off x="2125133" y="3445934"/>
                <a:ext cx="406400" cy="169333"/>
              </a:xfrm>
              <a:custGeom>
                <a:avLst/>
                <a:gdLst/>
                <a:ahLst/>
                <a:cxnLst>
                  <a:cxn ang="0">
                    <a:pos x="152907" y="125919"/>
                  </a:cxn>
                  <a:cxn ang="0">
                    <a:pos x="305813" y="0"/>
                  </a:cxn>
                  <a:cxn ang="0">
                    <a:pos x="303531" y="0"/>
                  </a:cxn>
                  <a:cxn ang="0">
                    <a:pos x="2282" y="0"/>
                  </a:cxn>
                  <a:cxn ang="0">
                    <a:pos x="0" y="0"/>
                  </a:cxn>
                  <a:cxn ang="0">
                    <a:pos x="152907" y="125919"/>
                  </a:cxn>
                </a:cxnLst>
                <a:rect l="0" t="0" r="0" b="0"/>
                <a:pathLst>
                  <a:path w="134" h="56">
                    <a:moveTo>
                      <a:pt x="67" y="56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134" y="0"/>
                      <a:pt x="133" y="0"/>
                      <a:pt x="133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67" y="5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Freeform 61"/>
              <p:cNvSpPr/>
              <p:nvPr/>
            </p:nvSpPr>
            <p:spPr>
              <a:xfrm>
                <a:off x="2402418" y="3456518"/>
                <a:ext cx="143933" cy="264583"/>
              </a:xfrm>
              <a:custGeom>
                <a:avLst/>
                <a:gdLst/>
                <a:ahLst/>
                <a:cxnLst>
                  <a:cxn ang="0">
                    <a:pos x="107935" y="4549"/>
                  </a:cxn>
                  <a:cxn ang="0">
                    <a:pos x="107935" y="0"/>
                  </a:cxn>
                  <a:cxn ang="0">
                    <a:pos x="0" y="90977"/>
                  </a:cxn>
                  <a:cxn ang="0">
                    <a:pos x="107935" y="197876"/>
                  </a:cxn>
                  <a:cxn ang="0">
                    <a:pos x="107935" y="195602"/>
                  </a:cxn>
                  <a:cxn ang="0">
                    <a:pos x="107935" y="4549"/>
                  </a:cxn>
                </a:cxnLst>
                <a:rect l="0" t="0" r="0" b="0"/>
                <a:pathLst>
                  <a:path w="48" h="87">
                    <a:moveTo>
                      <a:pt x="48" y="2"/>
                    </a:moveTo>
                    <a:cubicBezTo>
                      <a:pt x="48" y="1"/>
                      <a:pt x="48" y="1"/>
                      <a:pt x="48" y="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48" y="87"/>
                      <a:pt x="48" y="87"/>
                      <a:pt x="48" y="87"/>
                    </a:cubicBezTo>
                    <a:cubicBezTo>
                      <a:pt x="48" y="87"/>
                      <a:pt x="48" y="87"/>
                      <a:pt x="48" y="86"/>
                    </a:cubicBezTo>
                    <a:lnTo>
                      <a:pt x="48" y="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Freeform 62"/>
              <p:cNvSpPr/>
              <p:nvPr/>
            </p:nvSpPr>
            <p:spPr>
              <a:xfrm>
                <a:off x="2110318" y="3456518"/>
                <a:ext cx="143933" cy="26458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549"/>
                  </a:cxn>
                  <a:cxn ang="0">
                    <a:pos x="0" y="195602"/>
                  </a:cxn>
                  <a:cxn ang="0">
                    <a:pos x="0" y="197876"/>
                  </a:cxn>
                  <a:cxn ang="0">
                    <a:pos x="107935" y="90977"/>
                  </a:cxn>
                  <a:cxn ang="0">
                    <a:pos x="0" y="0"/>
                  </a:cxn>
                </a:cxnLst>
                <a:rect l="0" t="0" r="0" b="0"/>
                <a:pathLst>
                  <a:path w="48" h="87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48" y="40"/>
                      <a:pt x="48" y="40"/>
                      <a:pt x="48" y="4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Freeform 63"/>
              <p:cNvSpPr/>
              <p:nvPr/>
            </p:nvSpPr>
            <p:spPr>
              <a:xfrm>
                <a:off x="2125133" y="3589867"/>
                <a:ext cx="406400" cy="148167"/>
              </a:xfrm>
              <a:custGeom>
                <a:avLst/>
                <a:gdLst/>
                <a:ahLst/>
                <a:cxnLst>
                  <a:cxn ang="0">
                    <a:pos x="196268" y="0"/>
                  </a:cxn>
                  <a:cxn ang="0">
                    <a:pos x="157471" y="32229"/>
                  </a:cxn>
                  <a:cxn ang="0">
                    <a:pos x="152907" y="34532"/>
                  </a:cxn>
                  <a:cxn ang="0">
                    <a:pos x="148342" y="32229"/>
                  </a:cxn>
                  <a:cxn ang="0">
                    <a:pos x="109545" y="0"/>
                  </a:cxn>
                  <a:cxn ang="0">
                    <a:pos x="0" y="110501"/>
                  </a:cxn>
                  <a:cxn ang="0">
                    <a:pos x="2282" y="110501"/>
                  </a:cxn>
                  <a:cxn ang="0">
                    <a:pos x="303531" y="110501"/>
                  </a:cxn>
                  <a:cxn ang="0">
                    <a:pos x="305813" y="110501"/>
                  </a:cxn>
                  <a:cxn ang="0">
                    <a:pos x="196268" y="0"/>
                  </a:cxn>
                </a:cxnLst>
                <a:rect l="0" t="0" r="0" b="0"/>
                <a:pathLst>
                  <a:path w="134" h="48">
                    <a:moveTo>
                      <a:pt x="86" y="0"/>
                    </a:moveTo>
                    <a:cubicBezTo>
                      <a:pt x="69" y="14"/>
                      <a:pt x="69" y="14"/>
                      <a:pt x="69" y="14"/>
                    </a:cubicBezTo>
                    <a:cubicBezTo>
                      <a:pt x="68" y="15"/>
                      <a:pt x="68" y="15"/>
                      <a:pt x="67" y="15"/>
                    </a:cubicBezTo>
                    <a:cubicBezTo>
                      <a:pt x="66" y="15"/>
                      <a:pt x="66" y="15"/>
                      <a:pt x="65" y="14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1" y="48"/>
                    </a:cubicBezTo>
                    <a:cubicBezTo>
                      <a:pt x="133" y="48"/>
                      <a:pt x="133" y="48"/>
                      <a:pt x="133" y="48"/>
                    </a:cubicBezTo>
                    <a:cubicBezTo>
                      <a:pt x="134" y="48"/>
                      <a:pt x="134" y="48"/>
                      <a:pt x="134" y="48"/>
                    </a:cubicBez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6606210" y="3510531"/>
            <a:ext cx="4134679" cy="740777"/>
            <a:chOff x="6606210" y="3510531"/>
            <a:chExt cx="4134679" cy="740777"/>
          </a:xfrm>
        </p:grpSpPr>
        <p:sp>
          <p:nvSpPr>
            <p:cNvPr id="49" name="椭圆 48"/>
            <p:cNvSpPr/>
            <p:nvPr/>
          </p:nvSpPr>
          <p:spPr>
            <a:xfrm>
              <a:off x="6606210" y="3510531"/>
              <a:ext cx="740777" cy="7407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50" name="矩形: 圆角 49"/>
            <p:cNvSpPr/>
            <p:nvPr/>
          </p:nvSpPr>
          <p:spPr>
            <a:xfrm>
              <a:off x="6606210" y="3510531"/>
              <a:ext cx="4134679" cy="74077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7441818" y="3510531"/>
              <a:ext cx="3008679" cy="713006"/>
              <a:chOff x="2069812" y="1993891"/>
              <a:chExt cx="3008679" cy="713006"/>
            </a:xfrm>
          </p:grpSpPr>
          <p:sp>
            <p:nvSpPr>
              <p:cNvPr id="56" name="文本框 55"/>
              <p:cNvSpPr txBox="1"/>
              <p:nvPr/>
            </p:nvSpPr>
            <p:spPr>
              <a:xfrm>
                <a:off x="2069812" y="2355454"/>
                <a:ext cx="3008679" cy="351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请添加文本内容或者复制。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2069813" y="1993891"/>
                <a:ext cx="2636235" cy="4685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4CD3D"/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单击此处添加标题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6735298" y="3708410"/>
              <a:ext cx="482600" cy="345018"/>
              <a:chOff x="5496984" y="2624667"/>
              <a:chExt cx="482600" cy="345018"/>
            </a:xfrm>
            <a:solidFill>
              <a:schemeClr val="bg1"/>
            </a:solidFill>
          </p:grpSpPr>
          <p:sp>
            <p:nvSpPr>
              <p:cNvPr id="53" name="Freeform 39"/>
              <p:cNvSpPr/>
              <p:nvPr/>
            </p:nvSpPr>
            <p:spPr>
              <a:xfrm>
                <a:off x="5708651" y="2813052"/>
                <a:ext cx="270933" cy="156633"/>
              </a:xfrm>
              <a:custGeom>
                <a:avLst/>
                <a:gdLst/>
                <a:ahLst/>
                <a:cxnLst>
                  <a:cxn ang="0">
                    <a:pos x="203019" y="63652"/>
                  </a:cxn>
                  <a:cxn ang="0">
                    <a:pos x="121811" y="9093"/>
                  </a:cxn>
                  <a:cxn ang="0">
                    <a:pos x="121811" y="43192"/>
                  </a:cxn>
                  <a:cxn ang="0">
                    <a:pos x="119556" y="43192"/>
                  </a:cxn>
                  <a:cxn ang="0">
                    <a:pos x="63161" y="43192"/>
                  </a:cxn>
                  <a:cxn ang="0">
                    <a:pos x="27069" y="0"/>
                  </a:cxn>
                  <a:cxn ang="0">
                    <a:pos x="0" y="31826"/>
                  </a:cxn>
                  <a:cxn ang="0">
                    <a:pos x="38348" y="77292"/>
                  </a:cxn>
                  <a:cxn ang="0">
                    <a:pos x="54138" y="84112"/>
                  </a:cxn>
                  <a:cxn ang="0">
                    <a:pos x="119556" y="84112"/>
                  </a:cxn>
                  <a:cxn ang="0">
                    <a:pos x="121811" y="84112"/>
                  </a:cxn>
                  <a:cxn ang="0">
                    <a:pos x="121811" y="118211"/>
                  </a:cxn>
                  <a:cxn ang="0">
                    <a:pos x="203019" y="63652"/>
                  </a:cxn>
                </a:cxnLst>
                <a:rect l="0" t="0" r="0" b="0"/>
                <a:pathLst>
                  <a:path w="90" h="52">
                    <a:moveTo>
                      <a:pt x="90" y="28"/>
                    </a:moveTo>
                    <a:cubicBezTo>
                      <a:pt x="54" y="4"/>
                      <a:pt x="54" y="4"/>
                      <a:pt x="54" y="4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3" y="19"/>
                      <a:pt x="53" y="19"/>
                      <a:pt x="53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8" y="36"/>
                      <a:pt x="21" y="37"/>
                      <a:pt x="24" y="37"/>
                    </a:cubicBezTo>
                    <a:cubicBezTo>
                      <a:pt x="53" y="37"/>
                      <a:pt x="53" y="37"/>
                      <a:pt x="53" y="37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4" y="52"/>
                      <a:pt x="54" y="52"/>
                      <a:pt x="54" y="52"/>
                    </a:cubicBezTo>
                    <a:lnTo>
                      <a:pt x="90" y="28"/>
                    </a:lnTo>
                    <a:close/>
                  </a:path>
                </a:pathLst>
              </a:cu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Freeform 40"/>
              <p:cNvSpPr/>
              <p:nvPr/>
            </p:nvSpPr>
            <p:spPr>
              <a:xfrm>
                <a:off x="5499100" y="2669118"/>
                <a:ext cx="186267" cy="112183"/>
              </a:xfrm>
              <a:custGeom>
                <a:avLst/>
                <a:gdLst/>
                <a:ahLst/>
                <a:cxnLst>
                  <a:cxn ang="0">
                    <a:pos x="87293" y="0"/>
                  </a:cxn>
                  <a:cxn ang="0">
                    <a:pos x="20144" y="0"/>
                  </a:cxn>
                  <a:cxn ang="0">
                    <a:pos x="0" y="20628"/>
                  </a:cxn>
                  <a:cxn ang="0">
                    <a:pos x="20144" y="41256"/>
                  </a:cxn>
                  <a:cxn ang="0">
                    <a:pos x="76101" y="41256"/>
                  </a:cxn>
                  <a:cxn ang="0">
                    <a:pos x="111914" y="84804"/>
                  </a:cxn>
                  <a:cxn ang="0">
                    <a:pos x="138773" y="52716"/>
                  </a:cxn>
                  <a:cxn ang="0">
                    <a:pos x="100722" y="6876"/>
                  </a:cxn>
                  <a:cxn ang="0">
                    <a:pos x="87293" y="0"/>
                  </a:cxn>
                </a:cxnLst>
                <a:rect l="0" t="0" r="0" b="0"/>
                <a:pathLst>
                  <a:path w="62" h="37">
                    <a:moveTo>
                      <a:pt x="3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4"/>
                      <a:pt x="4" y="18"/>
                      <a:pt x="9" y="18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50" y="37"/>
                      <a:pt x="50" y="37"/>
                      <a:pt x="50" y="37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1"/>
                      <a:pt x="41" y="0"/>
                      <a:pt x="39" y="0"/>
                    </a:cubicBezTo>
                  </a:path>
                </a:pathLst>
              </a:cu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>
              <a:xfrm>
                <a:off x="5496984" y="2624667"/>
                <a:ext cx="482600" cy="300567"/>
              </a:xfrm>
              <a:custGeom>
                <a:avLst/>
                <a:gdLst/>
                <a:ahLst/>
                <a:cxnLst>
                  <a:cxn ang="0">
                    <a:pos x="362350" y="54823"/>
                  </a:cxn>
                  <a:cxn ang="0">
                    <a:pos x="280821" y="0"/>
                  </a:cxn>
                  <a:cxn ang="0">
                    <a:pos x="280821" y="34264"/>
                  </a:cxn>
                  <a:cxn ang="0">
                    <a:pos x="278557" y="34264"/>
                  </a:cxn>
                  <a:cxn ang="0">
                    <a:pos x="212881" y="34264"/>
                  </a:cxn>
                  <a:cxn ang="0">
                    <a:pos x="197028" y="41117"/>
                  </a:cxn>
                  <a:cxn ang="0">
                    <a:pos x="79264" y="185026"/>
                  </a:cxn>
                  <a:cxn ang="0">
                    <a:pos x="20382" y="185026"/>
                  </a:cxn>
                  <a:cxn ang="0">
                    <a:pos x="0" y="205585"/>
                  </a:cxn>
                  <a:cxn ang="0">
                    <a:pos x="20382" y="226143"/>
                  </a:cxn>
                  <a:cxn ang="0">
                    <a:pos x="90588" y="226143"/>
                  </a:cxn>
                  <a:cxn ang="0">
                    <a:pos x="104176" y="219290"/>
                  </a:cxn>
                  <a:cxn ang="0">
                    <a:pos x="221939" y="75381"/>
                  </a:cxn>
                  <a:cxn ang="0">
                    <a:pos x="278557" y="75381"/>
                  </a:cxn>
                  <a:cxn ang="0">
                    <a:pos x="280821" y="75381"/>
                  </a:cxn>
                  <a:cxn ang="0">
                    <a:pos x="280821" y="109645"/>
                  </a:cxn>
                  <a:cxn ang="0">
                    <a:pos x="362350" y="54823"/>
                  </a:cxn>
                </a:cxnLst>
                <a:rect l="0" t="0" r="0" b="0"/>
                <a:pathLst>
                  <a:path w="160" h="99">
                    <a:moveTo>
                      <a:pt x="160" y="24"/>
                    </a:moveTo>
                    <a:cubicBezTo>
                      <a:pt x="124" y="0"/>
                      <a:pt x="124" y="0"/>
                      <a:pt x="124" y="0"/>
                    </a:cubicBezTo>
                    <a:cubicBezTo>
                      <a:pt x="124" y="15"/>
                      <a:pt x="124" y="15"/>
                      <a:pt x="124" y="15"/>
                    </a:cubicBezTo>
                    <a:cubicBezTo>
                      <a:pt x="123" y="15"/>
                      <a:pt x="123" y="15"/>
                      <a:pt x="123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1" y="15"/>
                      <a:pt x="88" y="16"/>
                      <a:pt x="87" y="18"/>
                    </a:cubicBezTo>
                    <a:cubicBezTo>
                      <a:pt x="35" y="81"/>
                      <a:pt x="35" y="81"/>
                      <a:pt x="35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5" y="81"/>
                      <a:pt x="0" y="85"/>
                      <a:pt x="0" y="90"/>
                    </a:cubicBezTo>
                    <a:cubicBezTo>
                      <a:pt x="0" y="95"/>
                      <a:pt x="5" y="99"/>
                      <a:pt x="9" y="99"/>
                    </a:cubicBezTo>
                    <a:cubicBezTo>
                      <a:pt x="40" y="99"/>
                      <a:pt x="40" y="99"/>
                      <a:pt x="40" y="99"/>
                    </a:cubicBezTo>
                    <a:cubicBezTo>
                      <a:pt x="42" y="99"/>
                      <a:pt x="45" y="98"/>
                      <a:pt x="46" y="96"/>
                    </a:cubicBezTo>
                    <a:cubicBezTo>
                      <a:pt x="98" y="33"/>
                      <a:pt x="98" y="33"/>
                      <a:pt x="98" y="33"/>
                    </a:cubicBezTo>
                    <a:cubicBezTo>
                      <a:pt x="123" y="33"/>
                      <a:pt x="123" y="33"/>
                      <a:pt x="123" y="33"/>
                    </a:cubicBezTo>
                    <a:cubicBezTo>
                      <a:pt x="124" y="33"/>
                      <a:pt x="124" y="33"/>
                      <a:pt x="124" y="33"/>
                    </a:cubicBezTo>
                    <a:cubicBezTo>
                      <a:pt x="124" y="48"/>
                      <a:pt x="124" y="48"/>
                      <a:pt x="124" y="48"/>
                    </a:cubicBezTo>
                    <a:lnTo>
                      <a:pt x="160" y="24"/>
                    </a:lnTo>
                    <a:close/>
                  </a:path>
                </a:pathLst>
              </a:custGeom>
              <a:grpFill/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6606210" y="4784758"/>
            <a:ext cx="4134679" cy="740777"/>
            <a:chOff x="6606210" y="4784758"/>
            <a:chExt cx="4134679" cy="740777"/>
          </a:xfrm>
        </p:grpSpPr>
        <p:sp>
          <p:nvSpPr>
            <p:cNvPr id="59" name="椭圆 58"/>
            <p:cNvSpPr/>
            <p:nvPr/>
          </p:nvSpPr>
          <p:spPr>
            <a:xfrm>
              <a:off x="6606210" y="4784758"/>
              <a:ext cx="740777" cy="7407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60" name="矩形: 圆角 59"/>
            <p:cNvSpPr/>
            <p:nvPr/>
          </p:nvSpPr>
          <p:spPr>
            <a:xfrm>
              <a:off x="6606210" y="4784758"/>
              <a:ext cx="4134679" cy="74077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7441818" y="4784758"/>
              <a:ext cx="3008679" cy="713006"/>
              <a:chOff x="2069812" y="1993891"/>
              <a:chExt cx="3008679" cy="713006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2069812" y="2355454"/>
                <a:ext cx="3008679" cy="351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请添加文本内容或者复制。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2069813" y="1993891"/>
                <a:ext cx="2636235" cy="4685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4CD3D"/>
                    </a:solidFill>
                    <a:effectLst/>
                    <a:uLnTx/>
                    <a:uFillTx/>
                    <a:latin typeface="胡晓波骚包体" panose="02010600030101010101" pitchFamily="2" charset="-122"/>
                    <a:ea typeface="胡晓波骚包体" panose="02010600030101010101" pitchFamily="2" charset="-122"/>
                    <a:cs typeface="+mn-cs"/>
                  </a:rPr>
                  <a:t>单击此处添加标题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6850656" y="4963587"/>
              <a:ext cx="251884" cy="383118"/>
              <a:chOff x="8144934" y="3399367"/>
              <a:chExt cx="251884" cy="383118"/>
            </a:xfrm>
          </p:grpSpPr>
          <p:sp>
            <p:nvSpPr>
              <p:cNvPr id="63" name="Rectangle 182"/>
              <p:cNvSpPr/>
              <p:nvPr/>
            </p:nvSpPr>
            <p:spPr>
              <a:xfrm>
                <a:off x="8252885" y="3761318"/>
                <a:ext cx="35983" cy="2116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Rectangle 183"/>
              <p:cNvSpPr/>
              <p:nvPr/>
            </p:nvSpPr>
            <p:spPr>
              <a:xfrm>
                <a:off x="8216901" y="3689351"/>
                <a:ext cx="107951" cy="2116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Rectangle 184"/>
              <p:cNvSpPr/>
              <p:nvPr/>
            </p:nvSpPr>
            <p:spPr>
              <a:xfrm>
                <a:off x="8216901" y="3727451"/>
                <a:ext cx="107951" cy="1693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Freeform 185"/>
              <p:cNvSpPr/>
              <p:nvPr/>
            </p:nvSpPr>
            <p:spPr>
              <a:xfrm>
                <a:off x="8144934" y="3399367"/>
                <a:ext cx="251884" cy="273051"/>
              </a:xfrm>
              <a:custGeom>
                <a:avLst/>
                <a:gdLst/>
                <a:ahLst/>
                <a:cxnLst>
                  <a:cxn ang="0">
                    <a:pos x="190170" y="95940"/>
                  </a:cxn>
                  <a:cxn ang="0">
                    <a:pos x="95085" y="0"/>
                  </a:cxn>
                  <a:cxn ang="0">
                    <a:pos x="0" y="95940"/>
                  </a:cxn>
                  <a:cxn ang="0">
                    <a:pos x="54334" y="182742"/>
                  </a:cxn>
                  <a:cxn ang="0">
                    <a:pos x="54334" y="205585"/>
                  </a:cxn>
                  <a:cxn ang="0">
                    <a:pos x="135836" y="205585"/>
                  </a:cxn>
                  <a:cxn ang="0">
                    <a:pos x="135836" y="182742"/>
                  </a:cxn>
                  <a:cxn ang="0">
                    <a:pos x="190170" y="95940"/>
                  </a:cxn>
                </a:cxnLst>
                <a:rect l="0" t="0" r="0" b="0"/>
                <a:pathLst>
                  <a:path w="84" h="90">
                    <a:moveTo>
                      <a:pt x="84" y="42"/>
                    </a:moveTo>
                    <a:cubicBezTo>
                      <a:pt x="84" y="19"/>
                      <a:pt x="65" y="0"/>
                      <a:pt x="42" y="0"/>
                    </a:cubicBezTo>
                    <a:cubicBezTo>
                      <a:pt x="19" y="0"/>
                      <a:pt x="0" y="19"/>
                      <a:pt x="0" y="42"/>
                    </a:cubicBezTo>
                    <a:cubicBezTo>
                      <a:pt x="0" y="59"/>
                      <a:pt x="10" y="73"/>
                      <a:pt x="24" y="8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74" y="73"/>
                      <a:pt x="84" y="59"/>
                      <a:pt x="84" y="4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73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307712" y="2766262"/>
            <a:ext cx="458567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教学过程展示</a:t>
            </a:r>
            <a:endParaRPr kumimoji="0" lang="zh-CN" altLang="en-US" sz="60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58511" y="3604740"/>
            <a:ext cx="4477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Teaching Process Display</a:t>
            </a:r>
            <a:endParaRPr kumimoji="0" lang="en-US" altLang="zh-CN" sz="18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2436" y="319367"/>
            <a:ext cx="2262550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03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1880" y="89265"/>
            <a:ext cx="4558839" cy="1277406"/>
            <a:chOff x="601880" y="89265"/>
            <a:chExt cx="4558839" cy="1277406"/>
          </a:xfrm>
        </p:grpSpPr>
        <p:pic>
          <p:nvPicPr>
            <p:cNvPr id="3" name="图片 2" descr="图片包含 图标&#10;&#10;描述已自动生成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80" y="437593"/>
              <a:ext cx="937550" cy="929078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57925" y="50910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教学过程展示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50633" y="84291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Teaching Process Display</a:t>
              </a:r>
              <a:endParaRPr kumimoji="0" lang="en-US" altLang="zh-CN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4788" y="8926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03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247487" y="2340718"/>
            <a:ext cx="5159949" cy="1479442"/>
            <a:chOff x="1247487" y="1832718"/>
            <a:chExt cx="5159949" cy="1479442"/>
          </a:xfrm>
        </p:grpSpPr>
        <p:pic>
          <p:nvPicPr>
            <p:cNvPr id="4" name="图片 3" descr="图片包含 形状&#10;&#10;描述已自动生成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47487" y="1832718"/>
              <a:ext cx="5159949" cy="1479442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357187" y="1924158"/>
              <a:ext cx="250196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374898" y="2385232"/>
              <a:ext cx="3578206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247486" y="4121247"/>
            <a:ext cx="5159949" cy="1479442"/>
            <a:chOff x="1247487" y="1832718"/>
            <a:chExt cx="5159949" cy="1479442"/>
          </a:xfrm>
        </p:grpSpPr>
        <p:pic>
          <p:nvPicPr>
            <p:cNvPr id="14" name="图片 13" descr="图片包含 形状&#10;&#10;描述已自动生成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47487" y="1832718"/>
              <a:ext cx="5159949" cy="1479442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1357187" y="1924158"/>
              <a:ext cx="250196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74898" y="2385232"/>
              <a:ext cx="3578206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235047" y="2338350"/>
            <a:ext cx="5159949" cy="1479442"/>
            <a:chOff x="6235047" y="1830350"/>
            <a:chExt cx="5159949" cy="1479442"/>
          </a:xfrm>
        </p:grpSpPr>
        <p:pic>
          <p:nvPicPr>
            <p:cNvPr id="18" name="图片 17" descr="图片包含 形状&#10;&#10;描述已自动生成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5047" y="1830350"/>
              <a:ext cx="5159949" cy="1479442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7689379" y="1921790"/>
              <a:ext cx="250196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707090" y="2382864"/>
              <a:ext cx="3578206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235046" y="4121247"/>
            <a:ext cx="5159949" cy="1479442"/>
            <a:chOff x="6235046" y="3613247"/>
            <a:chExt cx="5159949" cy="1479442"/>
          </a:xfrm>
        </p:grpSpPr>
        <p:pic>
          <p:nvPicPr>
            <p:cNvPr id="22" name="图片 21" descr="图片包含 形状&#10;&#10;描述已自动生成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5046" y="3613247"/>
              <a:ext cx="5159949" cy="1479442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7707090" y="3704687"/>
              <a:ext cx="250196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724801" y="4165761"/>
              <a:ext cx="3578206" cy="766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</a:t>
              </a:r>
              <a:endPara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1747519" y="1526475"/>
            <a:ext cx="8706203" cy="7669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请在此处添加文本内容，或者复制已经编辑好的文字粘贴至此位置，请在此处添加。请在此处添加文本内容，</a:t>
            </a:r>
            <a:endParaRPr kumimoji="0" lang="zh-CN" altLang="en-US" sz="18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1880" y="89265"/>
            <a:ext cx="4558839" cy="1277406"/>
            <a:chOff x="601880" y="89265"/>
            <a:chExt cx="4558839" cy="1277406"/>
          </a:xfrm>
        </p:grpSpPr>
        <p:pic>
          <p:nvPicPr>
            <p:cNvPr id="3" name="图片 2" descr="图片包含 图标&#10;&#10;描述已自动生成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80" y="437593"/>
              <a:ext cx="937550" cy="929078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57925" y="50910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教学过程展示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50633" y="84291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Teaching Process Display</a:t>
              </a:r>
              <a:endParaRPr kumimoji="0" lang="en-US" altLang="zh-CN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4788" y="8926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03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43977" y="2131770"/>
            <a:ext cx="3332343" cy="3072999"/>
            <a:chOff x="1144352" y="2108621"/>
            <a:chExt cx="3332343" cy="3072999"/>
          </a:xfrm>
        </p:grpSpPr>
        <p:sp>
          <p:nvSpPr>
            <p:cNvPr id="10" name="弧形 9"/>
            <p:cNvSpPr/>
            <p:nvPr/>
          </p:nvSpPr>
          <p:spPr>
            <a:xfrm rot="285464">
              <a:off x="1144352" y="2108621"/>
              <a:ext cx="3059531" cy="3059531"/>
            </a:xfrm>
            <a:prstGeom prst="arc">
              <a:avLst>
                <a:gd name="adj1" fmla="val 14752055"/>
                <a:gd name="adj2" fmla="val 627297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2141317" y="2129742"/>
              <a:ext cx="108000" cy="108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141317" y="5025342"/>
              <a:ext cx="108000" cy="108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416560" y="2183742"/>
              <a:ext cx="567160" cy="567160"/>
              <a:chOff x="3509160" y="2183742"/>
              <a:chExt cx="567160" cy="567160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3509160" y="2183742"/>
                <a:ext cx="567160" cy="5671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Freeform 46"/>
              <p:cNvSpPr>
                <a:spLocks noEditPoints="1"/>
              </p:cNvSpPr>
              <p:nvPr/>
            </p:nvSpPr>
            <p:spPr bwMode="auto">
              <a:xfrm>
                <a:off x="3662790" y="2299778"/>
                <a:ext cx="259901" cy="335089"/>
              </a:xfrm>
              <a:custGeom>
                <a:avLst/>
                <a:gdLst>
                  <a:gd name="T0" fmla="*/ 67746 w 83"/>
                  <a:gd name="T1" fmla="*/ 42968 h 90"/>
                  <a:gd name="T2" fmla="*/ 55429 w 83"/>
                  <a:gd name="T3" fmla="*/ 46038 h 90"/>
                  <a:gd name="T4" fmla="*/ 24635 w 83"/>
                  <a:gd name="T5" fmla="*/ 76729 h 90"/>
                  <a:gd name="T6" fmla="*/ 0 w 83"/>
                  <a:gd name="T7" fmla="*/ 150389 h 90"/>
                  <a:gd name="T8" fmla="*/ 126254 w 83"/>
                  <a:gd name="T9" fmla="*/ 276225 h 90"/>
                  <a:gd name="T10" fmla="*/ 255588 w 83"/>
                  <a:gd name="T11" fmla="*/ 150389 h 90"/>
                  <a:gd name="T12" fmla="*/ 230953 w 83"/>
                  <a:gd name="T13" fmla="*/ 76729 h 90"/>
                  <a:gd name="T14" fmla="*/ 206318 w 83"/>
                  <a:gd name="T15" fmla="*/ 52176 h 90"/>
                  <a:gd name="T16" fmla="*/ 194001 w 83"/>
                  <a:gd name="T17" fmla="*/ 49107 h 90"/>
                  <a:gd name="T18" fmla="*/ 181683 w 83"/>
                  <a:gd name="T19" fmla="*/ 55245 h 90"/>
                  <a:gd name="T20" fmla="*/ 184762 w 83"/>
                  <a:gd name="T21" fmla="*/ 82868 h 90"/>
                  <a:gd name="T22" fmla="*/ 200159 w 83"/>
                  <a:gd name="T23" fmla="*/ 98213 h 90"/>
                  <a:gd name="T24" fmla="*/ 215556 w 83"/>
                  <a:gd name="T25" fmla="*/ 150389 h 90"/>
                  <a:gd name="T26" fmla="*/ 190921 w 83"/>
                  <a:gd name="T27" fmla="*/ 211773 h 90"/>
                  <a:gd name="T28" fmla="*/ 126254 w 83"/>
                  <a:gd name="T29" fmla="*/ 239395 h 90"/>
                  <a:gd name="T30" fmla="*/ 64667 w 83"/>
                  <a:gd name="T31" fmla="*/ 211773 h 90"/>
                  <a:gd name="T32" fmla="*/ 40032 w 83"/>
                  <a:gd name="T33" fmla="*/ 150389 h 90"/>
                  <a:gd name="T34" fmla="*/ 55429 w 83"/>
                  <a:gd name="T35" fmla="*/ 98213 h 90"/>
                  <a:gd name="T36" fmla="*/ 76984 w 83"/>
                  <a:gd name="T37" fmla="*/ 76729 h 90"/>
                  <a:gd name="T38" fmla="*/ 83143 w 83"/>
                  <a:gd name="T39" fmla="*/ 52176 h 90"/>
                  <a:gd name="T40" fmla="*/ 67746 w 83"/>
                  <a:gd name="T41" fmla="*/ 42968 h 90"/>
                  <a:gd name="T42" fmla="*/ 129334 w 83"/>
                  <a:gd name="T43" fmla="*/ 0 h 90"/>
                  <a:gd name="T44" fmla="*/ 107778 w 83"/>
                  <a:gd name="T45" fmla="*/ 21484 h 90"/>
                  <a:gd name="T46" fmla="*/ 107778 w 83"/>
                  <a:gd name="T47" fmla="*/ 147320 h 90"/>
                  <a:gd name="T48" fmla="*/ 129334 w 83"/>
                  <a:gd name="T49" fmla="*/ 168804 h 90"/>
                  <a:gd name="T50" fmla="*/ 147810 w 83"/>
                  <a:gd name="T51" fmla="*/ 147320 h 90"/>
                  <a:gd name="T52" fmla="*/ 147810 w 83"/>
                  <a:gd name="T53" fmla="*/ 21484 h 90"/>
                  <a:gd name="T54" fmla="*/ 129334 w 83"/>
                  <a:gd name="T55" fmla="*/ 0 h 9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83" h="90">
                    <a:moveTo>
                      <a:pt x="22" y="14"/>
                    </a:moveTo>
                    <a:cubicBezTo>
                      <a:pt x="20" y="14"/>
                      <a:pt x="19" y="14"/>
                      <a:pt x="18" y="15"/>
                    </a:cubicBezTo>
                    <a:cubicBezTo>
                      <a:pt x="14" y="18"/>
                      <a:pt x="11" y="21"/>
                      <a:pt x="8" y="25"/>
                    </a:cubicBezTo>
                    <a:cubicBezTo>
                      <a:pt x="3" y="31"/>
                      <a:pt x="0" y="40"/>
                      <a:pt x="0" y="49"/>
                    </a:cubicBezTo>
                    <a:cubicBezTo>
                      <a:pt x="0" y="72"/>
                      <a:pt x="19" y="90"/>
                      <a:pt x="41" y="90"/>
                    </a:cubicBezTo>
                    <a:cubicBezTo>
                      <a:pt x="64" y="90"/>
                      <a:pt x="83" y="72"/>
                      <a:pt x="83" y="49"/>
                    </a:cubicBezTo>
                    <a:cubicBezTo>
                      <a:pt x="83" y="40"/>
                      <a:pt x="80" y="31"/>
                      <a:pt x="75" y="25"/>
                    </a:cubicBezTo>
                    <a:cubicBezTo>
                      <a:pt x="72" y="22"/>
                      <a:pt x="70" y="19"/>
                      <a:pt x="67" y="17"/>
                    </a:cubicBezTo>
                    <a:cubicBezTo>
                      <a:pt x="66" y="16"/>
                      <a:pt x="65" y="16"/>
                      <a:pt x="63" y="16"/>
                    </a:cubicBezTo>
                    <a:cubicBezTo>
                      <a:pt x="62" y="16"/>
                      <a:pt x="60" y="16"/>
                      <a:pt x="59" y="18"/>
                    </a:cubicBezTo>
                    <a:cubicBezTo>
                      <a:pt x="56" y="21"/>
                      <a:pt x="57" y="25"/>
                      <a:pt x="60" y="27"/>
                    </a:cubicBezTo>
                    <a:cubicBezTo>
                      <a:pt x="61" y="28"/>
                      <a:pt x="63" y="30"/>
                      <a:pt x="65" y="32"/>
                    </a:cubicBezTo>
                    <a:cubicBezTo>
                      <a:pt x="68" y="37"/>
                      <a:pt x="70" y="43"/>
                      <a:pt x="70" y="49"/>
                    </a:cubicBezTo>
                    <a:cubicBezTo>
                      <a:pt x="70" y="57"/>
                      <a:pt x="67" y="64"/>
                      <a:pt x="62" y="69"/>
                    </a:cubicBezTo>
                    <a:cubicBezTo>
                      <a:pt x="57" y="75"/>
                      <a:pt x="49" y="78"/>
                      <a:pt x="41" y="78"/>
                    </a:cubicBezTo>
                    <a:cubicBezTo>
                      <a:pt x="34" y="78"/>
                      <a:pt x="26" y="75"/>
                      <a:pt x="21" y="69"/>
                    </a:cubicBezTo>
                    <a:cubicBezTo>
                      <a:pt x="16" y="64"/>
                      <a:pt x="13" y="57"/>
                      <a:pt x="13" y="49"/>
                    </a:cubicBezTo>
                    <a:cubicBezTo>
                      <a:pt x="13" y="43"/>
                      <a:pt x="15" y="37"/>
                      <a:pt x="18" y="32"/>
                    </a:cubicBezTo>
                    <a:cubicBezTo>
                      <a:pt x="20" y="29"/>
                      <a:pt x="23" y="27"/>
                      <a:pt x="25" y="25"/>
                    </a:cubicBezTo>
                    <a:cubicBezTo>
                      <a:pt x="28" y="24"/>
                      <a:pt x="29" y="20"/>
                      <a:pt x="27" y="17"/>
                    </a:cubicBezTo>
                    <a:cubicBezTo>
                      <a:pt x="26" y="15"/>
                      <a:pt x="24" y="14"/>
                      <a:pt x="22" y="14"/>
                    </a:cubicBezTo>
                    <a:moveTo>
                      <a:pt x="42" y="0"/>
                    </a:moveTo>
                    <a:cubicBezTo>
                      <a:pt x="38" y="0"/>
                      <a:pt x="35" y="3"/>
                      <a:pt x="35" y="7"/>
                    </a:cubicBezTo>
                    <a:cubicBezTo>
                      <a:pt x="35" y="48"/>
                      <a:pt x="35" y="48"/>
                      <a:pt x="35" y="48"/>
                    </a:cubicBezTo>
                    <a:cubicBezTo>
                      <a:pt x="35" y="52"/>
                      <a:pt x="38" y="55"/>
                      <a:pt x="42" y="55"/>
                    </a:cubicBezTo>
                    <a:cubicBezTo>
                      <a:pt x="45" y="55"/>
                      <a:pt x="48" y="52"/>
                      <a:pt x="48" y="48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8" y="3"/>
                      <a:pt x="45" y="0"/>
                      <a:pt x="42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3909535" y="3365015"/>
              <a:ext cx="567160" cy="567160"/>
              <a:chOff x="3909535" y="3365015"/>
              <a:chExt cx="567160" cy="56716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3909535" y="3365015"/>
                <a:ext cx="567160" cy="5671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Freeform 78"/>
              <p:cNvSpPr>
                <a:spLocks noEditPoints="1"/>
              </p:cNvSpPr>
              <p:nvPr/>
            </p:nvSpPr>
            <p:spPr bwMode="auto">
              <a:xfrm>
                <a:off x="4047022" y="3475273"/>
                <a:ext cx="292186" cy="346645"/>
              </a:xfrm>
              <a:custGeom>
                <a:avLst/>
                <a:gdLst>
                  <a:gd name="T0" fmla="*/ 77241 w 93"/>
                  <a:gd name="T1" fmla="*/ 236589 h 93"/>
                  <a:gd name="T2" fmla="*/ 49434 w 93"/>
                  <a:gd name="T3" fmla="*/ 212008 h 93"/>
                  <a:gd name="T4" fmla="*/ 77241 w 93"/>
                  <a:gd name="T5" fmla="*/ 184355 h 93"/>
                  <a:gd name="T6" fmla="*/ 105048 w 93"/>
                  <a:gd name="T7" fmla="*/ 212008 h 93"/>
                  <a:gd name="T8" fmla="*/ 77241 w 93"/>
                  <a:gd name="T9" fmla="*/ 236589 h 93"/>
                  <a:gd name="T10" fmla="*/ 148303 w 93"/>
                  <a:gd name="T11" fmla="*/ 236589 h 93"/>
                  <a:gd name="T12" fmla="*/ 132855 w 93"/>
                  <a:gd name="T13" fmla="*/ 221226 h 93"/>
                  <a:gd name="T14" fmla="*/ 114317 w 93"/>
                  <a:gd name="T15" fmla="*/ 175137 h 93"/>
                  <a:gd name="T16" fmla="*/ 67972 w 93"/>
                  <a:gd name="T17" fmla="*/ 156702 h 93"/>
                  <a:gd name="T18" fmla="*/ 52524 w 93"/>
                  <a:gd name="T19" fmla="*/ 141339 h 93"/>
                  <a:gd name="T20" fmla="*/ 67972 w 93"/>
                  <a:gd name="T21" fmla="*/ 125976 h 93"/>
                  <a:gd name="T22" fmla="*/ 163751 w 93"/>
                  <a:gd name="T23" fmla="*/ 221226 h 93"/>
                  <a:gd name="T24" fmla="*/ 148303 w 93"/>
                  <a:gd name="T25" fmla="*/ 236589 h 93"/>
                  <a:gd name="T26" fmla="*/ 213186 w 93"/>
                  <a:gd name="T27" fmla="*/ 236589 h 93"/>
                  <a:gd name="T28" fmla="*/ 197737 w 93"/>
                  <a:gd name="T29" fmla="*/ 221226 h 93"/>
                  <a:gd name="T30" fmla="*/ 160662 w 93"/>
                  <a:gd name="T31" fmla="*/ 129048 h 93"/>
                  <a:gd name="T32" fmla="*/ 67972 w 93"/>
                  <a:gd name="T33" fmla="*/ 92177 h 93"/>
                  <a:gd name="T34" fmla="*/ 52524 w 93"/>
                  <a:gd name="T35" fmla="*/ 76815 h 93"/>
                  <a:gd name="T36" fmla="*/ 67972 w 93"/>
                  <a:gd name="T37" fmla="*/ 64524 h 93"/>
                  <a:gd name="T38" fmla="*/ 225544 w 93"/>
                  <a:gd name="T39" fmla="*/ 221226 h 93"/>
                  <a:gd name="T40" fmla="*/ 213186 w 93"/>
                  <a:gd name="T41" fmla="*/ 236589 h 93"/>
                  <a:gd name="T42" fmla="*/ 24717 w 93"/>
                  <a:gd name="T43" fmla="*/ 49161 h 93"/>
                  <a:gd name="T44" fmla="*/ 18538 w 93"/>
                  <a:gd name="T45" fmla="*/ 43016 h 93"/>
                  <a:gd name="T46" fmla="*/ 43255 w 93"/>
                  <a:gd name="T47" fmla="*/ 18435 h 93"/>
                  <a:gd name="T48" fmla="*/ 49434 w 93"/>
                  <a:gd name="T49" fmla="*/ 24581 h 93"/>
                  <a:gd name="T50" fmla="*/ 43255 w 93"/>
                  <a:gd name="T51" fmla="*/ 30726 h 93"/>
                  <a:gd name="T52" fmla="*/ 30896 w 93"/>
                  <a:gd name="T53" fmla="*/ 43016 h 93"/>
                  <a:gd name="T54" fmla="*/ 24717 w 93"/>
                  <a:gd name="T55" fmla="*/ 49161 h 93"/>
                  <a:gd name="T56" fmla="*/ 253351 w 93"/>
                  <a:gd name="T57" fmla="*/ 0 h 93"/>
                  <a:gd name="T58" fmla="*/ 37076 w 93"/>
                  <a:gd name="T59" fmla="*/ 0 h 93"/>
                  <a:gd name="T60" fmla="*/ 0 w 93"/>
                  <a:gd name="T61" fmla="*/ 36871 h 93"/>
                  <a:gd name="T62" fmla="*/ 0 w 93"/>
                  <a:gd name="T63" fmla="*/ 251952 h 93"/>
                  <a:gd name="T64" fmla="*/ 37076 w 93"/>
                  <a:gd name="T65" fmla="*/ 285750 h 93"/>
                  <a:gd name="T66" fmla="*/ 253351 w 93"/>
                  <a:gd name="T67" fmla="*/ 285750 h 93"/>
                  <a:gd name="T68" fmla="*/ 287337 w 93"/>
                  <a:gd name="T69" fmla="*/ 251952 h 93"/>
                  <a:gd name="T70" fmla="*/ 287337 w 93"/>
                  <a:gd name="T71" fmla="*/ 36871 h 93"/>
                  <a:gd name="T72" fmla="*/ 253351 w 93"/>
                  <a:gd name="T73" fmla="*/ 0 h 9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93" h="93">
                    <a:moveTo>
                      <a:pt x="25" y="77"/>
                    </a:moveTo>
                    <a:cubicBezTo>
                      <a:pt x="20" y="77"/>
                      <a:pt x="16" y="73"/>
                      <a:pt x="16" y="69"/>
                    </a:cubicBezTo>
                    <a:cubicBezTo>
                      <a:pt x="16" y="64"/>
                      <a:pt x="20" y="60"/>
                      <a:pt x="25" y="60"/>
                    </a:cubicBezTo>
                    <a:cubicBezTo>
                      <a:pt x="30" y="60"/>
                      <a:pt x="34" y="64"/>
                      <a:pt x="34" y="69"/>
                    </a:cubicBezTo>
                    <a:cubicBezTo>
                      <a:pt x="34" y="73"/>
                      <a:pt x="30" y="77"/>
                      <a:pt x="25" y="77"/>
                    </a:cubicBezTo>
                    <a:moveTo>
                      <a:pt x="48" y="77"/>
                    </a:moveTo>
                    <a:cubicBezTo>
                      <a:pt x="46" y="77"/>
                      <a:pt x="43" y="75"/>
                      <a:pt x="43" y="72"/>
                    </a:cubicBezTo>
                    <a:cubicBezTo>
                      <a:pt x="43" y="66"/>
                      <a:pt x="41" y="61"/>
                      <a:pt x="37" y="57"/>
                    </a:cubicBezTo>
                    <a:cubicBezTo>
                      <a:pt x="33" y="53"/>
                      <a:pt x="28" y="51"/>
                      <a:pt x="22" y="51"/>
                    </a:cubicBezTo>
                    <a:cubicBezTo>
                      <a:pt x="19" y="51"/>
                      <a:pt x="17" y="49"/>
                      <a:pt x="17" y="46"/>
                    </a:cubicBezTo>
                    <a:cubicBezTo>
                      <a:pt x="17" y="43"/>
                      <a:pt x="19" y="41"/>
                      <a:pt x="22" y="41"/>
                    </a:cubicBezTo>
                    <a:cubicBezTo>
                      <a:pt x="39" y="41"/>
                      <a:pt x="53" y="55"/>
                      <a:pt x="53" y="72"/>
                    </a:cubicBezTo>
                    <a:cubicBezTo>
                      <a:pt x="53" y="75"/>
                      <a:pt x="51" y="77"/>
                      <a:pt x="48" y="77"/>
                    </a:cubicBezTo>
                    <a:moveTo>
                      <a:pt x="69" y="77"/>
                    </a:moveTo>
                    <a:cubicBezTo>
                      <a:pt x="66" y="77"/>
                      <a:pt x="64" y="75"/>
                      <a:pt x="64" y="72"/>
                    </a:cubicBezTo>
                    <a:cubicBezTo>
                      <a:pt x="64" y="61"/>
                      <a:pt x="59" y="50"/>
                      <a:pt x="52" y="42"/>
                    </a:cubicBezTo>
                    <a:cubicBezTo>
                      <a:pt x="44" y="35"/>
                      <a:pt x="33" y="30"/>
                      <a:pt x="22" y="30"/>
                    </a:cubicBezTo>
                    <a:cubicBezTo>
                      <a:pt x="19" y="30"/>
                      <a:pt x="17" y="28"/>
                      <a:pt x="17" y="25"/>
                    </a:cubicBezTo>
                    <a:cubicBezTo>
                      <a:pt x="17" y="23"/>
                      <a:pt x="19" y="21"/>
                      <a:pt x="22" y="21"/>
                    </a:cubicBezTo>
                    <a:cubicBezTo>
                      <a:pt x="50" y="21"/>
                      <a:pt x="73" y="44"/>
                      <a:pt x="73" y="72"/>
                    </a:cubicBezTo>
                    <a:cubicBezTo>
                      <a:pt x="73" y="75"/>
                      <a:pt x="71" y="77"/>
                      <a:pt x="69" y="77"/>
                    </a:cubicBezTo>
                    <a:moveTo>
                      <a:pt x="8" y="16"/>
                    </a:moveTo>
                    <a:cubicBezTo>
                      <a:pt x="7" y="16"/>
                      <a:pt x="6" y="15"/>
                      <a:pt x="6" y="14"/>
                    </a:cubicBezTo>
                    <a:cubicBezTo>
                      <a:pt x="6" y="10"/>
                      <a:pt x="10" y="6"/>
                      <a:pt x="14" y="6"/>
                    </a:cubicBezTo>
                    <a:cubicBezTo>
                      <a:pt x="15" y="6"/>
                      <a:pt x="16" y="7"/>
                      <a:pt x="16" y="8"/>
                    </a:cubicBezTo>
                    <a:cubicBezTo>
                      <a:pt x="16" y="9"/>
                      <a:pt x="15" y="10"/>
                      <a:pt x="14" y="10"/>
                    </a:cubicBezTo>
                    <a:cubicBezTo>
                      <a:pt x="12" y="10"/>
                      <a:pt x="10" y="12"/>
                      <a:pt x="10" y="14"/>
                    </a:cubicBezTo>
                    <a:cubicBezTo>
                      <a:pt x="10" y="15"/>
                      <a:pt x="9" y="16"/>
                      <a:pt x="8" y="16"/>
                    </a:cubicBezTo>
                    <a:moveTo>
                      <a:pt x="82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8"/>
                      <a:pt x="5" y="93"/>
                      <a:pt x="12" y="93"/>
                    </a:cubicBezTo>
                    <a:cubicBezTo>
                      <a:pt x="82" y="93"/>
                      <a:pt x="82" y="93"/>
                      <a:pt x="82" y="93"/>
                    </a:cubicBezTo>
                    <a:cubicBezTo>
                      <a:pt x="88" y="93"/>
                      <a:pt x="93" y="88"/>
                      <a:pt x="93" y="82"/>
                    </a:cubicBezTo>
                    <a:cubicBezTo>
                      <a:pt x="93" y="12"/>
                      <a:pt x="93" y="12"/>
                      <a:pt x="93" y="12"/>
                    </a:cubicBezTo>
                    <a:cubicBezTo>
                      <a:pt x="93" y="5"/>
                      <a:pt x="88" y="0"/>
                      <a:pt x="82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3335538" y="4614460"/>
              <a:ext cx="567160" cy="567160"/>
              <a:chOff x="3509160" y="4614460"/>
              <a:chExt cx="567160" cy="567160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3509160" y="4614460"/>
                <a:ext cx="567160" cy="5671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Freeform 24"/>
              <p:cNvSpPr/>
              <p:nvPr/>
            </p:nvSpPr>
            <p:spPr bwMode="auto">
              <a:xfrm>
                <a:off x="3677319" y="4774789"/>
                <a:ext cx="230842" cy="246502"/>
              </a:xfrm>
              <a:custGeom>
                <a:avLst/>
                <a:gdLst>
                  <a:gd name="T0" fmla="*/ 223944 w 74"/>
                  <a:gd name="T1" fmla="*/ 0 h 66"/>
                  <a:gd name="T2" fmla="*/ 220877 w 74"/>
                  <a:gd name="T3" fmla="*/ 0 h 66"/>
                  <a:gd name="T4" fmla="*/ 119641 w 74"/>
                  <a:gd name="T5" fmla="*/ 58497 h 66"/>
                  <a:gd name="T6" fmla="*/ 3068 w 74"/>
                  <a:gd name="T7" fmla="*/ 58497 h 66"/>
                  <a:gd name="T8" fmla="*/ 0 w 74"/>
                  <a:gd name="T9" fmla="*/ 64655 h 66"/>
                  <a:gd name="T10" fmla="*/ 0 w 74"/>
                  <a:gd name="T11" fmla="*/ 141624 h 66"/>
                  <a:gd name="T12" fmla="*/ 3068 w 74"/>
                  <a:gd name="T13" fmla="*/ 144703 h 66"/>
                  <a:gd name="T14" fmla="*/ 33745 w 74"/>
                  <a:gd name="T15" fmla="*/ 144703 h 66"/>
                  <a:gd name="T16" fmla="*/ 33745 w 74"/>
                  <a:gd name="T17" fmla="*/ 193964 h 66"/>
                  <a:gd name="T18" fmla="*/ 36813 w 74"/>
                  <a:gd name="T19" fmla="*/ 197042 h 66"/>
                  <a:gd name="T20" fmla="*/ 67490 w 74"/>
                  <a:gd name="T21" fmla="*/ 197042 h 66"/>
                  <a:gd name="T22" fmla="*/ 70558 w 74"/>
                  <a:gd name="T23" fmla="*/ 193964 h 66"/>
                  <a:gd name="T24" fmla="*/ 70558 w 74"/>
                  <a:gd name="T25" fmla="*/ 144703 h 66"/>
                  <a:gd name="T26" fmla="*/ 116574 w 74"/>
                  <a:gd name="T27" fmla="*/ 144703 h 66"/>
                  <a:gd name="T28" fmla="*/ 220877 w 74"/>
                  <a:gd name="T29" fmla="*/ 203200 h 66"/>
                  <a:gd name="T30" fmla="*/ 223944 w 74"/>
                  <a:gd name="T31" fmla="*/ 203200 h 66"/>
                  <a:gd name="T32" fmla="*/ 227012 w 74"/>
                  <a:gd name="T33" fmla="*/ 203200 h 66"/>
                  <a:gd name="T34" fmla="*/ 227012 w 74"/>
                  <a:gd name="T35" fmla="*/ 200121 h 66"/>
                  <a:gd name="T36" fmla="*/ 227012 w 74"/>
                  <a:gd name="T37" fmla="*/ 3079 h 66"/>
                  <a:gd name="T38" fmla="*/ 227012 w 74"/>
                  <a:gd name="T39" fmla="*/ 0 h 66"/>
                  <a:gd name="T40" fmla="*/ 223944 w 74"/>
                  <a:gd name="T41" fmla="*/ 0 h 6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74" h="66">
                    <a:moveTo>
                      <a:pt x="73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9"/>
                      <a:pt x="0" y="20"/>
                      <a:pt x="0" y="21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1" y="47"/>
                      <a:pt x="1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64"/>
                      <a:pt x="11" y="64"/>
                      <a:pt x="12" y="64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3" y="64"/>
                      <a:pt x="23" y="64"/>
                      <a:pt x="23" y="63"/>
                    </a:cubicBezTo>
                    <a:cubicBezTo>
                      <a:pt x="23" y="47"/>
                      <a:pt x="23" y="47"/>
                      <a:pt x="23" y="47"/>
                    </a:cubicBezTo>
                    <a:cubicBezTo>
                      <a:pt x="38" y="47"/>
                      <a:pt x="38" y="47"/>
                      <a:pt x="38" y="47"/>
                    </a:cubicBezTo>
                    <a:cubicBezTo>
                      <a:pt x="72" y="66"/>
                      <a:pt x="72" y="66"/>
                      <a:pt x="72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4" y="65"/>
                      <a:pt x="74" y="65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0"/>
                    </a:cubicBezTo>
                    <a:cubicBezTo>
                      <a:pt x="73" y="0"/>
                      <a:pt x="73" y="0"/>
                      <a:pt x="73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4295728" y="1520060"/>
            <a:ext cx="6827543" cy="1207112"/>
            <a:chOff x="2069812" y="1838916"/>
            <a:chExt cx="6827543" cy="1207112"/>
          </a:xfrm>
        </p:grpSpPr>
        <p:sp>
          <p:nvSpPr>
            <p:cNvPr id="24" name="文本框 23"/>
            <p:cNvSpPr txBox="1"/>
            <p:nvPr/>
          </p:nvSpPr>
          <p:spPr>
            <a:xfrm>
              <a:off x="2069812" y="2355454"/>
              <a:ext cx="6827543" cy="6905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请在此处添加文本内容，或者复制已经编辑好的文字粘贴至此位置，请在此处添加。请在此处添加文本内容，</a:t>
              </a:r>
              <a:endPara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069813" y="1838916"/>
              <a:ext cx="319957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295728" y="3076216"/>
            <a:ext cx="6827543" cy="1207112"/>
            <a:chOff x="2069812" y="1838916"/>
            <a:chExt cx="6827543" cy="1207112"/>
          </a:xfrm>
        </p:grpSpPr>
        <p:sp>
          <p:nvSpPr>
            <p:cNvPr id="27" name="文本框 26"/>
            <p:cNvSpPr txBox="1"/>
            <p:nvPr/>
          </p:nvSpPr>
          <p:spPr>
            <a:xfrm>
              <a:off x="2069812" y="2355454"/>
              <a:ext cx="6827543" cy="6905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请在此处添加文本内容，或者复制已经编辑好的文字粘贴至此位置，请在此处添加。请在此处添加文本内容，</a:t>
              </a:r>
              <a:endPara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069813" y="1838916"/>
              <a:ext cx="319957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295728" y="4632373"/>
            <a:ext cx="6827543" cy="1207112"/>
            <a:chOff x="2069812" y="1838916"/>
            <a:chExt cx="6827543" cy="1207112"/>
          </a:xfrm>
        </p:grpSpPr>
        <p:sp>
          <p:nvSpPr>
            <p:cNvPr id="30" name="文本框 29"/>
            <p:cNvSpPr txBox="1"/>
            <p:nvPr/>
          </p:nvSpPr>
          <p:spPr>
            <a:xfrm>
              <a:off x="2069812" y="2355454"/>
              <a:ext cx="6827543" cy="6905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请在此处添加文本内容，或者复制已经编辑好的文字粘贴至此位置，请在此处添加。请在此处添加文本内容，</a:t>
              </a:r>
              <a:endPara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069813" y="1838916"/>
              <a:ext cx="3199579" cy="4685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4CD3D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4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pic>
        <p:nvPicPr>
          <p:cNvPr id="2" name="图片 1" descr="卡通人物&#10;&#10;描述已自动生成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00" t="1" r="16401" b="64660"/>
          <a:stretch>
            <a:fillRect/>
          </a:stretch>
        </p:blipFill>
        <p:spPr>
          <a:xfrm>
            <a:off x="1246017" y="2834825"/>
            <a:ext cx="2125656" cy="1797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307712" y="2766262"/>
            <a:ext cx="458567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教学反思总结</a:t>
            </a:r>
            <a:endParaRPr kumimoji="0" lang="zh-CN" altLang="en-US" sz="60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58511" y="3604740"/>
            <a:ext cx="4477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Teaching Reflection Summary</a:t>
            </a:r>
            <a:endParaRPr kumimoji="0" lang="en-US" altLang="zh-CN" sz="18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2436" y="319367"/>
            <a:ext cx="2262550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04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1880" y="89265"/>
            <a:ext cx="4558839" cy="1277406"/>
            <a:chOff x="601880" y="89265"/>
            <a:chExt cx="4558839" cy="1277406"/>
          </a:xfrm>
        </p:grpSpPr>
        <p:pic>
          <p:nvPicPr>
            <p:cNvPr id="3" name="图片 2" descr="图片包含 图标&#10;&#10;描述已自动生成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80" y="437593"/>
              <a:ext cx="937550" cy="929078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57925" y="50910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教学反思总结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50633" y="84291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Teaching Reflection Summary</a:t>
              </a:r>
              <a:endParaRPr kumimoji="0" lang="en-US" altLang="zh-CN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4788" y="8926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04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554357" y="2057813"/>
            <a:ext cx="7094423" cy="884582"/>
            <a:chOff x="2564296" y="2316227"/>
            <a:chExt cx="7094423" cy="884582"/>
          </a:xfrm>
        </p:grpSpPr>
        <p:grpSp>
          <p:nvGrpSpPr>
            <p:cNvPr id="10" name="组合 9"/>
            <p:cNvGrpSpPr/>
            <p:nvPr/>
          </p:nvGrpSpPr>
          <p:grpSpPr>
            <a:xfrm>
              <a:off x="2564296" y="2316227"/>
              <a:ext cx="884582" cy="884582"/>
              <a:chOff x="2564296" y="2316227"/>
              <a:chExt cx="884582" cy="884582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2564296" y="2316227"/>
                <a:ext cx="884582" cy="88458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Freeform 34"/>
              <p:cNvSpPr>
                <a:spLocks noEditPoints="1"/>
              </p:cNvSpPr>
              <p:nvPr/>
            </p:nvSpPr>
            <p:spPr>
              <a:xfrm>
                <a:off x="2796402" y="2428318"/>
                <a:ext cx="420370" cy="660400"/>
              </a:xfrm>
              <a:custGeom>
                <a:avLst/>
                <a:gdLst/>
                <a:ahLst/>
                <a:cxnLst>
                  <a:cxn ang="0">
                    <a:pos x="159498" y="27985"/>
                  </a:cxn>
                  <a:cxn ang="0">
                    <a:pos x="173489" y="142726"/>
                  </a:cxn>
                  <a:cxn ang="0">
                    <a:pos x="142709" y="181906"/>
                  </a:cxn>
                  <a:cxn ang="0">
                    <a:pos x="153901" y="181906"/>
                  </a:cxn>
                  <a:cxn ang="0">
                    <a:pos x="159498" y="204294"/>
                  </a:cxn>
                  <a:cxn ang="0">
                    <a:pos x="156700" y="221085"/>
                  </a:cxn>
                  <a:cxn ang="0">
                    <a:pos x="159498" y="240675"/>
                  </a:cxn>
                  <a:cxn ang="0">
                    <a:pos x="153901" y="260265"/>
                  </a:cxn>
                  <a:cxn ang="0">
                    <a:pos x="41973" y="271459"/>
                  </a:cxn>
                  <a:cxn ang="0">
                    <a:pos x="33579" y="263063"/>
                  </a:cxn>
                  <a:cxn ang="0">
                    <a:pos x="33579" y="232279"/>
                  </a:cxn>
                  <a:cxn ang="0">
                    <a:pos x="33579" y="229481"/>
                  </a:cxn>
                  <a:cxn ang="0">
                    <a:pos x="33579" y="198697"/>
                  </a:cxn>
                  <a:cxn ang="0">
                    <a:pos x="39175" y="193100"/>
                  </a:cxn>
                  <a:cxn ang="0">
                    <a:pos x="44771" y="173510"/>
                  </a:cxn>
                  <a:cxn ang="0">
                    <a:pos x="0" y="95151"/>
                  </a:cxn>
                  <a:cxn ang="0">
                    <a:pos x="92341" y="0"/>
                  </a:cxn>
                  <a:cxn ang="0">
                    <a:pos x="78350" y="111942"/>
                  </a:cxn>
                  <a:cxn ang="0">
                    <a:pos x="83946" y="109143"/>
                  </a:cxn>
                  <a:cxn ang="0">
                    <a:pos x="92341" y="114740"/>
                  </a:cxn>
                  <a:cxn ang="0">
                    <a:pos x="100736" y="109143"/>
                  </a:cxn>
                  <a:cxn ang="0">
                    <a:pos x="109130" y="114740"/>
                  </a:cxn>
                  <a:cxn ang="0">
                    <a:pos x="120323" y="106345"/>
                  </a:cxn>
                  <a:cxn ang="0">
                    <a:pos x="109130" y="142726"/>
                  </a:cxn>
                  <a:cxn ang="0">
                    <a:pos x="123121" y="184704"/>
                  </a:cxn>
                  <a:cxn ang="0">
                    <a:pos x="123121" y="162316"/>
                  </a:cxn>
                  <a:cxn ang="0">
                    <a:pos x="156700" y="131532"/>
                  </a:cxn>
                  <a:cxn ang="0">
                    <a:pos x="145507" y="41978"/>
                  </a:cxn>
                  <a:cxn ang="0">
                    <a:pos x="39175" y="41978"/>
                  </a:cxn>
                  <a:cxn ang="0">
                    <a:pos x="30780" y="131532"/>
                  </a:cxn>
                  <a:cxn ang="0">
                    <a:pos x="64359" y="162316"/>
                  </a:cxn>
                  <a:cxn ang="0">
                    <a:pos x="64359" y="187503"/>
                  </a:cxn>
                  <a:cxn ang="0">
                    <a:pos x="81148" y="142726"/>
                  </a:cxn>
                  <a:cxn ang="0">
                    <a:pos x="69955" y="106345"/>
                  </a:cxn>
                  <a:cxn ang="0">
                    <a:pos x="111928" y="117539"/>
                  </a:cxn>
                  <a:cxn ang="0">
                    <a:pos x="100736" y="114740"/>
                  </a:cxn>
                  <a:cxn ang="0">
                    <a:pos x="83946" y="114740"/>
                  </a:cxn>
                  <a:cxn ang="0">
                    <a:pos x="75552" y="117539"/>
                  </a:cxn>
                  <a:cxn ang="0">
                    <a:pos x="89543" y="139927"/>
                  </a:cxn>
                  <a:cxn ang="0">
                    <a:pos x="89543" y="187503"/>
                  </a:cxn>
                  <a:cxn ang="0">
                    <a:pos x="97937" y="142726"/>
                  </a:cxn>
                  <a:cxn ang="0">
                    <a:pos x="97937" y="139927"/>
                  </a:cxn>
                  <a:cxn ang="0">
                    <a:pos x="120323" y="268661"/>
                  </a:cxn>
                  <a:cxn ang="0">
                    <a:pos x="95139" y="296646"/>
                  </a:cxn>
                  <a:cxn ang="0">
                    <a:pos x="120323" y="268661"/>
                  </a:cxn>
                  <a:cxn ang="0">
                    <a:pos x="47570" y="246272"/>
                  </a:cxn>
                  <a:cxn ang="0">
                    <a:pos x="47570" y="249071"/>
                  </a:cxn>
                  <a:cxn ang="0">
                    <a:pos x="139910" y="240675"/>
                  </a:cxn>
                  <a:cxn ang="0">
                    <a:pos x="139910" y="204294"/>
                  </a:cxn>
                  <a:cxn ang="0">
                    <a:pos x="47570" y="212690"/>
                  </a:cxn>
                  <a:cxn ang="0">
                    <a:pos x="139910" y="207092"/>
                  </a:cxn>
                  <a:cxn ang="0">
                    <a:pos x="139910" y="204294"/>
                  </a:cxn>
                </a:cxnLst>
                <a:rect l="0" t="0" r="0" b="0"/>
                <a:pathLst>
                  <a:path w="67" h="106">
                    <a:moveTo>
                      <a:pt x="33" y="0"/>
                    </a:moveTo>
                    <a:cubicBezTo>
                      <a:pt x="43" y="0"/>
                      <a:pt x="51" y="4"/>
                      <a:pt x="57" y="10"/>
                    </a:cubicBezTo>
                    <a:cubicBezTo>
                      <a:pt x="63" y="16"/>
                      <a:pt x="67" y="24"/>
                      <a:pt x="67" y="34"/>
                    </a:cubicBezTo>
                    <a:cubicBezTo>
                      <a:pt x="67" y="40"/>
                      <a:pt x="65" y="46"/>
                      <a:pt x="62" y="51"/>
                    </a:cubicBezTo>
                    <a:cubicBezTo>
                      <a:pt x="59" y="55"/>
                      <a:pt x="56" y="59"/>
                      <a:pt x="51" y="62"/>
                    </a:cubicBezTo>
                    <a:cubicBezTo>
                      <a:pt x="51" y="65"/>
                      <a:pt x="51" y="65"/>
                      <a:pt x="51" y="65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7" y="69"/>
                      <a:pt x="57" y="71"/>
                      <a:pt x="57" y="73"/>
                    </a:cubicBezTo>
                    <a:cubicBezTo>
                      <a:pt x="57" y="75"/>
                      <a:pt x="57" y="77"/>
                      <a:pt x="56" y="79"/>
                    </a:cubicBezTo>
                    <a:cubicBezTo>
                      <a:pt x="56" y="79"/>
                      <a:pt x="56" y="79"/>
                      <a:pt x="56" y="79"/>
                    </a:cubicBezTo>
                    <a:cubicBezTo>
                      <a:pt x="56" y="80"/>
                      <a:pt x="56" y="80"/>
                      <a:pt x="56" y="80"/>
                    </a:cubicBezTo>
                    <a:cubicBezTo>
                      <a:pt x="57" y="82"/>
                      <a:pt x="57" y="84"/>
                      <a:pt x="57" y="86"/>
                    </a:cubicBezTo>
                    <a:cubicBezTo>
                      <a:pt x="57" y="88"/>
                      <a:pt x="57" y="89"/>
                      <a:pt x="56" y="91"/>
                    </a:cubicBezTo>
                    <a:cubicBezTo>
                      <a:pt x="55" y="93"/>
                      <a:pt x="55" y="93"/>
                      <a:pt x="55" y="93"/>
                    </a:cubicBezTo>
                    <a:cubicBezTo>
                      <a:pt x="53" y="93"/>
                      <a:pt x="53" y="93"/>
                      <a:pt x="53" y="93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2" y="97"/>
                      <a:pt x="12" y="97"/>
                      <a:pt x="12" y="97"/>
                    </a:cubicBezTo>
                    <a:cubicBezTo>
                      <a:pt x="12" y="94"/>
                      <a:pt x="12" y="94"/>
                      <a:pt x="12" y="94"/>
                    </a:cubicBezTo>
                    <a:cubicBezTo>
                      <a:pt x="11" y="93"/>
                      <a:pt x="10" y="91"/>
                      <a:pt x="10" y="89"/>
                    </a:cubicBezTo>
                    <a:cubicBezTo>
                      <a:pt x="10" y="87"/>
                      <a:pt x="11" y="85"/>
                      <a:pt x="12" y="83"/>
                    </a:cubicBezTo>
                    <a:cubicBezTo>
                      <a:pt x="12" y="83"/>
                      <a:pt x="12" y="83"/>
                      <a:pt x="12" y="83"/>
                    </a:cubicBezTo>
                    <a:cubicBezTo>
                      <a:pt x="12" y="82"/>
                      <a:pt x="12" y="82"/>
                      <a:pt x="12" y="82"/>
                    </a:cubicBezTo>
                    <a:cubicBezTo>
                      <a:pt x="11" y="80"/>
                      <a:pt x="10" y="79"/>
                      <a:pt x="10" y="77"/>
                    </a:cubicBezTo>
                    <a:cubicBezTo>
                      <a:pt x="10" y="75"/>
                      <a:pt x="11" y="73"/>
                      <a:pt x="12" y="71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4" y="69"/>
                      <a:pt x="14" y="69"/>
                      <a:pt x="14" y="69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1" y="60"/>
                      <a:pt x="7" y="56"/>
                      <a:pt x="5" y="51"/>
                    </a:cubicBezTo>
                    <a:cubicBezTo>
                      <a:pt x="1" y="46"/>
                      <a:pt x="0" y="40"/>
                      <a:pt x="0" y="34"/>
                    </a:cubicBezTo>
                    <a:cubicBezTo>
                      <a:pt x="0" y="24"/>
                      <a:pt x="3" y="16"/>
                      <a:pt x="10" y="10"/>
                    </a:cubicBezTo>
                    <a:cubicBezTo>
                      <a:pt x="16" y="4"/>
                      <a:pt x="24" y="0"/>
                      <a:pt x="33" y="0"/>
                    </a:cubicBezTo>
                    <a:close/>
                    <a:moveTo>
                      <a:pt x="26" y="40"/>
                    </a:moveTo>
                    <a:cubicBezTo>
                      <a:pt x="26" y="40"/>
                      <a:pt x="27" y="40"/>
                      <a:pt x="28" y="40"/>
                    </a:cubicBezTo>
                    <a:cubicBezTo>
                      <a:pt x="28" y="40"/>
                      <a:pt x="29" y="40"/>
                      <a:pt x="30" y="40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0"/>
                      <a:pt x="32" y="41"/>
                      <a:pt x="33" y="41"/>
                    </a:cubicBezTo>
                    <a:cubicBezTo>
                      <a:pt x="34" y="41"/>
                      <a:pt x="35" y="40"/>
                      <a:pt x="35" y="40"/>
                    </a:cubicBezTo>
                    <a:cubicBezTo>
                      <a:pt x="36" y="39"/>
                      <a:pt x="36" y="39"/>
                      <a:pt x="36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7" y="41"/>
                      <a:pt x="38" y="41"/>
                      <a:pt x="39" y="41"/>
                    </a:cubicBezTo>
                    <a:cubicBezTo>
                      <a:pt x="40" y="41"/>
                      <a:pt x="41" y="40"/>
                      <a:pt x="42" y="40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39" y="51"/>
                      <a:pt x="39" y="51"/>
                      <a:pt x="39" y="51"/>
                    </a:cubicBezTo>
                    <a:cubicBezTo>
                      <a:pt x="39" y="67"/>
                      <a:pt x="39" y="67"/>
                      <a:pt x="39" y="67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6" y="57"/>
                      <a:pt x="46" y="57"/>
                      <a:pt x="46" y="57"/>
                    </a:cubicBezTo>
                    <a:cubicBezTo>
                      <a:pt x="50" y="55"/>
                      <a:pt x="54" y="51"/>
                      <a:pt x="56" y="47"/>
                    </a:cubicBezTo>
                    <a:cubicBezTo>
                      <a:pt x="58" y="43"/>
                      <a:pt x="60" y="39"/>
                      <a:pt x="60" y="34"/>
                    </a:cubicBezTo>
                    <a:cubicBezTo>
                      <a:pt x="60" y="26"/>
                      <a:pt x="57" y="20"/>
                      <a:pt x="52" y="15"/>
                    </a:cubicBezTo>
                    <a:cubicBezTo>
                      <a:pt x="47" y="10"/>
                      <a:pt x="41" y="7"/>
                      <a:pt x="33" y="7"/>
                    </a:cubicBezTo>
                    <a:cubicBezTo>
                      <a:pt x="26" y="7"/>
                      <a:pt x="19" y="10"/>
                      <a:pt x="14" y="15"/>
                    </a:cubicBezTo>
                    <a:cubicBezTo>
                      <a:pt x="10" y="20"/>
                      <a:pt x="7" y="26"/>
                      <a:pt x="7" y="34"/>
                    </a:cubicBezTo>
                    <a:cubicBezTo>
                      <a:pt x="7" y="39"/>
                      <a:pt x="8" y="43"/>
                      <a:pt x="11" y="47"/>
                    </a:cubicBezTo>
                    <a:cubicBezTo>
                      <a:pt x="13" y="52"/>
                      <a:pt x="17" y="55"/>
                      <a:pt x="21" y="57"/>
                    </a:cubicBezTo>
                    <a:cubicBezTo>
                      <a:pt x="23" y="58"/>
                      <a:pt x="23" y="58"/>
                      <a:pt x="23" y="58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9" y="67"/>
                      <a:pt x="29" y="67"/>
                      <a:pt x="29" y="67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2" y="40"/>
                      <a:pt x="22" y="40"/>
                      <a:pt x="22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40"/>
                      <a:pt x="26" y="40"/>
                      <a:pt x="26" y="40"/>
                    </a:cubicBezTo>
                    <a:close/>
                    <a:moveTo>
                      <a:pt x="40" y="42"/>
                    </a:moveTo>
                    <a:cubicBezTo>
                      <a:pt x="40" y="42"/>
                      <a:pt x="40" y="42"/>
                      <a:pt x="39" y="42"/>
                    </a:cubicBezTo>
                    <a:cubicBezTo>
                      <a:pt x="38" y="43"/>
                      <a:pt x="37" y="42"/>
                      <a:pt x="36" y="41"/>
                    </a:cubicBezTo>
                    <a:cubicBezTo>
                      <a:pt x="35" y="42"/>
                      <a:pt x="34" y="43"/>
                      <a:pt x="33" y="42"/>
                    </a:cubicBezTo>
                    <a:cubicBezTo>
                      <a:pt x="32" y="42"/>
                      <a:pt x="31" y="42"/>
                      <a:pt x="30" y="41"/>
                    </a:cubicBezTo>
                    <a:cubicBezTo>
                      <a:pt x="29" y="42"/>
                      <a:pt x="28" y="42"/>
                      <a:pt x="28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40" y="42"/>
                      <a:pt x="40" y="42"/>
                      <a:pt x="40" y="42"/>
                    </a:cubicBezTo>
                    <a:close/>
                    <a:moveTo>
                      <a:pt x="43" y="96"/>
                    </a:moveTo>
                    <a:cubicBezTo>
                      <a:pt x="24" y="98"/>
                      <a:pt x="24" y="98"/>
                      <a:pt x="24" y="98"/>
                    </a:cubicBezTo>
                    <a:cubicBezTo>
                      <a:pt x="25" y="103"/>
                      <a:pt x="29" y="106"/>
                      <a:pt x="34" y="106"/>
                    </a:cubicBezTo>
                    <a:cubicBezTo>
                      <a:pt x="39" y="106"/>
                      <a:pt x="43" y="102"/>
                      <a:pt x="43" y="97"/>
                    </a:cubicBezTo>
                    <a:cubicBezTo>
                      <a:pt x="43" y="96"/>
                      <a:pt x="43" y="96"/>
                      <a:pt x="43" y="96"/>
                    </a:cubicBezTo>
                    <a:close/>
                    <a:moveTo>
                      <a:pt x="50" y="85"/>
                    </a:moveTo>
                    <a:cubicBezTo>
                      <a:pt x="17" y="88"/>
                      <a:pt x="17" y="88"/>
                      <a:pt x="17" y="88"/>
                    </a:cubicBezTo>
                    <a:cubicBezTo>
                      <a:pt x="17" y="88"/>
                      <a:pt x="17" y="89"/>
                      <a:pt x="17" y="89"/>
                    </a:cubicBezTo>
                    <a:cubicBezTo>
                      <a:pt x="17" y="89"/>
                      <a:pt x="17" y="89"/>
                      <a:pt x="17" y="89"/>
                    </a:cubicBezTo>
                    <a:cubicBezTo>
                      <a:pt x="50" y="87"/>
                      <a:pt x="50" y="87"/>
                      <a:pt x="50" y="87"/>
                    </a:cubicBezTo>
                    <a:cubicBezTo>
                      <a:pt x="50" y="86"/>
                      <a:pt x="50" y="86"/>
                      <a:pt x="50" y="86"/>
                    </a:cubicBezTo>
                    <a:cubicBezTo>
                      <a:pt x="50" y="85"/>
                      <a:pt x="50" y="85"/>
                      <a:pt x="50" y="85"/>
                    </a:cubicBezTo>
                    <a:close/>
                    <a:moveTo>
                      <a:pt x="50" y="73"/>
                    </a:moveTo>
                    <a:cubicBezTo>
                      <a:pt x="17" y="75"/>
                      <a:pt x="17" y="75"/>
                      <a:pt x="17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50" y="74"/>
                      <a:pt x="50" y="74"/>
                      <a:pt x="50" y="74"/>
                    </a:cubicBezTo>
                    <a:cubicBezTo>
                      <a:pt x="50" y="74"/>
                      <a:pt x="50" y="73"/>
                      <a:pt x="50" y="73"/>
                    </a:cubicBezTo>
                    <a:cubicBezTo>
                      <a:pt x="50" y="73"/>
                      <a:pt x="50" y="73"/>
                      <a:pt x="50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1" name="箭头: 虚尾 10"/>
            <p:cNvSpPr/>
            <p:nvPr/>
          </p:nvSpPr>
          <p:spPr>
            <a:xfrm>
              <a:off x="3680984" y="2488863"/>
              <a:ext cx="765313" cy="539310"/>
            </a:xfrm>
            <a:prstGeom prst="stripedRightArrow">
              <a:avLst>
                <a:gd name="adj1" fmla="val 47074"/>
                <a:gd name="adj2" fmla="val 4414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2" name="箭头: 虚尾 11"/>
            <p:cNvSpPr/>
            <p:nvPr/>
          </p:nvSpPr>
          <p:spPr>
            <a:xfrm>
              <a:off x="5750931" y="2488863"/>
              <a:ext cx="765313" cy="539310"/>
            </a:xfrm>
            <a:prstGeom prst="stripedRightArrow">
              <a:avLst>
                <a:gd name="adj1" fmla="val 47074"/>
                <a:gd name="adj2" fmla="val 4414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3" name="箭头: 虚尾 12"/>
            <p:cNvSpPr/>
            <p:nvPr/>
          </p:nvSpPr>
          <p:spPr>
            <a:xfrm>
              <a:off x="7820878" y="2488863"/>
              <a:ext cx="765313" cy="539310"/>
            </a:xfrm>
            <a:prstGeom prst="stripedRightArrow">
              <a:avLst>
                <a:gd name="adj1" fmla="val 47074"/>
                <a:gd name="adj2" fmla="val 4414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4634243" y="2316227"/>
              <a:ext cx="884582" cy="884582"/>
              <a:chOff x="4634243" y="2316227"/>
              <a:chExt cx="884582" cy="884582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4634243" y="2316227"/>
                <a:ext cx="884582" cy="88458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Freeform 11"/>
              <p:cNvSpPr>
                <a:spLocks noEditPoints="1"/>
              </p:cNvSpPr>
              <p:nvPr/>
            </p:nvSpPr>
            <p:spPr>
              <a:xfrm>
                <a:off x="4857459" y="2498803"/>
                <a:ext cx="438150" cy="519430"/>
              </a:xfrm>
              <a:custGeom>
                <a:avLst/>
                <a:gdLst/>
                <a:ahLst/>
                <a:cxnLst>
                  <a:cxn ang="0">
                    <a:pos x="0" y="235099"/>
                  </a:cxn>
                  <a:cxn ang="0">
                    <a:pos x="83974" y="53177"/>
                  </a:cxn>
                  <a:cxn ang="0">
                    <a:pos x="109166" y="72769"/>
                  </a:cxn>
                  <a:cxn ang="0">
                    <a:pos x="109166" y="72769"/>
                  </a:cxn>
                  <a:cxn ang="0">
                    <a:pos x="109166" y="72769"/>
                  </a:cxn>
                  <a:cxn ang="0">
                    <a:pos x="111965" y="72769"/>
                  </a:cxn>
                  <a:cxn ang="0">
                    <a:pos x="111965" y="75567"/>
                  </a:cxn>
                  <a:cxn ang="0">
                    <a:pos x="114764" y="75567"/>
                  </a:cxn>
                  <a:cxn ang="0">
                    <a:pos x="114764" y="75567"/>
                  </a:cxn>
                  <a:cxn ang="0">
                    <a:pos x="117563" y="78366"/>
                  </a:cxn>
                  <a:cxn ang="0">
                    <a:pos x="117563" y="78366"/>
                  </a:cxn>
                  <a:cxn ang="0">
                    <a:pos x="120363" y="78366"/>
                  </a:cxn>
                  <a:cxn ang="0">
                    <a:pos x="120363" y="81165"/>
                  </a:cxn>
                  <a:cxn ang="0">
                    <a:pos x="120363" y="81165"/>
                  </a:cxn>
                  <a:cxn ang="0">
                    <a:pos x="123162" y="81165"/>
                  </a:cxn>
                  <a:cxn ang="0">
                    <a:pos x="134358" y="89561"/>
                  </a:cxn>
                  <a:cxn ang="0">
                    <a:pos x="137157" y="92360"/>
                  </a:cxn>
                  <a:cxn ang="0">
                    <a:pos x="137157" y="92360"/>
                  </a:cxn>
                  <a:cxn ang="0">
                    <a:pos x="137157" y="92360"/>
                  </a:cxn>
                  <a:cxn ang="0">
                    <a:pos x="139956" y="95159"/>
                  </a:cxn>
                  <a:cxn ang="0">
                    <a:pos x="139956" y="95159"/>
                  </a:cxn>
                  <a:cxn ang="0">
                    <a:pos x="142756" y="95159"/>
                  </a:cxn>
                  <a:cxn ang="0">
                    <a:pos x="142756" y="95159"/>
                  </a:cxn>
                  <a:cxn ang="0">
                    <a:pos x="145555" y="97958"/>
                  </a:cxn>
                  <a:cxn ang="0">
                    <a:pos x="145555" y="97958"/>
                  </a:cxn>
                  <a:cxn ang="0">
                    <a:pos x="148354" y="97958"/>
                  </a:cxn>
                  <a:cxn ang="0">
                    <a:pos x="148354" y="100757"/>
                  </a:cxn>
                  <a:cxn ang="0">
                    <a:pos x="148354" y="100757"/>
                  </a:cxn>
                  <a:cxn ang="0">
                    <a:pos x="137157" y="218306"/>
                  </a:cxn>
                  <a:cxn ang="0">
                    <a:pos x="22393" y="251891"/>
                  </a:cxn>
                  <a:cxn ang="0">
                    <a:pos x="97969" y="176324"/>
                  </a:cxn>
                  <a:cxn ang="0">
                    <a:pos x="53183" y="145537"/>
                  </a:cxn>
                  <a:cxn ang="0">
                    <a:pos x="8397" y="243495"/>
                  </a:cxn>
                  <a:cxn ang="0">
                    <a:pos x="207135" y="257489"/>
                  </a:cxn>
                  <a:cxn ang="0">
                    <a:pos x="151153" y="229501"/>
                  </a:cxn>
                  <a:cxn ang="0">
                    <a:pos x="193140" y="117549"/>
                  </a:cxn>
                  <a:cxn ang="0">
                    <a:pos x="97969" y="0"/>
                  </a:cxn>
                  <a:cxn ang="0">
                    <a:pos x="193140" y="117549"/>
                  </a:cxn>
                </a:cxnLst>
                <a:rect l="0" t="0" r="0" b="0"/>
                <a:pathLst>
                  <a:path w="78" h="92">
                    <a:moveTo>
                      <a:pt x="3" y="87"/>
                    </a:moveTo>
                    <a:cubicBezTo>
                      <a:pt x="2" y="86"/>
                      <a:pt x="1" y="85"/>
                      <a:pt x="0" y="84"/>
                    </a:cubicBezTo>
                    <a:cubicBezTo>
                      <a:pt x="0" y="71"/>
                      <a:pt x="0" y="58"/>
                      <a:pt x="1" y="44"/>
                    </a:cubicBezTo>
                    <a:cubicBezTo>
                      <a:pt x="12" y="40"/>
                      <a:pt x="22" y="31"/>
                      <a:pt x="30" y="19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49" y="33"/>
                      <a:pt x="49" y="33"/>
                      <a:pt x="49" y="33"/>
                    </a:cubicBezTo>
                    <a:cubicBezTo>
                      <a:pt x="50" y="33"/>
                      <a:pt x="50" y="33"/>
                      <a:pt x="50" y="33"/>
                    </a:cubicBezTo>
                    <a:cubicBezTo>
                      <a:pt x="50" y="34"/>
                      <a:pt x="50" y="34"/>
                      <a:pt x="50" y="34"/>
                    </a:cubicBezTo>
                    <a:cubicBezTo>
                      <a:pt x="50" y="34"/>
                      <a:pt x="50" y="34"/>
                      <a:pt x="50" y="34"/>
                    </a:cubicBezTo>
                    <a:cubicBezTo>
                      <a:pt x="50" y="34"/>
                      <a:pt x="50" y="34"/>
                      <a:pt x="50" y="34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62" y="42"/>
                      <a:pt x="62" y="42"/>
                      <a:pt x="62" y="42"/>
                    </a:cubicBezTo>
                    <a:cubicBezTo>
                      <a:pt x="54" y="54"/>
                      <a:pt x="49" y="66"/>
                      <a:pt x="49" y="78"/>
                    </a:cubicBezTo>
                    <a:cubicBezTo>
                      <a:pt x="36" y="83"/>
                      <a:pt x="24" y="87"/>
                      <a:pt x="11" y="92"/>
                    </a:cubicBezTo>
                    <a:cubicBezTo>
                      <a:pt x="10" y="91"/>
                      <a:pt x="9" y="91"/>
                      <a:pt x="8" y="90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8" y="68"/>
                      <a:pt x="32" y="67"/>
                      <a:pt x="35" y="63"/>
                    </a:cubicBezTo>
                    <a:cubicBezTo>
                      <a:pt x="38" y="59"/>
                      <a:pt x="37" y="53"/>
                      <a:pt x="33" y="50"/>
                    </a:cubicBezTo>
                    <a:cubicBezTo>
                      <a:pt x="28" y="47"/>
                      <a:pt x="22" y="48"/>
                      <a:pt x="19" y="52"/>
                    </a:cubicBezTo>
                    <a:cubicBezTo>
                      <a:pt x="16" y="56"/>
                      <a:pt x="17" y="61"/>
                      <a:pt x="20" y="64"/>
                    </a:cubicBezTo>
                    <a:cubicBezTo>
                      <a:pt x="3" y="87"/>
                      <a:pt x="3" y="87"/>
                      <a:pt x="3" y="87"/>
                    </a:cubicBezTo>
                    <a:close/>
                    <a:moveTo>
                      <a:pt x="27" y="92"/>
                    </a:moveTo>
                    <a:cubicBezTo>
                      <a:pt x="74" y="92"/>
                      <a:pt x="74" y="92"/>
                      <a:pt x="74" y="92"/>
                    </a:cubicBezTo>
                    <a:cubicBezTo>
                      <a:pt x="74" y="82"/>
                      <a:pt x="74" y="82"/>
                      <a:pt x="74" y="82"/>
                    </a:cubicBezTo>
                    <a:cubicBezTo>
                      <a:pt x="54" y="82"/>
                      <a:pt x="54" y="82"/>
                      <a:pt x="54" y="82"/>
                    </a:cubicBezTo>
                    <a:cubicBezTo>
                      <a:pt x="27" y="92"/>
                      <a:pt x="27" y="92"/>
                      <a:pt x="27" y="92"/>
                    </a:cubicBezTo>
                    <a:close/>
                    <a:moveTo>
                      <a:pt x="69" y="42"/>
                    </a:moveTo>
                    <a:cubicBezTo>
                      <a:pt x="78" y="30"/>
                      <a:pt x="78" y="30"/>
                      <a:pt x="78" y="3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26" y="11"/>
                      <a:pt x="26" y="11"/>
                      <a:pt x="26" y="11"/>
                    </a:cubicBezTo>
                    <a:lnTo>
                      <a:pt x="69" y="4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6704190" y="2316227"/>
              <a:ext cx="884582" cy="884582"/>
              <a:chOff x="6704190" y="2316227"/>
              <a:chExt cx="884582" cy="884582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6704190" y="2316227"/>
                <a:ext cx="884582" cy="88458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Freeform 41"/>
              <p:cNvSpPr>
                <a:spLocks noEditPoints="1"/>
              </p:cNvSpPr>
              <p:nvPr/>
            </p:nvSpPr>
            <p:spPr>
              <a:xfrm>
                <a:off x="6805169" y="2505153"/>
                <a:ext cx="682625" cy="506730"/>
              </a:xfrm>
              <a:custGeom>
                <a:avLst/>
                <a:gdLst/>
                <a:ahLst/>
                <a:cxnLst>
                  <a:cxn ang="0">
                    <a:pos x="145735" y="39401"/>
                  </a:cxn>
                  <a:cxn ang="0">
                    <a:pos x="235418" y="129460"/>
                  </a:cxn>
                  <a:cxn ang="0">
                    <a:pos x="235418" y="140717"/>
                  </a:cxn>
                  <a:cxn ang="0">
                    <a:pos x="201787" y="151975"/>
                  </a:cxn>
                  <a:cxn ang="0">
                    <a:pos x="170959" y="154789"/>
                  </a:cxn>
                  <a:cxn ang="0">
                    <a:pos x="156946" y="146346"/>
                  </a:cxn>
                  <a:cxn ang="0">
                    <a:pos x="137327" y="146346"/>
                  </a:cxn>
                  <a:cxn ang="0">
                    <a:pos x="120512" y="163232"/>
                  </a:cxn>
                  <a:cxn ang="0">
                    <a:pos x="120512" y="163232"/>
                  </a:cxn>
                  <a:cxn ang="0">
                    <a:pos x="137327" y="180118"/>
                  </a:cxn>
                  <a:cxn ang="0">
                    <a:pos x="156946" y="180118"/>
                  </a:cxn>
                  <a:cxn ang="0">
                    <a:pos x="170959" y="168861"/>
                  </a:cxn>
                  <a:cxn ang="0">
                    <a:pos x="204590" y="166046"/>
                  </a:cxn>
                  <a:cxn ang="0">
                    <a:pos x="229813" y="157603"/>
                  </a:cxn>
                  <a:cxn ang="0">
                    <a:pos x="145735" y="219519"/>
                  </a:cxn>
                  <a:cxn ang="0">
                    <a:pos x="56052" y="129460"/>
                  </a:cxn>
                  <a:cxn ang="0">
                    <a:pos x="145735" y="39401"/>
                  </a:cxn>
                  <a:cxn ang="0">
                    <a:pos x="145735" y="0"/>
                  </a:cxn>
                  <a:cxn ang="0">
                    <a:pos x="56052" y="39401"/>
                  </a:cxn>
                  <a:cxn ang="0">
                    <a:pos x="22421" y="92873"/>
                  </a:cxn>
                  <a:cxn ang="0">
                    <a:pos x="16816" y="92873"/>
                  </a:cxn>
                  <a:cxn ang="0">
                    <a:pos x="0" y="112574"/>
                  </a:cxn>
                  <a:cxn ang="0">
                    <a:pos x="0" y="143532"/>
                  </a:cxn>
                  <a:cxn ang="0">
                    <a:pos x="16816" y="160418"/>
                  </a:cxn>
                  <a:cxn ang="0">
                    <a:pos x="42039" y="160418"/>
                  </a:cxn>
                  <a:cxn ang="0">
                    <a:pos x="42039" y="95688"/>
                  </a:cxn>
                  <a:cxn ang="0">
                    <a:pos x="70065" y="53473"/>
                  </a:cxn>
                  <a:cxn ang="0">
                    <a:pos x="145735" y="19700"/>
                  </a:cxn>
                  <a:cxn ang="0">
                    <a:pos x="224208" y="53473"/>
                  </a:cxn>
                  <a:cxn ang="0">
                    <a:pos x="249431" y="92873"/>
                  </a:cxn>
                  <a:cxn ang="0">
                    <a:pos x="249431" y="160418"/>
                  </a:cxn>
                  <a:cxn ang="0">
                    <a:pos x="274655" y="160418"/>
                  </a:cxn>
                  <a:cxn ang="0">
                    <a:pos x="294273" y="143532"/>
                  </a:cxn>
                  <a:cxn ang="0">
                    <a:pos x="294273" y="112574"/>
                  </a:cxn>
                  <a:cxn ang="0">
                    <a:pos x="274655" y="92873"/>
                  </a:cxn>
                  <a:cxn ang="0">
                    <a:pos x="269050" y="92873"/>
                  </a:cxn>
                  <a:cxn ang="0">
                    <a:pos x="238221" y="39401"/>
                  </a:cxn>
                  <a:cxn ang="0">
                    <a:pos x="145735" y="0"/>
                  </a:cxn>
                </a:cxnLst>
                <a:rect l="0" t="0" r="0" b="0"/>
                <a:pathLst>
                  <a:path w="105" h="78">
                    <a:moveTo>
                      <a:pt x="52" y="14"/>
                    </a:moveTo>
                    <a:cubicBezTo>
                      <a:pt x="70" y="14"/>
                      <a:pt x="84" y="29"/>
                      <a:pt x="84" y="46"/>
                    </a:cubicBezTo>
                    <a:cubicBezTo>
                      <a:pt x="84" y="47"/>
                      <a:pt x="84" y="49"/>
                      <a:pt x="84" y="50"/>
                    </a:cubicBezTo>
                    <a:cubicBezTo>
                      <a:pt x="80" y="51"/>
                      <a:pt x="76" y="53"/>
                      <a:pt x="72" y="54"/>
                    </a:cubicBezTo>
                    <a:cubicBezTo>
                      <a:pt x="68" y="55"/>
                      <a:pt x="65" y="55"/>
                      <a:pt x="61" y="55"/>
                    </a:cubicBezTo>
                    <a:cubicBezTo>
                      <a:pt x="60" y="54"/>
                      <a:pt x="58" y="52"/>
                      <a:pt x="56" y="52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46" y="52"/>
                      <a:pt x="43" y="55"/>
                      <a:pt x="43" y="58"/>
                    </a:cubicBezTo>
                    <a:cubicBezTo>
                      <a:pt x="43" y="58"/>
                      <a:pt x="43" y="58"/>
                      <a:pt x="43" y="58"/>
                    </a:cubicBezTo>
                    <a:cubicBezTo>
                      <a:pt x="43" y="61"/>
                      <a:pt x="46" y="64"/>
                      <a:pt x="49" y="64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58" y="64"/>
                      <a:pt x="60" y="62"/>
                      <a:pt x="61" y="60"/>
                    </a:cubicBezTo>
                    <a:cubicBezTo>
                      <a:pt x="65" y="60"/>
                      <a:pt x="69" y="59"/>
                      <a:pt x="73" y="59"/>
                    </a:cubicBezTo>
                    <a:cubicBezTo>
                      <a:pt x="76" y="58"/>
                      <a:pt x="79" y="57"/>
                      <a:pt x="82" y="56"/>
                    </a:cubicBezTo>
                    <a:cubicBezTo>
                      <a:pt x="78" y="69"/>
                      <a:pt x="66" y="78"/>
                      <a:pt x="52" y="78"/>
                    </a:cubicBezTo>
                    <a:cubicBezTo>
                      <a:pt x="34" y="78"/>
                      <a:pt x="20" y="64"/>
                      <a:pt x="20" y="46"/>
                    </a:cubicBezTo>
                    <a:cubicBezTo>
                      <a:pt x="20" y="29"/>
                      <a:pt x="34" y="14"/>
                      <a:pt x="52" y="14"/>
                    </a:cubicBezTo>
                    <a:close/>
                    <a:moveTo>
                      <a:pt x="52" y="0"/>
                    </a:moveTo>
                    <a:cubicBezTo>
                      <a:pt x="39" y="0"/>
                      <a:pt x="28" y="5"/>
                      <a:pt x="20" y="14"/>
                    </a:cubicBezTo>
                    <a:cubicBezTo>
                      <a:pt x="14" y="19"/>
                      <a:pt x="10" y="26"/>
                      <a:pt x="8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3" y="33"/>
                      <a:pt x="0" y="36"/>
                      <a:pt x="0" y="4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4"/>
                      <a:pt x="3" y="57"/>
                      <a:pt x="6" y="57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7" y="28"/>
                      <a:pt x="20" y="23"/>
                      <a:pt x="25" y="19"/>
                    </a:cubicBezTo>
                    <a:cubicBezTo>
                      <a:pt x="32" y="12"/>
                      <a:pt x="41" y="7"/>
                      <a:pt x="52" y="7"/>
                    </a:cubicBezTo>
                    <a:cubicBezTo>
                      <a:pt x="63" y="7"/>
                      <a:pt x="73" y="12"/>
                      <a:pt x="80" y="19"/>
                    </a:cubicBezTo>
                    <a:cubicBezTo>
                      <a:pt x="84" y="23"/>
                      <a:pt x="87" y="28"/>
                      <a:pt x="89" y="33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98" y="57"/>
                      <a:pt x="98" y="57"/>
                      <a:pt x="98" y="57"/>
                    </a:cubicBezTo>
                    <a:cubicBezTo>
                      <a:pt x="102" y="57"/>
                      <a:pt x="105" y="54"/>
                      <a:pt x="105" y="51"/>
                    </a:cubicBezTo>
                    <a:cubicBezTo>
                      <a:pt x="105" y="40"/>
                      <a:pt x="105" y="40"/>
                      <a:pt x="105" y="40"/>
                    </a:cubicBezTo>
                    <a:cubicBezTo>
                      <a:pt x="105" y="36"/>
                      <a:pt x="102" y="33"/>
                      <a:pt x="98" y="33"/>
                    </a:cubicBezTo>
                    <a:cubicBezTo>
                      <a:pt x="96" y="33"/>
                      <a:pt x="96" y="33"/>
                      <a:pt x="96" y="33"/>
                    </a:cubicBezTo>
                    <a:cubicBezTo>
                      <a:pt x="94" y="26"/>
                      <a:pt x="90" y="19"/>
                      <a:pt x="85" y="14"/>
                    </a:cubicBezTo>
                    <a:cubicBezTo>
                      <a:pt x="76" y="5"/>
                      <a:pt x="65" y="0"/>
                      <a:pt x="5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774137" y="2316227"/>
              <a:ext cx="884582" cy="884582"/>
              <a:chOff x="8774137" y="2316227"/>
              <a:chExt cx="884582" cy="884582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8774137" y="2316227"/>
                <a:ext cx="884582" cy="88458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Freeform 493"/>
              <p:cNvSpPr/>
              <p:nvPr/>
            </p:nvSpPr>
            <p:spPr>
              <a:xfrm>
                <a:off x="8987193" y="2441018"/>
                <a:ext cx="458470" cy="635000"/>
              </a:xfrm>
              <a:custGeom>
                <a:avLst/>
                <a:gdLst/>
                <a:ahLst/>
                <a:cxnLst>
                  <a:cxn ang="0">
                    <a:pos x="66121" y="161720"/>
                  </a:cxn>
                  <a:cxn ang="0">
                    <a:pos x="98702" y="129185"/>
                  </a:cxn>
                  <a:cxn ang="0">
                    <a:pos x="118826" y="149280"/>
                  </a:cxn>
                  <a:cxn ang="0">
                    <a:pos x="118826" y="214351"/>
                  </a:cxn>
                  <a:cxn ang="0">
                    <a:pos x="118826" y="215308"/>
                  </a:cxn>
                  <a:cxn ang="0">
                    <a:pos x="112118" y="244972"/>
                  </a:cxn>
                  <a:cxn ang="0">
                    <a:pos x="98702" y="249757"/>
                  </a:cxn>
                  <a:cxn ang="0">
                    <a:pos x="83370" y="244015"/>
                  </a:cxn>
                  <a:cxn ang="0">
                    <a:pos x="78578" y="226791"/>
                  </a:cxn>
                  <a:cxn ang="0">
                    <a:pos x="68037" y="212437"/>
                  </a:cxn>
                  <a:cxn ang="0">
                    <a:pos x="53663" y="223920"/>
                  </a:cxn>
                  <a:cxn ang="0">
                    <a:pos x="64204" y="261240"/>
                  </a:cxn>
                  <a:cxn ang="0">
                    <a:pos x="98702" y="274637"/>
                  </a:cxn>
                  <a:cxn ang="0">
                    <a:pos x="130325" y="262197"/>
                  </a:cxn>
                  <a:cxn ang="0">
                    <a:pos x="144699" y="214351"/>
                  </a:cxn>
                  <a:cxn ang="0">
                    <a:pos x="144699" y="149280"/>
                  </a:cxn>
                  <a:cxn ang="0">
                    <a:pos x="164823" y="129185"/>
                  </a:cxn>
                  <a:cxn ang="0">
                    <a:pos x="197404" y="161720"/>
                  </a:cxn>
                  <a:cxn ang="0">
                    <a:pos x="230944" y="129185"/>
                  </a:cxn>
                  <a:cxn ang="0">
                    <a:pos x="261608" y="159806"/>
                  </a:cxn>
                  <a:cxn ang="0">
                    <a:pos x="263525" y="135883"/>
                  </a:cxn>
                  <a:cxn ang="0">
                    <a:pos x="140866" y="22966"/>
                  </a:cxn>
                  <a:cxn ang="0">
                    <a:pos x="140866" y="8612"/>
                  </a:cxn>
                  <a:cxn ang="0">
                    <a:pos x="132242" y="0"/>
                  </a:cxn>
                  <a:cxn ang="0">
                    <a:pos x="122659" y="8612"/>
                  </a:cxn>
                  <a:cxn ang="0">
                    <a:pos x="122659" y="22966"/>
                  </a:cxn>
                  <a:cxn ang="0">
                    <a:pos x="0" y="135883"/>
                  </a:cxn>
                  <a:cxn ang="0">
                    <a:pos x="2875" y="159806"/>
                  </a:cxn>
                  <a:cxn ang="0">
                    <a:pos x="33540" y="129185"/>
                  </a:cxn>
                  <a:cxn ang="0">
                    <a:pos x="66121" y="161720"/>
                  </a:cxn>
                </a:cxnLst>
                <a:rect l="0" t="0" r="0" b="0"/>
                <a:pathLst>
                  <a:path w="275" h="287">
                    <a:moveTo>
                      <a:pt x="69" y="169"/>
                    </a:moveTo>
                    <a:cubicBezTo>
                      <a:pt x="103" y="135"/>
                      <a:pt x="103" y="135"/>
                      <a:pt x="103" y="135"/>
                    </a:cubicBezTo>
                    <a:cubicBezTo>
                      <a:pt x="124" y="156"/>
                      <a:pt x="124" y="156"/>
                      <a:pt x="124" y="156"/>
                    </a:cubicBezTo>
                    <a:cubicBezTo>
                      <a:pt x="124" y="224"/>
                      <a:pt x="124" y="224"/>
                      <a:pt x="124" y="224"/>
                    </a:cubicBezTo>
                    <a:cubicBezTo>
                      <a:pt x="124" y="225"/>
                      <a:pt x="124" y="225"/>
                      <a:pt x="124" y="225"/>
                    </a:cubicBezTo>
                    <a:cubicBezTo>
                      <a:pt x="125" y="231"/>
                      <a:pt x="124" y="247"/>
                      <a:pt x="117" y="256"/>
                    </a:cubicBezTo>
                    <a:cubicBezTo>
                      <a:pt x="115" y="258"/>
                      <a:pt x="111" y="261"/>
                      <a:pt x="103" y="261"/>
                    </a:cubicBezTo>
                    <a:cubicBezTo>
                      <a:pt x="96" y="261"/>
                      <a:pt x="91" y="259"/>
                      <a:pt x="87" y="255"/>
                    </a:cubicBezTo>
                    <a:cubicBezTo>
                      <a:pt x="82" y="250"/>
                      <a:pt x="82" y="240"/>
                      <a:pt x="82" y="237"/>
                    </a:cubicBezTo>
                    <a:cubicBezTo>
                      <a:pt x="83" y="230"/>
                      <a:pt x="78" y="223"/>
                      <a:pt x="71" y="222"/>
                    </a:cubicBezTo>
                    <a:cubicBezTo>
                      <a:pt x="63" y="222"/>
                      <a:pt x="57" y="227"/>
                      <a:pt x="56" y="234"/>
                    </a:cubicBezTo>
                    <a:cubicBezTo>
                      <a:pt x="56" y="237"/>
                      <a:pt x="54" y="258"/>
                      <a:pt x="67" y="273"/>
                    </a:cubicBezTo>
                    <a:cubicBezTo>
                      <a:pt x="73" y="279"/>
                      <a:pt x="84" y="287"/>
                      <a:pt x="103" y="287"/>
                    </a:cubicBezTo>
                    <a:cubicBezTo>
                      <a:pt x="117" y="287"/>
                      <a:pt x="128" y="283"/>
                      <a:pt x="136" y="274"/>
                    </a:cubicBezTo>
                    <a:cubicBezTo>
                      <a:pt x="152" y="256"/>
                      <a:pt x="151" y="229"/>
                      <a:pt x="151" y="224"/>
                    </a:cubicBezTo>
                    <a:cubicBezTo>
                      <a:pt x="151" y="156"/>
                      <a:pt x="151" y="156"/>
                      <a:pt x="151" y="156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206" y="169"/>
                      <a:pt x="206" y="169"/>
                      <a:pt x="206" y="169"/>
                    </a:cubicBezTo>
                    <a:cubicBezTo>
                      <a:pt x="241" y="135"/>
                      <a:pt x="241" y="135"/>
                      <a:pt x="241" y="135"/>
                    </a:cubicBezTo>
                    <a:cubicBezTo>
                      <a:pt x="273" y="167"/>
                      <a:pt x="273" y="167"/>
                      <a:pt x="273" y="167"/>
                    </a:cubicBezTo>
                    <a:cubicBezTo>
                      <a:pt x="274" y="159"/>
                      <a:pt x="275" y="151"/>
                      <a:pt x="275" y="142"/>
                    </a:cubicBezTo>
                    <a:cubicBezTo>
                      <a:pt x="275" y="109"/>
                      <a:pt x="243" y="29"/>
                      <a:pt x="147" y="24"/>
                    </a:cubicBezTo>
                    <a:cubicBezTo>
                      <a:pt x="147" y="9"/>
                      <a:pt x="147" y="9"/>
                      <a:pt x="147" y="9"/>
                    </a:cubicBezTo>
                    <a:cubicBezTo>
                      <a:pt x="147" y="4"/>
                      <a:pt x="143" y="0"/>
                      <a:pt x="138" y="0"/>
                    </a:cubicBezTo>
                    <a:cubicBezTo>
                      <a:pt x="133" y="0"/>
                      <a:pt x="128" y="4"/>
                      <a:pt x="128" y="9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33" y="29"/>
                      <a:pt x="0" y="109"/>
                      <a:pt x="0" y="142"/>
                    </a:cubicBezTo>
                    <a:cubicBezTo>
                      <a:pt x="0" y="150"/>
                      <a:pt x="1" y="159"/>
                      <a:pt x="3" y="167"/>
                    </a:cubicBezTo>
                    <a:cubicBezTo>
                      <a:pt x="35" y="135"/>
                      <a:pt x="35" y="135"/>
                      <a:pt x="35" y="135"/>
                    </a:cubicBezTo>
                    <a:lnTo>
                      <a:pt x="69" y="169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5" name="文本框 24"/>
          <p:cNvSpPr txBox="1"/>
          <p:nvPr/>
        </p:nvSpPr>
        <p:spPr>
          <a:xfrm>
            <a:off x="2151757" y="2847256"/>
            <a:ext cx="1525721" cy="54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关键字</a:t>
            </a:r>
            <a:endParaRPr kumimoji="0" lang="en-US" altLang="zh-CN" sz="28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293795" y="2847256"/>
            <a:ext cx="1525721" cy="54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关键字</a:t>
            </a:r>
            <a:endParaRPr kumimoji="0" lang="en-US" altLang="zh-CN" sz="28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78868" y="2847256"/>
            <a:ext cx="1525721" cy="54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关键字</a:t>
            </a:r>
            <a:endParaRPr kumimoji="0" lang="en-US" altLang="zh-CN" sz="28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54002" y="2847256"/>
            <a:ext cx="1525721" cy="54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关键字</a:t>
            </a:r>
            <a:endParaRPr kumimoji="0" lang="en-US" altLang="zh-CN" sz="2800" b="0" i="0" u="none" strike="noStrike" kern="1200" cap="none" spc="-3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52940" y="4270144"/>
            <a:ext cx="9889434" cy="852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请在此处添加文本内容，或者复制已经编辑好的文字粘贴至此位置，请在此处添加。请在此处添加文本内容。</a:t>
            </a:r>
            <a:endParaRPr kumimoji="0" lang="zh-CN" altLang="en-US" sz="20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496210" y="3811481"/>
            <a:ext cx="3199579" cy="54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单击此处添加标题</a:t>
            </a:r>
            <a:endParaRPr kumimoji="0" lang="en-US" altLang="zh-CN" sz="2800" b="0" i="0" u="none" strike="noStrike" kern="1200" cap="none" spc="-300" normalizeH="0" baseline="0" noProof="0" dirty="0">
              <a:ln>
                <a:noFill/>
              </a:ln>
              <a:solidFill>
                <a:srgbClr val="F4CD3D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1880" y="89265"/>
            <a:ext cx="4558839" cy="1277406"/>
            <a:chOff x="601880" y="89265"/>
            <a:chExt cx="4558839" cy="1277406"/>
          </a:xfrm>
        </p:grpSpPr>
        <p:pic>
          <p:nvPicPr>
            <p:cNvPr id="3" name="图片 2" descr="图片包含 图标&#10;&#10;描述已自动生成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80" y="437593"/>
              <a:ext cx="937550" cy="929078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57925" y="509100"/>
              <a:ext cx="226255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教学反思总结</a:t>
              </a:r>
              <a:endParaRPr kumimoji="0" lang="zh-CN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50633" y="842913"/>
              <a:ext cx="3510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Teaching Reflection Summary</a:t>
              </a:r>
              <a:endParaRPr kumimoji="0" lang="en-US" altLang="zh-CN" sz="14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4788" y="89265"/>
              <a:ext cx="80636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04</a:t>
              </a: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sp>
        <p:nvSpPr>
          <p:cNvPr id="9" name="椭圆 15"/>
          <p:cNvSpPr/>
          <p:nvPr/>
        </p:nvSpPr>
        <p:spPr>
          <a:xfrm>
            <a:off x="4753337" y="2453835"/>
            <a:ext cx="2708476" cy="2708476"/>
          </a:xfrm>
          <a:custGeom>
            <a:avLst/>
            <a:gdLst>
              <a:gd name="connsiteX0" fmla="*/ 0 w 2708476"/>
              <a:gd name="connsiteY0" fmla="*/ 1354238 h 2708476"/>
              <a:gd name="connsiteX1" fmla="*/ 1354238 w 2708476"/>
              <a:gd name="connsiteY1" fmla="*/ 0 h 2708476"/>
              <a:gd name="connsiteX2" fmla="*/ 2708476 w 2708476"/>
              <a:gd name="connsiteY2" fmla="*/ 1354238 h 2708476"/>
              <a:gd name="connsiteX3" fmla="*/ 1354238 w 2708476"/>
              <a:gd name="connsiteY3" fmla="*/ 2708476 h 2708476"/>
              <a:gd name="connsiteX4" fmla="*/ 0 w 2708476"/>
              <a:gd name="connsiteY4" fmla="*/ 1354238 h 2708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8476" h="2708476" extrusionOk="0">
                <a:moveTo>
                  <a:pt x="0" y="1354238"/>
                </a:moveTo>
                <a:cubicBezTo>
                  <a:pt x="7183" y="552284"/>
                  <a:pt x="692162" y="69154"/>
                  <a:pt x="1354238" y="0"/>
                </a:cubicBezTo>
                <a:cubicBezTo>
                  <a:pt x="2059476" y="-16140"/>
                  <a:pt x="2746087" y="474436"/>
                  <a:pt x="2708476" y="1354238"/>
                </a:cubicBezTo>
                <a:cubicBezTo>
                  <a:pt x="2742823" y="2079461"/>
                  <a:pt x="2052057" y="2836152"/>
                  <a:pt x="1354238" y="2708476"/>
                </a:cubicBezTo>
                <a:cubicBezTo>
                  <a:pt x="600421" y="2727826"/>
                  <a:pt x="65631" y="2044436"/>
                  <a:pt x="0" y="1354238"/>
                </a:cubicBezTo>
                <a:close/>
              </a:path>
            </a:pathLst>
          </a:custGeom>
          <a:noFill/>
          <a:ln w="28575">
            <a:solidFill>
              <a:srgbClr val="FECD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699989" y="3808073"/>
            <a:ext cx="3617299" cy="1811575"/>
            <a:chOff x="2059874" y="1815766"/>
            <a:chExt cx="3617299" cy="1811575"/>
          </a:xfrm>
        </p:grpSpPr>
        <p:sp>
          <p:nvSpPr>
            <p:cNvPr id="11" name="文本框 10"/>
            <p:cNvSpPr txBox="1"/>
            <p:nvPr/>
          </p:nvSpPr>
          <p:spPr>
            <a:xfrm>
              <a:off x="2069813" y="2355454"/>
              <a:ext cx="3607360" cy="1271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请在此处添加文本内容，或者复制已经编辑好的文字粘贴至此位置。</a:t>
              </a:r>
              <a:endParaRPr kumimoji="0" lang="zh-CN" altLang="en-US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059874" y="1815766"/>
              <a:ext cx="3199579" cy="5466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ECD6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800" b="0" i="0" u="none" strike="noStrike" kern="1200" cap="none" spc="-300" normalizeH="0" baseline="0" noProof="0" dirty="0">
                <a:ln>
                  <a:noFill/>
                </a:ln>
                <a:solidFill>
                  <a:srgbClr val="FECD6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74621" y="3808073"/>
            <a:ext cx="3607360" cy="1811575"/>
            <a:chOff x="2069813" y="1815766"/>
            <a:chExt cx="3607360" cy="1811575"/>
          </a:xfrm>
        </p:grpSpPr>
        <p:sp>
          <p:nvSpPr>
            <p:cNvPr id="14" name="文本框 13"/>
            <p:cNvSpPr txBox="1"/>
            <p:nvPr/>
          </p:nvSpPr>
          <p:spPr>
            <a:xfrm>
              <a:off x="2069813" y="2355454"/>
              <a:ext cx="3607360" cy="1271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请在此处添加文本内容，或者复制已经编辑好的文字粘贴至此位置。</a:t>
              </a:r>
              <a:endParaRPr kumimoji="0" lang="zh-CN" altLang="en-US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453415" y="1815766"/>
              <a:ext cx="3199579" cy="5466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-300" normalizeH="0" baseline="0" noProof="0" dirty="0">
                  <a:ln>
                    <a:noFill/>
                  </a:ln>
                  <a:solidFill>
                    <a:srgbClr val="FECD6E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cs"/>
                </a:rPr>
                <a:t>单击此处添加标题</a:t>
              </a:r>
              <a:endParaRPr kumimoji="0" lang="en-US" altLang="zh-CN" sz="2800" b="0" i="0" u="none" strike="noStrike" kern="1200" cap="none" spc="-300" normalizeH="0" baseline="0" noProof="0" dirty="0">
                <a:ln>
                  <a:noFill/>
                </a:ln>
                <a:solidFill>
                  <a:srgbClr val="FECD6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756222" y="1759248"/>
            <a:ext cx="8695714" cy="385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请在此处添加文本内容，或者复制已经编辑好的文字粘贴至此位置。</a:t>
            </a:r>
            <a:endParaRPr kumimoji="0" lang="zh-CN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04290" y="1219560"/>
            <a:ext cx="3199579" cy="546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-300" normalizeH="0" baseline="0" noProof="0" dirty="0">
                <a:ln>
                  <a:noFill/>
                </a:ln>
                <a:solidFill>
                  <a:srgbClr val="FECD6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单击此处添加标题</a:t>
            </a:r>
            <a:endParaRPr kumimoji="0" lang="en-US" altLang="zh-CN" sz="2800" b="0" i="0" u="none" strike="noStrike" kern="1200" cap="none" spc="-300" normalizeH="0" baseline="0" noProof="0" dirty="0">
              <a:ln>
                <a:noFill/>
              </a:ln>
              <a:solidFill>
                <a:srgbClr val="FECD6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812420" y="2158680"/>
            <a:ext cx="590309" cy="590309"/>
            <a:chOff x="5812420" y="2158680"/>
            <a:chExt cx="590309" cy="590309"/>
          </a:xfrm>
        </p:grpSpPr>
        <p:sp>
          <p:nvSpPr>
            <p:cNvPr id="20" name="椭圆 19"/>
            <p:cNvSpPr/>
            <p:nvPr/>
          </p:nvSpPr>
          <p:spPr>
            <a:xfrm>
              <a:off x="5812420" y="2158680"/>
              <a:ext cx="590309" cy="59030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5940677" y="2313421"/>
              <a:ext cx="333794" cy="280826"/>
              <a:chOff x="5146675" y="766763"/>
              <a:chExt cx="1590676" cy="1338263"/>
            </a:xfrm>
            <a:solidFill>
              <a:schemeClr val="bg1"/>
            </a:solidFill>
            <a:effectLst/>
          </p:grpSpPr>
          <p:sp>
            <p:nvSpPr>
              <p:cNvPr id="22" name="Oval 18"/>
              <p:cNvSpPr>
                <a:spLocks noChangeArrowheads="1"/>
              </p:cNvSpPr>
              <p:nvPr/>
            </p:nvSpPr>
            <p:spPr bwMode="auto">
              <a:xfrm>
                <a:off x="5675313" y="766763"/>
                <a:ext cx="533400" cy="534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19"/>
              <p:cNvSpPr/>
              <p:nvPr/>
            </p:nvSpPr>
            <p:spPr bwMode="auto">
              <a:xfrm>
                <a:off x="5511800" y="1344613"/>
                <a:ext cx="860425" cy="760413"/>
              </a:xfrm>
              <a:custGeom>
                <a:avLst/>
                <a:gdLst>
                  <a:gd name="T0" fmla="*/ 201 w 301"/>
                  <a:gd name="T1" fmla="*/ 0 h 266"/>
                  <a:gd name="T2" fmla="*/ 151 w 301"/>
                  <a:gd name="T3" fmla="*/ 67 h 266"/>
                  <a:gd name="T4" fmla="*/ 101 w 301"/>
                  <a:gd name="T5" fmla="*/ 0 h 266"/>
                  <a:gd name="T6" fmla="*/ 0 w 301"/>
                  <a:gd name="T7" fmla="*/ 144 h 266"/>
                  <a:gd name="T8" fmla="*/ 0 w 301"/>
                  <a:gd name="T9" fmla="*/ 235 h 266"/>
                  <a:gd name="T10" fmla="*/ 0 w 301"/>
                  <a:gd name="T11" fmla="*/ 235 h 266"/>
                  <a:gd name="T12" fmla="*/ 151 w 301"/>
                  <a:gd name="T13" fmla="*/ 266 h 266"/>
                  <a:gd name="T14" fmla="*/ 301 w 301"/>
                  <a:gd name="T15" fmla="*/ 235 h 266"/>
                  <a:gd name="T16" fmla="*/ 301 w 301"/>
                  <a:gd name="T17" fmla="*/ 235 h 266"/>
                  <a:gd name="T18" fmla="*/ 301 w 301"/>
                  <a:gd name="T19" fmla="*/ 144 h 266"/>
                  <a:gd name="T20" fmla="*/ 201 w 301"/>
                  <a:gd name="T21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1" h="266">
                    <a:moveTo>
                      <a:pt x="201" y="0"/>
                    </a:moveTo>
                    <a:cubicBezTo>
                      <a:pt x="151" y="67"/>
                      <a:pt x="151" y="67"/>
                      <a:pt x="151" y="67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42" y="21"/>
                      <a:pt x="0" y="78"/>
                      <a:pt x="0" y="144"/>
                    </a:cubicBezTo>
                    <a:cubicBezTo>
                      <a:pt x="0" y="235"/>
                      <a:pt x="0" y="235"/>
                      <a:pt x="0" y="235"/>
                    </a:cubicBezTo>
                    <a:cubicBezTo>
                      <a:pt x="0" y="235"/>
                      <a:pt x="0" y="235"/>
                      <a:pt x="0" y="235"/>
                    </a:cubicBezTo>
                    <a:cubicBezTo>
                      <a:pt x="3" y="252"/>
                      <a:pt x="69" y="266"/>
                      <a:pt x="151" y="266"/>
                    </a:cubicBezTo>
                    <a:cubicBezTo>
                      <a:pt x="232" y="266"/>
                      <a:pt x="298" y="252"/>
                      <a:pt x="301" y="235"/>
                    </a:cubicBezTo>
                    <a:cubicBezTo>
                      <a:pt x="301" y="235"/>
                      <a:pt x="301" y="235"/>
                      <a:pt x="301" y="235"/>
                    </a:cubicBezTo>
                    <a:cubicBezTo>
                      <a:pt x="301" y="144"/>
                      <a:pt x="301" y="144"/>
                      <a:pt x="301" y="144"/>
                    </a:cubicBezTo>
                    <a:cubicBezTo>
                      <a:pt x="301" y="78"/>
                      <a:pt x="259" y="21"/>
                      <a:pt x="2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Freeform 20"/>
              <p:cNvSpPr/>
              <p:nvPr/>
            </p:nvSpPr>
            <p:spPr bwMode="auto">
              <a:xfrm>
                <a:off x="5900738" y="1319213"/>
                <a:ext cx="85725" cy="50800"/>
              </a:xfrm>
              <a:custGeom>
                <a:avLst/>
                <a:gdLst>
                  <a:gd name="T0" fmla="*/ 30 w 30"/>
                  <a:gd name="T1" fmla="*/ 1 h 18"/>
                  <a:gd name="T2" fmla="*/ 15 w 30"/>
                  <a:gd name="T3" fmla="*/ 0 h 18"/>
                  <a:gd name="T4" fmla="*/ 1 w 30"/>
                  <a:gd name="T5" fmla="*/ 1 h 18"/>
                  <a:gd name="T6" fmla="*/ 7 w 30"/>
                  <a:gd name="T7" fmla="*/ 18 h 18"/>
                  <a:gd name="T8" fmla="*/ 24 w 30"/>
                  <a:gd name="T9" fmla="*/ 18 h 18"/>
                  <a:gd name="T10" fmla="*/ 30 w 30"/>
                  <a:gd name="T11" fmla="*/ 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18">
                    <a:moveTo>
                      <a:pt x="30" y="1"/>
                    </a:moveTo>
                    <a:cubicBezTo>
                      <a:pt x="25" y="0"/>
                      <a:pt x="20" y="0"/>
                      <a:pt x="15" y="0"/>
                    </a:cubicBezTo>
                    <a:cubicBezTo>
                      <a:pt x="10" y="0"/>
                      <a:pt x="6" y="0"/>
                      <a:pt x="1" y="1"/>
                    </a:cubicBezTo>
                    <a:cubicBezTo>
                      <a:pt x="1" y="1"/>
                      <a:pt x="0" y="11"/>
                      <a:pt x="7" y="18"/>
                    </a:cubicBezTo>
                    <a:cubicBezTo>
                      <a:pt x="7" y="18"/>
                      <a:pt x="18" y="18"/>
                      <a:pt x="24" y="18"/>
                    </a:cubicBezTo>
                    <a:cubicBezTo>
                      <a:pt x="24" y="18"/>
                      <a:pt x="30" y="12"/>
                      <a:pt x="3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5" name="Freeform 21"/>
              <p:cNvSpPr/>
              <p:nvPr/>
            </p:nvSpPr>
            <p:spPr bwMode="auto">
              <a:xfrm>
                <a:off x="5894388" y="1377951"/>
                <a:ext cx="95250" cy="130175"/>
              </a:xfrm>
              <a:custGeom>
                <a:avLst/>
                <a:gdLst>
                  <a:gd name="T0" fmla="*/ 15 w 60"/>
                  <a:gd name="T1" fmla="*/ 0 h 82"/>
                  <a:gd name="T2" fmla="*/ 47 w 60"/>
                  <a:gd name="T3" fmla="*/ 0 h 82"/>
                  <a:gd name="T4" fmla="*/ 60 w 60"/>
                  <a:gd name="T5" fmla="*/ 47 h 82"/>
                  <a:gd name="T6" fmla="*/ 31 w 60"/>
                  <a:gd name="T7" fmla="*/ 82 h 82"/>
                  <a:gd name="T8" fmla="*/ 0 w 60"/>
                  <a:gd name="T9" fmla="*/ 47 h 82"/>
                  <a:gd name="T10" fmla="*/ 15 w 60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82">
                    <a:moveTo>
                      <a:pt x="15" y="0"/>
                    </a:moveTo>
                    <a:lnTo>
                      <a:pt x="47" y="0"/>
                    </a:lnTo>
                    <a:lnTo>
                      <a:pt x="60" y="47"/>
                    </a:lnTo>
                    <a:lnTo>
                      <a:pt x="31" y="82"/>
                    </a:lnTo>
                    <a:lnTo>
                      <a:pt x="0" y="47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Freeform 22"/>
              <p:cNvSpPr/>
              <p:nvPr/>
            </p:nvSpPr>
            <p:spPr bwMode="auto">
              <a:xfrm>
                <a:off x="5432425" y="1427163"/>
                <a:ext cx="71438" cy="96838"/>
              </a:xfrm>
              <a:custGeom>
                <a:avLst/>
                <a:gdLst>
                  <a:gd name="T0" fmla="*/ 23 w 45"/>
                  <a:gd name="T1" fmla="*/ 61 h 61"/>
                  <a:gd name="T2" fmla="*/ 45 w 45"/>
                  <a:gd name="T3" fmla="*/ 34 h 61"/>
                  <a:gd name="T4" fmla="*/ 34 w 45"/>
                  <a:gd name="T5" fmla="*/ 0 h 61"/>
                  <a:gd name="T6" fmla="*/ 11 w 45"/>
                  <a:gd name="T7" fmla="*/ 0 h 61"/>
                  <a:gd name="T8" fmla="*/ 0 w 45"/>
                  <a:gd name="T9" fmla="*/ 34 h 61"/>
                  <a:gd name="T10" fmla="*/ 23 w 45"/>
                  <a:gd name="T11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" h="61">
                    <a:moveTo>
                      <a:pt x="23" y="61"/>
                    </a:moveTo>
                    <a:lnTo>
                      <a:pt x="45" y="34"/>
                    </a:lnTo>
                    <a:lnTo>
                      <a:pt x="34" y="0"/>
                    </a:lnTo>
                    <a:lnTo>
                      <a:pt x="11" y="0"/>
                    </a:lnTo>
                    <a:lnTo>
                      <a:pt x="0" y="34"/>
                    </a:lnTo>
                    <a:lnTo>
                      <a:pt x="23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Freeform 23"/>
              <p:cNvSpPr/>
              <p:nvPr/>
            </p:nvSpPr>
            <p:spPr bwMode="auto">
              <a:xfrm>
                <a:off x="5146675" y="1401763"/>
                <a:ext cx="465138" cy="568325"/>
              </a:xfrm>
              <a:custGeom>
                <a:avLst/>
                <a:gdLst>
                  <a:gd name="T0" fmla="*/ 150 w 163"/>
                  <a:gd name="T1" fmla="*/ 0 h 199"/>
                  <a:gd name="T2" fmla="*/ 113 w 163"/>
                  <a:gd name="T3" fmla="*/ 50 h 199"/>
                  <a:gd name="T4" fmla="*/ 75 w 163"/>
                  <a:gd name="T5" fmla="*/ 0 h 199"/>
                  <a:gd name="T6" fmla="*/ 0 w 163"/>
                  <a:gd name="T7" fmla="*/ 108 h 199"/>
                  <a:gd name="T8" fmla="*/ 0 w 163"/>
                  <a:gd name="T9" fmla="*/ 176 h 199"/>
                  <a:gd name="T10" fmla="*/ 0 w 163"/>
                  <a:gd name="T11" fmla="*/ 176 h 199"/>
                  <a:gd name="T12" fmla="*/ 113 w 163"/>
                  <a:gd name="T13" fmla="*/ 199 h 199"/>
                  <a:gd name="T14" fmla="*/ 114 w 163"/>
                  <a:gd name="T15" fmla="*/ 199 h 199"/>
                  <a:gd name="T16" fmla="*/ 114 w 163"/>
                  <a:gd name="T17" fmla="*/ 124 h 199"/>
                  <a:gd name="T18" fmla="*/ 163 w 163"/>
                  <a:gd name="T19" fmla="*/ 6 h 199"/>
                  <a:gd name="T20" fmla="*/ 150 w 163"/>
                  <a:gd name="T21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3" h="199">
                    <a:moveTo>
                      <a:pt x="150" y="0"/>
                    </a:moveTo>
                    <a:cubicBezTo>
                      <a:pt x="113" y="50"/>
                      <a:pt x="113" y="50"/>
                      <a:pt x="113" y="5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31" y="16"/>
                      <a:pt x="0" y="58"/>
                      <a:pt x="0" y="108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2" y="189"/>
                      <a:pt x="52" y="199"/>
                      <a:pt x="113" y="199"/>
                    </a:cubicBezTo>
                    <a:cubicBezTo>
                      <a:pt x="113" y="199"/>
                      <a:pt x="114" y="199"/>
                      <a:pt x="114" y="199"/>
                    </a:cubicBezTo>
                    <a:cubicBezTo>
                      <a:pt x="114" y="124"/>
                      <a:pt x="114" y="124"/>
                      <a:pt x="114" y="124"/>
                    </a:cubicBezTo>
                    <a:cubicBezTo>
                      <a:pt x="114" y="78"/>
                      <a:pt x="133" y="36"/>
                      <a:pt x="163" y="6"/>
                    </a:cubicBezTo>
                    <a:cubicBezTo>
                      <a:pt x="159" y="3"/>
                      <a:pt x="155" y="2"/>
                      <a:pt x="15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Freeform 24"/>
              <p:cNvSpPr/>
              <p:nvPr/>
            </p:nvSpPr>
            <p:spPr bwMode="auto">
              <a:xfrm>
                <a:off x="5438775" y="1381126"/>
                <a:ext cx="61913" cy="41275"/>
              </a:xfrm>
              <a:custGeom>
                <a:avLst/>
                <a:gdLst>
                  <a:gd name="T0" fmla="*/ 18 w 22"/>
                  <a:gd name="T1" fmla="*/ 14 h 14"/>
                  <a:gd name="T2" fmla="*/ 22 w 22"/>
                  <a:gd name="T3" fmla="*/ 1 h 14"/>
                  <a:gd name="T4" fmla="*/ 11 w 22"/>
                  <a:gd name="T5" fmla="*/ 0 h 14"/>
                  <a:gd name="T6" fmla="*/ 0 w 22"/>
                  <a:gd name="T7" fmla="*/ 1 h 14"/>
                  <a:gd name="T8" fmla="*/ 5 w 22"/>
                  <a:gd name="T9" fmla="*/ 14 h 14"/>
                  <a:gd name="T10" fmla="*/ 18 w 22"/>
                  <a:gd name="T1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4">
                    <a:moveTo>
                      <a:pt x="18" y="14"/>
                    </a:moveTo>
                    <a:cubicBezTo>
                      <a:pt x="18" y="14"/>
                      <a:pt x="22" y="9"/>
                      <a:pt x="22" y="1"/>
                    </a:cubicBezTo>
                    <a:cubicBezTo>
                      <a:pt x="18" y="0"/>
                      <a:pt x="15" y="0"/>
                      <a:pt x="11" y="0"/>
                    </a:cubicBezTo>
                    <a:cubicBezTo>
                      <a:pt x="7" y="0"/>
                      <a:pt x="4" y="0"/>
                      <a:pt x="0" y="1"/>
                    </a:cubicBezTo>
                    <a:cubicBezTo>
                      <a:pt x="0" y="1"/>
                      <a:pt x="0" y="8"/>
                      <a:pt x="5" y="14"/>
                    </a:cubicBezTo>
                    <a:cubicBezTo>
                      <a:pt x="5" y="14"/>
                      <a:pt x="13" y="14"/>
                      <a:pt x="1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Oval 25"/>
              <p:cNvSpPr>
                <a:spLocks noChangeArrowheads="1"/>
              </p:cNvSpPr>
              <p:nvPr/>
            </p:nvSpPr>
            <p:spPr bwMode="auto">
              <a:xfrm>
                <a:off x="5267325" y="966788"/>
                <a:ext cx="401638" cy="403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Freeform 26"/>
              <p:cNvSpPr/>
              <p:nvPr/>
            </p:nvSpPr>
            <p:spPr bwMode="auto">
              <a:xfrm>
                <a:off x="6386513" y="1381126"/>
                <a:ext cx="61913" cy="41275"/>
              </a:xfrm>
              <a:custGeom>
                <a:avLst/>
                <a:gdLst>
                  <a:gd name="T0" fmla="*/ 17 w 22"/>
                  <a:gd name="T1" fmla="*/ 14 h 14"/>
                  <a:gd name="T2" fmla="*/ 22 w 22"/>
                  <a:gd name="T3" fmla="*/ 1 h 14"/>
                  <a:gd name="T4" fmla="*/ 11 w 22"/>
                  <a:gd name="T5" fmla="*/ 0 h 14"/>
                  <a:gd name="T6" fmla="*/ 0 w 22"/>
                  <a:gd name="T7" fmla="*/ 1 h 14"/>
                  <a:gd name="T8" fmla="*/ 5 w 22"/>
                  <a:gd name="T9" fmla="*/ 14 h 14"/>
                  <a:gd name="T10" fmla="*/ 17 w 22"/>
                  <a:gd name="T1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4">
                    <a:moveTo>
                      <a:pt x="17" y="14"/>
                    </a:moveTo>
                    <a:cubicBezTo>
                      <a:pt x="17" y="14"/>
                      <a:pt x="22" y="9"/>
                      <a:pt x="22" y="1"/>
                    </a:cubicBezTo>
                    <a:cubicBezTo>
                      <a:pt x="18" y="0"/>
                      <a:pt x="15" y="0"/>
                      <a:pt x="11" y="0"/>
                    </a:cubicBezTo>
                    <a:cubicBezTo>
                      <a:pt x="7" y="0"/>
                      <a:pt x="4" y="0"/>
                      <a:pt x="0" y="1"/>
                    </a:cubicBezTo>
                    <a:cubicBezTo>
                      <a:pt x="0" y="1"/>
                      <a:pt x="0" y="8"/>
                      <a:pt x="5" y="14"/>
                    </a:cubicBezTo>
                    <a:cubicBezTo>
                      <a:pt x="5" y="14"/>
                      <a:pt x="13" y="14"/>
                      <a:pt x="17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Freeform 27"/>
              <p:cNvSpPr/>
              <p:nvPr/>
            </p:nvSpPr>
            <p:spPr bwMode="auto">
              <a:xfrm>
                <a:off x="6380163" y="1427163"/>
                <a:ext cx="71438" cy="96838"/>
              </a:xfrm>
              <a:custGeom>
                <a:avLst/>
                <a:gdLst>
                  <a:gd name="T0" fmla="*/ 24 w 45"/>
                  <a:gd name="T1" fmla="*/ 61 h 61"/>
                  <a:gd name="T2" fmla="*/ 45 w 45"/>
                  <a:gd name="T3" fmla="*/ 34 h 61"/>
                  <a:gd name="T4" fmla="*/ 34 w 45"/>
                  <a:gd name="T5" fmla="*/ 0 h 61"/>
                  <a:gd name="T6" fmla="*/ 11 w 45"/>
                  <a:gd name="T7" fmla="*/ 0 h 61"/>
                  <a:gd name="T8" fmla="*/ 0 w 45"/>
                  <a:gd name="T9" fmla="*/ 34 h 61"/>
                  <a:gd name="T10" fmla="*/ 24 w 45"/>
                  <a:gd name="T11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" h="61">
                    <a:moveTo>
                      <a:pt x="24" y="61"/>
                    </a:moveTo>
                    <a:lnTo>
                      <a:pt x="45" y="34"/>
                    </a:lnTo>
                    <a:lnTo>
                      <a:pt x="34" y="0"/>
                    </a:lnTo>
                    <a:lnTo>
                      <a:pt x="11" y="0"/>
                    </a:lnTo>
                    <a:lnTo>
                      <a:pt x="0" y="34"/>
                    </a:lnTo>
                    <a:lnTo>
                      <a:pt x="24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Oval 28"/>
              <p:cNvSpPr>
                <a:spLocks noChangeArrowheads="1"/>
              </p:cNvSpPr>
              <p:nvPr/>
            </p:nvSpPr>
            <p:spPr bwMode="auto">
              <a:xfrm>
                <a:off x="6215063" y="966788"/>
                <a:ext cx="403225" cy="403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Freeform 29"/>
              <p:cNvSpPr/>
              <p:nvPr/>
            </p:nvSpPr>
            <p:spPr bwMode="auto">
              <a:xfrm>
                <a:off x="6272213" y="1401763"/>
                <a:ext cx="465138" cy="568325"/>
              </a:xfrm>
              <a:custGeom>
                <a:avLst/>
                <a:gdLst>
                  <a:gd name="T0" fmla="*/ 88 w 163"/>
                  <a:gd name="T1" fmla="*/ 0 h 199"/>
                  <a:gd name="T2" fmla="*/ 51 w 163"/>
                  <a:gd name="T3" fmla="*/ 50 h 199"/>
                  <a:gd name="T4" fmla="*/ 13 w 163"/>
                  <a:gd name="T5" fmla="*/ 0 h 199"/>
                  <a:gd name="T6" fmla="*/ 0 w 163"/>
                  <a:gd name="T7" fmla="*/ 6 h 199"/>
                  <a:gd name="T8" fmla="*/ 49 w 163"/>
                  <a:gd name="T9" fmla="*/ 124 h 199"/>
                  <a:gd name="T10" fmla="*/ 49 w 163"/>
                  <a:gd name="T11" fmla="*/ 199 h 199"/>
                  <a:gd name="T12" fmla="*/ 51 w 163"/>
                  <a:gd name="T13" fmla="*/ 199 h 199"/>
                  <a:gd name="T14" fmla="*/ 163 w 163"/>
                  <a:gd name="T15" fmla="*/ 176 h 199"/>
                  <a:gd name="T16" fmla="*/ 163 w 163"/>
                  <a:gd name="T17" fmla="*/ 176 h 199"/>
                  <a:gd name="T18" fmla="*/ 163 w 163"/>
                  <a:gd name="T19" fmla="*/ 108 h 199"/>
                  <a:gd name="T20" fmla="*/ 88 w 163"/>
                  <a:gd name="T21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3" h="199">
                    <a:moveTo>
                      <a:pt x="88" y="0"/>
                    </a:moveTo>
                    <a:cubicBezTo>
                      <a:pt x="51" y="50"/>
                      <a:pt x="51" y="50"/>
                      <a:pt x="51" y="5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9" y="2"/>
                      <a:pt x="4" y="3"/>
                      <a:pt x="0" y="6"/>
                    </a:cubicBezTo>
                    <a:cubicBezTo>
                      <a:pt x="30" y="36"/>
                      <a:pt x="49" y="78"/>
                      <a:pt x="49" y="124"/>
                    </a:cubicBezTo>
                    <a:cubicBezTo>
                      <a:pt x="49" y="199"/>
                      <a:pt x="49" y="199"/>
                      <a:pt x="49" y="199"/>
                    </a:cubicBezTo>
                    <a:cubicBezTo>
                      <a:pt x="50" y="199"/>
                      <a:pt x="50" y="199"/>
                      <a:pt x="51" y="199"/>
                    </a:cubicBezTo>
                    <a:cubicBezTo>
                      <a:pt x="112" y="199"/>
                      <a:pt x="161" y="189"/>
                      <a:pt x="163" y="176"/>
                    </a:cubicBezTo>
                    <a:cubicBezTo>
                      <a:pt x="163" y="176"/>
                      <a:pt x="163" y="176"/>
                      <a:pt x="163" y="176"/>
                    </a:cubicBezTo>
                    <a:cubicBezTo>
                      <a:pt x="163" y="108"/>
                      <a:pt x="163" y="108"/>
                      <a:pt x="163" y="108"/>
                    </a:cubicBezTo>
                    <a:cubicBezTo>
                      <a:pt x="163" y="58"/>
                      <a:pt x="132" y="16"/>
                      <a:pt x="8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6089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胡晓波骚包体" panose="02010600030101010101" pitchFamily="2" charset="-122"/>
                  <a:ea typeface="胡晓波骚包体" panose="02010600030101010101" pitchFamily="2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4753337" y="4382948"/>
            <a:ext cx="590309" cy="590309"/>
            <a:chOff x="4753337" y="4382948"/>
            <a:chExt cx="590309" cy="590309"/>
          </a:xfrm>
        </p:grpSpPr>
        <p:sp>
          <p:nvSpPr>
            <p:cNvPr id="35" name="椭圆 34"/>
            <p:cNvSpPr/>
            <p:nvPr/>
          </p:nvSpPr>
          <p:spPr>
            <a:xfrm>
              <a:off x="4753337" y="4382948"/>
              <a:ext cx="590309" cy="59030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36" name="Freeform 4030"/>
            <p:cNvSpPr>
              <a:spLocks noChangeAspect="1"/>
            </p:cNvSpPr>
            <p:nvPr/>
          </p:nvSpPr>
          <p:spPr bwMode="auto">
            <a:xfrm>
              <a:off x="4869898" y="4498715"/>
              <a:ext cx="357187" cy="358775"/>
            </a:xfrm>
            <a:custGeom>
              <a:avLst/>
              <a:gdLst>
                <a:gd name="T0" fmla="*/ 1798 w 1798"/>
                <a:gd name="T1" fmla="*/ 903 h 1806"/>
                <a:gd name="T2" fmla="*/ 0 w 1798"/>
                <a:gd name="T3" fmla="*/ 1806 h 1806"/>
                <a:gd name="T4" fmla="*/ 596 w 1798"/>
                <a:gd name="T5" fmla="*/ 903 h 1806"/>
                <a:gd name="T6" fmla="*/ 0 w 1798"/>
                <a:gd name="T7" fmla="*/ 0 h 1806"/>
                <a:gd name="T8" fmla="*/ 1798 w 1798"/>
                <a:gd name="T9" fmla="*/ 903 h 1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8" h="1806">
                  <a:moveTo>
                    <a:pt x="1798" y="903"/>
                  </a:moveTo>
                  <a:lnTo>
                    <a:pt x="0" y="1806"/>
                  </a:lnTo>
                  <a:lnTo>
                    <a:pt x="596" y="903"/>
                  </a:lnTo>
                  <a:lnTo>
                    <a:pt x="0" y="0"/>
                  </a:lnTo>
                  <a:lnTo>
                    <a:pt x="1798" y="9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504" y="4382948"/>
            <a:ext cx="590309" cy="590309"/>
            <a:chOff x="6871504" y="4382948"/>
            <a:chExt cx="590309" cy="590309"/>
          </a:xfrm>
        </p:grpSpPr>
        <p:sp>
          <p:nvSpPr>
            <p:cNvPr id="38" name="椭圆 37"/>
            <p:cNvSpPr/>
            <p:nvPr/>
          </p:nvSpPr>
          <p:spPr>
            <a:xfrm>
              <a:off x="6871504" y="4382948"/>
              <a:ext cx="590309" cy="59030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endParaRPr>
            </a:p>
          </p:txBody>
        </p:sp>
        <p:sp>
          <p:nvSpPr>
            <p:cNvPr id="39" name="Freeform 130"/>
            <p:cNvSpPr>
              <a:spLocks noEditPoints="1"/>
            </p:cNvSpPr>
            <p:nvPr/>
          </p:nvSpPr>
          <p:spPr bwMode="auto">
            <a:xfrm>
              <a:off x="6988858" y="4549515"/>
              <a:ext cx="355600" cy="257175"/>
            </a:xfrm>
            <a:custGeom>
              <a:avLst/>
              <a:gdLst>
                <a:gd name="T0" fmla="*/ 188 w 200"/>
                <a:gd name="T1" fmla="*/ 144 h 144"/>
                <a:gd name="T2" fmla="*/ 176 w 200"/>
                <a:gd name="T3" fmla="*/ 134 h 144"/>
                <a:gd name="T4" fmla="*/ 176 w 200"/>
                <a:gd name="T5" fmla="*/ 10 h 144"/>
                <a:gd name="T6" fmla="*/ 188 w 200"/>
                <a:gd name="T7" fmla="*/ 0 h 144"/>
                <a:gd name="T8" fmla="*/ 200 w 200"/>
                <a:gd name="T9" fmla="*/ 10 h 144"/>
                <a:gd name="T10" fmla="*/ 200 w 200"/>
                <a:gd name="T11" fmla="*/ 134 h 144"/>
                <a:gd name="T12" fmla="*/ 188 w 200"/>
                <a:gd name="T13" fmla="*/ 144 h 144"/>
                <a:gd name="T14" fmla="*/ 137 w 200"/>
                <a:gd name="T15" fmla="*/ 130 h 144"/>
                <a:gd name="T16" fmla="*/ 123 w 200"/>
                <a:gd name="T17" fmla="*/ 144 h 144"/>
                <a:gd name="T18" fmla="*/ 61 w 200"/>
                <a:gd name="T19" fmla="*/ 144 h 144"/>
                <a:gd name="T20" fmla="*/ 48 w 200"/>
                <a:gd name="T21" fmla="*/ 130 h 144"/>
                <a:gd name="T22" fmla="*/ 48 w 200"/>
                <a:gd name="T23" fmla="*/ 103 h 144"/>
                <a:gd name="T24" fmla="*/ 20 w 200"/>
                <a:gd name="T25" fmla="*/ 97 h 144"/>
                <a:gd name="T26" fmla="*/ 20 w 200"/>
                <a:gd name="T27" fmla="*/ 47 h 144"/>
                <a:gd name="T28" fmla="*/ 172 w 200"/>
                <a:gd name="T29" fmla="*/ 14 h 144"/>
                <a:gd name="T30" fmla="*/ 172 w 200"/>
                <a:gd name="T31" fmla="*/ 131 h 144"/>
                <a:gd name="T32" fmla="*/ 137 w 200"/>
                <a:gd name="T33" fmla="*/ 123 h 144"/>
                <a:gd name="T34" fmla="*/ 137 w 200"/>
                <a:gd name="T35" fmla="*/ 130 h 144"/>
                <a:gd name="T36" fmla="*/ 128 w 200"/>
                <a:gd name="T37" fmla="*/ 121 h 144"/>
                <a:gd name="T38" fmla="*/ 56 w 200"/>
                <a:gd name="T39" fmla="*/ 105 h 144"/>
                <a:gd name="T40" fmla="*/ 56 w 200"/>
                <a:gd name="T41" fmla="*/ 129 h 144"/>
                <a:gd name="T42" fmla="*/ 64 w 200"/>
                <a:gd name="T43" fmla="*/ 136 h 144"/>
                <a:gd name="T44" fmla="*/ 121 w 200"/>
                <a:gd name="T45" fmla="*/ 136 h 144"/>
                <a:gd name="T46" fmla="*/ 128 w 200"/>
                <a:gd name="T47" fmla="*/ 129 h 144"/>
                <a:gd name="T48" fmla="*/ 128 w 200"/>
                <a:gd name="T49" fmla="*/ 121 h 144"/>
                <a:gd name="T50" fmla="*/ 7 w 200"/>
                <a:gd name="T51" fmla="*/ 103 h 144"/>
                <a:gd name="T52" fmla="*/ 0 w 200"/>
                <a:gd name="T53" fmla="*/ 96 h 144"/>
                <a:gd name="T54" fmla="*/ 0 w 200"/>
                <a:gd name="T55" fmla="*/ 48 h 144"/>
                <a:gd name="T56" fmla="*/ 7 w 200"/>
                <a:gd name="T57" fmla="*/ 41 h 144"/>
                <a:gd name="T58" fmla="*/ 15 w 200"/>
                <a:gd name="T59" fmla="*/ 48 h 144"/>
                <a:gd name="T60" fmla="*/ 15 w 200"/>
                <a:gd name="T61" fmla="*/ 96 h 144"/>
                <a:gd name="T62" fmla="*/ 7 w 200"/>
                <a:gd name="T63" fmla="*/ 103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00" h="144">
                  <a:moveTo>
                    <a:pt x="188" y="144"/>
                  </a:moveTo>
                  <a:cubicBezTo>
                    <a:pt x="182" y="144"/>
                    <a:pt x="176" y="139"/>
                    <a:pt x="176" y="134"/>
                  </a:cubicBezTo>
                  <a:cubicBezTo>
                    <a:pt x="176" y="10"/>
                    <a:pt x="176" y="10"/>
                    <a:pt x="176" y="10"/>
                  </a:cubicBezTo>
                  <a:cubicBezTo>
                    <a:pt x="176" y="5"/>
                    <a:pt x="182" y="0"/>
                    <a:pt x="188" y="0"/>
                  </a:cubicBezTo>
                  <a:cubicBezTo>
                    <a:pt x="194" y="0"/>
                    <a:pt x="200" y="5"/>
                    <a:pt x="200" y="10"/>
                  </a:cubicBezTo>
                  <a:cubicBezTo>
                    <a:pt x="200" y="134"/>
                    <a:pt x="200" y="134"/>
                    <a:pt x="200" y="134"/>
                  </a:cubicBezTo>
                  <a:cubicBezTo>
                    <a:pt x="200" y="139"/>
                    <a:pt x="194" y="144"/>
                    <a:pt x="188" y="144"/>
                  </a:cubicBezTo>
                  <a:close/>
                  <a:moveTo>
                    <a:pt x="137" y="130"/>
                  </a:moveTo>
                  <a:cubicBezTo>
                    <a:pt x="137" y="138"/>
                    <a:pt x="131" y="144"/>
                    <a:pt x="123" y="144"/>
                  </a:cubicBezTo>
                  <a:cubicBezTo>
                    <a:pt x="61" y="144"/>
                    <a:pt x="61" y="144"/>
                    <a:pt x="61" y="144"/>
                  </a:cubicBezTo>
                  <a:cubicBezTo>
                    <a:pt x="54" y="144"/>
                    <a:pt x="48" y="138"/>
                    <a:pt x="48" y="130"/>
                  </a:cubicBezTo>
                  <a:cubicBezTo>
                    <a:pt x="48" y="103"/>
                    <a:pt x="48" y="103"/>
                    <a:pt x="48" y="103"/>
                  </a:cubicBezTo>
                  <a:cubicBezTo>
                    <a:pt x="20" y="97"/>
                    <a:pt x="20" y="97"/>
                    <a:pt x="20" y="9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72" y="14"/>
                    <a:pt x="172" y="14"/>
                    <a:pt x="172" y="14"/>
                  </a:cubicBezTo>
                  <a:cubicBezTo>
                    <a:pt x="172" y="131"/>
                    <a:pt x="172" y="131"/>
                    <a:pt x="172" y="131"/>
                  </a:cubicBezTo>
                  <a:cubicBezTo>
                    <a:pt x="137" y="123"/>
                    <a:pt x="137" y="123"/>
                    <a:pt x="137" y="123"/>
                  </a:cubicBezTo>
                  <a:lnTo>
                    <a:pt x="137" y="130"/>
                  </a:lnTo>
                  <a:close/>
                  <a:moveTo>
                    <a:pt x="128" y="121"/>
                  </a:moveTo>
                  <a:cubicBezTo>
                    <a:pt x="56" y="105"/>
                    <a:pt x="56" y="105"/>
                    <a:pt x="56" y="105"/>
                  </a:cubicBezTo>
                  <a:cubicBezTo>
                    <a:pt x="56" y="129"/>
                    <a:pt x="56" y="129"/>
                    <a:pt x="56" y="129"/>
                  </a:cubicBezTo>
                  <a:cubicBezTo>
                    <a:pt x="56" y="133"/>
                    <a:pt x="61" y="136"/>
                    <a:pt x="64" y="136"/>
                  </a:cubicBezTo>
                  <a:cubicBezTo>
                    <a:pt x="121" y="136"/>
                    <a:pt x="121" y="136"/>
                    <a:pt x="121" y="136"/>
                  </a:cubicBezTo>
                  <a:cubicBezTo>
                    <a:pt x="125" y="136"/>
                    <a:pt x="128" y="133"/>
                    <a:pt x="128" y="129"/>
                  </a:cubicBezTo>
                  <a:lnTo>
                    <a:pt x="128" y="121"/>
                  </a:lnTo>
                  <a:close/>
                  <a:moveTo>
                    <a:pt x="7" y="103"/>
                  </a:moveTo>
                  <a:cubicBezTo>
                    <a:pt x="3" y="103"/>
                    <a:pt x="0" y="100"/>
                    <a:pt x="0" y="96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4"/>
                    <a:pt x="3" y="41"/>
                    <a:pt x="7" y="41"/>
                  </a:cubicBezTo>
                  <a:cubicBezTo>
                    <a:pt x="10" y="41"/>
                    <a:pt x="15" y="44"/>
                    <a:pt x="15" y="48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00"/>
                    <a:pt x="10" y="103"/>
                    <a:pt x="7" y="10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6089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ea"/>
                <a:sym typeface="+mn-lt"/>
              </a:endParaRPr>
            </a:p>
          </p:txBody>
        </p:sp>
      </p:grpSp>
      <p:pic>
        <p:nvPicPr>
          <p:cNvPr id="2" name="图片 1" descr="图片包含 游戏机, 画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29" y="3130171"/>
            <a:ext cx="2177678" cy="13819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56202" y="1824781"/>
            <a:ext cx="554909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感谢您的聆听</a:t>
            </a:r>
            <a:endParaRPr kumimoji="0" lang="zh-CN" altLang="en-US" sz="54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25479" y="2503833"/>
            <a:ext cx="54105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Thanks For Your Listening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09320" y="3221098"/>
            <a:ext cx="304285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姓名：夏子淳的秘密空间</a:t>
            </a:r>
            <a:endParaRPr kumimoji="0" lang="zh-CN" altLang="en-US" sz="20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03d7160bb3852330e69e1b47c664ea0314E9593E18313AD830F940F1AC53C40C0B8B3D93D4DFF44B590F8D4A945ADE53F5D61968231FCAE157B0D7022AA0681C03E9FB4B1E3862D0D6E7F600E8755600412E232EBD808BDEABE8C8EAF8025C98CC84B97E8083E12EB4A440CDBBD4B39FA37DA0FEDFA795335285EFC1A1EDFF72"/>
          <p:cNvSpPr txBox="1"/>
          <p:nvPr/>
        </p:nvSpPr>
        <p:spPr>
          <a:xfrm>
            <a:off x="1294686" y="1723642"/>
            <a:ext cx="6647974" cy="797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以下是本模板字体的使用说明：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4CD3D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94686" y="2559427"/>
            <a:ext cx="9453764" cy="2222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、中文字体：胡晓波骚包体，此款字体可免费商用。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、英文字体：胡晓波骚包体，此款字体可免费商用。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、如字体缺失会自动默认宋体的效果，有需要可自行下载。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、感谢您下载此模板，祝顺利！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描述已自动生成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3161" y="1112519"/>
            <a:ext cx="2045677" cy="2045677"/>
          </a:xfrm>
          <a:prstGeom prst="ellipse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9172" y="4042678"/>
            <a:ext cx="6098344" cy="1945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坚持用心设计、用心沉淀，因为喜欢，所以专注。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感谢您下载此模板，希望有助于你的工作。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更多的作品请点击以下链接：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https://www.docer.com/works?userid=1104136626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  <p:sp>
        <p:nvSpPr>
          <p:cNvPr id="7" name="文本框 6" descr="e7d195523061f1c003d7160bb3852330e69e1b47c664ea0314E9593E18313AD830F940F1AC53C40C0B8B3D93D4DFF44B590F8D4A945ADE53F5D61968231FCAE157B0D7022AA0681C03E9FB4B1E3862D0D6E7F600E8755600412E232EBD808BDEABE8C8EAF8025C98CC84B97E8083E12EB4A440CDBBD4B39FA37DA0FEDFA795335285EFC1A1EDFF72"/>
          <p:cNvSpPr txBox="1"/>
          <p:nvPr/>
        </p:nvSpPr>
        <p:spPr>
          <a:xfrm>
            <a:off x="4568480" y="349971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4CD3D"/>
                </a:solidFill>
                <a:effectLst/>
                <a:uLnTx/>
                <a:uFillTx/>
                <a:latin typeface="胡晓波骚包体" panose="02010600030101010101" pitchFamily="2" charset="-122"/>
                <a:ea typeface="胡晓波骚包体" panose="02010600030101010101" pitchFamily="2" charset="-122"/>
                <a:cs typeface="+mn-cs"/>
              </a:rPr>
              <a:t>夏子淳的秘密空间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4CD3D"/>
              </a:solidFill>
              <a:effectLst/>
              <a:uLnTx/>
              <a:uFillTx/>
              <a:latin typeface="胡晓波骚包体" panose="02010600030101010101" pitchFamily="2" charset="-122"/>
              <a:ea typeface="胡晓波骚包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自定义 57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F4CD3D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15">
      <a:majorFont>
        <a:latin typeface="等线 Light"/>
        <a:ea typeface="胡晓波骚包体"/>
        <a:cs typeface=""/>
      </a:majorFont>
      <a:minorFont>
        <a:latin typeface="等线"/>
        <a:ea typeface="胡晓波骚包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1-教育教学模板</Template>
  <TotalTime>0</TotalTime>
  <Words>2065</Words>
  <Application>WPS 演示</Application>
  <PresentationFormat>宽屏</PresentationFormat>
  <Paragraphs>252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胡晓波骚包体</vt:lpstr>
      <vt:lpstr>微软雅黑</vt:lpstr>
      <vt:lpstr>Arial Unicode MS</vt:lpstr>
      <vt:lpstr>Calibri</vt:lpstr>
      <vt:lpstr>等线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xzc</dc:creator>
  <cp:lastModifiedBy>FIND YOU</cp:lastModifiedBy>
  <cp:revision>26</cp:revision>
  <dcterms:created xsi:type="dcterms:W3CDTF">2020-10-06T13:12:00Z</dcterms:created>
  <dcterms:modified xsi:type="dcterms:W3CDTF">2026-10-25T06:06:43Z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9EEC2519332A4B7987774DCD74E1A7CC_11</vt:lpwstr>
  </property>
  <property fmtid="{D5CDD505-2E9C-101B-9397-08002B2CF9AE}" pid="4" name="KSOTemplateUUID">
    <vt:lpwstr>v1.0_mb_C1Bj5n924E9yzH7EwU1zBA==</vt:lpwstr>
  </property>
</Properties>
</file>