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handoutMasters/handoutMaster1.xml" ContentType="application/vnd.openxmlformats-officedocument.presentationml.handoutMaster+xml"/>
  <Override PartName="/ppt/media/image11.svg" ContentType="image/svg+xml"/>
  <Override PartName="/ppt/media/image20.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1"/>
  </p:notesMasterIdLst>
  <p:handoutMasterIdLst>
    <p:handoutMasterId r:id="rId22"/>
  </p:handoutMasterIdLst>
  <p:sldIdLst>
    <p:sldId id="257" r:id="rId3"/>
    <p:sldId id="259" r:id="rId4"/>
    <p:sldId id="261" r:id="rId5"/>
    <p:sldId id="262" r:id="rId6"/>
    <p:sldId id="265" r:id="rId7"/>
    <p:sldId id="266" r:id="rId8"/>
    <p:sldId id="267" r:id="rId9"/>
    <p:sldId id="268" r:id="rId10"/>
    <p:sldId id="269" r:id="rId11"/>
    <p:sldId id="272" r:id="rId12"/>
    <p:sldId id="273" r:id="rId13"/>
    <p:sldId id="274" r:id="rId14"/>
    <p:sldId id="275" r:id="rId15"/>
    <p:sldId id="276" r:id="rId16"/>
    <p:sldId id="278" r:id="rId17"/>
    <p:sldId id="277" r:id="rId18"/>
    <p:sldId id="280" r:id="rId19"/>
    <p:sldId id="281" r:id="rId20"/>
  </p:sldIdLst>
  <p:sldSz cx="12192000" cy="6858000"/>
  <p:notesSz cx="6858000" cy="9144000"/>
  <p:embeddedFontLst>
    <p:embeddedFont>
      <p:font typeface="仓耳渔阳体 W04" panose="02020400000000000000" charset="-122"/>
      <p:regular r:id="rId26"/>
    </p:embeddedFont>
    <p:embeddedFont>
      <p:font typeface="站酷快乐体2016修订版" panose="02010600030101010101" charset="-122"/>
      <p:regular r:id="rId27"/>
    </p:embeddedFont>
  </p:embeddedFontLst>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BE85"/>
    <a:srgbClr val="FFF7F0"/>
    <a:srgbClr val="FFDBC7"/>
    <a:srgbClr val="FDE9D4"/>
    <a:srgbClr val="E9BD83"/>
    <a:srgbClr val="FF8A46"/>
    <a:srgbClr val="EFD1A7"/>
    <a:srgbClr val="F3A851"/>
    <a:srgbClr val="FFF88D"/>
    <a:srgbClr val="9B583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39"/>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gs" Target="tags/tag587.xml"/><Relationship Id="rId27" Type="http://schemas.openxmlformats.org/officeDocument/2006/relationships/font" Target="fonts/font2.fntdata"/><Relationship Id="rId26" Type="http://schemas.openxmlformats.org/officeDocument/2006/relationships/font" Target="fonts/font1.fntdata"/><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handoutMaster" Target="handoutMasters/handoutMaster1.xml"/><Relationship Id="rId21" Type="http://schemas.openxmlformats.org/officeDocument/2006/relationships/notesMaster" Target="notesMasters/notesMaster1.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仓耳渔阳体 W04" panose="02020400000000000000" charset="-122"/>
              <a:ea typeface="仓耳渔阳体 W04" panose="02020400000000000000" charset="-122"/>
              <a:cs typeface="仓耳渔阳体 W04" panose="02020400000000000000"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仓耳渔阳体 W04" panose="02020400000000000000" charset="-122"/>
                <a:ea typeface="仓耳渔阳体 W04" panose="02020400000000000000" charset="-122"/>
                <a:cs typeface="仓耳渔阳体 W04" panose="02020400000000000000" charset="-122"/>
              </a:rPr>
            </a:fld>
            <a:endParaRPr lang="zh-CN" altLang="en-US">
              <a:latin typeface="仓耳渔阳体 W04" panose="02020400000000000000" charset="-122"/>
              <a:ea typeface="仓耳渔阳体 W04" panose="02020400000000000000" charset="-122"/>
              <a:cs typeface="仓耳渔阳体 W04" panose="02020400000000000000"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仓耳渔阳体 W04" panose="02020400000000000000" charset="-122"/>
              <a:ea typeface="仓耳渔阳体 W04" panose="02020400000000000000" charset="-122"/>
              <a:cs typeface="仓耳渔阳体 W04" panose="02020400000000000000"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仓耳渔阳体 W04" panose="02020400000000000000" charset="-122"/>
                <a:ea typeface="仓耳渔阳体 W04" panose="02020400000000000000" charset="-122"/>
                <a:cs typeface="仓耳渔阳体 W04" panose="02020400000000000000" charset="-122"/>
              </a:rPr>
            </a:fld>
            <a:endParaRPr lang="zh-CN" altLang="en-US">
              <a:latin typeface="仓耳渔阳体 W04" panose="02020400000000000000" charset="-122"/>
              <a:ea typeface="仓耳渔阳体 W04" panose="02020400000000000000" charset="-122"/>
              <a:cs typeface="仓耳渔阳体 W04" panose="02020400000000000000"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仓耳渔阳体 W04" panose="02020400000000000000" charset="-122"/>
                <a:ea typeface="仓耳渔阳体 W04" panose="02020400000000000000" charset="-122"/>
                <a:cs typeface="仓耳渔阳体 W04" panose="02020400000000000000"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仓耳渔阳体 W04" panose="02020400000000000000" charset="-122"/>
                <a:ea typeface="仓耳渔阳体 W04" panose="02020400000000000000" charset="-122"/>
                <a:cs typeface="仓耳渔阳体 W04" panose="02020400000000000000"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仓耳渔阳体 W04" panose="02020400000000000000" charset="-122"/>
                <a:ea typeface="仓耳渔阳体 W04" panose="02020400000000000000" charset="-122"/>
                <a:cs typeface="仓耳渔阳体 W04" panose="02020400000000000000"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仓耳渔阳体 W04" panose="02020400000000000000" charset="-122"/>
                <a:ea typeface="仓耳渔阳体 W04" panose="02020400000000000000" charset="-122"/>
                <a:cs typeface="仓耳渔阳体 W04" panose="02020400000000000000"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仓耳渔阳体 W04" panose="02020400000000000000" charset="-122"/>
        <a:ea typeface="仓耳渔阳体 W04" panose="02020400000000000000" charset="-122"/>
        <a:cs typeface="仓耳渔阳体 W04" panose="02020400000000000000" charset="-122"/>
      </a:defRPr>
    </a:lvl1pPr>
    <a:lvl2pPr marL="457200" algn="l" defTabSz="914400" rtl="0" eaLnBrk="1" latinLnBrk="0" hangingPunct="1">
      <a:defRPr sz="1200" kern="1200">
        <a:solidFill>
          <a:schemeClr val="tx1"/>
        </a:solidFill>
        <a:latin typeface="仓耳渔阳体 W04" panose="02020400000000000000" charset="-122"/>
        <a:ea typeface="仓耳渔阳体 W04" panose="02020400000000000000" charset="-122"/>
        <a:cs typeface="仓耳渔阳体 W04" panose="02020400000000000000" charset="-122"/>
      </a:defRPr>
    </a:lvl2pPr>
    <a:lvl3pPr marL="914400" algn="l" defTabSz="914400" rtl="0" eaLnBrk="1" latinLnBrk="0" hangingPunct="1">
      <a:defRPr sz="1200" kern="1200">
        <a:solidFill>
          <a:schemeClr val="tx1"/>
        </a:solidFill>
        <a:latin typeface="仓耳渔阳体 W04" panose="02020400000000000000" charset="-122"/>
        <a:ea typeface="仓耳渔阳体 W04" panose="02020400000000000000" charset="-122"/>
        <a:cs typeface="仓耳渔阳体 W04" panose="02020400000000000000" charset="-122"/>
      </a:defRPr>
    </a:lvl3pPr>
    <a:lvl4pPr marL="1371600" algn="l" defTabSz="914400" rtl="0" eaLnBrk="1" latinLnBrk="0" hangingPunct="1">
      <a:defRPr sz="1200" kern="1200">
        <a:solidFill>
          <a:schemeClr val="tx1"/>
        </a:solidFill>
        <a:latin typeface="仓耳渔阳体 W04" panose="02020400000000000000" charset="-122"/>
        <a:ea typeface="仓耳渔阳体 W04" panose="02020400000000000000" charset="-122"/>
        <a:cs typeface="仓耳渔阳体 W04" panose="02020400000000000000" charset="-122"/>
      </a:defRPr>
    </a:lvl4pPr>
    <a:lvl5pPr marL="1828800" algn="l" defTabSz="914400" rtl="0" eaLnBrk="1" latinLnBrk="0" hangingPunct="1">
      <a:defRPr sz="1200" kern="1200">
        <a:solidFill>
          <a:schemeClr val="tx1"/>
        </a:solidFill>
        <a:latin typeface="仓耳渔阳体 W04" panose="02020400000000000000" charset="-122"/>
        <a:ea typeface="仓耳渔阳体 W04" panose="02020400000000000000" charset="-122"/>
        <a:cs typeface="仓耳渔阳体 W04" panose="02020400000000000000"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仓耳渔阳体 W04" panose="02020400000000000000" charset="-122"/>
                <a:ea typeface="仓耳渔阳体 W04" panose="02020400000000000000" charset="-122"/>
                <a:cs typeface="仓耳渔阳体 W04" panose="02020400000000000000"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仓耳渔阳体 W04" panose="02020400000000000000" charset="-122"/>
                <a:ea typeface="仓耳渔阳体 W04" panose="02020400000000000000" charset="-122"/>
                <a:cs typeface="仓耳渔阳体 W04" panose="02020400000000000000"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仓耳渔阳体 W04" panose="02020400000000000000" charset="-122"/>
                <a:ea typeface="仓耳渔阳体 W04" panose="02020400000000000000" charset="-122"/>
                <a:cs typeface="仓耳渔阳体 W04" panose="02020400000000000000" charset="-122"/>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仓耳渔阳体 W04" panose="02020400000000000000" charset="-122"/>
          <a:ea typeface="仓耳渔阳体 W04" panose="02020400000000000000" charset="-122"/>
          <a:cs typeface="仓耳渔阳体 W04" panose="02020400000000000000"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仓耳渔阳体 W04" panose="02020400000000000000" charset="-122"/>
          <a:ea typeface="仓耳渔阳体 W04" panose="02020400000000000000" charset="-122"/>
          <a:cs typeface="仓耳渔阳体 W04" panose="02020400000000000000"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仓耳渔阳体 W04" panose="02020400000000000000" charset="-122"/>
          <a:ea typeface="仓耳渔阳体 W04" panose="02020400000000000000" charset="-122"/>
          <a:cs typeface="仓耳渔阳体 W04" panose="020204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仓耳渔阳体 W04" panose="02020400000000000000" charset="-122"/>
          <a:ea typeface="仓耳渔阳体 W04" panose="02020400000000000000" charset="-122"/>
          <a:cs typeface="仓耳渔阳体 W04" panose="020204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仓耳渔阳体 W04" panose="02020400000000000000" charset="-122"/>
          <a:ea typeface="仓耳渔阳体 W04" panose="02020400000000000000" charset="-122"/>
          <a:cs typeface="仓耳渔阳体 W04" panose="020204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仓耳渔阳体 W04" panose="02020400000000000000" charset="-122"/>
          <a:ea typeface="仓耳渔阳体 W04" panose="02020400000000000000" charset="-122"/>
          <a:cs typeface="仓耳渔阳体 W04" panose="020204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tags" Target="../tags/tag70.xml"/><Relationship Id="rId7" Type="http://schemas.openxmlformats.org/officeDocument/2006/relationships/tags" Target="../tags/tag69.xml"/><Relationship Id="rId6" Type="http://schemas.openxmlformats.org/officeDocument/2006/relationships/tags" Target="../tags/tag68.xml"/><Relationship Id="rId5" Type="http://schemas.openxmlformats.org/officeDocument/2006/relationships/tags" Target="../tags/tag67.xml"/><Relationship Id="rId4" Type="http://schemas.openxmlformats.org/officeDocument/2006/relationships/tags" Target="../tags/tag66.xml"/><Relationship Id="rId35" Type="http://schemas.openxmlformats.org/officeDocument/2006/relationships/slideLayout" Target="../slideLayouts/slideLayout2.xml"/><Relationship Id="rId34" Type="http://schemas.openxmlformats.org/officeDocument/2006/relationships/tags" Target="../tags/tag85.xml"/><Relationship Id="rId33" Type="http://schemas.openxmlformats.org/officeDocument/2006/relationships/tags" Target="../tags/tag84.xml"/><Relationship Id="rId32" Type="http://schemas.openxmlformats.org/officeDocument/2006/relationships/image" Target="../media/image11.svg"/><Relationship Id="rId31" Type="http://schemas.openxmlformats.org/officeDocument/2006/relationships/image" Target="../media/image10.png"/><Relationship Id="rId30" Type="http://schemas.openxmlformats.org/officeDocument/2006/relationships/tags" Target="../tags/tag83.xml"/><Relationship Id="rId3" Type="http://schemas.openxmlformats.org/officeDocument/2006/relationships/tags" Target="../tags/tag65.xml"/><Relationship Id="rId29" Type="http://schemas.openxmlformats.org/officeDocument/2006/relationships/image" Target="../media/image9.svg"/><Relationship Id="rId28" Type="http://schemas.openxmlformats.org/officeDocument/2006/relationships/image" Target="../media/image8.png"/><Relationship Id="rId27" Type="http://schemas.openxmlformats.org/officeDocument/2006/relationships/tags" Target="../tags/tag82.xml"/><Relationship Id="rId26" Type="http://schemas.openxmlformats.org/officeDocument/2006/relationships/image" Target="../media/image7.svg"/><Relationship Id="rId25" Type="http://schemas.openxmlformats.org/officeDocument/2006/relationships/image" Target="../media/image6.png"/><Relationship Id="rId24" Type="http://schemas.openxmlformats.org/officeDocument/2006/relationships/tags" Target="../tags/tag81.xml"/><Relationship Id="rId23" Type="http://schemas.openxmlformats.org/officeDocument/2006/relationships/tags" Target="../tags/tag80.xml"/><Relationship Id="rId22" Type="http://schemas.openxmlformats.org/officeDocument/2006/relationships/tags" Target="../tags/tag79.xml"/><Relationship Id="rId21" Type="http://schemas.openxmlformats.org/officeDocument/2006/relationships/tags" Target="../tags/tag78.xml"/><Relationship Id="rId20" Type="http://schemas.openxmlformats.org/officeDocument/2006/relationships/tags" Target="../tags/tag77.xml"/><Relationship Id="rId2" Type="http://schemas.openxmlformats.org/officeDocument/2006/relationships/tags" Target="../tags/tag64.xml"/><Relationship Id="rId19" Type="http://schemas.openxmlformats.org/officeDocument/2006/relationships/tags" Target="../tags/tag76.xml"/><Relationship Id="rId18" Type="http://schemas.openxmlformats.org/officeDocument/2006/relationships/image" Target="../media/image5.png"/><Relationship Id="rId17" Type="http://schemas.openxmlformats.org/officeDocument/2006/relationships/tags" Target="../tags/tag75.xml"/><Relationship Id="rId16" Type="http://schemas.openxmlformats.org/officeDocument/2006/relationships/image" Target="../media/image4.png"/><Relationship Id="rId15" Type="http://schemas.openxmlformats.org/officeDocument/2006/relationships/tags" Target="../tags/tag74.xml"/><Relationship Id="rId14" Type="http://schemas.openxmlformats.org/officeDocument/2006/relationships/image" Target="../media/image3.png"/><Relationship Id="rId13" Type="http://schemas.openxmlformats.org/officeDocument/2006/relationships/tags" Target="../tags/tag73.xml"/><Relationship Id="rId12" Type="http://schemas.openxmlformats.org/officeDocument/2006/relationships/image" Target="../media/image2.png"/><Relationship Id="rId11" Type="http://schemas.openxmlformats.org/officeDocument/2006/relationships/tags" Target="../tags/tag72.xml"/><Relationship Id="rId10" Type="http://schemas.openxmlformats.org/officeDocument/2006/relationships/image" Target="../media/image1.png"/><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9" Type="http://schemas.openxmlformats.org/officeDocument/2006/relationships/tags" Target="../tags/tag94.xml"/><Relationship Id="rId8" Type="http://schemas.openxmlformats.org/officeDocument/2006/relationships/tags" Target="../tags/tag93.xml"/><Relationship Id="rId7" Type="http://schemas.openxmlformats.org/officeDocument/2006/relationships/tags" Target="../tags/tag92.xml"/><Relationship Id="rId6" Type="http://schemas.openxmlformats.org/officeDocument/2006/relationships/tags" Target="../tags/tag91.xml"/><Relationship Id="rId53" Type="http://schemas.openxmlformats.org/officeDocument/2006/relationships/slideLayout" Target="../slideLayouts/slideLayout2.xml"/><Relationship Id="rId52" Type="http://schemas.openxmlformats.org/officeDocument/2006/relationships/tags" Target="../tags/tag124.xml"/><Relationship Id="rId51" Type="http://schemas.openxmlformats.org/officeDocument/2006/relationships/tags" Target="../tags/tag123.xml"/><Relationship Id="rId50" Type="http://schemas.openxmlformats.org/officeDocument/2006/relationships/tags" Target="../tags/tag122.xml"/><Relationship Id="rId5" Type="http://schemas.openxmlformats.org/officeDocument/2006/relationships/tags" Target="../tags/tag90.xml"/><Relationship Id="rId49" Type="http://schemas.openxmlformats.org/officeDocument/2006/relationships/tags" Target="../tags/tag121.xml"/><Relationship Id="rId48" Type="http://schemas.openxmlformats.org/officeDocument/2006/relationships/image" Target="../media/image18.png"/><Relationship Id="rId47" Type="http://schemas.openxmlformats.org/officeDocument/2006/relationships/tags" Target="../tags/tag120.xml"/><Relationship Id="rId46" Type="http://schemas.openxmlformats.org/officeDocument/2006/relationships/tags" Target="../tags/tag119.xml"/><Relationship Id="rId45" Type="http://schemas.openxmlformats.org/officeDocument/2006/relationships/tags" Target="../tags/tag118.xml"/><Relationship Id="rId44" Type="http://schemas.openxmlformats.org/officeDocument/2006/relationships/tags" Target="../tags/tag117.xml"/><Relationship Id="rId43" Type="http://schemas.openxmlformats.org/officeDocument/2006/relationships/tags" Target="../tags/tag116.xml"/><Relationship Id="rId42" Type="http://schemas.openxmlformats.org/officeDocument/2006/relationships/tags" Target="../tags/tag115.xml"/><Relationship Id="rId41" Type="http://schemas.openxmlformats.org/officeDocument/2006/relationships/tags" Target="../tags/tag114.xml"/><Relationship Id="rId40" Type="http://schemas.openxmlformats.org/officeDocument/2006/relationships/tags" Target="../tags/tag113.xml"/><Relationship Id="rId4" Type="http://schemas.openxmlformats.org/officeDocument/2006/relationships/tags" Target="../tags/tag89.xml"/><Relationship Id="rId39" Type="http://schemas.openxmlformats.org/officeDocument/2006/relationships/tags" Target="../tags/tag112.xml"/><Relationship Id="rId38" Type="http://schemas.openxmlformats.org/officeDocument/2006/relationships/tags" Target="../tags/tag111.xml"/><Relationship Id="rId37" Type="http://schemas.openxmlformats.org/officeDocument/2006/relationships/tags" Target="../tags/tag110.xml"/><Relationship Id="rId36" Type="http://schemas.openxmlformats.org/officeDocument/2006/relationships/tags" Target="../tags/tag109.xml"/><Relationship Id="rId35" Type="http://schemas.openxmlformats.org/officeDocument/2006/relationships/tags" Target="../tags/tag108.xml"/><Relationship Id="rId34" Type="http://schemas.openxmlformats.org/officeDocument/2006/relationships/tags" Target="../tags/tag107.xml"/><Relationship Id="rId33" Type="http://schemas.openxmlformats.org/officeDocument/2006/relationships/image" Target="../media/image17.png"/><Relationship Id="rId32" Type="http://schemas.openxmlformats.org/officeDocument/2006/relationships/tags" Target="../tags/tag106.xml"/><Relationship Id="rId31" Type="http://schemas.openxmlformats.org/officeDocument/2006/relationships/tags" Target="../tags/tag105.xml"/><Relationship Id="rId30" Type="http://schemas.openxmlformats.org/officeDocument/2006/relationships/image" Target="../media/image16.png"/><Relationship Id="rId3" Type="http://schemas.openxmlformats.org/officeDocument/2006/relationships/tags" Target="../tags/tag88.xml"/><Relationship Id="rId29" Type="http://schemas.openxmlformats.org/officeDocument/2006/relationships/tags" Target="../tags/tag104.xml"/><Relationship Id="rId28" Type="http://schemas.openxmlformats.org/officeDocument/2006/relationships/image" Target="../media/image15.png"/><Relationship Id="rId27" Type="http://schemas.openxmlformats.org/officeDocument/2006/relationships/tags" Target="../tags/tag103.xml"/><Relationship Id="rId26" Type="http://schemas.openxmlformats.org/officeDocument/2006/relationships/image" Target="../media/image11.svg"/><Relationship Id="rId25" Type="http://schemas.openxmlformats.org/officeDocument/2006/relationships/image" Target="../media/image10.png"/><Relationship Id="rId24" Type="http://schemas.openxmlformats.org/officeDocument/2006/relationships/tags" Target="../tags/tag102.xml"/><Relationship Id="rId23" Type="http://schemas.openxmlformats.org/officeDocument/2006/relationships/image" Target="../media/image14.png"/><Relationship Id="rId22" Type="http://schemas.openxmlformats.org/officeDocument/2006/relationships/tags" Target="../tags/tag101.xml"/><Relationship Id="rId21" Type="http://schemas.openxmlformats.org/officeDocument/2006/relationships/image" Target="../media/image9.svg"/><Relationship Id="rId20" Type="http://schemas.openxmlformats.org/officeDocument/2006/relationships/image" Target="../media/image8.png"/><Relationship Id="rId2" Type="http://schemas.openxmlformats.org/officeDocument/2006/relationships/tags" Target="../tags/tag87.xml"/><Relationship Id="rId19" Type="http://schemas.openxmlformats.org/officeDocument/2006/relationships/tags" Target="../tags/tag100.xml"/><Relationship Id="rId18" Type="http://schemas.openxmlformats.org/officeDocument/2006/relationships/image" Target="../media/image13.png"/><Relationship Id="rId17" Type="http://schemas.openxmlformats.org/officeDocument/2006/relationships/tags" Target="../tags/tag99.xml"/><Relationship Id="rId16" Type="http://schemas.openxmlformats.org/officeDocument/2006/relationships/image" Target="../media/image7.svg"/><Relationship Id="rId15" Type="http://schemas.openxmlformats.org/officeDocument/2006/relationships/image" Target="../media/image6.png"/><Relationship Id="rId14" Type="http://schemas.openxmlformats.org/officeDocument/2006/relationships/tags" Target="../tags/tag98.xml"/><Relationship Id="rId13" Type="http://schemas.openxmlformats.org/officeDocument/2006/relationships/image" Target="../media/image12.png"/><Relationship Id="rId12" Type="http://schemas.openxmlformats.org/officeDocument/2006/relationships/tags" Target="../tags/tag97.xml"/><Relationship Id="rId11" Type="http://schemas.openxmlformats.org/officeDocument/2006/relationships/tags" Target="../tags/tag96.xml"/><Relationship Id="rId10" Type="http://schemas.openxmlformats.org/officeDocument/2006/relationships/tags" Target="../tags/tag95.xml"/><Relationship Id="rId1" Type="http://schemas.openxmlformats.org/officeDocument/2006/relationships/tags" Target="../tags/tag86.xml"/></Relationships>
</file>

<file path=ppt/slides/_rels/slide3.xml.rels><?xml version="1.0" encoding="UTF-8" standalone="yes"?>
<Relationships xmlns="http://schemas.openxmlformats.org/package/2006/relationships"><Relationship Id="rId9" Type="http://schemas.openxmlformats.org/officeDocument/2006/relationships/tags" Target="../tags/tag133.xml"/><Relationship Id="rId8" Type="http://schemas.openxmlformats.org/officeDocument/2006/relationships/tags" Target="../tags/tag132.xml"/><Relationship Id="rId7" Type="http://schemas.openxmlformats.org/officeDocument/2006/relationships/tags" Target="../tags/tag131.xml"/><Relationship Id="rId6" Type="http://schemas.openxmlformats.org/officeDocument/2006/relationships/tags" Target="../tags/tag130.xml"/><Relationship Id="rId5" Type="http://schemas.openxmlformats.org/officeDocument/2006/relationships/tags" Target="../tags/tag129.xml"/><Relationship Id="rId4" Type="http://schemas.openxmlformats.org/officeDocument/2006/relationships/tags" Target="../tags/tag128.xml"/><Relationship Id="rId36" Type="http://schemas.openxmlformats.org/officeDocument/2006/relationships/slideLayout" Target="../slideLayouts/slideLayout2.xml"/><Relationship Id="rId35" Type="http://schemas.openxmlformats.org/officeDocument/2006/relationships/tags" Target="../tags/tag148.xml"/><Relationship Id="rId34" Type="http://schemas.openxmlformats.org/officeDocument/2006/relationships/tags" Target="../tags/tag147.xml"/><Relationship Id="rId33" Type="http://schemas.openxmlformats.org/officeDocument/2006/relationships/tags" Target="../tags/tag146.xml"/><Relationship Id="rId32" Type="http://schemas.openxmlformats.org/officeDocument/2006/relationships/tags" Target="../tags/tag145.xml"/><Relationship Id="rId31" Type="http://schemas.openxmlformats.org/officeDocument/2006/relationships/tags" Target="../tags/tag144.xml"/><Relationship Id="rId30" Type="http://schemas.openxmlformats.org/officeDocument/2006/relationships/image" Target="../media/image11.svg"/><Relationship Id="rId3" Type="http://schemas.openxmlformats.org/officeDocument/2006/relationships/tags" Target="../tags/tag127.xml"/><Relationship Id="rId29" Type="http://schemas.openxmlformats.org/officeDocument/2006/relationships/image" Target="../media/image10.png"/><Relationship Id="rId28" Type="http://schemas.openxmlformats.org/officeDocument/2006/relationships/tags" Target="../tags/tag143.xml"/><Relationship Id="rId27" Type="http://schemas.openxmlformats.org/officeDocument/2006/relationships/image" Target="../media/image9.svg"/><Relationship Id="rId26" Type="http://schemas.openxmlformats.org/officeDocument/2006/relationships/image" Target="../media/image8.png"/><Relationship Id="rId25" Type="http://schemas.openxmlformats.org/officeDocument/2006/relationships/tags" Target="../tags/tag142.xml"/><Relationship Id="rId24" Type="http://schemas.openxmlformats.org/officeDocument/2006/relationships/image" Target="../media/image7.svg"/><Relationship Id="rId23" Type="http://schemas.openxmlformats.org/officeDocument/2006/relationships/image" Target="../media/image6.png"/><Relationship Id="rId22" Type="http://schemas.openxmlformats.org/officeDocument/2006/relationships/tags" Target="../tags/tag141.xml"/><Relationship Id="rId21" Type="http://schemas.openxmlformats.org/officeDocument/2006/relationships/tags" Target="../tags/tag140.xml"/><Relationship Id="rId20" Type="http://schemas.openxmlformats.org/officeDocument/2006/relationships/tags" Target="../tags/tag139.xml"/><Relationship Id="rId2" Type="http://schemas.openxmlformats.org/officeDocument/2006/relationships/tags" Target="../tags/tag126.xml"/><Relationship Id="rId19" Type="http://schemas.openxmlformats.org/officeDocument/2006/relationships/tags" Target="../tags/tag138.xml"/><Relationship Id="rId18" Type="http://schemas.openxmlformats.org/officeDocument/2006/relationships/image" Target="../media/image5.png"/><Relationship Id="rId17" Type="http://schemas.openxmlformats.org/officeDocument/2006/relationships/tags" Target="../tags/tag137.xml"/><Relationship Id="rId16" Type="http://schemas.openxmlformats.org/officeDocument/2006/relationships/image" Target="../media/image4.png"/><Relationship Id="rId15" Type="http://schemas.openxmlformats.org/officeDocument/2006/relationships/tags" Target="../tags/tag136.xml"/><Relationship Id="rId14" Type="http://schemas.openxmlformats.org/officeDocument/2006/relationships/image" Target="../media/image3.png"/><Relationship Id="rId13" Type="http://schemas.openxmlformats.org/officeDocument/2006/relationships/tags" Target="../tags/tag135.xml"/><Relationship Id="rId12" Type="http://schemas.openxmlformats.org/officeDocument/2006/relationships/image" Target="../media/image2.png"/><Relationship Id="rId11" Type="http://schemas.openxmlformats.org/officeDocument/2006/relationships/tags" Target="../tags/tag134.xml"/><Relationship Id="rId10" Type="http://schemas.openxmlformats.org/officeDocument/2006/relationships/image" Target="../media/image1.png"/><Relationship Id="rId1" Type="http://schemas.openxmlformats.org/officeDocument/2006/relationships/tags" Target="../tags/tag125.xml"/></Relationships>
</file>

<file path=ppt/slides/_rels/slide4.xml.rels><?xml version="1.0" encoding="UTF-8" standalone="yes"?>
<Relationships xmlns="http://schemas.openxmlformats.org/package/2006/relationships"><Relationship Id="rId9" Type="http://schemas.openxmlformats.org/officeDocument/2006/relationships/tags" Target="../tags/tag157.xml"/><Relationship Id="rId8" Type="http://schemas.openxmlformats.org/officeDocument/2006/relationships/tags" Target="../tags/tag156.xml"/><Relationship Id="rId7" Type="http://schemas.openxmlformats.org/officeDocument/2006/relationships/tags" Target="../tags/tag155.xml"/><Relationship Id="rId6" Type="http://schemas.openxmlformats.org/officeDocument/2006/relationships/tags" Target="../tags/tag154.xml"/><Relationship Id="rId5" Type="http://schemas.openxmlformats.org/officeDocument/2006/relationships/tags" Target="../tags/tag153.xml"/><Relationship Id="rId43" Type="http://schemas.openxmlformats.org/officeDocument/2006/relationships/slideLayout" Target="../slideLayouts/slideLayout2.xml"/><Relationship Id="rId42" Type="http://schemas.openxmlformats.org/officeDocument/2006/relationships/tags" Target="../tags/tag177.xml"/><Relationship Id="rId41" Type="http://schemas.openxmlformats.org/officeDocument/2006/relationships/image" Target="../media/image22.png"/><Relationship Id="rId40" Type="http://schemas.openxmlformats.org/officeDocument/2006/relationships/image" Target="../media/image5.png"/><Relationship Id="rId4" Type="http://schemas.openxmlformats.org/officeDocument/2006/relationships/tags" Target="../tags/tag152.xml"/><Relationship Id="rId39" Type="http://schemas.openxmlformats.org/officeDocument/2006/relationships/image" Target="../media/image21.png"/><Relationship Id="rId38" Type="http://schemas.openxmlformats.org/officeDocument/2006/relationships/tags" Target="../tags/tag176.xml"/><Relationship Id="rId37" Type="http://schemas.openxmlformats.org/officeDocument/2006/relationships/tags" Target="../tags/tag175.xml"/><Relationship Id="rId36" Type="http://schemas.openxmlformats.org/officeDocument/2006/relationships/tags" Target="../tags/tag174.xml"/><Relationship Id="rId35" Type="http://schemas.openxmlformats.org/officeDocument/2006/relationships/tags" Target="../tags/tag173.xml"/><Relationship Id="rId34" Type="http://schemas.openxmlformats.org/officeDocument/2006/relationships/tags" Target="../tags/tag172.xml"/><Relationship Id="rId33" Type="http://schemas.openxmlformats.org/officeDocument/2006/relationships/tags" Target="../tags/tag171.xml"/><Relationship Id="rId32" Type="http://schemas.openxmlformats.org/officeDocument/2006/relationships/tags" Target="../tags/tag170.xml"/><Relationship Id="rId31" Type="http://schemas.openxmlformats.org/officeDocument/2006/relationships/tags" Target="../tags/tag169.xml"/><Relationship Id="rId30" Type="http://schemas.openxmlformats.org/officeDocument/2006/relationships/tags" Target="../tags/tag168.xml"/><Relationship Id="rId3" Type="http://schemas.openxmlformats.org/officeDocument/2006/relationships/tags" Target="../tags/tag151.xml"/><Relationship Id="rId29" Type="http://schemas.openxmlformats.org/officeDocument/2006/relationships/image" Target="../media/image20.svg"/><Relationship Id="rId28" Type="http://schemas.openxmlformats.org/officeDocument/2006/relationships/image" Target="../media/image19.png"/><Relationship Id="rId27" Type="http://schemas.openxmlformats.org/officeDocument/2006/relationships/tags" Target="../tags/tag167.xml"/><Relationship Id="rId26" Type="http://schemas.openxmlformats.org/officeDocument/2006/relationships/tags" Target="../tags/tag166.xml"/><Relationship Id="rId25" Type="http://schemas.openxmlformats.org/officeDocument/2006/relationships/tags" Target="../tags/tag165.xml"/><Relationship Id="rId24" Type="http://schemas.openxmlformats.org/officeDocument/2006/relationships/tags" Target="../tags/tag164.xml"/><Relationship Id="rId23" Type="http://schemas.openxmlformats.org/officeDocument/2006/relationships/tags" Target="../tags/tag163.xml"/><Relationship Id="rId22" Type="http://schemas.openxmlformats.org/officeDocument/2006/relationships/image" Target="../media/image2.png"/><Relationship Id="rId21" Type="http://schemas.openxmlformats.org/officeDocument/2006/relationships/tags" Target="../tags/tag162.xml"/><Relationship Id="rId20" Type="http://schemas.openxmlformats.org/officeDocument/2006/relationships/tags" Target="../tags/tag161.xml"/><Relationship Id="rId2" Type="http://schemas.openxmlformats.org/officeDocument/2006/relationships/tags" Target="../tags/tag150.xml"/><Relationship Id="rId19" Type="http://schemas.openxmlformats.org/officeDocument/2006/relationships/image" Target="../media/image17.png"/><Relationship Id="rId18" Type="http://schemas.openxmlformats.org/officeDocument/2006/relationships/tags" Target="../tags/tag160.xml"/><Relationship Id="rId17" Type="http://schemas.openxmlformats.org/officeDocument/2006/relationships/image" Target="../media/image11.svg"/><Relationship Id="rId16" Type="http://schemas.openxmlformats.org/officeDocument/2006/relationships/image" Target="../media/image10.png"/><Relationship Id="rId15" Type="http://schemas.openxmlformats.org/officeDocument/2006/relationships/tags" Target="../tags/tag159.xml"/><Relationship Id="rId14" Type="http://schemas.openxmlformats.org/officeDocument/2006/relationships/image" Target="../media/image9.svg"/><Relationship Id="rId13" Type="http://schemas.openxmlformats.org/officeDocument/2006/relationships/image" Target="../media/image8.png"/><Relationship Id="rId12" Type="http://schemas.openxmlformats.org/officeDocument/2006/relationships/tags" Target="../tags/tag158.xml"/><Relationship Id="rId11" Type="http://schemas.openxmlformats.org/officeDocument/2006/relationships/image" Target="../media/image7.svg"/><Relationship Id="rId10" Type="http://schemas.openxmlformats.org/officeDocument/2006/relationships/image" Target="../media/image6.png"/><Relationship Id="rId1" Type="http://schemas.openxmlformats.org/officeDocument/2006/relationships/tags" Target="../tags/tag149.xml"/></Relationships>
</file>

<file path=ppt/slides/_rels/slide5.xml.rels><?xml version="1.0" encoding="UTF-8" standalone="yes"?>
<Relationships xmlns="http://schemas.openxmlformats.org/package/2006/relationships"><Relationship Id="rId9" Type="http://schemas.openxmlformats.org/officeDocument/2006/relationships/tags" Target="../tags/tag186.xml"/><Relationship Id="rId8" Type="http://schemas.openxmlformats.org/officeDocument/2006/relationships/tags" Target="../tags/tag185.xml"/><Relationship Id="rId7" Type="http://schemas.openxmlformats.org/officeDocument/2006/relationships/tags" Target="../tags/tag184.xml"/><Relationship Id="rId6" Type="http://schemas.openxmlformats.org/officeDocument/2006/relationships/tags" Target="../tags/tag183.xml"/><Relationship Id="rId5" Type="http://schemas.openxmlformats.org/officeDocument/2006/relationships/tags" Target="../tags/tag182.xml"/><Relationship Id="rId4" Type="http://schemas.openxmlformats.org/officeDocument/2006/relationships/tags" Target="../tags/tag181.xml"/><Relationship Id="rId39" Type="http://schemas.openxmlformats.org/officeDocument/2006/relationships/slideLayout" Target="../slideLayouts/slideLayout2.xml"/><Relationship Id="rId38" Type="http://schemas.openxmlformats.org/officeDocument/2006/relationships/tags" Target="../tags/tag205.xml"/><Relationship Id="rId37" Type="http://schemas.openxmlformats.org/officeDocument/2006/relationships/tags" Target="../tags/tag204.xml"/><Relationship Id="rId36" Type="http://schemas.openxmlformats.org/officeDocument/2006/relationships/tags" Target="../tags/tag203.xml"/><Relationship Id="rId35" Type="http://schemas.openxmlformats.org/officeDocument/2006/relationships/tags" Target="../tags/tag202.xml"/><Relationship Id="rId34" Type="http://schemas.openxmlformats.org/officeDocument/2006/relationships/tags" Target="../tags/tag201.xml"/><Relationship Id="rId33" Type="http://schemas.openxmlformats.org/officeDocument/2006/relationships/tags" Target="../tags/tag200.xml"/><Relationship Id="rId32" Type="http://schemas.openxmlformats.org/officeDocument/2006/relationships/tags" Target="../tags/tag199.xml"/><Relationship Id="rId31" Type="http://schemas.openxmlformats.org/officeDocument/2006/relationships/tags" Target="../tags/tag198.xml"/><Relationship Id="rId30" Type="http://schemas.openxmlformats.org/officeDocument/2006/relationships/tags" Target="../tags/tag197.xml"/><Relationship Id="rId3" Type="http://schemas.openxmlformats.org/officeDocument/2006/relationships/tags" Target="../tags/tag180.xml"/><Relationship Id="rId29" Type="http://schemas.openxmlformats.org/officeDocument/2006/relationships/tags" Target="../tags/tag196.xml"/><Relationship Id="rId28" Type="http://schemas.openxmlformats.org/officeDocument/2006/relationships/tags" Target="../tags/tag195.xml"/><Relationship Id="rId27" Type="http://schemas.openxmlformats.org/officeDocument/2006/relationships/image" Target="../media/image20.svg"/><Relationship Id="rId26" Type="http://schemas.openxmlformats.org/officeDocument/2006/relationships/image" Target="../media/image19.png"/><Relationship Id="rId25" Type="http://schemas.openxmlformats.org/officeDocument/2006/relationships/tags" Target="../tags/tag194.xml"/><Relationship Id="rId24" Type="http://schemas.openxmlformats.org/officeDocument/2006/relationships/tags" Target="../tags/tag193.xml"/><Relationship Id="rId23" Type="http://schemas.openxmlformats.org/officeDocument/2006/relationships/tags" Target="../tags/tag192.xml"/><Relationship Id="rId22" Type="http://schemas.openxmlformats.org/officeDocument/2006/relationships/image" Target="../media/image2.png"/><Relationship Id="rId21" Type="http://schemas.openxmlformats.org/officeDocument/2006/relationships/tags" Target="../tags/tag191.xml"/><Relationship Id="rId20" Type="http://schemas.openxmlformats.org/officeDocument/2006/relationships/tags" Target="../tags/tag190.xml"/><Relationship Id="rId2" Type="http://schemas.openxmlformats.org/officeDocument/2006/relationships/tags" Target="../tags/tag179.xml"/><Relationship Id="rId19" Type="http://schemas.openxmlformats.org/officeDocument/2006/relationships/image" Target="../media/image17.png"/><Relationship Id="rId18" Type="http://schemas.openxmlformats.org/officeDocument/2006/relationships/tags" Target="../tags/tag189.xml"/><Relationship Id="rId17" Type="http://schemas.openxmlformats.org/officeDocument/2006/relationships/image" Target="../media/image11.svg"/><Relationship Id="rId16" Type="http://schemas.openxmlformats.org/officeDocument/2006/relationships/image" Target="../media/image10.png"/><Relationship Id="rId15" Type="http://schemas.openxmlformats.org/officeDocument/2006/relationships/tags" Target="../tags/tag188.xml"/><Relationship Id="rId14" Type="http://schemas.openxmlformats.org/officeDocument/2006/relationships/image" Target="../media/image9.svg"/><Relationship Id="rId13" Type="http://schemas.openxmlformats.org/officeDocument/2006/relationships/image" Target="../media/image8.png"/><Relationship Id="rId12" Type="http://schemas.openxmlformats.org/officeDocument/2006/relationships/tags" Target="../tags/tag187.xml"/><Relationship Id="rId11" Type="http://schemas.openxmlformats.org/officeDocument/2006/relationships/image" Target="../media/image7.svg"/><Relationship Id="rId10" Type="http://schemas.openxmlformats.org/officeDocument/2006/relationships/image" Target="../media/image6.png"/><Relationship Id="rId1" Type="http://schemas.openxmlformats.org/officeDocument/2006/relationships/tags" Target="../tags/tag178.xml"/></Relationships>
</file>

<file path=ppt/slides/_rels/slide6.xml.rels><?xml version="1.0" encoding="UTF-8" standalone="yes"?>
<Relationships xmlns="http://schemas.openxmlformats.org/package/2006/relationships"><Relationship Id="rId9" Type="http://schemas.openxmlformats.org/officeDocument/2006/relationships/tags" Target="../tags/tag214.xml"/><Relationship Id="rId8" Type="http://schemas.openxmlformats.org/officeDocument/2006/relationships/tags" Target="../tags/tag213.xml"/><Relationship Id="rId7" Type="http://schemas.openxmlformats.org/officeDocument/2006/relationships/tags" Target="../tags/tag212.xml"/><Relationship Id="rId6" Type="http://schemas.openxmlformats.org/officeDocument/2006/relationships/tags" Target="../tags/tag211.xml"/><Relationship Id="rId5" Type="http://schemas.openxmlformats.org/officeDocument/2006/relationships/tags" Target="../tags/tag210.xml"/><Relationship Id="rId45" Type="http://schemas.openxmlformats.org/officeDocument/2006/relationships/slideLayout" Target="../slideLayouts/slideLayout2.xml"/><Relationship Id="rId44" Type="http://schemas.openxmlformats.org/officeDocument/2006/relationships/tags" Target="../tags/tag239.xml"/><Relationship Id="rId43" Type="http://schemas.openxmlformats.org/officeDocument/2006/relationships/tags" Target="../tags/tag238.xml"/><Relationship Id="rId42" Type="http://schemas.openxmlformats.org/officeDocument/2006/relationships/tags" Target="../tags/tag237.xml"/><Relationship Id="rId41" Type="http://schemas.openxmlformats.org/officeDocument/2006/relationships/tags" Target="../tags/tag236.xml"/><Relationship Id="rId40" Type="http://schemas.openxmlformats.org/officeDocument/2006/relationships/tags" Target="../tags/tag235.xml"/><Relationship Id="rId4" Type="http://schemas.openxmlformats.org/officeDocument/2006/relationships/tags" Target="../tags/tag209.xml"/><Relationship Id="rId39" Type="http://schemas.openxmlformats.org/officeDocument/2006/relationships/tags" Target="../tags/tag234.xml"/><Relationship Id="rId38" Type="http://schemas.openxmlformats.org/officeDocument/2006/relationships/tags" Target="../tags/tag233.xml"/><Relationship Id="rId37" Type="http://schemas.openxmlformats.org/officeDocument/2006/relationships/tags" Target="../tags/tag232.xml"/><Relationship Id="rId36" Type="http://schemas.openxmlformats.org/officeDocument/2006/relationships/tags" Target="../tags/tag231.xml"/><Relationship Id="rId35" Type="http://schemas.openxmlformats.org/officeDocument/2006/relationships/tags" Target="../tags/tag230.xml"/><Relationship Id="rId34" Type="http://schemas.openxmlformats.org/officeDocument/2006/relationships/tags" Target="../tags/tag229.xml"/><Relationship Id="rId33" Type="http://schemas.openxmlformats.org/officeDocument/2006/relationships/tags" Target="../tags/tag228.xml"/><Relationship Id="rId32" Type="http://schemas.openxmlformats.org/officeDocument/2006/relationships/tags" Target="../tags/tag227.xml"/><Relationship Id="rId31" Type="http://schemas.openxmlformats.org/officeDocument/2006/relationships/tags" Target="../tags/tag226.xml"/><Relationship Id="rId30" Type="http://schemas.openxmlformats.org/officeDocument/2006/relationships/tags" Target="../tags/tag225.xml"/><Relationship Id="rId3" Type="http://schemas.openxmlformats.org/officeDocument/2006/relationships/tags" Target="../tags/tag208.xml"/><Relationship Id="rId29" Type="http://schemas.openxmlformats.org/officeDocument/2006/relationships/tags" Target="../tags/tag224.xml"/><Relationship Id="rId28" Type="http://schemas.openxmlformats.org/officeDocument/2006/relationships/tags" Target="../tags/tag223.xml"/><Relationship Id="rId27" Type="http://schemas.openxmlformats.org/officeDocument/2006/relationships/image" Target="../media/image20.svg"/><Relationship Id="rId26" Type="http://schemas.openxmlformats.org/officeDocument/2006/relationships/image" Target="../media/image19.png"/><Relationship Id="rId25" Type="http://schemas.openxmlformats.org/officeDocument/2006/relationships/tags" Target="../tags/tag222.xml"/><Relationship Id="rId24" Type="http://schemas.openxmlformats.org/officeDocument/2006/relationships/tags" Target="../tags/tag221.xml"/><Relationship Id="rId23" Type="http://schemas.openxmlformats.org/officeDocument/2006/relationships/tags" Target="../tags/tag220.xml"/><Relationship Id="rId22" Type="http://schemas.openxmlformats.org/officeDocument/2006/relationships/image" Target="../media/image2.png"/><Relationship Id="rId21" Type="http://schemas.openxmlformats.org/officeDocument/2006/relationships/tags" Target="../tags/tag219.xml"/><Relationship Id="rId20" Type="http://schemas.openxmlformats.org/officeDocument/2006/relationships/tags" Target="../tags/tag218.xml"/><Relationship Id="rId2" Type="http://schemas.openxmlformats.org/officeDocument/2006/relationships/tags" Target="../tags/tag207.xml"/><Relationship Id="rId19" Type="http://schemas.openxmlformats.org/officeDocument/2006/relationships/image" Target="../media/image17.png"/><Relationship Id="rId18" Type="http://schemas.openxmlformats.org/officeDocument/2006/relationships/tags" Target="../tags/tag217.xml"/><Relationship Id="rId17" Type="http://schemas.openxmlformats.org/officeDocument/2006/relationships/image" Target="../media/image11.svg"/><Relationship Id="rId16" Type="http://schemas.openxmlformats.org/officeDocument/2006/relationships/image" Target="../media/image10.png"/><Relationship Id="rId15" Type="http://schemas.openxmlformats.org/officeDocument/2006/relationships/tags" Target="../tags/tag216.xml"/><Relationship Id="rId14" Type="http://schemas.openxmlformats.org/officeDocument/2006/relationships/image" Target="../media/image9.svg"/><Relationship Id="rId13" Type="http://schemas.openxmlformats.org/officeDocument/2006/relationships/image" Target="../media/image8.png"/><Relationship Id="rId12" Type="http://schemas.openxmlformats.org/officeDocument/2006/relationships/tags" Target="../tags/tag215.xml"/><Relationship Id="rId11" Type="http://schemas.openxmlformats.org/officeDocument/2006/relationships/image" Target="../media/image7.svg"/><Relationship Id="rId10" Type="http://schemas.openxmlformats.org/officeDocument/2006/relationships/image" Target="../media/image6.png"/><Relationship Id="rId1" Type="http://schemas.openxmlformats.org/officeDocument/2006/relationships/tags" Target="../tags/tag206.xml"/></Relationships>
</file>

<file path=ppt/slides/_rels/slide7.xml.rels><?xml version="1.0" encoding="UTF-8" standalone="yes"?>
<Relationships xmlns="http://schemas.openxmlformats.org/package/2006/relationships"><Relationship Id="rId9" Type="http://schemas.openxmlformats.org/officeDocument/2006/relationships/tags" Target="../tags/tag248.xml"/><Relationship Id="rId8" Type="http://schemas.openxmlformats.org/officeDocument/2006/relationships/tags" Target="../tags/tag247.xml"/><Relationship Id="rId7" Type="http://schemas.openxmlformats.org/officeDocument/2006/relationships/tags" Target="../tags/tag246.xml"/><Relationship Id="rId6" Type="http://schemas.openxmlformats.org/officeDocument/2006/relationships/tags" Target="../tags/tag245.xml"/><Relationship Id="rId5" Type="http://schemas.openxmlformats.org/officeDocument/2006/relationships/tags" Target="../tags/tag244.xml"/><Relationship Id="rId4" Type="http://schemas.openxmlformats.org/officeDocument/2006/relationships/tags" Target="../tags/tag243.xml"/><Relationship Id="rId36" Type="http://schemas.openxmlformats.org/officeDocument/2006/relationships/slideLayout" Target="../slideLayouts/slideLayout2.xml"/><Relationship Id="rId35" Type="http://schemas.openxmlformats.org/officeDocument/2006/relationships/tags" Target="../tags/tag263.xml"/><Relationship Id="rId34" Type="http://schemas.openxmlformats.org/officeDocument/2006/relationships/tags" Target="../tags/tag262.xml"/><Relationship Id="rId33" Type="http://schemas.openxmlformats.org/officeDocument/2006/relationships/tags" Target="../tags/tag261.xml"/><Relationship Id="rId32" Type="http://schemas.openxmlformats.org/officeDocument/2006/relationships/tags" Target="../tags/tag260.xml"/><Relationship Id="rId31" Type="http://schemas.openxmlformats.org/officeDocument/2006/relationships/tags" Target="../tags/tag259.xml"/><Relationship Id="rId30" Type="http://schemas.openxmlformats.org/officeDocument/2006/relationships/image" Target="../media/image11.svg"/><Relationship Id="rId3" Type="http://schemas.openxmlformats.org/officeDocument/2006/relationships/tags" Target="../tags/tag242.xml"/><Relationship Id="rId29" Type="http://schemas.openxmlformats.org/officeDocument/2006/relationships/image" Target="../media/image10.png"/><Relationship Id="rId28" Type="http://schemas.openxmlformats.org/officeDocument/2006/relationships/tags" Target="../tags/tag258.xml"/><Relationship Id="rId27" Type="http://schemas.openxmlformats.org/officeDocument/2006/relationships/image" Target="../media/image9.svg"/><Relationship Id="rId26" Type="http://schemas.openxmlformats.org/officeDocument/2006/relationships/image" Target="../media/image8.png"/><Relationship Id="rId25" Type="http://schemas.openxmlformats.org/officeDocument/2006/relationships/tags" Target="../tags/tag257.xml"/><Relationship Id="rId24" Type="http://schemas.openxmlformats.org/officeDocument/2006/relationships/image" Target="../media/image7.svg"/><Relationship Id="rId23" Type="http://schemas.openxmlformats.org/officeDocument/2006/relationships/image" Target="../media/image6.png"/><Relationship Id="rId22" Type="http://schemas.openxmlformats.org/officeDocument/2006/relationships/tags" Target="../tags/tag256.xml"/><Relationship Id="rId21" Type="http://schemas.openxmlformats.org/officeDocument/2006/relationships/tags" Target="../tags/tag255.xml"/><Relationship Id="rId20" Type="http://schemas.openxmlformats.org/officeDocument/2006/relationships/tags" Target="../tags/tag254.xml"/><Relationship Id="rId2" Type="http://schemas.openxmlformats.org/officeDocument/2006/relationships/tags" Target="../tags/tag241.xml"/><Relationship Id="rId19" Type="http://schemas.openxmlformats.org/officeDocument/2006/relationships/tags" Target="../tags/tag253.xml"/><Relationship Id="rId18" Type="http://schemas.openxmlformats.org/officeDocument/2006/relationships/image" Target="../media/image5.png"/><Relationship Id="rId17" Type="http://schemas.openxmlformats.org/officeDocument/2006/relationships/tags" Target="../tags/tag252.xml"/><Relationship Id="rId16" Type="http://schemas.openxmlformats.org/officeDocument/2006/relationships/image" Target="../media/image4.png"/><Relationship Id="rId15" Type="http://schemas.openxmlformats.org/officeDocument/2006/relationships/tags" Target="../tags/tag251.xml"/><Relationship Id="rId14" Type="http://schemas.openxmlformats.org/officeDocument/2006/relationships/image" Target="../media/image3.png"/><Relationship Id="rId13" Type="http://schemas.openxmlformats.org/officeDocument/2006/relationships/tags" Target="../tags/tag250.xml"/><Relationship Id="rId12" Type="http://schemas.openxmlformats.org/officeDocument/2006/relationships/image" Target="../media/image2.png"/><Relationship Id="rId11" Type="http://schemas.openxmlformats.org/officeDocument/2006/relationships/tags" Target="../tags/tag249.xml"/><Relationship Id="rId10" Type="http://schemas.openxmlformats.org/officeDocument/2006/relationships/image" Target="../media/image1.png"/><Relationship Id="rId1" Type="http://schemas.openxmlformats.org/officeDocument/2006/relationships/tags" Target="../tags/tag240.xml"/></Relationships>
</file>

<file path=ppt/slides/_rels/slide8.xml.rels><?xml version="1.0" encoding="UTF-8" standalone="yes"?>
<Relationships xmlns="http://schemas.openxmlformats.org/package/2006/relationships"><Relationship Id="rId9" Type="http://schemas.openxmlformats.org/officeDocument/2006/relationships/tags" Target="../tags/tag270.xml"/><Relationship Id="rId8" Type="http://schemas.openxmlformats.org/officeDocument/2006/relationships/tags" Target="../tags/tag269.xml"/><Relationship Id="rId7" Type="http://schemas.openxmlformats.org/officeDocument/2006/relationships/tags" Target="../tags/tag268.xml"/><Relationship Id="rId6" Type="http://schemas.openxmlformats.org/officeDocument/2006/relationships/tags" Target="../tags/tag267.xml"/><Relationship Id="rId5" Type="http://schemas.openxmlformats.org/officeDocument/2006/relationships/tags" Target="../tags/tag266.xml"/><Relationship Id="rId47" Type="http://schemas.openxmlformats.org/officeDocument/2006/relationships/slideLayout" Target="../slideLayouts/slideLayout2.xml"/><Relationship Id="rId46" Type="http://schemas.openxmlformats.org/officeDocument/2006/relationships/tags" Target="../tags/tag298.xml"/><Relationship Id="rId45" Type="http://schemas.openxmlformats.org/officeDocument/2006/relationships/image" Target="../media/image3.png"/><Relationship Id="rId44" Type="http://schemas.openxmlformats.org/officeDocument/2006/relationships/tags" Target="../tags/tag297.xml"/><Relationship Id="rId43" Type="http://schemas.openxmlformats.org/officeDocument/2006/relationships/tags" Target="../tags/tag296.xml"/><Relationship Id="rId42" Type="http://schemas.openxmlformats.org/officeDocument/2006/relationships/tags" Target="../tags/tag295.xml"/><Relationship Id="rId41" Type="http://schemas.openxmlformats.org/officeDocument/2006/relationships/tags" Target="../tags/tag294.xml"/><Relationship Id="rId40" Type="http://schemas.openxmlformats.org/officeDocument/2006/relationships/tags" Target="../tags/tag293.xml"/><Relationship Id="rId4" Type="http://schemas.openxmlformats.org/officeDocument/2006/relationships/tags" Target="../tags/tag265.xml"/><Relationship Id="rId39" Type="http://schemas.openxmlformats.org/officeDocument/2006/relationships/image" Target="../media/image2.png"/><Relationship Id="rId38" Type="http://schemas.openxmlformats.org/officeDocument/2006/relationships/tags" Target="../tags/tag292.xml"/><Relationship Id="rId37" Type="http://schemas.openxmlformats.org/officeDocument/2006/relationships/tags" Target="../tags/tag291.xml"/><Relationship Id="rId36" Type="http://schemas.openxmlformats.org/officeDocument/2006/relationships/image" Target="../media/image17.png"/><Relationship Id="rId35" Type="http://schemas.openxmlformats.org/officeDocument/2006/relationships/tags" Target="../tags/tag290.xml"/><Relationship Id="rId34" Type="http://schemas.openxmlformats.org/officeDocument/2006/relationships/image" Target="../media/image11.svg"/><Relationship Id="rId33" Type="http://schemas.openxmlformats.org/officeDocument/2006/relationships/image" Target="../media/image10.png"/><Relationship Id="rId32" Type="http://schemas.openxmlformats.org/officeDocument/2006/relationships/tags" Target="../tags/tag289.xml"/><Relationship Id="rId31" Type="http://schemas.openxmlformats.org/officeDocument/2006/relationships/image" Target="../media/image9.svg"/><Relationship Id="rId30" Type="http://schemas.openxmlformats.org/officeDocument/2006/relationships/image" Target="../media/image8.png"/><Relationship Id="rId3" Type="http://schemas.openxmlformats.org/officeDocument/2006/relationships/image" Target="../media/image20.svg"/><Relationship Id="rId29" Type="http://schemas.openxmlformats.org/officeDocument/2006/relationships/tags" Target="../tags/tag288.xml"/><Relationship Id="rId28" Type="http://schemas.openxmlformats.org/officeDocument/2006/relationships/image" Target="../media/image7.svg"/><Relationship Id="rId27" Type="http://schemas.openxmlformats.org/officeDocument/2006/relationships/image" Target="../media/image6.png"/><Relationship Id="rId26" Type="http://schemas.openxmlformats.org/officeDocument/2006/relationships/tags" Target="../tags/tag287.xml"/><Relationship Id="rId25" Type="http://schemas.openxmlformats.org/officeDocument/2006/relationships/tags" Target="../tags/tag286.xml"/><Relationship Id="rId24" Type="http://schemas.openxmlformats.org/officeDocument/2006/relationships/tags" Target="../tags/tag285.xml"/><Relationship Id="rId23" Type="http://schemas.openxmlformats.org/officeDocument/2006/relationships/tags" Target="../tags/tag284.xml"/><Relationship Id="rId22" Type="http://schemas.openxmlformats.org/officeDocument/2006/relationships/tags" Target="../tags/tag283.xml"/><Relationship Id="rId21" Type="http://schemas.openxmlformats.org/officeDocument/2006/relationships/tags" Target="../tags/tag282.xml"/><Relationship Id="rId20" Type="http://schemas.openxmlformats.org/officeDocument/2006/relationships/tags" Target="../tags/tag281.xml"/><Relationship Id="rId2" Type="http://schemas.openxmlformats.org/officeDocument/2006/relationships/image" Target="../media/image19.png"/><Relationship Id="rId19" Type="http://schemas.openxmlformats.org/officeDocument/2006/relationships/tags" Target="../tags/tag280.xml"/><Relationship Id="rId18" Type="http://schemas.openxmlformats.org/officeDocument/2006/relationships/tags" Target="../tags/tag279.xml"/><Relationship Id="rId17" Type="http://schemas.openxmlformats.org/officeDocument/2006/relationships/tags" Target="../tags/tag278.xml"/><Relationship Id="rId16" Type="http://schemas.openxmlformats.org/officeDocument/2006/relationships/tags" Target="../tags/tag277.xml"/><Relationship Id="rId15" Type="http://schemas.openxmlformats.org/officeDocument/2006/relationships/tags" Target="../tags/tag276.xml"/><Relationship Id="rId14" Type="http://schemas.openxmlformats.org/officeDocument/2006/relationships/tags" Target="../tags/tag275.xml"/><Relationship Id="rId13" Type="http://schemas.openxmlformats.org/officeDocument/2006/relationships/tags" Target="../tags/tag274.xml"/><Relationship Id="rId12" Type="http://schemas.openxmlformats.org/officeDocument/2006/relationships/tags" Target="../tags/tag273.xml"/><Relationship Id="rId11" Type="http://schemas.openxmlformats.org/officeDocument/2006/relationships/tags" Target="../tags/tag272.xml"/><Relationship Id="rId10" Type="http://schemas.openxmlformats.org/officeDocument/2006/relationships/tags" Target="../tags/tag271.xml"/><Relationship Id="rId1" Type="http://schemas.openxmlformats.org/officeDocument/2006/relationships/tags" Target="../tags/tag264.xml"/></Relationships>
</file>

<file path=ppt/slides/_rels/slide9.xml.rels><?xml version="1.0" encoding="UTF-8" standalone="yes"?>
<Relationships xmlns="http://schemas.openxmlformats.org/package/2006/relationships"><Relationship Id="rId9" Type="http://schemas.openxmlformats.org/officeDocument/2006/relationships/tags" Target="../tags/tag307.xml"/><Relationship Id="rId8" Type="http://schemas.openxmlformats.org/officeDocument/2006/relationships/tags" Target="../tags/tag306.xml"/><Relationship Id="rId7" Type="http://schemas.openxmlformats.org/officeDocument/2006/relationships/tags" Target="../tags/tag305.xml"/><Relationship Id="rId6" Type="http://schemas.openxmlformats.org/officeDocument/2006/relationships/tags" Target="../tags/tag304.xml"/><Relationship Id="rId5" Type="http://schemas.openxmlformats.org/officeDocument/2006/relationships/tags" Target="../tags/tag303.xml"/><Relationship Id="rId4" Type="http://schemas.openxmlformats.org/officeDocument/2006/relationships/tags" Target="../tags/tag302.xml"/><Relationship Id="rId35" Type="http://schemas.openxmlformats.org/officeDocument/2006/relationships/slideLayout" Target="../slideLayouts/slideLayout2.xml"/><Relationship Id="rId34" Type="http://schemas.openxmlformats.org/officeDocument/2006/relationships/tags" Target="../tags/tag321.xml"/><Relationship Id="rId33" Type="http://schemas.openxmlformats.org/officeDocument/2006/relationships/image" Target="../media/image23.png"/><Relationship Id="rId32" Type="http://schemas.openxmlformats.org/officeDocument/2006/relationships/tags" Target="../tags/tag320.xml"/><Relationship Id="rId31" Type="http://schemas.openxmlformats.org/officeDocument/2006/relationships/tags" Target="../tags/tag319.xml"/><Relationship Id="rId30" Type="http://schemas.openxmlformats.org/officeDocument/2006/relationships/tags" Target="../tags/tag318.xml"/><Relationship Id="rId3" Type="http://schemas.openxmlformats.org/officeDocument/2006/relationships/tags" Target="../tags/tag301.xml"/><Relationship Id="rId29" Type="http://schemas.openxmlformats.org/officeDocument/2006/relationships/image" Target="../media/image20.svg"/><Relationship Id="rId28" Type="http://schemas.openxmlformats.org/officeDocument/2006/relationships/image" Target="../media/image19.png"/><Relationship Id="rId27" Type="http://schemas.openxmlformats.org/officeDocument/2006/relationships/tags" Target="../tags/tag317.xml"/><Relationship Id="rId26" Type="http://schemas.openxmlformats.org/officeDocument/2006/relationships/tags" Target="../tags/tag316.xml"/><Relationship Id="rId25" Type="http://schemas.openxmlformats.org/officeDocument/2006/relationships/tags" Target="../tags/tag315.xml"/><Relationship Id="rId24" Type="http://schemas.openxmlformats.org/officeDocument/2006/relationships/tags" Target="../tags/tag314.xml"/><Relationship Id="rId23" Type="http://schemas.openxmlformats.org/officeDocument/2006/relationships/tags" Target="../tags/tag313.xml"/><Relationship Id="rId22" Type="http://schemas.openxmlformats.org/officeDocument/2006/relationships/image" Target="../media/image2.png"/><Relationship Id="rId21" Type="http://schemas.openxmlformats.org/officeDocument/2006/relationships/tags" Target="../tags/tag312.xml"/><Relationship Id="rId20" Type="http://schemas.openxmlformats.org/officeDocument/2006/relationships/tags" Target="../tags/tag311.xml"/><Relationship Id="rId2" Type="http://schemas.openxmlformats.org/officeDocument/2006/relationships/tags" Target="../tags/tag300.xml"/><Relationship Id="rId19" Type="http://schemas.openxmlformats.org/officeDocument/2006/relationships/image" Target="../media/image17.png"/><Relationship Id="rId18" Type="http://schemas.openxmlformats.org/officeDocument/2006/relationships/tags" Target="../tags/tag310.xml"/><Relationship Id="rId17" Type="http://schemas.openxmlformats.org/officeDocument/2006/relationships/image" Target="../media/image11.svg"/><Relationship Id="rId16" Type="http://schemas.openxmlformats.org/officeDocument/2006/relationships/image" Target="../media/image10.png"/><Relationship Id="rId15" Type="http://schemas.openxmlformats.org/officeDocument/2006/relationships/tags" Target="../tags/tag309.xml"/><Relationship Id="rId14" Type="http://schemas.openxmlformats.org/officeDocument/2006/relationships/image" Target="../media/image9.svg"/><Relationship Id="rId13" Type="http://schemas.openxmlformats.org/officeDocument/2006/relationships/image" Target="../media/image8.png"/><Relationship Id="rId12" Type="http://schemas.openxmlformats.org/officeDocument/2006/relationships/tags" Target="../tags/tag308.xml"/><Relationship Id="rId11" Type="http://schemas.openxmlformats.org/officeDocument/2006/relationships/image" Target="../media/image7.svg"/><Relationship Id="rId10" Type="http://schemas.openxmlformats.org/officeDocument/2006/relationships/image" Target="../media/image6.png"/><Relationship Id="rId1" Type="http://schemas.openxmlformats.org/officeDocument/2006/relationships/tags" Target="../tags/tag299.xml"/></Relationships>
</file>

<file path=ppt/slides/_rels/slide10.xml.rels><?xml version="1.0" encoding="UTF-8" standalone="yes"?>
<Relationships xmlns="http://schemas.openxmlformats.org/package/2006/relationships"><Relationship Id="rId9" Type="http://schemas.openxmlformats.org/officeDocument/2006/relationships/tags" Target="../tags/tag330.xml"/><Relationship Id="rId8" Type="http://schemas.openxmlformats.org/officeDocument/2006/relationships/tags" Target="../tags/tag329.xml"/><Relationship Id="rId7" Type="http://schemas.openxmlformats.org/officeDocument/2006/relationships/tags" Target="../tags/tag328.xml"/><Relationship Id="rId6" Type="http://schemas.openxmlformats.org/officeDocument/2006/relationships/tags" Target="../tags/tag327.xml"/><Relationship Id="rId5" Type="http://schemas.openxmlformats.org/officeDocument/2006/relationships/tags" Target="../tags/tag326.xml"/><Relationship Id="rId4" Type="http://schemas.openxmlformats.org/officeDocument/2006/relationships/tags" Target="../tags/tag325.xml"/><Relationship Id="rId33" Type="http://schemas.openxmlformats.org/officeDocument/2006/relationships/slideLayout" Target="../slideLayouts/slideLayout2.xml"/><Relationship Id="rId32" Type="http://schemas.openxmlformats.org/officeDocument/2006/relationships/tags" Target="../tags/tag345.xml"/><Relationship Id="rId31" Type="http://schemas.openxmlformats.org/officeDocument/2006/relationships/tags" Target="../tags/tag344.xml"/><Relationship Id="rId30" Type="http://schemas.openxmlformats.org/officeDocument/2006/relationships/tags" Target="../tags/tag343.xml"/><Relationship Id="rId3" Type="http://schemas.openxmlformats.org/officeDocument/2006/relationships/tags" Target="../tags/tag324.xml"/><Relationship Id="rId29" Type="http://schemas.openxmlformats.org/officeDocument/2006/relationships/tags" Target="../tags/tag342.xml"/><Relationship Id="rId28" Type="http://schemas.openxmlformats.org/officeDocument/2006/relationships/tags" Target="../tags/tag341.xml"/><Relationship Id="rId27" Type="http://schemas.openxmlformats.org/officeDocument/2006/relationships/image" Target="../media/image10.png"/><Relationship Id="rId26" Type="http://schemas.openxmlformats.org/officeDocument/2006/relationships/tags" Target="../tags/tag340.xml"/><Relationship Id="rId25" Type="http://schemas.openxmlformats.org/officeDocument/2006/relationships/image" Target="../media/image8.png"/><Relationship Id="rId24" Type="http://schemas.openxmlformats.org/officeDocument/2006/relationships/tags" Target="../tags/tag339.xml"/><Relationship Id="rId23" Type="http://schemas.openxmlformats.org/officeDocument/2006/relationships/image" Target="../media/image6.png"/><Relationship Id="rId22" Type="http://schemas.openxmlformats.org/officeDocument/2006/relationships/tags" Target="../tags/tag338.xml"/><Relationship Id="rId21" Type="http://schemas.openxmlformats.org/officeDocument/2006/relationships/tags" Target="../tags/tag337.xml"/><Relationship Id="rId20" Type="http://schemas.openxmlformats.org/officeDocument/2006/relationships/tags" Target="../tags/tag336.xml"/><Relationship Id="rId2" Type="http://schemas.openxmlformats.org/officeDocument/2006/relationships/tags" Target="../tags/tag323.xml"/><Relationship Id="rId19" Type="http://schemas.openxmlformats.org/officeDocument/2006/relationships/tags" Target="../tags/tag335.xml"/><Relationship Id="rId18" Type="http://schemas.openxmlformats.org/officeDocument/2006/relationships/image" Target="../media/image5.png"/><Relationship Id="rId17" Type="http://schemas.openxmlformats.org/officeDocument/2006/relationships/tags" Target="../tags/tag334.xml"/><Relationship Id="rId16" Type="http://schemas.openxmlformats.org/officeDocument/2006/relationships/image" Target="../media/image4.png"/><Relationship Id="rId15" Type="http://schemas.openxmlformats.org/officeDocument/2006/relationships/tags" Target="../tags/tag333.xml"/><Relationship Id="rId14" Type="http://schemas.openxmlformats.org/officeDocument/2006/relationships/image" Target="../media/image3.png"/><Relationship Id="rId13" Type="http://schemas.openxmlformats.org/officeDocument/2006/relationships/tags" Target="../tags/tag332.xml"/><Relationship Id="rId12" Type="http://schemas.openxmlformats.org/officeDocument/2006/relationships/image" Target="../media/image2.png"/><Relationship Id="rId11" Type="http://schemas.openxmlformats.org/officeDocument/2006/relationships/tags" Target="../tags/tag331.xml"/><Relationship Id="rId10" Type="http://schemas.openxmlformats.org/officeDocument/2006/relationships/image" Target="../media/image1.png"/><Relationship Id="rId1" Type="http://schemas.openxmlformats.org/officeDocument/2006/relationships/tags" Target="../tags/tag322.xml"/></Relationships>
</file>

<file path=ppt/slides/_rels/slide11.xml.rels><?xml version="1.0" encoding="UTF-8" standalone="yes"?>
<Relationships xmlns="http://schemas.openxmlformats.org/package/2006/relationships"><Relationship Id="rId9" Type="http://schemas.openxmlformats.org/officeDocument/2006/relationships/tags" Target="../tags/tag354.xml"/><Relationship Id="rId8" Type="http://schemas.openxmlformats.org/officeDocument/2006/relationships/tags" Target="../tags/tag353.xml"/><Relationship Id="rId7" Type="http://schemas.openxmlformats.org/officeDocument/2006/relationships/tags" Target="../tags/tag352.xml"/><Relationship Id="rId6" Type="http://schemas.openxmlformats.org/officeDocument/2006/relationships/tags" Target="../tags/tag351.xml"/><Relationship Id="rId5" Type="http://schemas.openxmlformats.org/officeDocument/2006/relationships/tags" Target="../tags/tag350.xml"/><Relationship Id="rId48" Type="http://schemas.openxmlformats.org/officeDocument/2006/relationships/slideLayout" Target="../slideLayouts/slideLayout2.xml"/><Relationship Id="rId47" Type="http://schemas.openxmlformats.org/officeDocument/2006/relationships/tags" Target="../tags/tag382.xml"/><Relationship Id="rId46" Type="http://schemas.openxmlformats.org/officeDocument/2006/relationships/image" Target="../media/image26.png"/><Relationship Id="rId45" Type="http://schemas.openxmlformats.org/officeDocument/2006/relationships/image" Target="../media/image25.png"/><Relationship Id="rId44" Type="http://schemas.openxmlformats.org/officeDocument/2006/relationships/image" Target="../media/image4.png"/><Relationship Id="rId43" Type="http://schemas.openxmlformats.org/officeDocument/2006/relationships/image" Target="../media/image24.png"/><Relationship Id="rId42" Type="http://schemas.openxmlformats.org/officeDocument/2006/relationships/tags" Target="../tags/tag381.xml"/><Relationship Id="rId41" Type="http://schemas.openxmlformats.org/officeDocument/2006/relationships/tags" Target="../tags/tag380.xml"/><Relationship Id="rId40" Type="http://schemas.openxmlformats.org/officeDocument/2006/relationships/tags" Target="../tags/tag379.xml"/><Relationship Id="rId4" Type="http://schemas.openxmlformats.org/officeDocument/2006/relationships/tags" Target="../tags/tag349.xml"/><Relationship Id="rId39" Type="http://schemas.openxmlformats.org/officeDocument/2006/relationships/tags" Target="../tags/tag378.xml"/><Relationship Id="rId38" Type="http://schemas.openxmlformats.org/officeDocument/2006/relationships/tags" Target="../tags/tag377.xml"/><Relationship Id="rId37" Type="http://schemas.openxmlformats.org/officeDocument/2006/relationships/tags" Target="../tags/tag376.xml"/><Relationship Id="rId36" Type="http://schemas.openxmlformats.org/officeDocument/2006/relationships/tags" Target="../tags/tag375.xml"/><Relationship Id="rId35" Type="http://schemas.openxmlformats.org/officeDocument/2006/relationships/tags" Target="../tags/tag374.xml"/><Relationship Id="rId34" Type="http://schemas.openxmlformats.org/officeDocument/2006/relationships/tags" Target="../tags/tag373.xml"/><Relationship Id="rId33" Type="http://schemas.openxmlformats.org/officeDocument/2006/relationships/tags" Target="../tags/tag372.xml"/><Relationship Id="rId32" Type="http://schemas.openxmlformats.org/officeDocument/2006/relationships/tags" Target="../tags/tag371.xml"/><Relationship Id="rId31" Type="http://schemas.openxmlformats.org/officeDocument/2006/relationships/tags" Target="../tags/tag370.xml"/><Relationship Id="rId30" Type="http://schemas.openxmlformats.org/officeDocument/2006/relationships/tags" Target="../tags/tag369.xml"/><Relationship Id="rId3" Type="http://schemas.openxmlformats.org/officeDocument/2006/relationships/tags" Target="../tags/tag348.xml"/><Relationship Id="rId29" Type="http://schemas.openxmlformats.org/officeDocument/2006/relationships/tags" Target="../tags/tag368.xml"/><Relationship Id="rId28" Type="http://schemas.openxmlformats.org/officeDocument/2006/relationships/tags" Target="../tags/tag367.xml"/><Relationship Id="rId27" Type="http://schemas.openxmlformats.org/officeDocument/2006/relationships/tags" Target="../tags/tag366.xml"/><Relationship Id="rId26" Type="http://schemas.openxmlformats.org/officeDocument/2006/relationships/tags" Target="../tags/tag365.xml"/><Relationship Id="rId25" Type="http://schemas.openxmlformats.org/officeDocument/2006/relationships/tags" Target="../tags/tag364.xml"/><Relationship Id="rId24" Type="http://schemas.openxmlformats.org/officeDocument/2006/relationships/image" Target="../media/image19.png"/><Relationship Id="rId23" Type="http://schemas.openxmlformats.org/officeDocument/2006/relationships/tags" Target="../tags/tag363.xml"/><Relationship Id="rId22" Type="http://schemas.openxmlformats.org/officeDocument/2006/relationships/tags" Target="../tags/tag362.xml"/><Relationship Id="rId21" Type="http://schemas.openxmlformats.org/officeDocument/2006/relationships/tags" Target="../tags/tag361.xml"/><Relationship Id="rId20" Type="http://schemas.openxmlformats.org/officeDocument/2006/relationships/tags" Target="../tags/tag360.xml"/><Relationship Id="rId2" Type="http://schemas.openxmlformats.org/officeDocument/2006/relationships/tags" Target="../tags/tag347.xml"/><Relationship Id="rId19" Type="http://schemas.openxmlformats.org/officeDocument/2006/relationships/image" Target="../media/image2.png"/><Relationship Id="rId18" Type="http://schemas.openxmlformats.org/officeDocument/2006/relationships/tags" Target="../tags/tag359.xml"/><Relationship Id="rId17" Type="http://schemas.openxmlformats.org/officeDocument/2006/relationships/tags" Target="../tags/tag358.xml"/><Relationship Id="rId16" Type="http://schemas.openxmlformats.org/officeDocument/2006/relationships/image" Target="../media/image17.png"/><Relationship Id="rId15" Type="http://schemas.openxmlformats.org/officeDocument/2006/relationships/tags" Target="../tags/tag357.xml"/><Relationship Id="rId14" Type="http://schemas.openxmlformats.org/officeDocument/2006/relationships/image" Target="../media/image10.png"/><Relationship Id="rId13" Type="http://schemas.openxmlformats.org/officeDocument/2006/relationships/tags" Target="../tags/tag356.xml"/><Relationship Id="rId12" Type="http://schemas.openxmlformats.org/officeDocument/2006/relationships/image" Target="../media/image8.png"/><Relationship Id="rId11" Type="http://schemas.openxmlformats.org/officeDocument/2006/relationships/tags" Target="../tags/tag355.xml"/><Relationship Id="rId10" Type="http://schemas.openxmlformats.org/officeDocument/2006/relationships/image" Target="../media/image6.png"/><Relationship Id="rId1" Type="http://schemas.openxmlformats.org/officeDocument/2006/relationships/tags" Target="../tags/tag346.xml"/></Relationships>
</file>

<file path=ppt/slides/_rels/slide12.xml.rels><?xml version="1.0" encoding="UTF-8" standalone="yes"?>
<Relationships xmlns="http://schemas.openxmlformats.org/package/2006/relationships"><Relationship Id="rId9" Type="http://schemas.openxmlformats.org/officeDocument/2006/relationships/tags" Target="../tags/tag391.xml"/><Relationship Id="rId8" Type="http://schemas.openxmlformats.org/officeDocument/2006/relationships/tags" Target="../tags/tag390.xml"/><Relationship Id="rId7" Type="http://schemas.openxmlformats.org/officeDocument/2006/relationships/tags" Target="../tags/tag389.xml"/><Relationship Id="rId6" Type="http://schemas.openxmlformats.org/officeDocument/2006/relationships/tags" Target="../tags/tag388.xml"/><Relationship Id="rId50" Type="http://schemas.openxmlformats.org/officeDocument/2006/relationships/slideLayout" Target="../slideLayouts/slideLayout2.xml"/><Relationship Id="rId5" Type="http://schemas.openxmlformats.org/officeDocument/2006/relationships/tags" Target="../tags/tag387.xml"/><Relationship Id="rId49" Type="http://schemas.openxmlformats.org/officeDocument/2006/relationships/tags" Target="../tags/tag419.xml"/><Relationship Id="rId48" Type="http://schemas.openxmlformats.org/officeDocument/2006/relationships/image" Target="../media/image30.png"/><Relationship Id="rId47" Type="http://schemas.openxmlformats.org/officeDocument/2006/relationships/tags" Target="../tags/tag418.xml"/><Relationship Id="rId46" Type="http://schemas.openxmlformats.org/officeDocument/2006/relationships/image" Target="../media/image29.png"/><Relationship Id="rId45" Type="http://schemas.openxmlformats.org/officeDocument/2006/relationships/tags" Target="../tags/tag417.xml"/><Relationship Id="rId44" Type="http://schemas.openxmlformats.org/officeDocument/2006/relationships/image" Target="../media/image28.png"/><Relationship Id="rId43" Type="http://schemas.openxmlformats.org/officeDocument/2006/relationships/tags" Target="../tags/tag416.xml"/><Relationship Id="rId42" Type="http://schemas.openxmlformats.org/officeDocument/2006/relationships/image" Target="../media/image27.png"/><Relationship Id="rId41" Type="http://schemas.openxmlformats.org/officeDocument/2006/relationships/tags" Target="../tags/tag415.xml"/><Relationship Id="rId40" Type="http://schemas.openxmlformats.org/officeDocument/2006/relationships/image" Target="../media/image5.png"/><Relationship Id="rId4" Type="http://schemas.openxmlformats.org/officeDocument/2006/relationships/tags" Target="../tags/tag386.xml"/><Relationship Id="rId39" Type="http://schemas.openxmlformats.org/officeDocument/2006/relationships/tags" Target="../tags/tag414.xml"/><Relationship Id="rId38" Type="http://schemas.openxmlformats.org/officeDocument/2006/relationships/image" Target="../media/image22.png"/><Relationship Id="rId37" Type="http://schemas.openxmlformats.org/officeDocument/2006/relationships/tags" Target="../tags/tag413.xml"/><Relationship Id="rId36" Type="http://schemas.openxmlformats.org/officeDocument/2006/relationships/tags" Target="../tags/tag412.xml"/><Relationship Id="rId35" Type="http://schemas.openxmlformats.org/officeDocument/2006/relationships/tags" Target="../tags/tag411.xml"/><Relationship Id="rId34" Type="http://schemas.openxmlformats.org/officeDocument/2006/relationships/tags" Target="../tags/tag410.xml"/><Relationship Id="rId33" Type="http://schemas.openxmlformats.org/officeDocument/2006/relationships/tags" Target="../tags/tag409.xml"/><Relationship Id="rId32" Type="http://schemas.openxmlformats.org/officeDocument/2006/relationships/tags" Target="../tags/tag408.xml"/><Relationship Id="rId31" Type="http://schemas.openxmlformats.org/officeDocument/2006/relationships/tags" Target="../tags/tag407.xml"/><Relationship Id="rId30" Type="http://schemas.openxmlformats.org/officeDocument/2006/relationships/image" Target="../media/image19.png"/><Relationship Id="rId3" Type="http://schemas.openxmlformats.org/officeDocument/2006/relationships/tags" Target="../tags/tag385.xml"/><Relationship Id="rId29" Type="http://schemas.openxmlformats.org/officeDocument/2006/relationships/tags" Target="../tags/tag406.xml"/><Relationship Id="rId28" Type="http://schemas.openxmlformats.org/officeDocument/2006/relationships/tags" Target="../tags/tag405.xml"/><Relationship Id="rId27" Type="http://schemas.openxmlformats.org/officeDocument/2006/relationships/tags" Target="../tags/tag404.xml"/><Relationship Id="rId26" Type="http://schemas.openxmlformats.org/officeDocument/2006/relationships/tags" Target="../tags/tag403.xml"/><Relationship Id="rId25" Type="http://schemas.openxmlformats.org/officeDocument/2006/relationships/image" Target="../media/image2.png"/><Relationship Id="rId24" Type="http://schemas.openxmlformats.org/officeDocument/2006/relationships/tags" Target="../tags/tag402.xml"/><Relationship Id="rId23" Type="http://schemas.openxmlformats.org/officeDocument/2006/relationships/tags" Target="../tags/tag401.xml"/><Relationship Id="rId22" Type="http://schemas.openxmlformats.org/officeDocument/2006/relationships/image" Target="../media/image17.png"/><Relationship Id="rId21" Type="http://schemas.openxmlformats.org/officeDocument/2006/relationships/tags" Target="../tags/tag400.xml"/><Relationship Id="rId20" Type="http://schemas.openxmlformats.org/officeDocument/2006/relationships/image" Target="../media/image10.png"/><Relationship Id="rId2" Type="http://schemas.openxmlformats.org/officeDocument/2006/relationships/tags" Target="../tags/tag384.xml"/><Relationship Id="rId19" Type="http://schemas.openxmlformats.org/officeDocument/2006/relationships/tags" Target="../tags/tag399.xml"/><Relationship Id="rId18" Type="http://schemas.openxmlformats.org/officeDocument/2006/relationships/image" Target="../media/image8.png"/><Relationship Id="rId17" Type="http://schemas.openxmlformats.org/officeDocument/2006/relationships/tags" Target="../tags/tag398.xml"/><Relationship Id="rId16" Type="http://schemas.openxmlformats.org/officeDocument/2006/relationships/image" Target="../media/image6.png"/><Relationship Id="rId15" Type="http://schemas.openxmlformats.org/officeDocument/2006/relationships/tags" Target="../tags/tag397.xml"/><Relationship Id="rId14" Type="http://schemas.openxmlformats.org/officeDocument/2006/relationships/tags" Target="../tags/tag396.xml"/><Relationship Id="rId13" Type="http://schemas.openxmlformats.org/officeDocument/2006/relationships/tags" Target="../tags/tag395.xml"/><Relationship Id="rId12" Type="http://schemas.openxmlformats.org/officeDocument/2006/relationships/tags" Target="../tags/tag394.xml"/><Relationship Id="rId11" Type="http://schemas.openxmlformats.org/officeDocument/2006/relationships/tags" Target="../tags/tag393.xml"/><Relationship Id="rId10" Type="http://schemas.openxmlformats.org/officeDocument/2006/relationships/tags" Target="../tags/tag392.xml"/><Relationship Id="rId1" Type="http://schemas.openxmlformats.org/officeDocument/2006/relationships/tags" Target="../tags/tag383.xml"/></Relationships>
</file>

<file path=ppt/slides/_rels/slide13.xml.rels><?xml version="1.0" encoding="UTF-8" standalone="yes"?>
<Relationships xmlns="http://schemas.openxmlformats.org/package/2006/relationships"><Relationship Id="rId9" Type="http://schemas.openxmlformats.org/officeDocument/2006/relationships/tags" Target="../tags/tag428.xml"/><Relationship Id="rId8" Type="http://schemas.openxmlformats.org/officeDocument/2006/relationships/tags" Target="../tags/tag427.xml"/><Relationship Id="rId7" Type="http://schemas.openxmlformats.org/officeDocument/2006/relationships/tags" Target="../tags/tag426.xml"/><Relationship Id="rId6" Type="http://schemas.openxmlformats.org/officeDocument/2006/relationships/tags" Target="../tags/tag425.xml"/><Relationship Id="rId5" Type="http://schemas.openxmlformats.org/officeDocument/2006/relationships/tags" Target="../tags/tag424.xml"/><Relationship Id="rId4" Type="http://schemas.openxmlformats.org/officeDocument/2006/relationships/tags" Target="../tags/tag423.xml"/><Relationship Id="rId36" Type="http://schemas.openxmlformats.org/officeDocument/2006/relationships/slideLayout" Target="../slideLayouts/slideLayout2.xml"/><Relationship Id="rId35" Type="http://schemas.openxmlformats.org/officeDocument/2006/relationships/tags" Target="../tags/tag446.xml"/><Relationship Id="rId34" Type="http://schemas.openxmlformats.org/officeDocument/2006/relationships/image" Target="../media/image30.png"/><Relationship Id="rId33" Type="http://schemas.openxmlformats.org/officeDocument/2006/relationships/tags" Target="../tags/tag445.xml"/><Relationship Id="rId32" Type="http://schemas.openxmlformats.org/officeDocument/2006/relationships/image" Target="../media/image31.png"/><Relationship Id="rId31" Type="http://schemas.openxmlformats.org/officeDocument/2006/relationships/tags" Target="../tags/tag444.xml"/><Relationship Id="rId30" Type="http://schemas.openxmlformats.org/officeDocument/2006/relationships/tags" Target="../tags/tag443.xml"/><Relationship Id="rId3" Type="http://schemas.openxmlformats.org/officeDocument/2006/relationships/tags" Target="../tags/tag422.xml"/><Relationship Id="rId29" Type="http://schemas.openxmlformats.org/officeDocument/2006/relationships/tags" Target="../tags/tag442.xml"/><Relationship Id="rId28" Type="http://schemas.openxmlformats.org/officeDocument/2006/relationships/tags" Target="../tags/tag441.xml"/><Relationship Id="rId27" Type="http://schemas.openxmlformats.org/officeDocument/2006/relationships/tags" Target="../tags/tag440.xml"/><Relationship Id="rId26" Type="http://schemas.openxmlformats.org/officeDocument/2006/relationships/tags" Target="../tags/tag439.xml"/><Relationship Id="rId25" Type="http://schemas.openxmlformats.org/officeDocument/2006/relationships/tags" Target="../tags/tag438.xml"/><Relationship Id="rId24" Type="http://schemas.openxmlformats.org/officeDocument/2006/relationships/image" Target="../media/image19.png"/><Relationship Id="rId23" Type="http://schemas.openxmlformats.org/officeDocument/2006/relationships/tags" Target="../tags/tag437.xml"/><Relationship Id="rId22" Type="http://schemas.openxmlformats.org/officeDocument/2006/relationships/tags" Target="../tags/tag436.xml"/><Relationship Id="rId21" Type="http://schemas.openxmlformats.org/officeDocument/2006/relationships/tags" Target="../tags/tag435.xml"/><Relationship Id="rId20" Type="http://schemas.openxmlformats.org/officeDocument/2006/relationships/tags" Target="../tags/tag434.xml"/><Relationship Id="rId2" Type="http://schemas.openxmlformats.org/officeDocument/2006/relationships/tags" Target="../tags/tag421.xml"/><Relationship Id="rId19" Type="http://schemas.openxmlformats.org/officeDocument/2006/relationships/image" Target="../media/image2.png"/><Relationship Id="rId18" Type="http://schemas.openxmlformats.org/officeDocument/2006/relationships/tags" Target="../tags/tag433.xml"/><Relationship Id="rId17" Type="http://schemas.openxmlformats.org/officeDocument/2006/relationships/tags" Target="../tags/tag432.xml"/><Relationship Id="rId16" Type="http://schemas.openxmlformats.org/officeDocument/2006/relationships/image" Target="../media/image17.png"/><Relationship Id="rId15" Type="http://schemas.openxmlformats.org/officeDocument/2006/relationships/tags" Target="../tags/tag431.xml"/><Relationship Id="rId14" Type="http://schemas.openxmlformats.org/officeDocument/2006/relationships/image" Target="../media/image10.png"/><Relationship Id="rId13" Type="http://schemas.openxmlformats.org/officeDocument/2006/relationships/tags" Target="../tags/tag430.xml"/><Relationship Id="rId12" Type="http://schemas.openxmlformats.org/officeDocument/2006/relationships/image" Target="../media/image8.png"/><Relationship Id="rId11" Type="http://schemas.openxmlformats.org/officeDocument/2006/relationships/tags" Target="../tags/tag429.xml"/><Relationship Id="rId10" Type="http://schemas.openxmlformats.org/officeDocument/2006/relationships/image" Target="../media/image6.png"/><Relationship Id="rId1" Type="http://schemas.openxmlformats.org/officeDocument/2006/relationships/tags" Target="../tags/tag420.xml"/></Relationships>
</file>

<file path=ppt/slides/_rels/slide14.xml.rels><?xml version="1.0" encoding="UTF-8" standalone="yes"?>
<Relationships xmlns="http://schemas.openxmlformats.org/package/2006/relationships"><Relationship Id="rId9" Type="http://schemas.openxmlformats.org/officeDocument/2006/relationships/tags" Target="../tags/tag455.xml"/><Relationship Id="rId8" Type="http://schemas.openxmlformats.org/officeDocument/2006/relationships/tags" Target="../tags/tag454.xml"/><Relationship Id="rId7" Type="http://schemas.openxmlformats.org/officeDocument/2006/relationships/tags" Target="../tags/tag453.xml"/><Relationship Id="rId6" Type="http://schemas.openxmlformats.org/officeDocument/2006/relationships/tags" Target="../tags/tag452.xml"/><Relationship Id="rId5" Type="http://schemas.openxmlformats.org/officeDocument/2006/relationships/tags" Target="../tags/tag451.xml"/><Relationship Id="rId4" Type="http://schemas.openxmlformats.org/officeDocument/2006/relationships/tags" Target="../tags/tag450.xml"/><Relationship Id="rId33" Type="http://schemas.openxmlformats.org/officeDocument/2006/relationships/slideLayout" Target="../slideLayouts/slideLayout2.xml"/><Relationship Id="rId32" Type="http://schemas.openxmlformats.org/officeDocument/2006/relationships/tags" Target="../tags/tag470.xml"/><Relationship Id="rId31" Type="http://schemas.openxmlformats.org/officeDocument/2006/relationships/tags" Target="../tags/tag469.xml"/><Relationship Id="rId30" Type="http://schemas.openxmlformats.org/officeDocument/2006/relationships/tags" Target="../tags/tag468.xml"/><Relationship Id="rId3" Type="http://schemas.openxmlformats.org/officeDocument/2006/relationships/tags" Target="../tags/tag449.xml"/><Relationship Id="rId29" Type="http://schemas.openxmlformats.org/officeDocument/2006/relationships/tags" Target="../tags/tag467.xml"/><Relationship Id="rId28" Type="http://schemas.openxmlformats.org/officeDocument/2006/relationships/tags" Target="../tags/tag466.xml"/><Relationship Id="rId27" Type="http://schemas.openxmlformats.org/officeDocument/2006/relationships/image" Target="../media/image10.png"/><Relationship Id="rId26" Type="http://schemas.openxmlformats.org/officeDocument/2006/relationships/tags" Target="../tags/tag465.xml"/><Relationship Id="rId25" Type="http://schemas.openxmlformats.org/officeDocument/2006/relationships/image" Target="../media/image8.png"/><Relationship Id="rId24" Type="http://schemas.openxmlformats.org/officeDocument/2006/relationships/tags" Target="../tags/tag464.xml"/><Relationship Id="rId23" Type="http://schemas.openxmlformats.org/officeDocument/2006/relationships/image" Target="../media/image6.png"/><Relationship Id="rId22" Type="http://schemas.openxmlformats.org/officeDocument/2006/relationships/tags" Target="../tags/tag463.xml"/><Relationship Id="rId21" Type="http://schemas.openxmlformats.org/officeDocument/2006/relationships/tags" Target="../tags/tag462.xml"/><Relationship Id="rId20" Type="http://schemas.openxmlformats.org/officeDocument/2006/relationships/tags" Target="../tags/tag461.xml"/><Relationship Id="rId2" Type="http://schemas.openxmlformats.org/officeDocument/2006/relationships/tags" Target="../tags/tag448.xml"/><Relationship Id="rId19" Type="http://schemas.openxmlformats.org/officeDocument/2006/relationships/tags" Target="../tags/tag460.xml"/><Relationship Id="rId18" Type="http://schemas.openxmlformats.org/officeDocument/2006/relationships/image" Target="../media/image5.png"/><Relationship Id="rId17" Type="http://schemas.openxmlformats.org/officeDocument/2006/relationships/tags" Target="../tags/tag459.xml"/><Relationship Id="rId16" Type="http://schemas.openxmlformats.org/officeDocument/2006/relationships/image" Target="../media/image4.png"/><Relationship Id="rId15" Type="http://schemas.openxmlformats.org/officeDocument/2006/relationships/tags" Target="../tags/tag458.xml"/><Relationship Id="rId14" Type="http://schemas.openxmlformats.org/officeDocument/2006/relationships/image" Target="../media/image3.png"/><Relationship Id="rId13" Type="http://schemas.openxmlformats.org/officeDocument/2006/relationships/tags" Target="../tags/tag457.xml"/><Relationship Id="rId12" Type="http://schemas.openxmlformats.org/officeDocument/2006/relationships/image" Target="../media/image2.png"/><Relationship Id="rId11" Type="http://schemas.openxmlformats.org/officeDocument/2006/relationships/tags" Target="../tags/tag456.xml"/><Relationship Id="rId10" Type="http://schemas.openxmlformats.org/officeDocument/2006/relationships/image" Target="../media/image1.png"/><Relationship Id="rId1" Type="http://schemas.openxmlformats.org/officeDocument/2006/relationships/tags" Target="../tags/tag447.xml"/></Relationships>
</file>

<file path=ppt/slides/_rels/slide15.xml.rels><?xml version="1.0" encoding="UTF-8" standalone="yes"?>
<Relationships xmlns="http://schemas.openxmlformats.org/package/2006/relationships"><Relationship Id="rId9" Type="http://schemas.openxmlformats.org/officeDocument/2006/relationships/tags" Target="../tags/tag479.xml"/><Relationship Id="rId8" Type="http://schemas.openxmlformats.org/officeDocument/2006/relationships/tags" Target="../tags/tag478.xml"/><Relationship Id="rId7" Type="http://schemas.openxmlformats.org/officeDocument/2006/relationships/tags" Target="../tags/tag477.xml"/><Relationship Id="rId6" Type="http://schemas.openxmlformats.org/officeDocument/2006/relationships/tags" Target="../tags/tag476.xml"/><Relationship Id="rId5" Type="http://schemas.openxmlformats.org/officeDocument/2006/relationships/tags" Target="../tags/tag475.xml"/><Relationship Id="rId44" Type="http://schemas.openxmlformats.org/officeDocument/2006/relationships/slideLayout" Target="../slideLayouts/slideLayout2.xml"/><Relationship Id="rId43" Type="http://schemas.openxmlformats.org/officeDocument/2006/relationships/tags" Target="../tags/tag507.xml"/><Relationship Id="rId42" Type="http://schemas.openxmlformats.org/officeDocument/2006/relationships/tags" Target="../tags/tag506.xml"/><Relationship Id="rId41" Type="http://schemas.openxmlformats.org/officeDocument/2006/relationships/tags" Target="../tags/tag505.xml"/><Relationship Id="rId40" Type="http://schemas.openxmlformats.org/officeDocument/2006/relationships/tags" Target="../tags/tag504.xml"/><Relationship Id="rId4" Type="http://schemas.openxmlformats.org/officeDocument/2006/relationships/tags" Target="../tags/tag474.xml"/><Relationship Id="rId39" Type="http://schemas.openxmlformats.org/officeDocument/2006/relationships/tags" Target="../tags/tag503.xml"/><Relationship Id="rId38" Type="http://schemas.openxmlformats.org/officeDocument/2006/relationships/tags" Target="../tags/tag502.xml"/><Relationship Id="rId37" Type="http://schemas.openxmlformats.org/officeDocument/2006/relationships/tags" Target="../tags/tag501.xml"/><Relationship Id="rId36" Type="http://schemas.openxmlformats.org/officeDocument/2006/relationships/image" Target="../media/image19.png"/><Relationship Id="rId35" Type="http://schemas.openxmlformats.org/officeDocument/2006/relationships/tags" Target="../tags/tag500.xml"/><Relationship Id="rId34" Type="http://schemas.openxmlformats.org/officeDocument/2006/relationships/tags" Target="../tags/tag499.xml"/><Relationship Id="rId33" Type="http://schemas.openxmlformats.org/officeDocument/2006/relationships/tags" Target="../tags/tag498.xml"/><Relationship Id="rId32" Type="http://schemas.openxmlformats.org/officeDocument/2006/relationships/tags" Target="../tags/tag497.xml"/><Relationship Id="rId31" Type="http://schemas.openxmlformats.org/officeDocument/2006/relationships/tags" Target="../tags/tag496.xml"/><Relationship Id="rId30" Type="http://schemas.openxmlformats.org/officeDocument/2006/relationships/tags" Target="../tags/tag495.xml"/><Relationship Id="rId3" Type="http://schemas.openxmlformats.org/officeDocument/2006/relationships/tags" Target="../tags/tag473.xml"/><Relationship Id="rId29" Type="http://schemas.openxmlformats.org/officeDocument/2006/relationships/tags" Target="../tags/tag494.xml"/><Relationship Id="rId28" Type="http://schemas.openxmlformats.org/officeDocument/2006/relationships/tags" Target="../tags/tag493.xml"/><Relationship Id="rId27" Type="http://schemas.openxmlformats.org/officeDocument/2006/relationships/tags" Target="../tags/tag492.xml"/><Relationship Id="rId26" Type="http://schemas.openxmlformats.org/officeDocument/2006/relationships/tags" Target="../tags/tag491.xml"/><Relationship Id="rId25" Type="http://schemas.openxmlformats.org/officeDocument/2006/relationships/tags" Target="../tags/tag490.xml"/><Relationship Id="rId24" Type="http://schemas.openxmlformats.org/officeDocument/2006/relationships/tags" Target="../tags/tag489.xml"/><Relationship Id="rId23" Type="http://schemas.openxmlformats.org/officeDocument/2006/relationships/tags" Target="../tags/tag488.xml"/><Relationship Id="rId22" Type="http://schemas.openxmlformats.org/officeDocument/2006/relationships/tags" Target="../tags/tag487.xml"/><Relationship Id="rId21" Type="http://schemas.openxmlformats.org/officeDocument/2006/relationships/tags" Target="../tags/tag486.xml"/><Relationship Id="rId20" Type="http://schemas.openxmlformats.org/officeDocument/2006/relationships/tags" Target="../tags/tag485.xml"/><Relationship Id="rId2" Type="http://schemas.openxmlformats.org/officeDocument/2006/relationships/tags" Target="../tags/tag472.xml"/><Relationship Id="rId19" Type="http://schemas.openxmlformats.org/officeDocument/2006/relationships/image" Target="../media/image2.png"/><Relationship Id="rId18" Type="http://schemas.openxmlformats.org/officeDocument/2006/relationships/tags" Target="../tags/tag484.xml"/><Relationship Id="rId17" Type="http://schemas.openxmlformats.org/officeDocument/2006/relationships/tags" Target="../tags/tag483.xml"/><Relationship Id="rId16" Type="http://schemas.openxmlformats.org/officeDocument/2006/relationships/image" Target="../media/image17.png"/><Relationship Id="rId15" Type="http://schemas.openxmlformats.org/officeDocument/2006/relationships/tags" Target="../tags/tag482.xml"/><Relationship Id="rId14" Type="http://schemas.openxmlformats.org/officeDocument/2006/relationships/image" Target="../media/image10.png"/><Relationship Id="rId13" Type="http://schemas.openxmlformats.org/officeDocument/2006/relationships/tags" Target="../tags/tag481.xml"/><Relationship Id="rId12" Type="http://schemas.openxmlformats.org/officeDocument/2006/relationships/image" Target="../media/image8.png"/><Relationship Id="rId11" Type="http://schemas.openxmlformats.org/officeDocument/2006/relationships/tags" Target="../tags/tag480.xml"/><Relationship Id="rId10" Type="http://schemas.openxmlformats.org/officeDocument/2006/relationships/image" Target="../media/image6.png"/><Relationship Id="rId1" Type="http://schemas.openxmlformats.org/officeDocument/2006/relationships/tags" Target="../tags/tag471.xml"/></Relationships>
</file>

<file path=ppt/slides/_rels/slide16.xml.rels><?xml version="1.0" encoding="UTF-8" standalone="yes"?>
<Relationships xmlns="http://schemas.openxmlformats.org/package/2006/relationships"><Relationship Id="rId9" Type="http://schemas.openxmlformats.org/officeDocument/2006/relationships/tags" Target="../tags/tag516.xml"/><Relationship Id="rId8" Type="http://schemas.openxmlformats.org/officeDocument/2006/relationships/tags" Target="../tags/tag515.xml"/><Relationship Id="rId7" Type="http://schemas.openxmlformats.org/officeDocument/2006/relationships/tags" Target="../tags/tag514.xml"/><Relationship Id="rId6" Type="http://schemas.openxmlformats.org/officeDocument/2006/relationships/tags" Target="../tags/tag513.xml"/><Relationship Id="rId5" Type="http://schemas.openxmlformats.org/officeDocument/2006/relationships/tags" Target="../tags/tag512.xml"/><Relationship Id="rId47" Type="http://schemas.openxmlformats.org/officeDocument/2006/relationships/slideLayout" Target="../slideLayouts/slideLayout2.xml"/><Relationship Id="rId46" Type="http://schemas.openxmlformats.org/officeDocument/2006/relationships/tags" Target="../tags/tag540.xml"/><Relationship Id="rId45" Type="http://schemas.openxmlformats.org/officeDocument/2006/relationships/image" Target="../media/image22.png"/><Relationship Id="rId44" Type="http://schemas.openxmlformats.org/officeDocument/2006/relationships/tags" Target="../tags/tag539.xml"/><Relationship Id="rId43" Type="http://schemas.openxmlformats.org/officeDocument/2006/relationships/image" Target="../media/image12.png"/><Relationship Id="rId42" Type="http://schemas.openxmlformats.org/officeDocument/2006/relationships/tags" Target="../tags/tag538.xml"/><Relationship Id="rId41" Type="http://schemas.openxmlformats.org/officeDocument/2006/relationships/image" Target="../media/image25.png"/><Relationship Id="rId40" Type="http://schemas.openxmlformats.org/officeDocument/2006/relationships/tags" Target="../tags/tag537.xml"/><Relationship Id="rId4" Type="http://schemas.openxmlformats.org/officeDocument/2006/relationships/tags" Target="../tags/tag511.xml"/><Relationship Id="rId39" Type="http://schemas.openxmlformats.org/officeDocument/2006/relationships/image" Target="../media/image34.png"/><Relationship Id="rId38" Type="http://schemas.openxmlformats.org/officeDocument/2006/relationships/tags" Target="../tags/tag536.xml"/><Relationship Id="rId37" Type="http://schemas.openxmlformats.org/officeDocument/2006/relationships/image" Target="../media/image33.png"/><Relationship Id="rId36" Type="http://schemas.openxmlformats.org/officeDocument/2006/relationships/tags" Target="../tags/tag535.xml"/><Relationship Id="rId35" Type="http://schemas.openxmlformats.org/officeDocument/2006/relationships/image" Target="../media/image32.png"/><Relationship Id="rId34" Type="http://schemas.openxmlformats.org/officeDocument/2006/relationships/tags" Target="../tags/tag534.xml"/><Relationship Id="rId33" Type="http://schemas.openxmlformats.org/officeDocument/2006/relationships/image" Target="../media/image21.png"/><Relationship Id="rId32" Type="http://schemas.openxmlformats.org/officeDocument/2006/relationships/tags" Target="../tags/tag533.xml"/><Relationship Id="rId31" Type="http://schemas.openxmlformats.org/officeDocument/2006/relationships/tags" Target="../tags/tag532.xml"/><Relationship Id="rId30" Type="http://schemas.openxmlformats.org/officeDocument/2006/relationships/tags" Target="../tags/tag531.xml"/><Relationship Id="rId3" Type="http://schemas.openxmlformats.org/officeDocument/2006/relationships/tags" Target="../tags/tag510.xml"/><Relationship Id="rId29" Type="http://schemas.openxmlformats.org/officeDocument/2006/relationships/tags" Target="../tags/tag530.xml"/><Relationship Id="rId28" Type="http://schemas.openxmlformats.org/officeDocument/2006/relationships/tags" Target="../tags/tag529.xml"/><Relationship Id="rId27" Type="http://schemas.openxmlformats.org/officeDocument/2006/relationships/tags" Target="../tags/tag528.xml"/><Relationship Id="rId26" Type="http://schemas.openxmlformats.org/officeDocument/2006/relationships/tags" Target="../tags/tag527.xml"/><Relationship Id="rId25" Type="http://schemas.openxmlformats.org/officeDocument/2006/relationships/tags" Target="../tags/tag526.xml"/><Relationship Id="rId24" Type="http://schemas.openxmlformats.org/officeDocument/2006/relationships/image" Target="../media/image19.png"/><Relationship Id="rId23" Type="http://schemas.openxmlformats.org/officeDocument/2006/relationships/tags" Target="../tags/tag525.xml"/><Relationship Id="rId22" Type="http://schemas.openxmlformats.org/officeDocument/2006/relationships/tags" Target="../tags/tag524.xml"/><Relationship Id="rId21" Type="http://schemas.openxmlformats.org/officeDocument/2006/relationships/tags" Target="../tags/tag523.xml"/><Relationship Id="rId20" Type="http://schemas.openxmlformats.org/officeDocument/2006/relationships/tags" Target="../tags/tag522.xml"/><Relationship Id="rId2" Type="http://schemas.openxmlformats.org/officeDocument/2006/relationships/tags" Target="../tags/tag509.xml"/><Relationship Id="rId19" Type="http://schemas.openxmlformats.org/officeDocument/2006/relationships/image" Target="../media/image2.png"/><Relationship Id="rId18" Type="http://schemas.openxmlformats.org/officeDocument/2006/relationships/tags" Target="../tags/tag521.xml"/><Relationship Id="rId17" Type="http://schemas.openxmlformats.org/officeDocument/2006/relationships/tags" Target="../tags/tag520.xml"/><Relationship Id="rId16" Type="http://schemas.openxmlformats.org/officeDocument/2006/relationships/image" Target="../media/image17.png"/><Relationship Id="rId15" Type="http://schemas.openxmlformats.org/officeDocument/2006/relationships/tags" Target="../tags/tag519.xml"/><Relationship Id="rId14" Type="http://schemas.openxmlformats.org/officeDocument/2006/relationships/image" Target="../media/image10.png"/><Relationship Id="rId13" Type="http://schemas.openxmlformats.org/officeDocument/2006/relationships/tags" Target="../tags/tag518.xml"/><Relationship Id="rId12" Type="http://schemas.openxmlformats.org/officeDocument/2006/relationships/image" Target="../media/image8.png"/><Relationship Id="rId11" Type="http://schemas.openxmlformats.org/officeDocument/2006/relationships/tags" Target="../tags/tag517.xml"/><Relationship Id="rId10" Type="http://schemas.openxmlformats.org/officeDocument/2006/relationships/image" Target="../media/image6.png"/><Relationship Id="rId1" Type="http://schemas.openxmlformats.org/officeDocument/2006/relationships/tags" Target="../tags/tag508.xml"/></Relationships>
</file>

<file path=ppt/slides/_rels/slide17.xml.rels><?xml version="1.0" encoding="UTF-8" standalone="yes"?>
<Relationships xmlns="http://schemas.openxmlformats.org/package/2006/relationships"><Relationship Id="rId9" Type="http://schemas.openxmlformats.org/officeDocument/2006/relationships/tags" Target="../tags/tag549.xml"/><Relationship Id="rId8" Type="http://schemas.openxmlformats.org/officeDocument/2006/relationships/tags" Target="../tags/tag548.xml"/><Relationship Id="rId7" Type="http://schemas.openxmlformats.org/officeDocument/2006/relationships/tags" Target="../tags/tag547.xml"/><Relationship Id="rId6" Type="http://schemas.openxmlformats.org/officeDocument/2006/relationships/tags" Target="../tags/tag546.xml"/><Relationship Id="rId5" Type="http://schemas.openxmlformats.org/officeDocument/2006/relationships/tags" Target="../tags/tag545.xml"/><Relationship Id="rId4" Type="http://schemas.openxmlformats.org/officeDocument/2006/relationships/tags" Target="../tags/tag544.xml"/><Relationship Id="rId31" Type="http://schemas.openxmlformats.org/officeDocument/2006/relationships/slideLayout" Target="../slideLayouts/slideLayout2.xml"/><Relationship Id="rId30" Type="http://schemas.openxmlformats.org/officeDocument/2006/relationships/tags" Target="../tags/tag563.xml"/><Relationship Id="rId3" Type="http://schemas.openxmlformats.org/officeDocument/2006/relationships/tags" Target="../tags/tag543.xml"/><Relationship Id="rId29" Type="http://schemas.openxmlformats.org/officeDocument/2006/relationships/tags" Target="../tags/tag562.xml"/><Relationship Id="rId28" Type="http://schemas.openxmlformats.org/officeDocument/2006/relationships/image" Target="../media/image35.png"/><Relationship Id="rId27" Type="http://schemas.openxmlformats.org/officeDocument/2006/relationships/tags" Target="../tags/tag561.xml"/><Relationship Id="rId26" Type="http://schemas.openxmlformats.org/officeDocument/2006/relationships/tags" Target="../tags/tag560.xml"/><Relationship Id="rId25" Type="http://schemas.openxmlformats.org/officeDocument/2006/relationships/tags" Target="../tags/tag559.xml"/><Relationship Id="rId24" Type="http://schemas.openxmlformats.org/officeDocument/2006/relationships/image" Target="../media/image19.png"/><Relationship Id="rId23" Type="http://schemas.openxmlformats.org/officeDocument/2006/relationships/tags" Target="../tags/tag558.xml"/><Relationship Id="rId22" Type="http://schemas.openxmlformats.org/officeDocument/2006/relationships/tags" Target="../tags/tag557.xml"/><Relationship Id="rId21" Type="http://schemas.openxmlformats.org/officeDocument/2006/relationships/tags" Target="../tags/tag556.xml"/><Relationship Id="rId20" Type="http://schemas.openxmlformats.org/officeDocument/2006/relationships/tags" Target="../tags/tag555.xml"/><Relationship Id="rId2" Type="http://schemas.openxmlformats.org/officeDocument/2006/relationships/tags" Target="../tags/tag542.xml"/><Relationship Id="rId19" Type="http://schemas.openxmlformats.org/officeDocument/2006/relationships/image" Target="../media/image2.png"/><Relationship Id="rId18" Type="http://schemas.openxmlformats.org/officeDocument/2006/relationships/tags" Target="../tags/tag554.xml"/><Relationship Id="rId17" Type="http://schemas.openxmlformats.org/officeDocument/2006/relationships/tags" Target="../tags/tag553.xml"/><Relationship Id="rId16" Type="http://schemas.openxmlformats.org/officeDocument/2006/relationships/image" Target="../media/image17.png"/><Relationship Id="rId15" Type="http://schemas.openxmlformats.org/officeDocument/2006/relationships/tags" Target="../tags/tag552.xml"/><Relationship Id="rId14" Type="http://schemas.openxmlformats.org/officeDocument/2006/relationships/image" Target="../media/image10.png"/><Relationship Id="rId13" Type="http://schemas.openxmlformats.org/officeDocument/2006/relationships/tags" Target="../tags/tag551.xml"/><Relationship Id="rId12" Type="http://schemas.openxmlformats.org/officeDocument/2006/relationships/image" Target="../media/image8.png"/><Relationship Id="rId11" Type="http://schemas.openxmlformats.org/officeDocument/2006/relationships/tags" Target="../tags/tag550.xml"/><Relationship Id="rId10" Type="http://schemas.openxmlformats.org/officeDocument/2006/relationships/image" Target="../media/image6.png"/><Relationship Id="rId1" Type="http://schemas.openxmlformats.org/officeDocument/2006/relationships/tags" Target="../tags/tag541.xml"/></Relationships>
</file>

<file path=ppt/slides/_rels/slide18.xml.rels><?xml version="1.0" encoding="UTF-8" standalone="yes"?>
<Relationships xmlns="http://schemas.openxmlformats.org/package/2006/relationships"><Relationship Id="rId9" Type="http://schemas.openxmlformats.org/officeDocument/2006/relationships/tags" Target="../tags/tag572.xml"/><Relationship Id="rId8" Type="http://schemas.openxmlformats.org/officeDocument/2006/relationships/tags" Target="../tags/tag571.xml"/><Relationship Id="rId7" Type="http://schemas.openxmlformats.org/officeDocument/2006/relationships/tags" Target="../tags/tag570.xml"/><Relationship Id="rId6" Type="http://schemas.openxmlformats.org/officeDocument/2006/relationships/tags" Target="../tags/tag569.xml"/><Relationship Id="rId5" Type="http://schemas.openxmlformats.org/officeDocument/2006/relationships/tags" Target="../tags/tag568.xml"/><Relationship Id="rId4" Type="http://schemas.openxmlformats.org/officeDocument/2006/relationships/tags" Target="../tags/tag567.xml"/><Relationship Id="rId32" Type="http://schemas.openxmlformats.org/officeDocument/2006/relationships/slideLayout" Target="../slideLayouts/slideLayout2.xml"/><Relationship Id="rId31" Type="http://schemas.openxmlformats.org/officeDocument/2006/relationships/tags" Target="../tags/tag586.xml"/><Relationship Id="rId30" Type="http://schemas.openxmlformats.org/officeDocument/2006/relationships/tags" Target="../tags/tag585.xml"/><Relationship Id="rId3" Type="http://schemas.openxmlformats.org/officeDocument/2006/relationships/tags" Target="../tags/tag566.xml"/><Relationship Id="rId29" Type="http://schemas.openxmlformats.org/officeDocument/2006/relationships/image" Target="../media/image10.png"/><Relationship Id="rId28" Type="http://schemas.openxmlformats.org/officeDocument/2006/relationships/tags" Target="../tags/tag584.xml"/><Relationship Id="rId27" Type="http://schemas.openxmlformats.org/officeDocument/2006/relationships/image" Target="../media/image8.png"/><Relationship Id="rId26" Type="http://schemas.openxmlformats.org/officeDocument/2006/relationships/tags" Target="../tags/tag583.xml"/><Relationship Id="rId25" Type="http://schemas.openxmlformats.org/officeDocument/2006/relationships/image" Target="../media/image6.png"/><Relationship Id="rId24" Type="http://schemas.openxmlformats.org/officeDocument/2006/relationships/tags" Target="../tags/tag582.xml"/><Relationship Id="rId23" Type="http://schemas.openxmlformats.org/officeDocument/2006/relationships/tags" Target="../tags/tag581.xml"/><Relationship Id="rId22" Type="http://schemas.openxmlformats.org/officeDocument/2006/relationships/tags" Target="../tags/tag580.xml"/><Relationship Id="rId21" Type="http://schemas.openxmlformats.org/officeDocument/2006/relationships/tags" Target="../tags/tag579.xml"/><Relationship Id="rId20" Type="http://schemas.openxmlformats.org/officeDocument/2006/relationships/tags" Target="../tags/tag578.xml"/><Relationship Id="rId2" Type="http://schemas.openxmlformats.org/officeDocument/2006/relationships/tags" Target="../tags/tag565.xml"/><Relationship Id="rId19" Type="http://schemas.openxmlformats.org/officeDocument/2006/relationships/tags" Target="../tags/tag577.xml"/><Relationship Id="rId18" Type="http://schemas.openxmlformats.org/officeDocument/2006/relationships/image" Target="../media/image5.png"/><Relationship Id="rId17" Type="http://schemas.openxmlformats.org/officeDocument/2006/relationships/tags" Target="../tags/tag576.xml"/><Relationship Id="rId16" Type="http://schemas.openxmlformats.org/officeDocument/2006/relationships/image" Target="../media/image4.png"/><Relationship Id="rId15" Type="http://schemas.openxmlformats.org/officeDocument/2006/relationships/tags" Target="../tags/tag575.xml"/><Relationship Id="rId14" Type="http://schemas.openxmlformats.org/officeDocument/2006/relationships/image" Target="../media/image3.png"/><Relationship Id="rId13" Type="http://schemas.openxmlformats.org/officeDocument/2006/relationships/tags" Target="../tags/tag574.xml"/><Relationship Id="rId12" Type="http://schemas.openxmlformats.org/officeDocument/2006/relationships/image" Target="../media/image2.png"/><Relationship Id="rId11" Type="http://schemas.openxmlformats.org/officeDocument/2006/relationships/tags" Target="../tags/tag573.xml"/><Relationship Id="rId10" Type="http://schemas.openxmlformats.org/officeDocument/2006/relationships/image" Target="../media/image1.png"/><Relationship Id="rId1" Type="http://schemas.openxmlformats.org/officeDocument/2006/relationships/tags" Target="../tags/tag56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1EB"/>
        </a:solidFill>
        <a:effectLst/>
      </p:bgPr>
    </p:bg>
    <p:spTree>
      <p:nvGrpSpPr>
        <p:cNvPr id="1" name=""/>
        <p:cNvGrpSpPr/>
        <p:nvPr/>
      </p:nvGrpSpPr>
      <p:grpSpPr/>
      <p:sp>
        <p:nvSpPr>
          <p:cNvPr id="26" name="圆角矩形 25"/>
          <p:cNvSpPr/>
          <p:nvPr/>
        </p:nvSpPr>
        <p:spPr>
          <a:xfrm>
            <a:off x="4343400" y="3395980"/>
            <a:ext cx="3505200" cy="719455"/>
          </a:xfrm>
          <a:prstGeom prst="roundRect">
            <a:avLst>
              <a:gd name="adj" fmla="val 37864"/>
            </a:avLst>
          </a:prstGeom>
          <a:solidFill>
            <a:srgbClr val="EFA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6" name="任意多边形 5"/>
          <p:cNvSpPr/>
          <p:nvPr>
            <p:custDataLst>
              <p:tags r:id="rId1"/>
            </p:custDataLst>
          </p:nvPr>
        </p:nvSpPr>
        <p:spPr>
          <a:xfrm>
            <a:off x="0" y="0"/>
            <a:ext cx="3523945" cy="3014657"/>
          </a:xfrm>
          <a:custGeom>
            <a:avLst/>
            <a:gdLst>
              <a:gd name="connsiteX0" fmla="*/ 5595 w 5640"/>
              <a:gd name="connsiteY0" fmla="*/ 203 h 4952"/>
              <a:gd name="connsiteX1" fmla="*/ 5070 w 5640"/>
              <a:gd name="connsiteY1" fmla="*/ 2031 h 4952"/>
              <a:gd name="connsiteX2" fmla="*/ 3162 w 5640"/>
              <a:gd name="connsiteY2" fmla="*/ 2750 h 4952"/>
              <a:gd name="connsiteX3" fmla="*/ 2032 w 5640"/>
              <a:gd name="connsiteY3" fmla="*/ 4349 h 4952"/>
              <a:gd name="connsiteX4" fmla="*/ 46 w 5640"/>
              <a:gd name="connsiteY4" fmla="*/ 4783 h 4952"/>
              <a:gd name="connsiteX5" fmla="*/ 0 w 5640"/>
              <a:gd name="connsiteY5" fmla="*/ 0 h 4952"/>
              <a:gd name="connsiteX6" fmla="*/ 5595 w 5640"/>
              <a:gd name="connsiteY6" fmla="*/ 203 h 4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0" h="4747">
                <a:moveTo>
                  <a:pt x="0" y="0"/>
                </a:moveTo>
                <a:lnTo>
                  <a:pt x="5505" y="0"/>
                </a:lnTo>
                <a:lnTo>
                  <a:pt x="5510" y="17"/>
                </a:lnTo>
                <a:cubicBezTo>
                  <a:pt x="5636" y="426"/>
                  <a:pt x="5458" y="1325"/>
                  <a:pt x="4979" y="1826"/>
                </a:cubicBezTo>
                <a:cubicBezTo>
                  <a:pt x="4492" y="2335"/>
                  <a:pt x="3506" y="2362"/>
                  <a:pt x="3071" y="2545"/>
                </a:cubicBezTo>
                <a:cubicBezTo>
                  <a:pt x="2636" y="2728"/>
                  <a:pt x="2546" y="3515"/>
                  <a:pt x="1941" y="4144"/>
                </a:cubicBezTo>
                <a:cubicBezTo>
                  <a:pt x="1374" y="4734"/>
                  <a:pt x="314" y="4880"/>
                  <a:pt x="6" y="4633"/>
                </a:cubicBezTo>
                <a:lnTo>
                  <a:pt x="0" y="4627"/>
                </a:lnTo>
                <a:lnTo>
                  <a:pt x="0" y="0"/>
                </a:lnTo>
                <a:close/>
              </a:path>
            </a:pathLst>
          </a:custGeom>
          <a:solidFill>
            <a:srgbClr val="EFD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9" name="任意多边形 8"/>
          <p:cNvSpPr/>
          <p:nvPr>
            <p:custDataLst>
              <p:tags r:id="rId2"/>
            </p:custDataLst>
          </p:nvPr>
        </p:nvSpPr>
        <p:spPr>
          <a:xfrm>
            <a:off x="-51359" y="-16510"/>
            <a:ext cx="3265805" cy="2891934"/>
          </a:xfrm>
          <a:custGeom>
            <a:avLst/>
            <a:gdLst>
              <a:gd name="connsiteX0" fmla="*/ 0 w 5143"/>
              <a:gd name="connsiteY0" fmla="*/ 0 h 4554"/>
              <a:gd name="connsiteX1" fmla="*/ 5143 w 5143"/>
              <a:gd name="connsiteY1" fmla="*/ 0 h 4554"/>
              <a:gd name="connsiteX2" fmla="*/ 5141 w 5143"/>
              <a:gd name="connsiteY2" fmla="*/ 11 h 4554"/>
              <a:gd name="connsiteX3" fmla="*/ 4681 w 5143"/>
              <a:gd name="connsiteY3" fmla="*/ 989 h 4554"/>
              <a:gd name="connsiteX4" fmla="*/ 3207 w 5143"/>
              <a:gd name="connsiteY4" fmla="*/ 1914 h 4554"/>
              <a:gd name="connsiteX5" fmla="*/ 2475 w 5143"/>
              <a:gd name="connsiteY5" fmla="*/ 4088 h 4554"/>
              <a:gd name="connsiteX6" fmla="*/ 922 w 5143"/>
              <a:gd name="connsiteY6" fmla="*/ 4545 h 4554"/>
              <a:gd name="connsiteX7" fmla="*/ 22 w 5143"/>
              <a:gd name="connsiteY7" fmla="*/ 4257 h 4554"/>
              <a:gd name="connsiteX8" fmla="*/ 0 w 5143"/>
              <a:gd name="connsiteY8" fmla="*/ 0 h 4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3" h="4554">
                <a:moveTo>
                  <a:pt x="0" y="0"/>
                </a:moveTo>
                <a:lnTo>
                  <a:pt x="5143" y="0"/>
                </a:lnTo>
                <a:lnTo>
                  <a:pt x="5141" y="11"/>
                </a:lnTo>
                <a:cubicBezTo>
                  <a:pt x="5110" y="197"/>
                  <a:pt x="5088" y="582"/>
                  <a:pt x="4681" y="989"/>
                </a:cubicBezTo>
                <a:cubicBezTo>
                  <a:pt x="4247" y="1423"/>
                  <a:pt x="3573" y="1617"/>
                  <a:pt x="3207" y="1914"/>
                </a:cubicBezTo>
                <a:cubicBezTo>
                  <a:pt x="2841" y="2211"/>
                  <a:pt x="2989" y="3585"/>
                  <a:pt x="2475" y="4088"/>
                </a:cubicBezTo>
                <a:cubicBezTo>
                  <a:pt x="1961" y="4591"/>
                  <a:pt x="1379" y="4567"/>
                  <a:pt x="922" y="4545"/>
                </a:cubicBezTo>
                <a:cubicBezTo>
                  <a:pt x="465" y="4523"/>
                  <a:pt x="375" y="4352"/>
                  <a:pt x="22" y="4257"/>
                </a:cubicBezTo>
                <a:lnTo>
                  <a:pt x="0" y="0"/>
                </a:lnTo>
                <a:close/>
              </a:path>
            </a:pathLst>
          </a:custGeom>
          <a:noFill/>
          <a:ln w="9525">
            <a:solidFill>
              <a:schemeClr val="bg1"/>
            </a:solidFill>
          </a:ln>
          <a:extLst>
            <a:ext uri="{909E8E84-426E-40DD-AFC4-6F175D3DCCD1}">
              <a14:hiddenFill xmlns:a14="http://schemas.microsoft.com/office/drawing/2010/main">
                <a:solidFill>
                  <a:schemeClr val="accent1">
                    <a:alpha val="46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2" name="任意多边形 11"/>
          <p:cNvSpPr/>
          <p:nvPr>
            <p:custDataLst>
              <p:tags r:id="rId3"/>
            </p:custDataLst>
          </p:nvPr>
        </p:nvSpPr>
        <p:spPr>
          <a:xfrm>
            <a:off x="9188153" y="0"/>
            <a:ext cx="3003847" cy="2196932"/>
          </a:xfrm>
          <a:custGeom>
            <a:avLst/>
            <a:gdLst>
              <a:gd name="connsiteX0" fmla="*/ 16 w 5020"/>
              <a:gd name="connsiteY0" fmla="*/ 206 h 3666"/>
              <a:gd name="connsiteX1" fmla="*/ 39 w 5020"/>
              <a:gd name="connsiteY1" fmla="*/ 684 h 3666"/>
              <a:gd name="connsiteX2" fmla="*/ 404 w 5020"/>
              <a:gd name="connsiteY2" fmla="*/ 1139 h 3666"/>
              <a:gd name="connsiteX3" fmla="*/ 231 w 5020"/>
              <a:gd name="connsiteY3" fmla="*/ 2544 h 3666"/>
              <a:gd name="connsiteX4" fmla="*/ 847 w 5020"/>
              <a:gd name="connsiteY4" fmla="*/ 3138 h 3666"/>
              <a:gd name="connsiteX5" fmla="*/ 2038 w 5020"/>
              <a:gd name="connsiteY5" fmla="*/ 3345 h 3666"/>
              <a:gd name="connsiteX6" fmla="*/ 3523 w 5020"/>
              <a:gd name="connsiteY6" fmla="*/ 3665 h 3666"/>
              <a:gd name="connsiteX7" fmla="*/ 4791 w 5020"/>
              <a:gd name="connsiteY7" fmla="*/ 3276 h 3666"/>
              <a:gd name="connsiteX8" fmla="*/ 4928 w 5020"/>
              <a:gd name="connsiteY8" fmla="*/ 0 h 3666"/>
              <a:gd name="connsiteX9" fmla="*/ 16 w 5020"/>
              <a:gd name="connsiteY9" fmla="*/ 206 h 3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30" h="3460">
                <a:moveTo>
                  <a:pt x="16" y="0"/>
                </a:moveTo>
                <a:lnTo>
                  <a:pt x="4730" y="0"/>
                </a:lnTo>
                <a:lnTo>
                  <a:pt x="4730" y="3100"/>
                </a:lnTo>
                <a:lnTo>
                  <a:pt x="4707" y="3112"/>
                </a:lnTo>
                <a:cubicBezTo>
                  <a:pt x="4294" y="3323"/>
                  <a:pt x="3957" y="3436"/>
                  <a:pt x="3523" y="3458"/>
                </a:cubicBezTo>
                <a:cubicBezTo>
                  <a:pt x="3060" y="3482"/>
                  <a:pt x="2320" y="3251"/>
                  <a:pt x="2038" y="3138"/>
                </a:cubicBezTo>
                <a:cubicBezTo>
                  <a:pt x="1756" y="3025"/>
                  <a:pt x="1167" y="3000"/>
                  <a:pt x="847" y="2931"/>
                </a:cubicBezTo>
                <a:cubicBezTo>
                  <a:pt x="527" y="2862"/>
                  <a:pt x="288" y="2634"/>
                  <a:pt x="231" y="2337"/>
                </a:cubicBezTo>
                <a:cubicBezTo>
                  <a:pt x="174" y="2040"/>
                  <a:pt x="489" y="1240"/>
                  <a:pt x="404" y="932"/>
                </a:cubicBezTo>
                <a:cubicBezTo>
                  <a:pt x="319" y="624"/>
                  <a:pt x="108" y="650"/>
                  <a:pt x="39" y="477"/>
                </a:cubicBezTo>
                <a:cubicBezTo>
                  <a:pt x="-28" y="309"/>
                  <a:pt x="11" y="101"/>
                  <a:pt x="15" y="8"/>
                </a:cubicBezTo>
                <a:lnTo>
                  <a:pt x="16" y="0"/>
                </a:lnTo>
                <a:close/>
              </a:path>
            </a:pathLst>
          </a:custGeom>
          <a:solidFill>
            <a:srgbClr val="E9BE8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5" name="任意多边形 14"/>
          <p:cNvSpPr/>
          <p:nvPr>
            <p:custDataLst>
              <p:tags r:id="rId4"/>
            </p:custDataLst>
          </p:nvPr>
        </p:nvSpPr>
        <p:spPr>
          <a:xfrm>
            <a:off x="8216265" y="-50800"/>
            <a:ext cx="3983990" cy="2359875"/>
          </a:xfrm>
          <a:custGeom>
            <a:avLst/>
            <a:gdLst>
              <a:gd name="connsiteX0" fmla="*/ 0 w 6373"/>
              <a:gd name="connsiteY0" fmla="*/ 226 h 3921"/>
              <a:gd name="connsiteX1" fmla="*/ 468 w 6373"/>
              <a:gd name="connsiteY1" fmla="*/ 797 h 3921"/>
              <a:gd name="connsiteX2" fmla="*/ 1748 w 6373"/>
              <a:gd name="connsiteY2" fmla="*/ 1122 h 3921"/>
              <a:gd name="connsiteX3" fmla="*/ 2193 w 6373"/>
              <a:gd name="connsiteY3" fmla="*/ 2161 h 3921"/>
              <a:gd name="connsiteX4" fmla="*/ 3175 w 6373"/>
              <a:gd name="connsiteY4" fmla="*/ 3315 h 3921"/>
              <a:gd name="connsiteX5" fmla="*/ 4980 w 6373"/>
              <a:gd name="connsiteY5" fmla="*/ 3909 h 3921"/>
              <a:gd name="connsiteX6" fmla="*/ 6294 w 6373"/>
              <a:gd name="connsiteY6" fmla="*/ 3687 h 3921"/>
              <a:gd name="connsiteX7" fmla="*/ 6373 w 6373"/>
              <a:gd name="connsiteY7" fmla="*/ 0 h 3921"/>
              <a:gd name="connsiteX8" fmla="*/ 0 w 6373"/>
              <a:gd name="connsiteY8" fmla="*/ 226 h 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74" h="3716">
                <a:moveTo>
                  <a:pt x="592" y="0"/>
                </a:moveTo>
                <a:lnTo>
                  <a:pt x="6202" y="0"/>
                </a:lnTo>
                <a:lnTo>
                  <a:pt x="6274" y="0"/>
                </a:lnTo>
                <a:lnTo>
                  <a:pt x="6274" y="3491"/>
                </a:lnTo>
                <a:lnTo>
                  <a:pt x="6257" y="3499"/>
                </a:lnTo>
                <a:cubicBezTo>
                  <a:pt x="5873" y="3675"/>
                  <a:pt x="5545" y="3748"/>
                  <a:pt x="4980" y="3704"/>
                </a:cubicBezTo>
                <a:cubicBezTo>
                  <a:pt x="4397" y="3659"/>
                  <a:pt x="3678" y="3419"/>
                  <a:pt x="3175" y="3110"/>
                </a:cubicBezTo>
                <a:cubicBezTo>
                  <a:pt x="2672" y="2801"/>
                  <a:pt x="2361" y="2326"/>
                  <a:pt x="2193" y="1956"/>
                </a:cubicBezTo>
                <a:cubicBezTo>
                  <a:pt x="2025" y="1586"/>
                  <a:pt x="1931" y="1082"/>
                  <a:pt x="1748" y="917"/>
                </a:cubicBezTo>
                <a:cubicBezTo>
                  <a:pt x="1565" y="752"/>
                  <a:pt x="813" y="754"/>
                  <a:pt x="468" y="592"/>
                </a:cubicBezTo>
                <a:cubicBezTo>
                  <a:pt x="123" y="430"/>
                  <a:pt x="80" y="289"/>
                  <a:pt x="0" y="21"/>
                </a:cubicBezTo>
                <a:lnTo>
                  <a:pt x="592" y="0"/>
                </a:lnTo>
                <a:close/>
              </a:path>
            </a:pathLst>
          </a:custGeom>
          <a:noFill/>
          <a:ln>
            <a:solidFill>
              <a:schemeClr val="bg1"/>
            </a:solidFill>
          </a:ln>
          <a:extLst>
            <a:ext uri="{909E8E84-426E-40DD-AFC4-6F175D3DCCD1}">
              <a14:hiddenFill xmlns:a14="http://schemas.microsoft.com/office/drawing/2010/main">
                <a:solidFill>
                  <a:schemeClr val="accent1">
                    <a:alpha val="28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9" name="任意多边形 18"/>
          <p:cNvSpPr/>
          <p:nvPr>
            <p:custDataLst>
              <p:tags r:id="rId5"/>
            </p:custDataLst>
          </p:nvPr>
        </p:nvSpPr>
        <p:spPr>
          <a:xfrm>
            <a:off x="0" y="5536411"/>
            <a:ext cx="5145144" cy="1338099"/>
          </a:xfrm>
          <a:custGeom>
            <a:avLst/>
            <a:gdLst>
              <a:gd name="connsiteX0" fmla="*/ 1712 w 8295"/>
              <a:gd name="connsiteY0" fmla="*/ 1303 h 3164"/>
              <a:gd name="connsiteX1" fmla="*/ 3081 w 8295"/>
              <a:gd name="connsiteY1" fmla="*/ 1634 h 3164"/>
              <a:gd name="connsiteX2" fmla="*/ 5390 w 8295"/>
              <a:gd name="connsiteY2" fmla="*/ 252 h 3164"/>
              <a:gd name="connsiteX3" fmla="*/ 7514 w 8295"/>
              <a:gd name="connsiteY3" fmla="*/ 903 h 3164"/>
              <a:gd name="connsiteX4" fmla="*/ 8256 w 8295"/>
              <a:gd name="connsiteY4" fmla="*/ 2228 h 3164"/>
              <a:gd name="connsiteX5" fmla="*/ 614 w 8295"/>
              <a:gd name="connsiteY5" fmla="*/ 3164 h 3164"/>
              <a:gd name="connsiteX6" fmla="*/ 0 w 8295"/>
              <a:gd name="connsiteY6" fmla="*/ 2159 h 3164"/>
              <a:gd name="connsiteX7" fmla="*/ 125 w 8295"/>
              <a:gd name="connsiteY7" fmla="*/ 0 h 3164"/>
              <a:gd name="connsiteX8" fmla="*/ 1712 w 8295"/>
              <a:gd name="connsiteY8" fmla="*/ 1303 h 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03" h="2107">
                <a:moveTo>
                  <a:pt x="0" y="0"/>
                </a:moveTo>
                <a:lnTo>
                  <a:pt x="20" y="6"/>
                </a:lnTo>
                <a:cubicBezTo>
                  <a:pt x="473" y="162"/>
                  <a:pt x="1102" y="966"/>
                  <a:pt x="1519" y="1287"/>
                </a:cubicBezTo>
                <a:cubicBezTo>
                  <a:pt x="1964" y="1630"/>
                  <a:pt x="2532" y="1686"/>
                  <a:pt x="2888" y="1618"/>
                </a:cubicBezTo>
                <a:cubicBezTo>
                  <a:pt x="3244" y="1550"/>
                  <a:pt x="4123" y="259"/>
                  <a:pt x="5197" y="236"/>
                </a:cubicBezTo>
                <a:cubicBezTo>
                  <a:pt x="6271" y="213"/>
                  <a:pt x="6658" y="305"/>
                  <a:pt x="7321" y="887"/>
                </a:cubicBezTo>
                <a:cubicBezTo>
                  <a:pt x="7922" y="1415"/>
                  <a:pt x="8156" y="1756"/>
                  <a:pt x="8092" y="2104"/>
                </a:cubicBezTo>
                <a:lnTo>
                  <a:pt x="8092" y="2107"/>
                </a:lnTo>
                <a:lnTo>
                  <a:pt x="0" y="2107"/>
                </a:lnTo>
                <a:lnTo>
                  <a:pt x="0" y="0"/>
                </a:lnTo>
                <a:close/>
              </a:path>
            </a:pathLst>
          </a:custGeom>
          <a:solidFill>
            <a:srgbClr val="E9BE8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22" name="任意多边形 21"/>
          <p:cNvSpPr/>
          <p:nvPr>
            <p:custDataLst>
              <p:tags r:id="rId6"/>
            </p:custDataLst>
          </p:nvPr>
        </p:nvSpPr>
        <p:spPr>
          <a:xfrm>
            <a:off x="-24765" y="5741969"/>
            <a:ext cx="4941970" cy="1140796"/>
          </a:xfrm>
          <a:custGeom>
            <a:avLst/>
            <a:gdLst>
              <a:gd name="connsiteX0" fmla="*/ 679 w 8465"/>
              <a:gd name="connsiteY0" fmla="*/ 4 h 2284"/>
              <a:gd name="connsiteX1" fmla="*/ 2269 w 8465"/>
              <a:gd name="connsiteY1" fmla="*/ 1424 h 2284"/>
              <a:gd name="connsiteX2" fmla="*/ 3882 w 8465"/>
              <a:gd name="connsiteY2" fmla="*/ 1211 h 2284"/>
              <a:gd name="connsiteX3" fmla="*/ 5692 w 8465"/>
              <a:gd name="connsiteY3" fmla="*/ 138 h 2284"/>
              <a:gd name="connsiteX4" fmla="*/ 7562 w 8465"/>
              <a:gd name="connsiteY4" fmla="*/ 679 h 2284"/>
              <a:gd name="connsiteX5" fmla="*/ 8465 w 8465"/>
              <a:gd name="connsiteY5" fmla="*/ 1844 h 2284"/>
              <a:gd name="connsiteX6" fmla="*/ 0 w 8465"/>
              <a:gd name="connsiteY6" fmla="*/ 2284 h 2284"/>
              <a:gd name="connsiteX7" fmla="*/ 679 w 8465"/>
              <a:gd name="connsiteY7" fmla="*/ 4 h 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83" h="1797">
                <a:moveTo>
                  <a:pt x="86" y="0"/>
                </a:moveTo>
                <a:cubicBezTo>
                  <a:pt x="760" y="-7"/>
                  <a:pt x="1032" y="1148"/>
                  <a:pt x="1610" y="1424"/>
                </a:cubicBezTo>
                <a:cubicBezTo>
                  <a:pt x="2207" y="1709"/>
                  <a:pt x="2699" y="1524"/>
                  <a:pt x="3223" y="1211"/>
                </a:cubicBezTo>
                <a:cubicBezTo>
                  <a:pt x="3747" y="898"/>
                  <a:pt x="4310" y="198"/>
                  <a:pt x="5033" y="138"/>
                </a:cubicBezTo>
                <a:cubicBezTo>
                  <a:pt x="5756" y="78"/>
                  <a:pt x="6209" y="213"/>
                  <a:pt x="6903" y="679"/>
                </a:cubicBezTo>
                <a:cubicBezTo>
                  <a:pt x="7554" y="1116"/>
                  <a:pt x="7645" y="1500"/>
                  <a:pt x="7779" y="1788"/>
                </a:cubicBezTo>
                <a:lnTo>
                  <a:pt x="7783" y="1797"/>
                </a:lnTo>
                <a:lnTo>
                  <a:pt x="0" y="1797"/>
                </a:lnTo>
                <a:lnTo>
                  <a:pt x="0" y="72"/>
                </a:lnTo>
                <a:lnTo>
                  <a:pt x="20" y="4"/>
                </a:lnTo>
                <a:cubicBezTo>
                  <a:pt x="43" y="2"/>
                  <a:pt x="65" y="0"/>
                  <a:pt x="86" y="0"/>
                </a:cubicBezTo>
                <a:close/>
              </a:path>
            </a:pathLst>
          </a:custGeom>
          <a:noFill/>
          <a:ln>
            <a:solidFill>
              <a:schemeClr val="bg1"/>
            </a:solidFill>
          </a:ln>
          <a:extLst>
            <a:ext uri="{909E8E84-426E-40DD-AFC4-6F175D3DCCD1}">
              <a14:hiddenFill xmlns:a14="http://schemas.microsoft.com/office/drawing/2010/main">
                <a:solidFill>
                  <a:schemeClr val="accent1">
                    <a:alpha val="24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25" name="任意多边形 24"/>
          <p:cNvSpPr/>
          <p:nvPr>
            <p:custDataLst>
              <p:tags r:id="rId7"/>
            </p:custDataLst>
          </p:nvPr>
        </p:nvSpPr>
        <p:spPr>
          <a:xfrm>
            <a:off x="8335010" y="5008807"/>
            <a:ext cx="3856990" cy="1849193"/>
          </a:xfrm>
          <a:custGeom>
            <a:avLst/>
            <a:gdLst>
              <a:gd name="connsiteX0" fmla="*/ 0 w 6333"/>
              <a:gd name="connsiteY0" fmla="*/ 2920 h 4147"/>
              <a:gd name="connsiteX1" fmla="*/ 1240 w 6333"/>
              <a:gd name="connsiteY1" fmla="*/ 773 h 4147"/>
              <a:gd name="connsiteX2" fmla="*/ 3253 w 6333"/>
              <a:gd name="connsiteY2" fmla="*/ 240 h 4147"/>
              <a:gd name="connsiteX3" fmla="*/ 5147 w 6333"/>
              <a:gd name="connsiteY3" fmla="*/ 506 h 4147"/>
              <a:gd name="connsiteX4" fmla="*/ 6160 w 6333"/>
              <a:gd name="connsiteY4" fmla="*/ 0 h 4147"/>
              <a:gd name="connsiteX5" fmla="*/ 6333 w 6333"/>
              <a:gd name="connsiteY5" fmla="*/ 4147 h 4147"/>
              <a:gd name="connsiteX6" fmla="*/ 0 w 6333"/>
              <a:gd name="connsiteY6" fmla="*/ 2920 h 4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4" h="2912">
                <a:moveTo>
                  <a:pt x="6074" y="0"/>
                </a:moveTo>
                <a:lnTo>
                  <a:pt x="6074" y="2912"/>
                </a:lnTo>
                <a:lnTo>
                  <a:pt x="5" y="2912"/>
                </a:lnTo>
                <a:lnTo>
                  <a:pt x="0" y="2911"/>
                </a:lnTo>
                <a:cubicBezTo>
                  <a:pt x="107" y="2257"/>
                  <a:pt x="461" y="1324"/>
                  <a:pt x="1240" y="764"/>
                </a:cubicBezTo>
                <a:cubicBezTo>
                  <a:pt x="2019" y="204"/>
                  <a:pt x="2599" y="271"/>
                  <a:pt x="3253" y="231"/>
                </a:cubicBezTo>
                <a:cubicBezTo>
                  <a:pt x="3907" y="191"/>
                  <a:pt x="4627" y="590"/>
                  <a:pt x="5147" y="497"/>
                </a:cubicBezTo>
                <a:cubicBezTo>
                  <a:pt x="5618" y="413"/>
                  <a:pt x="5782" y="66"/>
                  <a:pt x="6067" y="1"/>
                </a:cubicBezTo>
                <a:lnTo>
                  <a:pt x="6074" y="0"/>
                </a:lnTo>
                <a:close/>
              </a:path>
            </a:pathLst>
          </a:custGeom>
          <a:solidFill>
            <a:srgbClr val="EFD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4" name="任意多边形 3"/>
          <p:cNvSpPr/>
          <p:nvPr>
            <p:custDataLst>
              <p:tags r:id="rId8"/>
            </p:custDataLst>
          </p:nvPr>
        </p:nvSpPr>
        <p:spPr>
          <a:xfrm flipH="1" flipV="1">
            <a:off x="8675370" y="5008880"/>
            <a:ext cx="3648075" cy="1849755"/>
          </a:xfrm>
          <a:custGeom>
            <a:avLst/>
            <a:gdLst>
              <a:gd name="connsiteX0" fmla="*/ 0 w 5143"/>
              <a:gd name="connsiteY0" fmla="*/ 0 h 4554"/>
              <a:gd name="connsiteX1" fmla="*/ 5143 w 5143"/>
              <a:gd name="connsiteY1" fmla="*/ 0 h 4554"/>
              <a:gd name="connsiteX2" fmla="*/ 5141 w 5143"/>
              <a:gd name="connsiteY2" fmla="*/ 11 h 4554"/>
              <a:gd name="connsiteX3" fmla="*/ 4681 w 5143"/>
              <a:gd name="connsiteY3" fmla="*/ 989 h 4554"/>
              <a:gd name="connsiteX4" fmla="*/ 3207 w 5143"/>
              <a:gd name="connsiteY4" fmla="*/ 1914 h 4554"/>
              <a:gd name="connsiteX5" fmla="*/ 2475 w 5143"/>
              <a:gd name="connsiteY5" fmla="*/ 4088 h 4554"/>
              <a:gd name="connsiteX6" fmla="*/ 922 w 5143"/>
              <a:gd name="connsiteY6" fmla="*/ 4545 h 4554"/>
              <a:gd name="connsiteX7" fmla="*/ 22 w 5143"/>
              <a:gd name="connsiteY7" fmla="*/ 4257 h 4554"/>
              <a:gd name="connsiteX8" fmla="*/ 0 w 5143"/>
              <a:gd name="connsiteY8" fmla="*/ 0 h 4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3" h="4554">
                <a:moveTo>
                  <a:pt x="0" y="0"/>
                </a:moveTo>
                <a:lnTo>
                  <a:pt x="5143" y="0"/>
                </a:lnTo>
                <a:lnTo>
                  <a:pt x="5141" y="11"/>
                </a:lnTo>
                <a:cubicBezTo>
                  <a:pt x="5110" y="197"/>
                  <a:pt x="5088" y="582"/>
                  <a:pt x="4681" y="989"/>
                </a:cubicBezTo>
                <a:cubicBezTo>
                  <a:pt x="4247" y="1423"/>
                  <a:pt x="3573" y="1617"/>
                  <a:pt x="3207" y="1914"/>
                </a:cubicBezTo>
                <a:cubicBezTo>
                  <a:pt x="2841" y="2211"/>
                  <a:pt x="2989" y="3585"/>
                  <a:pt x="2475" y="4088"/>
                </a:cubicBezTo>
                <a:cubicBezTo>
                  <a:pt x="1961" y="4591"/>
                  <a:pt x="1379" y="4567"/>
                  <a:pt x="922" y="4545"/>
                </a:cubicBezTo>
                <a:cubicBezTo>
                  <a:pt x="465" y="4523"/>
                  <a:pt x="375" y="4352"/>
                  <a:pt x="22" y="4257"/>
                </a:cubicBezTo>
                <a:lnTo>
                  <a:pt x="0" y="0"/>
                </a:lnTo>
                <a:close/>
              </a:path>
            </a:pathLst>
          </a:custGeom>
          <a:noFill/>
          <a:ln w="9525">
            <a:solidFill>
              <a:schemeClr val="bg1"/>
            </a:solidFill>
          </a:ln>
          <a:extLst>
            <a:ext uri="{909E8E84-426E-40DD-AFC4-6F175D3DCCD1}">
              <a14:hiddenFill xmlns:a14="http://schemas.microsoft.com/office/drawing/2010/main">
                <a:solidFill>
                  <a:schemeClr val="accent1">
                    <a:alpha val="46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pic>
        <p:nvPicPr>
          <p:cNvPr id="10" name="Picture 10"/>
          <p:cNvPicPr>
            <a:picLocks noChangeAspect="1"/>
          </p:cNvPicPr>
          <p:nvPr>
            <p:custDataLst>
              <p:tags r:id="rId9"/>
            </p:custDataLst>
          </p:nvPr>
        </p:nvPicPr>
        <p:blipFill>
          <a:blip r:embed="rId10"/>
          <a:srcRect/>
          <a:stretch>
            <a:fillRect/>
          </a:stretch>
        </p:blipFill>
        <p:spPr>
          <a:xfrm>
            <a:off x="-630555" y="287020"/>
            <a:ext cx="2255520" cy="2021840"/>
          </a:xfrm>
          <a:prstGeom prst="rect">
            <a:avLst/>
          </a:prstGeom>
        </p:spPr>
      </p:pic>
      <p:pic>
        <p:nvPicPr>
          <p:cNvPr id="5" name="Picture 5"/>
          <p:cNvPicPr>
            <a:picLocks noChangeAspect="1"/>
          </p:cNvPicPr>
          <p:nvPr>
            <p:custDataLst>
              <p:tags r:id="rId11"/>
            </p:custDataLst>
          </p:nvPr>
        </p:nvPicPr>
        <p:blipFill>
          <a:blip r:embed="rId12"/>
          <a:srcRect/>
          <a:stretch>
            <a:fillRect/>
          </a:stretch>
        </p:blipFill>
        <p:spPr>
          <a:xfrm rot="9900000">
            <a:off x="974090" y="-474980"/>
            <a:ext cx="1394460" cy="1509395"/>
          </a:xfrm>
          <a:prstGeom prst="rect">
            <a:avLst/>
          </a:prstGeom>
        </p:spPr>
      </p:pic>
      <p:pic>
        <p:nvPicPr>
          <p:cNvPr id="7" name="Picture 2"/>
          <p:cNvPicPr>
            <a:picLocks noChangeAspect="1"/>
          </p:cNvPicPr>
          <p:nvPr>
            <p:custDataLst>
              <p:tags r:id="rId13"/>
            </p:custDataLst>
          </p:nvPr>
        </p:nvPicPr>
        <p:blipFill>
          <a:blip r:embed="rId14"/>
          <a:srcRect/>
          <a:stretch>
            <a:fillRect/>
          </a:stretch>
        </p:blipFill>
        <p:spPr>
          <a:xfrm>
            <a:off x="9835667" y="-903028"/>
            <a:ext cx="2780876" cy="2753067"/>
          </a:xfrm>
          <a:prstGeom prst="rect">
            <a:avLst/>
          </a:prstGeom>
        </p:spPr>
      </p:pic>
      <p:pic>
        <p:nvPicPr>
          <p:cNvPr id="13" name="Picture 13"/>
          <p:cNvPicPr>
            <a:picLocks noChangeAspect="1"/>
          </p:cNvPicPr>
          <p:nvPr>
            <p:custDataLst>
              <p:tags r:id="rId15"/>
            </p:custDataLst>
          </p:nvPr>
        </p:nvPicPr>
        <p:blipFill>
          <a:blip r:embed="rId16"/>
          <a:srcRect/>
          <a:stretch>
            <a:fillRect/>
          </a:stretch>
        </p:blipFill>
        <p:spPr>
          <a:xfrm>
            <a:off x="2688590" y="5935980"/>
            <a:ext cx="1720850" cy="1409065"/>
          </a:xfrm>
          <a:prstGeom prst="rect">
            <a:avLst/>
          </a:prstGeom>
        </p:spPr>
      </p:pic>
      <p:pic>
        <p:nvPicPr>
          <p:cNvPr id="8" name="Picture 5"/>
          <p:cNvPicPr>
            <a:picLocks noChangeAspect="1"/>
          </p:cNvPicPr>
          <p:nvPr>
            <p:custDataLst>
              <p:tags r:id="rId17"/>
            </p:custDataLst>
          </p:nvPr>
        </p:nvPicPr>
        <p:blipFill>
          <a:blip r:embed="rId18"/>
          <a:srcRect/>
          <a:stretch>
            <a:fillRect/>
          </a:stretch>
        </p:blipFill>
        <p:spPr>
          <a:xfrm>
            <a:off x="9260203" y="4902464"/>
            <a:ext cx="2860468" cy="2606602"/>
          </a:xfrm>
          <a:prstGeom prst="rect">
            <a:avLst/>
          </a:prstGeom>
        </p:spPr>
      </p:pic>
      <p:sp>
        <p:nvSpPr>
          <p:cNvPr id="11" name="TextBox 19"/>
          <p:cNvSpPr txBox="1"/>
          <p:nvPr>
            <p:custDataLst>
              <p:tags r:id="rId19"/>
            </p:custDataLst>
          </p:nvPr>
        </p:nvSpPr>
        <p:spPr>
          <a:xfrm>
            <a:off x="4695508" y="3347085"/>
            <a:ext cx="2800985" cy="768985"/>
          </a:xfrm>
          <a:prstGeom prst="rect">
            <a:avLst/>
          </a:prstGeom>
        </p:spPr>
        <p:txBody>
          <a:bodyPr lIns="0" tIns="0" rIns="0" bIns="0" rtlCol="0" anchor="t">
            <a:noAutofit/>
          </a:bodyPr>
          <a:p>
            <a:pPr algn="ctr">
              <a:lnSpc>
                <a:spcPts val="5105"/>
              </a:lnSpc>
            </a:pPr>
            <a:r>
              <a:rPr lang="en-US" sz="2400" spc="184">
                <a:solidFill>
                  <a:schemeClr val="bg1"/>
                </a:solidFill>
                <a:latin typeface="仓耳渔阳体 W04" panose="02020400000000000000" charset="-122"/>
                <a:ea typeface="仓耳渔阳体 W04" panose="02020400000000000000" charset="-122"/>
                <a:cs typeface="仓耳渔阳体 W04" panose="02020400000000000000" charset="-122"/>
              </a:rPr>
              <a:t>主讲人：</a:t>
            </a:r>
            <a:r>
              <a:rPr lang="zh-CN" altLang="en-US" sz="2400" spc="184">
                <a:solidFill>
                  <a:schemeClr val="bg1"/>
                </a:solidFill>
                <a:latin typeface="仓耳渔阳体 W04" panose="02020400000000000000" charset="-122"/>
                <a:ea typeface="仓耳渔阳体 W04" panose="02020400000000000000" charset="-122"/>
                <a:cs typeface="仓耳渔阳体 W04" panose="02020400000000000000" charset="-122"/>
              </a:rPr>
              <a:t>稻小壳</a:t>
            </a:r>
            <a:endParaRPr lang="en-US" sz="2400" spc="184">
              <a:solidFill>
                <a:schemeClr val="tx1">
                  <a:lumMod val="50000"/>
                  <a:lumOff val="50000"/>
                </a:schemeClr>
              </a:solidFill>
              <a:latin typeface="仓耳渔阳体 W04" panose="02020400000000000000" charset="-122"/>
              <a:ea typeface="仓耳渔阳体 W04" panose="02020400000000000000" charset="-122"/>
              <a:cs typeface="仓耳渔阳体 W04" panose="02020400000000000000" charset="-122"/>
            </a:endParaRPr>
          </a:p>
        </p:txBody>
      </p:sp>
      <p:sp>
        <p:nvSpPr>
          <p:cNvPr id="20" name="TextBox 20"/>
          <p:cNvSpPr txBox="1"/>
          <p:nvPr>
            <p:custDataLst>
              <p:tags r:id="rId20"/>
            </p:custDataLst>
          </p:nvPr>
        </p:nvSpPr>
        <p:spPr>
          <a:xfrm>
            <a:off x="1868170" y="2197100"/>
            <a:ext cx="8455660" cy="1318895"/>
          </a:xfrm>
          <a:prstGeom prst="rect">
            <a:avLst/>
          </a:prstGeom>
        </p:spPr>
        <p:txBody>
          <a:bodyPr lIns="0" tIns="0" rIns="0" bIns="0" rtlCol="0" anchor="t">
            <a:noAutofit/>
          </a:bodyPr>
          <a:p>
            <a:pPr indent="0" algn="ctr" fontAlgn="auto">
              <a:lnSpc>
                <a:spcPct val="100000"/>
              </a:lnSpc>
            </a:pPr>
            <a:r>
              <a:rPr lang="en-US" sz="6000">
                <a:solidFill>
                  <a:srgbClr val="9B5836"/>
                </a:solidFill>
                <a:latin typeface="站酷快乐体2016修订版" panose="02010600030101010101" charset="-122"/>
                <a:ea typeface="站酷快乐体2016修订版" panose="02010600030101010101" charset="-122"/>
                <a:cs typeface="仓耳渔阳体 W04" panose="02020400000000000000" charset="-122"/>
              </a:rPr>
              <a:t>食品安全教育主题班会</a:t>
            </a:r>
            <a:endParaRPr lang="en-US" sz="6000">
              <a:solidFill>
                <a:srgbClr val="9B5836"/>
              </a:solidFill>
              <a:latin typeface="站酷快乐体2016修订版" panose="02010600030101010101" charset="-122"/>
              <a:ea typeface="站酷快乐体2016修订版" panose="02010600030101010101" charset="-122"/>
              <a:cs typeface="仓耳渔阳体 W04" panose="02020400000000000000" charset="-122"/>
            </a:endParaRPr>
          </a:p>
        </p:txBody>
      </p:sp>
      <p:sp>
        <p:nvSpPr>
          <p:cNvPr id="14" name="任意多边形 13"/>
          <p:cNvSpPr/>
          <p:nvPr/>
        </p:nvSpPr>
        <p:spPr>
          <a:xfrm>
            <a:off x="1661795" y="1414780"/>
            <a:ext cx="1149985" cy="473710"/>
          </a:xfrm>
          <a:custGeom>
            <a:avLst/>
            <a:gdLst/>
            <a:ahLst/>
            <a:cxnLst>
              <a:cxn ang="3">
                <a:pos x="hc" y="t"/>
              </a:cxn>
              <a:cxn ang="cd2">
                <a:pos x="l" y="vc"/>
              </a:cxn>
              <a:cxn ang="cd4">
                <a:pos x="hc" y="b"/>
              </a:cxn>
              <a:cxn ang="0">
                <a:pos x="r" y="vc"/>
              </a:cxn>
            </a:cxnLst>
            <a:rect l="l" t="t" r="r" b="b"/>
            <a:pathLst>
              <a:path w="3665" h="746">
                <a:moveTo>
                  <a:pt x="0" y="0"/>
                </a:moveTo>
                <a:lnTo>
                  <a:pt x="3665" y="0"/>
                </a:lnTo>
                <a:lnTo>
                  <a:pt x="3665" y="746"/>
                </a:lnTo>
                <a:lnTo>
                  <a:pt x="0" y="746"/>
                </a:lnTo>
                <a:lnTo>
                  <a:pt x="555" y="373"/>
                </a:lnTo>
                <a:lnTo>
                  <a:pt x="0" y="0"/>
                </a:lnTo>
                <a:close/>
              </a:path>
            </a:pathLst>
          </a:custGeom>
          <a:solidFill>
            <a:srgbClr val="EFAD3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r>
              <a:rPr lang="en-US" altLang="zh-CN">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  FOOD</a:t>
            </a:r>
            <a:endParaRPr lang="en-US" altLang="zh-CN">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p:txBody>
      </p:sp>
      <p:sp>
        <p:nvSpPr>
          <p:cNvPr id="18" name="椭圆 17"/>
          <p:cNvSpPr/>
          <p:nvPr/>
        </p:nvSpPr>
        <p:spPr>
          <a:xfrm>
            <a:off x="448945" y="5008880"/>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1" name="椭圆 20"/>
          <p:cNvSpPr/>
          <p:nvPr>
            <p:custDataLst>
              <p:tags r:id="rId21"/>
            </p:custDataLst>
          </p:nvPr>
        </p:nvSpPr>
        <p:spPr>
          <a:xfrm>
            <a:off x="144780" y="4276090"/>
            <a:ext cx="474980" cy="454660"/>
          </a:xfrm>
          <a:prstGeom prst="ellipse">
            <a:avLst/>
          </a:prstGeom>
          <a:solidFill>
            <a:srgbClr val="EFAD3A"/>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3" name="椭圆 22"/>
          <p:cNvSpPr/>
          <p:nvPr>
            <p:custDataLst>
              <p:tags r:id="rId22"/>
            </p:custDataLst>
          </p:nvPr>
        </p:nvSpPr>
        <p:spPr>
          <a:xfrm>
            <a:off x="7620000" y="-478790"/>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4" name="椭圆 23"/>
          <p:cNvSpPr/>
          <p:nvPr>
            <p:custDataLst>
              <p:tags r:id="rId23"/>
            </p:custDataLst>
          </p:nvPr>
        </p:nvSpPr>
        <p:spPr>
          <a:xfrm>
            <a:off x="11031855" y="2022475"/>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7" name="文本框 26"/>
          <p:cNvSpPr txBox="1"/>
          <p:nvPr/>
        </p:nvSpPr>
        <p:spPr>
          <a:xfrm>
            <a:off x="4064000" y="4137660"/>
            <a:ext cx="4064000" cy="746125"/>
          </a:xfrm>
          <a:prstGeom prst="rect">
            <a:avLst/>
          </a:prstGeom>
          <a:noFill/>
        </p:spPr>
        <p:txBody>
          <a:bodyPr wrap="square" rtlCol="0">
            <a:spAutoFit/>
          </a:bodyPr>
          <a:p>
            <a:pPr algn="ctr">
              <a:lnSpc>
                <a:spcPts val="5105"/>
              </a:lnSpc>
            </a:pPr>
            <a:r>
              <a:rPr lang="en-US" sz="2000" spc="184">
                <a:solidFill>
                  <a:schemeClr val="tx1">
                    <a:lumMod val="50000"/>
                    <a:lumOff val="50000"/>
                  </a:schemeClr>
                </a:solidFill>
                <a:latin typeface="仓耳渔阳体 W04" panose="02020400000000000000" charset="-122"/>
                <a:ea typeface="仓耳渔阳体 W04" panose="02020400000000000000" charset="-122"/>
                <a:cs typeface="仓耳渔阳体 W04" panose="02020400000000000000" charset="-122"/>
                <a:sym typeface="+mn-ea"/>
              </a:rPr>
              <a:t>时间：202X年XX月XX日</a:t>
            </a:r>
            <a:endParaRPr lang="en-US" altLang="en-US" sz="2000" spc="184">
              <a:solidFill>
                <a:schemeClr val="tx1">
                  <a:lumMod val="50000"/>
                  <a:lumOff val="50000"/>
                </a:schemeClr>
              </a:solidFill>
              <a:latin typeface="仓耳渔阳体 W04" panose="02020400000000000000" charset="-122"/>
              <a:ea typeface="仓耳渔阳体 W04" panose="02020400000000000000" charset="-122"/>
              <a:cs typeface="仓耳渔阳体 W04" panose="02020400000000000000" charset="-122"/>
              <a:sym typeface="+mn-ea"/>
            </a:endParaRPr>
          </a:p>
        </p:txBody>
      </p:sp>
      <p:pic>
        <p:nvPicPr>
          <p:cNvPr id="69" name="Picture 69"/>
          <p:cNvPicPr>
            <a:picLocks noChangeAspect="1"/>
          </p:cNvPicPr>
          <p:nvPr>
            <p:custDataLst>
              <p:tags r:id="rId24"/>
            </p:custDataLst>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rcRect/>
          <a:stretch>
            <a:fillRect/>
          </a:stretch>
        </p:blipFill>
        <p:spPr>
          <a:xfrm rot="18760219">
            <a:off x="10956914" y="3963171"/>
            <a:ext cx="1257077" cy="772531"/>
          </a:xfrm>
          <a:prstGeom prst="rect">
            <a:avLst/>
          </a:prstGeom>
        </p:spPr>
      </p:pic>
      <p:pic>
        <p:nvPicPr>
          <p:cNvPr id="68" name="Picture 68"/>
          <p:cNvPicPr>
            <a:picLocks noChangeAspect="1"/>
          </p:cNvPicPr>
          <p:nvPr>
            <p:custDataLst>
              <p:tags r:id="rId27"/>
            </p:custDataLst>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r="45888" b="46718"/>
          <a:stretch>
            <a:fillRect/>
          </a:stretch>
        </p:blipFill>
        <p:spPr>
          <a:xfrm rot="4260000">
            <a:off x="1382717" y="1731163"/>
            <a:ext cx="758510" cy="820369"/>
          </a:xfrm>
          <a:prstGeom prst="rect">
            <a:avLst/>
          </a:prstGeom>
        </p:spPr>
      </p:pic>
      <p:pic>
        <p:nvPicPr>
          <p:cNvPr id="72" name="Picture 72"/>
          <p:cNvPicPr>
            <a:picLocks noChangeAspect="1"/>
          </p:cNvPicPr>
          <p:nvPr>
            <p:custDataLst>
              <p:tags r:id="rId30"/>
            </p:custDataLst>
          </p:nvPr>
        </p:nvPicPr>
        <p:blipFill>
          <a:blip r:embed="rId31">
            <a:extLst>
              <a:ext uri="{28A0092B-C50C-407E-A947-70E740481C1C}">
                <a14:useLocalDpi xmlns:a14="http://schemas.microsoft.com/office/drawing/2010/main" val="0"/>
              </a:ext>
              <a:ext uri="{96DAC541-7B7A-43D3-8B79-37D633B846F1}">
                <asvg:svgBlip xmlns:asvg="http://schemas.microsoft.com/office/drawing/2016/SVG/main" r:embed="rId32"/>
              </a:ext>
            </a:extLst>
          </a:blip>
          <a:srcRect/>
          <a:stretch>
            <a:fillRect/>
          </a:stretch>
        </p:blipFill>
        <p:spPr>
          <a:xfrm rot="-1815464">
            <a:off x="2098803" y="5452344"/>
            <a:ext cx="948074" cy="361623"/>
          </a:xfrm>
          <a:prstGeom prst="rect">
            <a:avLst/>
          </a:prstGeom>
        </p:spPr>
      </p:pic>
      <p:pic>
        <p:nvPicPr>
          <p:cNvPr id="2" name="Picture 69"/>
          <p:cNvPicPr>
            <a:picLocks noChangeAspect="1"/>
          </p:cNvPicPr>
          <p:nvPr>
            <p:custDataLst>
              <p:tags r:id="rId33"/>
            </p:custDataLst>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rcRect/>
          <a:stretch>
            <a:fillRect/>
          </a:stretch>
        </p:blipFill>
        <p:spPr>
          <a:xfrm rot="6619779" flipH="1">
            <a:off x="3252459" y="417966"/>
            <a:ext cx="1257077" cy="772531"/>
          </a:xfrm>
          <a:prstGeom prst="rect">
            <a:avLst/>
          </a:prstGeom>
        </p:spPr>
      </p:pic>
    </p:spTree>
    <p:custDataLst>
      <p:tags r:id="rId3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1EB"/>
        </a:solidFill>
        <a:effectLst/>
      </p:bgPr>
    </p:bg>
    <p:spTree>
      <p:nvGrpSpPr>
        <p:cNvPr id="1" name=""/>
        <p:cNvGrpSpPr/>
        <p:nvPr/>
      </p:nvGrpSpPr>
      <p:grpSpPr/>
      <p:sp>
        <p:nvSpPr>
          <p:cNvPr id="6" name="任意多边形 5"/>
          <p:cNvSpPr/>
          <p:nvPr>
            <p:custDataLst>
              <p:tags r:id="rId1"/>
            </p:custDataLst>
          </p:nvPr>
        </p:nvSpPr>
        <p:spPr>
          <a:xfrm>
            <a:off x="0" y="0"/>
            <a:ext cx="1941830" cy="1963420"/>
          </a:xfrm>
          <a:custGeom>
            <a:avLst/>
            <a:gdLst>
              <a:gd name="connsiteX0" fmla="*/ 5595 w 5640"/>
              <a:gd name="connsiteY0" fmla="*/ 203 h 4952"/>
              <a:gd name="connsiteX1" fmla="*/ 5070 w 5640"/>
              <a:gd name="connsiteY1" fmla="*/ 2031 h 4952"/>
              <a:gd name="connsiteX2" fmla="*/ 3162 w 5640"/>
              <a:gd name="connsiteY2" fmla="*/ 2750 h 4952"/>
              <a:gd name="connsiteX3" fmla="*/ 2032 w 5640"/>
              <a:gd name="connsiteY3" fmla="*/ 4349 h 4952"/>
              <a:gd name="connsiteX4" fmla="*/ 46 w 5640"/>
              <a:gd name="connsiteY4" fmla="*/ 4783 h 4952"/>
              <a:gd name="connsiteX5" fmla="*/ 0 w 5640"/>
              <a:gd name="connsiteY5" fmla="*/ 0 h 4952"/>
              <a:gd name="connsiteX6" fmla="*/ 5595 w 5640"/>
              <a:gd name="connsiteY6" fmla="*/ 203 h 4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0" h="4747">
                <a:moveTo>
                  <a:pt x="0" y="0"/>
                </a:moveTo>
                <a:lnTo>
                  <a:pt x="5505" y="0"/>
                </a:lnTo>
                <a:lnTo>
                  <a:pt x="5510" y="17"/>
                </a:lnTo>
                <a:cubicBezTo>
                  <a:pt x="5636" y="426"/>
                  <a:pt x="5458" y="1325"/>
                  <a:pt x="4979" y="1826"/>
                </a:cubicBezTo>
                <a:cubicBezTo>
                  <a:pt x="4492" y="2335"/>
                  <a:pt x="3506" y="2362"/>
                  <a:pt x="3071" y="2545"/>
                </a:cubicBezTo>
                <a:cubicBezTo>
                  <a:pt x="2636" y="2728"/>
                  <a:pt x="2546" y="3515"/>
                  <a:pt x="1941" y="4144"/>
                </a:cubicBezTo>
                <a:cubicBezTo>
                  <a:pt x="1374" y="4734"/>
                  <a:pt x="314" y="4880"/>
                  <a:pt x="6" y="4633"/>
                </a:cubicBezTo>
                <a:lnTo>
                  <a:pt x="0" y="4627"/>
                </a:lnTo>
                <a:lnTo>
                  <a:pt x="0" y="0"/>
                </a:lnTo>
                <a:close/>
              </a:path>
            </a:pathLst>
          </a:custGeom>
          <a:solidFill>
            <a:srgbClr val="EFD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9" name="任意多边形 8"/>
          <p:cNvSpPr/>
          <p:nvPr>
            <p:custDataLst>
              <p:tags r:id="rId2"/>
            </p:custDataLst>
          </p:nvPr>
        </p:nvSpPr>
        <p:spPr>
          <a:xfrm>
            <a:off x="-51435" y="-16510"/>
            <a:ext cx="1798320" cy="1884680"/>
          </a:xfrm>
          <a:custGeom>
            <a:avLst/>
            <a:gdLst>
              <a:gd name="connsiteX0" fmla="*/ 0 w 5143"/>
              <a:gd name="connsiteY0" fmla="*/ 0 h 4554"/>
              <a:gd name="connsiteX1" fmla="*/ 5143 w 5143"/>
              <a:gd name="connsiteY1" fmla="*/ 0 h 4554"/>
              <a:gd name="connsiteX2" fmla="*/ 5141 w 5143"/>
              <a:gd name="connsiteY2" fmla="*/ 11 h 4554"/>
              <a:gd name="connsiteX3" fmla="*/ 4681 w 5143"/>
              <a:gd name="connsiteY3" fmla="*/ 989 h 4554"/>
              <a:gd name="connsiteX4" fmla="*/ 3207 w 5143"/>
              <a:gd name="connsiteY4" fmla="*/ 1914 h 4554"/>
              <a:gd name="connsiteX5" fmla="*/ 2475 w 5143"/>
              <a:gd name="connsiteY5" fmla="*/ 4088 h 4554"/>
              <a:gd name="connsiteX6" fmla="*/ 922 w 5143"/>
              <a:gd name="connsiteY6" fmla="*/ 4545 h 4554"/>
              <a:gd name="connsiteX7" fmla="*/ 22 w 5143"/>
              <a:gd name="connsiteY7" fmla="*/ 4257 h 4554"/>
              <a:gd name="connsiteX8" fmla="*/ 0 w 5143"/>
              <a:gd name="connsiteY8" fmla="*/ 0 h 4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3" h="4554">
                <a:moveTo>
                  <a:pt x="0" y="0"/>
                </a:moveTo>
                <a:lnTo>
                  <a:pt x="5143" y="0"/>
                </a:lnTo>
                <a:lnTo>
                  <a:pt x="5141" y="11"/>
                </a:lnTo>
                <a:cubicBezTo>
                  <a:pt x="5110" y="197"/>
                  <a:pt x="5088" y="582"/>
                  <a:pt x="4681" y="989"/>
                </a:cubicBezTo>
                <a:cubicBezTo>
                  <a:pt x="4247" y="1423"/>
                  <a:pt x="3573" y="1617"/>
                  <a:pt x="3207" y="1914"/>
                </a:cubicBezTo>
                <a:cubicBezTo>
                  <a:pt x="2841" y="2211"/>
                  <a:pt x="2989" y="3585"/>
                  <a:pt x="2475" y="4088"/>
                </a:cubicBezTo>
                <a:cubicBezTo>
                  <a:pt x="1961" y="4591"/>
                  <a:pt x="1379" y="4567"/>
                  <a:pt x="922" y="4545"/>
                </a:cubicBezTo>
                <a:cubicBezTo>
                  <a:pt x="465" y="4523"/>
                  <a:pt x="375" y="4352"/>
                  <a:pt x="22" y="4257"/>
                </a:cubicBezTo>
                <a:lnTo>
                  <a:pt x="0" y="0"/>
                </a:lnTo>
                <a:close/>
              </a:path>
            </a:pathLst>
          </a:custGeom>
          <a:noFill/>
          <a:ln w="9525">
            <a:solidFill>
              <a:schemeClr val="bg1"/>
            </a:solidFill>
          </a:ln>
          <a:extLst>
            <a:ext uri="{909E8E84-426E-40DD-AFC4-6F175D3DCCD1}">
              <a14:hiddenFill xmlns:a14="http://schemas.microsoft.com/office/drawing/2010/main">
                <a:solidFill>
                  <a:schemeClr val="accent1">
                    <a:alpha val="46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2" name="任意多边形 11"/>
          <p:cNvSpPr/>
          <p:nvPr>
            <p:custDataLst>
              <p:tags r:id="rId3"/>
            </p:custDataLst>
          </p:nvPr>
        </p:nvSpPr>
        <p:spPr>
          <a:xfrm>
            <a:off x="10052050" y="0"/>
            <a:ext cx="2139950" cy="1375410"/>
          </a:xfrm>
          <a:custGeom>
            <a:avLst/>
            <a:gdLst>
              <a:gd name="connsiteX0" fmla="*/ 16 w 5020"/>
              <a:gd name="connsiteY0" fmla="*/ 206 h 3666"/>
              <a:gd name="connsiteX1" fmla="*/ 39 w 5020"/>
              <a:gd name="connsiteY1" fmla="*/ 684 h 3666"/>
              <a:gd name="connsiteX2" fmla="*/ 404 w 5020"/>
              <a:gd name="connsiteY2" fmla="*/ 1139 h 3666"/>
              <a:gd name="connsiteX3" fmla="*/ 231 w 5020"/>
              <a:gd name="connsiteY3" fmla="*/ 2544 h 3666"/>
              <a:gd name="connsiteX4" fmla="*/ 847 w 5020"/>
              <a:gd name="connsiteY4" fmla="*/ 3138 h 3666"/>
              <a:gd name="connsiteX5" fmla="*/ 2038 w 5020"/>
              <a:gd name="connsiteY5" fmla="*/ 3345 h 3666"/>
              <a:gd name="connsiteX6" fmla="*/ 3523 w 5020"/>
              <a:gd name="connsiteY6" fmla="*/ 3665 h 3666"/>
              <a:gd name="connsiteX7" fmla="*/ 4791 w 5020"/>
              <a:gd name="connsiteY7" fmla="*/ 3276 h 3666"/>
              <a:gd name="connsiteX8" fmla="*/ 4928 w 5020"/>
              <a:gd name="connsiteY8" fmla="*/ 0 h 3666"/>
              <a:gd name="connsiteX9" fmla="*/ 16 w 5020"/>
              <a:gd name="connsiteY9" fmla="*/ 206 h 3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30" h="3460">
                <a:moveTo>
                  <a:pt x="16" y="0"/>
                </a:moveTo>
                <a:lnTo>
                  <a:pt x="4730" y="0"/>
                </a:lnTo>
                <a:lnTo>
                  <a:pt x="4730" y="3100"/>
                </a:lnTo>
                <a:lnTo>
                  <a:pt x="4707" y="3112"/>
                </a:lnTo>
                <a:cubicBezTo>
                  <a:pt x="4294" y="3323"/>
                  <a:pt x="3957" y="3436"/>
                  <a:pt x="3523" y="3458"/>
                </a:cubicBezTo>
                <a:cubicBezTo>
                  <a:pt x="3060" y="3482"/>
                  <a:pt x="2320" y="3251"/>
                  <a:pt x="2038" y="3138"/>
                </a:cubicBezTo>
                <a:cubicBezTo>
                  <a:pt x="1756" y="3025"/>
                  <a:pt x="1167" y="3000"/>
                  <a:pt x="847" y="2931"/>
                </a:cubicBezTo>
                <a:cubicBezTo>
                  <a:pt x="527" y="2862"/>
                  <a:pt x="288" y="2634"/>
                  <a:pt x="231" y="2337"/>
                </a:cubicBezTo>
                <a:cubicBezTo>
                  <a:pt x="174" y="2040"/>
                  <a:pt x="489" y="1240"/>
                  <a:pt x="404" y="932"/>
                </a:cubicBezTo>
                <a:cubicBezTo>
                  <a:pt x="319" y="624"/>
                  <a:pt x="108" y="650"/>
                  <a:pt x="39" y="477"/>
                </a:cubicBezTo>
                <a:cubicBezTo>
                  <a:pt x="-28" y="309"/>
                  <a:pt x="11" y="101"/>
                  <a:pt x="15" y="8"/>
                </a:cubicBezTo>
                <a:lnTo>
                  <a:pt x="16" y="0"/>
                </a:lnTo>
                <a:close/>
              </a:path>
            </a:pathLst>
          </a:custGeom>
          <a:solidFill>
            <a:srgbClr val="E9BE8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5" name="任意多边形 14"/>
          <p:cNvSpPr/>
          <p:nvPr>
            <p:custDataLst>
              <p:tags r:id="rId4"/>
            </p:custDataLst>
          </p:nvPr>
        </p:nvSpPr>
        <p:spPr>
          <a:xfrm>
            <a:off x="9810750" y="-50800"/>
            <a:ext cx="2389505" cy="1477645"/>
          </a:xfrm>
          <a:custGeom>
            <a:avLst/>
            <a:gdLst>
              <a:gd name="connsiteX0" fmla="*/ 0 w 6373"/>
              <a:gd name="connsiteY0" fmla="*/ 226 h 3921"/>
              <a:gd name="connsiteX1" fmla="*/ 468 w 6373"/>
              <a:gd name="connsiteY1" fmla="*/ 797 h 3921"/>
              <a:gd name="connsiteX2" fmla="*/ 1748 w 6373"/>
              <a:gd name="connsiteY2" fmla="*/ 1122 h 3921"/>
              <a:gd name="connsiteX3" fmla="*/ 2193 w 6373"/>
              <a:gd name="connsiteY3" fmla="*/ 2161 h 3921"/>
              <a:gd name="connsiteX4" fmla="*/ 3175 w 6373"/>
              <a:gd name="connsiteY4" fmla="*/ 3315 h 3921"/>
              <a:gd name="connsiteX5" fmla="*/ 4980 w 6373"/>
              <a:gd name="connsiteY5" fmla="*/ 3909 h 3921"/>
              <a:gd name="connsiteX6" fmla="*/ 6294 w 6373"/>
              <a:gd name="connsiteY6" fmla="*/ 3687 h 3921"/>
              <a:gd name="connsiteX7" fmla="*/ 6373 w 6373"/>
              <a:gd name="connsiteY7" fmla="*/ 0 h 3921"/>
              <a:gd name="connsiteX8" fmla="*/ 0 w 6373"/>
              <a:gd name="connsiteY8" fmla="*/ 226 h 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74" h="3716">
                <a:moveTo>
                  <a:pt x="592" y="0"/>
                </a:moveTo>
                <a:lnTo>
                  <a:pt x="6202" y="0"/>
                </a:lnTo>
                <a:lnTo>
                  <a:pt x="6274" y="0"/>
                </a:lnTo>
                <a:lnTo>
                  <a:pt x="6274" y="3491"/>
                </a:lnTo>
                <a:lnTo>
                  <a:pt x="6257" y="3499"/>
                </a:lnTo>
                <a:cubicBezTo>
                  <a:pt x="5873" y="3675"/>
                  <a:pt x="5545" y="3748"/>
                  <a:pt x="4980" y="3704"/>
                </a:cubicBezTo>
                <a:cubicBezTo>
                  <a:pt x="4397" y="3659"/>
                  <a:pt x="3678" y="3419"/>
                  <a:pt x="3175" y="3110"/>
                </a:cubicBezTo>
                <a:cubicBezTo>
                  <a:pt x="2672" y="2801"/>
                  <a:pt x="2361" y="2326"/>
                  <a:pt x="2193" y="1956"/>
                </a:cubicBezTo>
                <a:cubicBezTo>
                  <a:pt x="2025" y="1586"/>
                  <a:pt x="1931" y="1082"/>
                  <a:pt x="1748" y="917"/>
                </a:cubicBezTo>
                <a:cubicBezTo>
                  <a:pt x="1565" y="752"/>
                  <a:pt x="813" y="754"/>
                  <a:pt x="468" y="592"/>
                </a:cubicBezTo>
                <a:cubicBezTo>
                  <a:pt x="123" y="430"/>
                  <a:pt x="80" y="289"/>
                  <a:pt x="0" y="21"/>
                </a:cubicBezTo>
                <a:lnTo>
                  <a:pt x="592" y="0"/>
                </a:lnTo>
                <a:close/>
              </a:path>
            </a:pathLst>
          </a:custGeom>
          <a:noFill/>
          <a:ln>
            <a:solidFill>
              <a:schemeClr val="bg1"/>
            </a:solidFill>
          </a:ln>
          <a:extLst>
            <a:ext uri="{909E8E84-426E-40DD-AFC4-6F175D3DCCD1}">
              <a14:hiddenFill xmlns:a14="http://schemas.microsoft.com/office/drawing/2010/main">
                <a:solidFill>
                  <a:schemeClr val="accent1">
                    <a:alpha val="28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9" name="任意多边形 18"/>
          <p:cNvSpPr/>
          <p:nvPr>
            <p:custDataLst>
              <p:tags r:id="rId5"/>
            </p:custDataLst>
          </p:nvPr>
        </p:nvSpPr>
        <p:spPr>
          <a:xfrm>
            <a:off x="0" y="6130925"/>
            <a:ext cx="3524250" cy="743585"/>
          </a:xfrm>
          <a:custGeom>
            <a:avLst/>
            <a:gdLst>
              <a:gd name="connsiteX0" fmla="*/ 1712 w 8295"/>
              <a:gd name="connsiteY0" fmla="*/ 1303 h 3164"/>
              <a:gd name="connsiteX1" fmla="*/ 3081 w 8295"/>
              <a:gd name="connsiteY1" fmla="*/ 1634 h 3164"/>
              <a:gd name="connsiteX2" fmla="*/ 5390 w 8295"/>
              <a:gd name="connsiteY2" fmla="*/ 252 h 3164"/>
              <a:gd name="connsiteX3" fmla="*/ 7514 w 8295"/>
              <a:gd name="connsiteY3" fmla="*/ 903 h 3164"/>
              <a:gd name="connsiteX4" fmla="*/ 8256 w 8295"/>
              <a:gd name="connsiteY4" fmla="*/ 2228 h 3164"/>
              <a:gd name="connsiteX5" fmla="*/ 614 w 8295"/>
              <a:gd name="connsiteY5" fmla="*/ 3164 h 3164"/>
              <a:gd name="connsiteX6" fmla="*/ 0 w 8295"/>
              <a:gd name="connsiteY6" fmla="*/ 2159 h 3164"/>
              <a:gd name="connsiteX7" fmla="*/ 125 w 8295"/>
              <a:gd name="connsiteY7" fmla="*/ 0 h 3164"/>
              <a:gd name="connsiteX8" fmla="*/ 1712 w 8295"/>
              <a:gd name="connsiteY8" fmla="*/ 1303 h 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03" h="2107">
                <a:moveTo>
                  <a:pt x="0" y="0"/>
                </a:moveTo>
                <a:lnTo>
                  <a:pt x="20" y="6"/>
                </a:lnTo>
                <a:cubicBezTo>
                  <a:pt x="473" y="162"/>
                  <a:pt x="1102" y="966"/>
                  <a:pt x="1519" y="1287"/>
                </a:cubicBezTo>
                <a:cubicBezTo>
                  <a:pt x="1964" y="1630"/>
                  <a:pt x="2532" y="1686"/>
                  <a:pt x="2888" y="1618"/>
                </a:cubicBezTo>
                <a:cubicBezTo>
                  <a:pt x="3244" y="1550"/>
                  <a:pt x="4123" y="259"/>
                  <a:pt x="5197" y="236"/>
                </a:cubicBezTo>
                <a:cubicBezTo>
                  <a:pt x="6271" y="213"/>
                  <a:pt x="6658" y="305"/>
                  <a:pt x="7321" y="887"/>
                </a:cubicBezTo>
                <a:cubicBezTo>
                  <a:pt x="7922" y="1415"/>
                  <a:pt x="8156" y="1756"/>
                  <a:pt x="8092" y="2104"/>
                </a:cubicBezTo>
                <a:lnTo>
                  <a:pt x="8092" y="2107"/>
                </a:lnTo>
                <a:lnTo>
                  <a:pt x="0" y="2107"/>
                </a:lnTo>
                <a:lnTo>
                  <a:pt x="0" y="0"/>
                </a:lnTo>
                <a:close/>
              </a:path>
            </a:pathLst>
          </a:custGeom>
          <a:solidFill>
            <a:srgbClr val="E9BE8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22" name="任意多边形 21"/>
          <p:cNvSpPr/>
          <p:nvPr>
            <p:custDataLst>
              <p:tags r:id="rId6"/>
            </p:custDataLst>
          </p:nvPr>
        </p:nvSpPr>
        <p:spPr>
          <a:xfrm>
            <a:off x="-24765" y="6249035"/>
            <a:ext cx="3384550" cy="633730"/>
          </a:xfrm>
          <a:custGeom>
            <a:avLst/>
            <a:gdLst>
              <a:gd name="connsiteX0" fmla="*/ 679 w 8465"/>
              <a:gd name="connsiteY0" fmla="*/ 4 h 2284"/>
              <a:gd name="connsiteX1" fmla="*/ 2269 w 8465"/>
              <a:gd name="connsiteY1" fmla="*/ 1424 h 2284"/>
              <a:gd name="connsiteX2" fmla="*/ 3882 w 8465"/>
              <a:gd name="connsiteY2" fmla="*/ 1211 h 2284"/>
              <a:gd name="connsiteX3" fmla="*/ 5692 w 8465"/>
              <a:gd name="connsiteY3" fmla="*/ 138 h 2284"/>
              <a:gd name="connsiteX4" fmla="*/ 7562 w 8465"/>
              <a:gd name="connsiteY4" fmla="*/ 679 h 2284"/>
              <a:gd name="connsiteX5" fmla="*/ 8465 w 8465"/>
              <a:gd name="connsiteY5" fmla="*/ 1844 h 2284"/>
              <a:gd name="connsiteX6" fmla="*/ 0 w 8465"/>
              <a:gd name="connsiteY6" fmla="*/ 2284 h 2284"/>
              <a:gd name="connsiteX7" fmla="*/ 679 w 8465"/>
              <a:gd name="connsiteY7" fmla="*/ 4 h 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83" h="1797">
                <a:moveTo>
                  <a:pt x="86" y="0"/>
                </a:moveTo>
                <a:cubicBezTo>
                  <a:pt x="760" y="-7"/>
                  <a:pt x="1032" y="1148"/>
                  <a:pt x="1610" y="1424"/>
                </a:cubicBezTo>
                <a:cubicBezTo>
                  <a:pt x="2207" y="1709"/>
                  <a:pt x="2699" y="1524"/>
                  <a:pt x="3223" y="1211"/>
                </a:cubicBezTo>
                <a:cubicBezTo>
                  <a:pt x="3747" y="898"/>
                  <a:pt x="4310" y="198"/>
                  <a:pt x="5033" y="138"/>
                </a:cubicBezTo>
                <a:cubicBezTo>
                  <a:pt x="5756" y="78"/>
                  <a:pt x="6209" y="213"/>
                  <a:pt x="6903" y="679"/>
                </a:cubicBezTo>
                <a:cubicBezTo>
                  <a:pt x="7554" y="1116"/>
                  <a:pt x="7645" y="1500"/>
                  <a:pt x="7779" y="1788"/>
                </a:cubicBezTo>
                <a:lnTo>
                  <a:pt x="7783" y="1797"/>
                </a:lnTo>
                <a:lnTo>
                  <a:pt x="0" y="1797"/>
                </a:lnTo>
                <a:lnTo>
                  <a:pt x="0" y="72"/>
                </a:lnTo>
                <a:lnTo>
                  <a:pt x="20" y="4"/>
                </a:lnTo>
                <a:cubicBezTo>
                  <a:pt x="43" y="2"/>
                  <a:pt x="65" y="0"/>
                  <a:pt x="86" y="0"/>
                </a:cubicBezTo>
                <a:close/>
              </a:path>
            </a:pathLst>
          </a:custGeom>
          <a:noFill/>
          <a:ln>
            <a:solidFill>
              <a:schemeClr val="bg1"/>
            </a:solidFill>
          </a:ln>
          <a:extLst>
            <a:ext uri="{909E8E84-426E-40DD-AFC4-6F175D3DCCD1}">
              <a14:hiddenFill xmlns:a14="http://schemas.microsoft.com/office/drawing/2010/main">
                <a:solidFill>
                  <a:schemeClr val="accent1">
                    <a:alpha val="24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25" name="任意多边形 24"/>
          <p:cNvSpPr/>
          <p:nvPr>
            <p:custDataLst>
              <p:tags r:id="rId7"/>
            </p:custDataLst>
          </p:nvPr>
        </p:nvSpPr>
        <p:spPr>
          <a:xfrm>
            <a:off x="9811385" y="5558155"/>
            <a:ext cx="2380615" cy="1299845"/>
          </a:xfrm>
          <a:custGeom>
            <a:avLst/>
            <a:gdLst>
              <a:gd name="connsiteX0" fmla="*/ 0 w 6333"/>
              <a:gd name="connsiteY0" fmla="*/ 2920 h 4147"/>
              <a:gd name="connsiteX1" fmla="*/ 1240 w 6333"/>
              <a:gd name="connsiteY1" fmla="*/ 773 h 4147"/>
              <a:gd name="connsiteX2" fmla="*/ 3253 w 6333"/>
              <a:gd name="connsiteY2" fmla="*/ 240 h 4147"/>
              <a:gd name="connsiteX3" fmla="*/ 5147 w 6333"/>
              <a:gd name="connsiteY3" fmla="*/ 506 h 4147"/>
              <a:gd name="connsiteX4" fmla="*/ 6160 w 6333"/>
              <a:gd name="connsiteY4" fmla="*/ 0 h 4147"/>
              <a:gd name="connsiteX5" fmla="*/ 6333 w 6333"/>
              <a:gd name="connsiteY5" fmla="*/ 4147 h 4147"/>
              <a:gd name="connsiteX6" fmla="*/ 0 w 6333"/>
              <a:gd name="connsiteY6" fmla="*/ 2920 h 4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4" h="2912">
                <a:moveTo>
                  <a:pt x="6074" y="0"/>
                </a:moveTo>
                <a:lnTo>
                  <a:pt x="6074" y="2912"/>
                </a:lnTo>
                <a:lnTo>
                  <a:pt x="5" y="2912"/>
                </a:lnTo>
                <a:lnTo>
                  <a:pt x="0" y="2911"/>
                </a:lnTo>
                <a:cubicBezTo>
                  <a:pt x="107" y="2257"/>
                  <a:pt x="461" y="1324"/>
                  <a:pt x="1240" y="764"/>
                </a:cubicBezTo>
                <a:cubicBezTo>
                  <a:pt x="2019" y="204"/>
                  <a:pt x="2599" y="271"/>
                  <a:pt x="3253" y="231"/>
                </a:cubicBezTo>
                <a:cubicBezTo>
                  <a:pt x="3907" y="191"/>
                  <a:pt x="4627" y="590"/>
                  <a:pt x="5147" y="497"/>
                </a:cubicBezTo>
                <a:cubicBezTo>
                  <a:pt x="5618" y="413"/>
                  <a:pt x="5782" y="66"/>
                  <a:pt x="6067" y="1"/>
                </a:cubicBezTo>
                <a:lnTo>
                  <a:pt x="6074" y="0"/>
                </a:lnTo>
                <a:close/>
              </a:path>
            </a:pathLst>
          </a:custGeom>
          <a:solidFill>
            <a:srgbClr val="EFD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4" name="任意多边形 3"/>
          <p:cNvSpPr/>
          <p:nvPr>
            <p:custDataLst>
              <p:tags r:id="rId8"/>
            </p:custDataLst>
          </p:nvPr>
        </p:nvSpPr>
        <p:spPr>
          <a:xfrm flipH="1" flipV="1">
            <a:off x="10071735" y="5558790"/>
            <a:ext cx="2251710" cy="1299845"/>
          </a:xfrm>
          <a:custGeom>
            <a:avLst/>
            <a:gdLst>
              <a:gd name="connsiteX0" fmla="*/ 0 w 5143"/>
              <a:gd name="connsiteY0" fmla="*/ 0 h 4554"/>
              <a:gd name="connsiteX1" fmla="*/ 5143 w 5143"/>
              <a:gd name="connsiteY1" fmla="*/ 0 h 4554"/>
              <a:gd name="connsiteX2" fmla="*/ 5141 w 5143"/>
              <a:gd name="connsiteY2" fmla="*/ 11 h 4554"/>
              <a:gd name="connsiteX3" fmla="*/ 4681 w 5143"/>
              <a:gd name="connsiteY3" fmla="*/ 989 h 4554"/>
              <a:gd name="connsiteX4" fmla="*/ 3207 w 5143"/>
              <a:gd name="connsiteY4" fmla="*/ 1914 h 4554"/>
              <a:gd name="connsiteX5" fmla="*/ 2475 w 5143"/>
              <a:gd name="connsiteY5" fmla="*/ 4088 h 4554"/>
              <a:gd name="connsiteX6" fmla="*/ 922 w 5143"/>
              <a:gd name="connsiteY6" fmla="*/ 4545 h 4554"/>
              <a:gd name="connsiteX7" fmla="*/ 22 w 5143"/>
              <a:gd name="connsiteY7" fmla="*/ 4257 h 4554"/>
              <a:gd name="connsiteX8" fmla="*/ 0 w 5143"/>
              <a:gd name="connsiteY8" fmla="*/ 0 h 4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3" h="4554">
                <a:moveTo>
                  <a:pt x="0" y="0"/>
                </a:moveTo>
                <a:lnTo>
                  <a:pt x="5143" y="0"/>
                </a:lnTo>
                <a:lnTo>
                  <a:pt x="5141" y="11"/>
                </a:lnTo>
                <a:cubicBezTo>
                  <a:pt x="5110" y="197"/>
                  <a:pt x="5088" y="582"/>
                  <a:pt x="4681" y="989"/>
                </a:cubicBezTo>
                <a:cubicBezTo>
                  <a:pt x="4247" y="1423"/>
                  <a:pt x="3573" y="1617"/>
                  <a:pt x="3207" y="1914"/>
                </a:cubicBezTo>
                <a:cubicBezTo>
                  <a:pt x="2841" y="2211"/>
                  <a:pt x="2989" y="3585"/>
                  <a:pt x="2475" y="4088"/>
                </a:cubicBezTo>
                <a:cubicBezTo>
                  <a:pt x="1961" y="4591"/>
                  <a:pt x="1379" y="4567"/>
                  <a:pt x="922" y="4545"/>
                </a:cubicBezTo>
                <a:cubicBezTo>
                  <a:pt x="465" y="4523"/>
                  <a:pt x="375" y="4352"/>
                  <a:pt x="22" y="4257"/>
                </a:cubicBezTo>
                <a:lnTo>
                  <a:pt x="0" y="0"/>
                </a:lnTo>
                <a:close/>
              </a:path>
            </a:pathLst>
          </a:custGeom>
          <a:noFill/>
          <a:ln w="9525">
            <a:solidFill>
              <a:schemeClr val="bg1"/>
            </a:solidFill>
          </a:ln>
          <a:extLst>
            <a:ext uri="{909E8E84-426E-40DD-AFC4-6F175D3DCCD1}">
              <a14:hiddenFill xmlns:a14="http://schemas.microsoft.com/office/drawing/2010/main">
                <a:solidFill>
                  <a:schemeClr val="accent1">
                    <a:alpha val="46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8" name="椭圆 17"/>
          <p:cNvSpPr/>
          <p:nvPr/>
        </p:nvSpPr>
        <p:spPr>
          <a:xfrm>
            <a:off x="207645" y="5374005"/>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1" name="椭圆 20"/>
          <p:cNvSpPr/>
          <p:nvPr>
            <p:custDataLst>
              <p:tags r:id="rId9"/>
            </p:custDataLst>
          </p:nvPr>
        </p:nvSpPr>
        <p:spPr>
          <a:xfrm>
            <a:off x="0" y="5103495"/>
            <a:ext cx="474980" cy="454660"/>
          </a:xfrm>
          <a:prstGeom prst="ellipse">
            <a:avLst/>
          </a:prstGeom>
          <a:solidFill>
            <a:srgbClr val="EFAD3A"/>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3" name="椭圆 22"/>
          <p:cNvSpPr/>
          <p:nvPr>
            <p:custDataLst>
              <p:tags r:id="rId10"/>
            </p:custDataLst>
          </p:nvPr>
        </p:nvSpPr>
        <p:spPr>
          <a:xfrm>
            <a:off x="8905875" y="-191135"/>
            <a:ext cx="1226820" cy="1254125"/>
          </a:xfrm>
          <a:prstGeom prst="ellipse">
            <a:avLst/>
          </a:prstGeom>
          <a:solidFill>
            <a:srgbClr val="EFAD3A"/>
          </a:solidFill>
          <a:ln>
            <a:noFill/>
          </a:ln>
          <a:effectLst>
            <a:softEdge rad="5588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4" name="椭圆 23"/>
          <p:cNvSpPr/>
          <p:nvPr>
            <p:custDataLst>
              <p:tags r:id="rId11"/>
            </p:custDataLst>
          </p:nvPr>
        </p:nvSpPr>
        <p:spPr>
          <a:xfrm>
            <a:off x="11031855" y="1426845"/>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pic>
        <p:nvPicPr>
          <p:cNvPr id="2" name="Picture 6"/>
          <p:cNvPicPr>
            <a:picLocks noChangeAspect="1"/>
          </p:cNvPicPr>
          <p:nvPr>
            <p:custDataLst>
              <p:tags r:id="rId12"/>
            </p:custDataLst>
          </p:nvPr>
        </p:nvPicPr>
        <p:blipFill>
          <a:blip r:embed="rId13"/>
          <a:srcRect/>
          <a:stretch>
            <a:fillRect/>
          </a:stretch>
        </p:blipFill>
        <p:spPr>
          <a:xfrm rot="20460000">
            <a:off x="10678795" y="5046345"/>
            <a:ext cx="1432560" cy="1539875"/>
          </a:xfrm>
          <a:prstGeom prst="rect">
            <a:avLst/>
          </a:prstGeom>
        </p:spPr>
      </p:pic>
      <p:pic>
        <p:nvPicPr>
          <p:cNvPr id="3" name="Picture 69"/>
          <p:cNvPicPr>
            <a:picLocks noChangeAspect="1"/>
          </p:cNvPicPr>
          <p:nvPr>
            <p:custDataLst>
              <p:tags r:id="rId14"/>
            </p:custDataLst>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a:fillRect/>
          </a:stretch>
        </p:blipFill>
        <p:spPr>
          <a:xfrm rot="18760219">
            <a:off x="9314169" y="5343661"/>
            <a:ext cx="1257077" cy="772531"/>
          </a:xfrm>
          <a:prstGeom prst="rect">
            <a:avLst/>
          </a:prstGeom>
        </p:spPr>
      </p:pic>
      <p:pic>
        <p:nvPicPr>
          <p:cNvPr id="28" name="Picture 2"/>
          <p:cNvPicPr>
            <a:picLocks noChangeAspect="1"/>
          </p:cNvPicPr>
          <p:nvPr>
            <p:custDataLst>
              <p:tags r:id="rId17"/>
            </p:custDataLst>
          </p:nvPr>
        </p:nvPicPr>
        <p:blipFill>
          <a:blip r:embed="rId18"/>
          <a:srcRect/>
          <a:stretch>
            <a:fillRect/>
          </a:stretch>
        </p:blipFill>
        <p:spPr>
          <a:xfrm rot="1500000">
            <a:off x="2227580" y="5703570"/>
            <a:ext cx="1545590" cy="1262380"/>
          </a:xfrm>
          <a:prstGeom prst="rect">
            <a:avLst/>
          </a:prstGeom>
        </p:spPr>
      </p:pic>
      <p:pic>
        <p:nvPicPr>
          <p:cNvPr id="16" name="Picture 68"/>
          <p:cNvPicPr>
            <a:picLocks noChangeAspect="1"/>
          </p:cNvPicPr>
          <p:nvPr>
            <p:custDataLst>
              <p:tags r:id="rId19"/>
            </p:custDataLst>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r="45888" b="46718"/>
          <a:stretch>
            <a:fillRect/>
          </a:stretch>
        </p:blipFill>
        <p:spPr>
          <a:xfrm rot="12300000">
            <a:off x="11519857" y="1185063"/>
            <a:ext cx="758510" cy="820369"/>
          </a:xfrm>
          <a:prstGeom prst="rect">
            <a:avLst/>
          </a:prstGeom>
        </p:spPr>
      </p:pic>
      <p:pic>
        <p:nvPicPr>
          <p:cNvPr id="17" name="Picture 7"/>
          <p:cNvPicPr>
            <a:picLocks noChangeAspect="1"/>
          </p:cNvPicPr>
          <p:nvPr>
            <p:custDataLst>
              <p:tags r:id="rId22"/>
            </p:custDataLst>
          </p:nvPr>
        </p:nvPicPr>
        <p:blipFill>
          <a:blip r:embed="rId23"/>
          <a:srcRect/>
          <a:stretch>
            <a:fillRect/>
          </a:stretch>
        </p:blipFill>
        <p:spPr>
          <a:xfrm rot="20280000">
            <a:off x="2082800" y="6032500"/>
            <a:ext cx="757555" cy="900430"/>
          </a:xfrm>
          <a:prstGeom prst="rect">
            <a:avLst/>
          </a:prstGeom>
        </p:spPr>
      </p:pic>
      <p:pic>
        <p:nvPicPr>
          <p:cNvPr id="29" name="Picture 72"/>
          <p:cNvPicPr>
            <a:picLocks noChangeAspect="1"/>
          </p:cNvPicPr>
          <p:nvPr>
            <p:custDataLst>
              <p:tags r:id="rId24"/>
            </p:custDataLst>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rcRect/>
          <a:stretch>
            <a:fillRect/>
          </a:stretch>
        </p:blipFill>
        <p:spPr>
          <a:xfrm rot="-1815464">
            <a:off x="1097408" y="5773019"/>
            <a:ext cx="948074" cy="361623"/>
          </a:xfrm>
          <a:prstGeom prst="rect">
            <a:avLst/>
          </a:prstGeom>
        </p:spPr>
      </p:pic>
      <p:pic>
        <p:nvPicPr>
          <p:cNvPr id="30" name="Picture 4"/>
          <p:cNvPicPr>
            <a:picLocks noChangeAspect="1"/>
          </p:cNvPicPr>
          <p:nvPr>
            <p:custDataLst>
              <p:tags r:id="rId27"/>
            </p:custDataLst>
          </p:nvPr>
        </p:nvPicPr>
        <p:blipFill>
          <a:blip r:embed="rId28"/>
          <a:srcRect/>
          <a:stretch>
            <a:fillRect/>
          </a:stretch>
        </p:blipFill>
        <p:spPr>
          <a:xfrm>
            <a:off x="-394970" y="320040"/>
            <a:ext cx="1380490" cy="1211580"/>
          </a:xfrm>
          <a:prstGeom prst="rect">
            <a:avLst/>
          </a:prstGeom>
        </p:spPr>
      </p:pic>
      <p:pic>
        <p:nvPicPr>
          <p:cNvPr id="31" name="Picture 9"/>
          <p:cNvPicPr>
            <a:picLocks noChangeAspect="1"/>
          </p:cNvPicPr>
          <p:nvPr>
            <p:custDataLst>
              <p:tags r:id="rId29"/>
            </p:custDataLst>
          </p:nvPr>
        </p:nvPicPr>
        <p:blipFill>
          <a:blip r:embed="rId30"/>
          <a:srcRect/>
          <a:stretch>
            <a:fillRect/>
          </a:stretch>
        </p:blipFill>
        <p:spPr>
          <a:xfrm rot="19680000">
            <a:off x="250190" y="-466725"/>
            <a:ext cx="1372235" cy="1600200"/>
          </a:xfrm>
          <a:prstGeom prst="rect">
            <a:avLst/>
          </a:prstGeom>
        </p:spPr>
      </p:pic>
      <p:pic>
        <p:nvPicPr>
          <p:cNvPr id="32" name="Picture 69"/>
          <p:cNvPicPr>
            <a:picLocks noChangeAspect="1"/>
          </p:cNvPicPr>
          <p:nvPr>
            <p:custDataLst>
              <p:tags r:id="rId31"/>
            </p:custDataLst>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a:fillRect/>
          </a:stretch>
        </p:blipFill>
        <p:spPr>
          <a:xfrm rot="9040219">
            <a:off x="1151879" y="746261"/>
            <a:ext cx="1257077" cy="772531"/>
          </a:xfrm>
          <a:prstGeom prst="rect">
            <a:avLst/>
          </a:prstGeom>
        </p:spPr>
      </p:pic>
      <p:pic>
        <p:nvPicPr>
          <p:cNvPr id="33" name="Picture 2"/>
          <p:cNvPicPr>
            <a:picLocks noChangeAspect="1"/>
          </p:cNvPicPr>
          <p:nvPr>
            <p:custDataLst>
              <p:tags r:id="rId32"/>
            </p:custDataLst>
          </p:nvPr>
        </p:nvPicPr>
        <p:blipFill>
          <a:blip r:embed="rId33"/>
          <a:srcRect/>
          <a:stretch>
            <a:fillRect/>
          </a:stretch>
        </p:blipFill>
        <p:spPr>
          <a:xfrm>
            <a:off x="10253345" y="31115"/>
            <a:ext cx="1737995" cy="1500505"/>
          </a:xfrm>
          <a:prstGeom prst="rect">
            <a:avLst/>
          </a:prstGeom>
        </p:spPr>
      </p:pic>
      <p:sp>
        <p:nvSpPr>
          <p:cNvPr id="55" name="圆角矩形 54"/>
          <p:cNvSpPr/>
          <p:nvPr>
            <p:custDataLst>
              <p:tags r:id="rId34"/>
            </p:custDataLst>
          </p:nvPr>
        </p:nvSpPr>
        <p:spPr>
          <a:xfrm rot="16200000">
            <a:off x="709295" y="2791460"/>
            <a:ext cx="3505200" cy="1202690"/>
          </a:xfrm>
          <a:prstGeom prst="roundRect">
            <a:avLst>
              <a:gd name="adj" fmla="val 37864"/>
            </a:avLst>
          </a:prstGeom>
          <a:solidFill>
            <a:srgbClr val="EFA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pic>
        <p:nvPicPr>
          <p:cNvPr id="34" name="Picture 72"/>
          <p:cNvPicPr>
            <a:picLocks noChangeAspect="1"/>
          </p:cNvPicPr>
          <p:nvPr>
            <p:custDataLst>
              <p:tags r:id="rId35"/>
            </p:custDataLst>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rcRect/>
          <a:stretch>
            <a:fillRect/>
          </a:stretch>
        </p:blipFill>
        <p:spPr>
          <a:xfrm rot="14624534">
            <a:off x="9516238" y="955909"/>
            <a:ext cx="948074" cy="361623"/>
          </a:xfrm>
          <a:prstGeom prst="rect">
            <a:avLst/>
          </a:prstGeom>
        </p:spPr>
      </p:pic>
      <p:sp>
        <p:nvSpPr>
          <p:cNvPr id="35" name="TextBox 23"/>
          <p:cNvSpPr txBox="1"/>
          <p:nvPr>
            <p:custDataLst>
              <p:tags r:id="rId36"/>
            </p:custDataLst>
          </p:nvPr>
        </p:nvSpPr>
        <p:spPr>
          <a:xfrm>
            <a:off x="2270125" y="2235200"/>
            <a:ext cx="897890" cy="2268855"/>
          </a:xfrm>
          <a:prstGeom prst="rect">
            <a:avLst/>
          </a:prstGeom>
        </p:spPr>
        <p:txBody>
          <a:bodyPr lIns="0" tIns="0" rIns="0" bIns="0" rtlCol="0" anchor="t">
            <a:noAutofit/>
          </a:bodyPr>
          <a:p>
            <a:pPr indent="0" algn="ctr" fontAlgn="auto">
              <a:lnSpc>
                <a:spcPct val="100000"/>
              </a:lnSpc>
              <a:spcBef>
                <a:spcPct val="0"/>
              </a:spcBef>
            </a:pPr>
            <a:r>
              <a:rPr lang="en-US" sz="4800" spc="4526">
                <a:solidFill>
                  <a:schemeClr val="bg1"/>
                </a:solidFill>
                <a:latin typeface="站酷快乐体2016修订版" panose="02010600030101010101" charset="-122"/>
                <a:ea typeface="站酷快乐体2016修订版" panose="02010600030101010101" charset="-122"/>
                <a:cs typeface="仓耳渔阳体 W04" panose="02020400000000000000" charset="-122"/>
              </a:rPr>
              <a:t>目</a:t>
            </a:r>
            <a:endParaRPr lang="en-US" sz="4800" spc="4526">
              <a:solidFill>
                <a:schemeClr val="bg1"/>
              </a:solidFill>
              <a:latin typeface="站酷快乐体2016修订版" panose="02010600030101010101" charset="-122"/>
              <a:ea typeface="站酷快乐体2016修订版" panose="02010600030101010101" charset="-122"/>
              <a:cs typeface="仓耳渔阳体 W04" panose="02020400000000000000" charset="-122"/>
            </a:endParaRPr>
          </a:p>
          <a:p>
            <a:pPr indent="0" algn="ctr" fontAlgn="auto">
              <a:lnSpc>
                <a:spcPct val="100000"/>
              </a:lnSpc>
              <a:spcBef>
                <a:spcPct val="0"/>
              </a:spcBef>
            </a:pPr>
            <a:endParaRPr lang="en-US" sz="4800" spc="4526">
              <a:solidFill>
                <a:schemeClr val="bg1"/>
              </a:solidFill>
              <a:latin typeface="站酷快乐体2016修订版" panose="02010600030101010101" charset="-122"/>
              <a:ea typeface="站酷快乐体2016修订版" panose="02010600030101010101" charset="-122"/>
              <a:cs typeface="仓耳渔阳体 W04" panose="02020400000000000000" charset="-122"/>
            </a:endParaRPr>
          </a:p>
          <a:p>
            <a:pPr indent="0" algn="ctr" fontAlgn="auto">
              <a:lnSpc>
                <a:spcPct val="100000"/>
              </a:lnSpc>
              <a:spcBef>
                <a:spcPct val="0"/>
              </a:spcBef>
            </a:pPr>
            <a:r>
              <a:rPr lang="en-US" sz="4800" spc="4526">
                <a:solidFill>
                  <a:schemeClr val="bg1"/>
                </a:solidFill>
                <a:latin typeface="站酷快乐体2016修订版" panose="02010600030101010101" charset="-122"/>
                <a:ea typeface="站酷快乐体2016修订版" panose="02010600030101010101" charset="-122"/>
                <a:cs typeface="仓耳渔阳体 W04" panose="02020400000000000000" charset="-122"/>
              </a:rPr>
              <a:t>录</a:t>
            </a:r>
            <a:endParaRPr lang="en-US" sz="4800" spc="4526">
              <a:solidFill>
                <a:schemeClr val="bg1"/>
              </a:solidFill>
              <a:latin typeface="站酷快乐体2016修订版" panose="02010600030101010101" charset="-122"/>
              <a:ea typeface="站酷快乐体2016修订版" panose="02010600030101010101" charset="-122"/>
              <a:cs typeface="仓耳渔阳体 W04" panose="02020400000000000000" charset="-122"/>
            </a:endParaRPr>
          </a:p>
        </p:txBody>
      </p:sp>
      <p:grpSp>
        <p:nvGrpSpPr>
          <p:cNvPr id="54" name="组合 53"/>
          <p:cNvGrpSpPr/>
          <p:nvPr/>
        </p:nvGrpSpPr>
        <p:grpSpPr>
          <a:xfrm>
            <a:off x="3840163" y="1081405"/>
            <a:ext cx="5610225" cy="4234180"/>
            <a:chOff x="5564" y="1036"/>
            <a:chExt cx="8835" cy="6668"/>
          </a:xfrm>
        </p:grpSpPr>
        <p:sp>
          <p:nvSpPr>
            <p:cNvPr id="36" name="TextBox 24"/>
            <p:cNvSpPr txBox="1"/>
            <p:nvPr>
              <p:custDataLst>
                <p:tags r:id="rId37"/>
              </p:custDataLst>
            </p:nvPr>
          </p:nvSpPr>
          <p:spPr>
            <a:xfrm>
              <a:off x="8109" y="1036"/>
              <a:ext cx="5499" cy="1550"/>
            </a:xfrm>
            <a:prstGeom prst="rect">
              <a:avLst/>
            </a:prstGeom>
          </p:spPr>
          <p:txBody>
            <a:bodyPr wrap="square" lIns="0" tIns="0" rIns="0" bIns="0" rtlCol="0" anchor="t">
              <a:spAutoFit/>
            </a:bodyPr>
            <a:p>
              <a:pPr>
                <a:lnSpc>
                  <a:spcPts val="7675"/>
                </a:lnSpc>
                <a:spcBef>
                  <a:spcPct val="0"/>
                </a:spcBef>
              </a:pPr>
              <a:r>
                <a:rPr lang="en-US" sz="3200">
                  <a:solidFill>
                    <a:srgbClr val="9B5836"/>
                  </a:solidFill>
                  <a:latin typeface="仓耳渔阳体 W04" panose="02020400000000000000" charset="-122"/>
                  <a:ea typeface="仓耳渔阳体 W04" panose="02020400000000000000" charset="-122"/>
                  <a:cs typeface="仓耳渔阳体 W04" panose="02020400000000000000" charset="-122"/>
                </a:rPr>
                <a:t>什么是食品安全</a:t>
              </a:r>
              <a:endParaRPr lang="en-US" sz="3200">
                <a:solidFill>
                  <a:srgbClr val="9B5836"/>
                </a:solidFill>
                <a:latin typeface="仓耳渔阳体 W04" panose="02020400000000000000" charset="-122"/>
                <a:ea typeface="仓耳渔阳体 W04" panose="02020400000000000000" charset="-122"/>
                <a:cs typeface="仓耳渔阳体 W04" panose="02020400000000000000" charset="-122"/>
              </a:endParaRPr>
            </a:p>
          </p:txBody>
        </p:sp>
        <p:sp>
          <p:nvSpPr>
            <p:cNvPr id="37" name="TextBox 25"/>
            <p:cNvSpPr txBox="1"/>
            <p:nvPr>
              <p:custDataLst>
                <p:tags r:id="rId38"/>
              </p:custDataLst>
            </p:nvPr>
          </p:nvSpPr>
          <p:spPr>
            <a:xfrm>
              <a:off x="8109" y="2742"/>
              <a:ext cx="5659" cy="1550"/>
            </a:xfrm>
            <a:prstGeom prst="rect">
              <a:avLst/>
            </a:prstGeom>
          </p:spPr>
          <p:txBody>
            <a:bodyPr wrap="square" lIns="0" tIns="0" rIns="0" bIns="0" rtlCol="0" anchor="t">
              <a:spAutoFit/>
            </a:bodyPr>
            <a:p>
              <a:pPr>
                <a:lnSpc>
                  <a:spcPts val="7675"/>
                </a:lnSpc>
                <a:spcBef>
                  <a:spcPct val="0"/>
                </a:spcBef>
              </a:pPr>
              <a:r>
                <a:rPr lang="en-US" sz="3200">
                  <a:solidFill>
                    <a:srgbClr val="9B5836"/>
                  </a:solidFill>
                  <a:latin typeface="仓耳渔阳体 W04" panose="02020400000000000000" charset="-122"/>
                  <a:ea typeface="仓耳渔阳体 W04" panose="02020400000000000000" charset="-122"/>
                  <a:cs typeface="仓耳渔阳体 W04" panose="02020400000000000000" charset="-122"/>
                </a:rPr>
                <a:t>食品安全的标准</a:t>
              </a:r>
              <a:endParaRPr lang="en-US" sz="3200">
                <a:solidFill>
                  <a:srgbClr val="9B5836"/>
                </a:solidFill>
                <a:latin typeface="仓耳渔阳体 W04" panose="02020400000000000000" charset="-122"/>
                <a:ea typeface="仓耳渔阳体 W04" panose="02020400000000000000" charset="-122"/>
                <a:cs typeface="仓耳渔阳体 W04" panose="02020400000000000000" charset="-122"/>
              </a:endParaRPr>
            </a:p>
          </p:txBody>
        </p:sp>
        <p:sp>
          <p:nvSpPr>
            <p:cNvPr id="38" name="TextBox 26"/>
            <p:cNvSpPr txBox="1"/>
            <p:nvPr>
              <p:custDataLst>
                <p:tags r:id="rId39"/>
              </p:custDataLst>
            </p:nvPr>
          </p:nvSpPr>
          <p:spPr>
            <a:xfrm>
              <a:off x="8109" y="4448"/>
              <a:ext cx="6290" cy="1550"/>
            </a:xfrm>
            <a:prstGeom prst="rect">
              <a:avLst/>
            </a:prstGeom>
          </p:spPr>
          <p:txBody>
            <a:bodyPr wrap="square" lIns="0" tIns="0" rIns="0" bIns="0" rtlCol="0" anchor="t">
              <a:spAutoFit/>
            </a:bodyPr>
            <a:p>
              <a:pPr>
                <a:lnSpc>
                  <a:spcPts val="7675"/>
                </a:lnSpc>
                <a:spcBef>
                  <a:spcPct val="0"/>
                </a:spcBef>
              </a:pPr>
              <a:r>
                <a:rPr lang="en-US" sz="3200">
                  <a:solidFill>
                    <a:srgbClr val="9B5836"/>
                  </a:solidFill>
                  <a:latin typeface="仓耳渔阳体 W04" panose="02020400000000000000" charset="-122"/>
                  <a:ea typeface="仓耳渔阳体 W04" panose="02020400000000000000" charset="-122"/>
                  <a:cs typeface="仓耳渔阳体 W04" panose="02020400000000000000" charset="-122"/>
                </a:rPr>
                <a:t>不安全食品的危害</a:t>
              </a:r>
              <a:endParaRPr lang="en-US" sz="3200">
                <a:solidFill>
                  <a:srgbClr val="9B5836"/>
                </a:solidFill>
                <a:latin typeface="仓耳渔阳体 W04" panose="02020400000000000000" charset="-122"/>
                <a:ea typeface="仓耳渔阳体 W04" panose="02020400000000000000" charset="-122"/>
                <a:cs typeface="仓耳渔阳体 W04" panose="02020400000000000000" charset="-122"/>
              </a:endParaRPr>
            </a:p>
          </p:txBody>
        </p:sp>
        <p:sp>
          <p:nvSpPr>
            <p:cNvPr id="39" name="TextBox 27"/>
            <p:cNvSpPr txBox="1"/>
            <p:nvPr>
              <p:custDataLst>
                <p:tags r:id="rId40"/>
              </p:custDataLst>
            </p:nvPr>
          </p:nvSpPr>
          <p:spPr>
            <a:xfrm>
              <a:off x="8002" y="6154"/>
              <a:ext cx="6274" cy="1550"/>
            </a:xfrm>
            <a:prstGeom prst="rect">
              <a:avLst/>
            </a:prstGeom>
          </p:spPr>
          <p:txBody>
            <a:bodyPr wrap="square" lIns="0" tIns="0" rIns="0" bIns="0" rtlCol="0" anchor="t">
              <a:spAutoFit/>
            </a:bodyPr>
            <a:p>
              <a:pPr>
                <a:lnSpc>
                  <a:spcPts val="7675"/>
                </a:lnSpc>
                <a:spcBef>
                  <a:spcPct val="0"/>
                </a:spcBef>
              </a:pPr>
              <a:r>
                <a:rPr lang="en-US" sz="3200">
                  <a:solidFill>
                    <a:srgbClr val="9B5836"/>
                  </a:solidFill>
                  <a:latin typeface="仓耳渔阳体 W04" panose="02020400000000000000" charset="-122"/>
                  <a:ea typeface="仓耳渔阳体 W04" panose="02020400000000000000" charset="-122"/>
                  <a:cs typeface="仓耳渔阳体 W04" panose="02020400000000000000" charset="-122"/>
                </a:rPr>
                <a:t>提高食品安全意识</a:t>
              </a:r>
              <a:endParaRPr lang="en-US" sz="3200">
                <a:solidFill>
                  <a:srgbClr val="9B5836"/>
                </a:solidFill>
                <a:latin typeface="仓耳渔阳体 W04" panose="02020400000000000000" charset="-122"/>
                <a:ea typeface="仓耳渔阳体 W04" panose="02020400000000000000" charset="-122"/>
                <a:cs typeface="仓耳渔阳体 W04" panose="02020400000000000000" charset="-122"/>
              </a:endParaRPr>
            </a:p>
          </p:txBody>
        </p:sp>
        <p:sp>
          <p:nvSpPr>
            <p:cNvPr id="40" name="TextBox 28"/>
            <p:cNvSpPr txBox="1"/>
            <p:nvPr>
              <p:custDataLst>
                <p:tags r:id="rId41"/>
              </p:custDataLst>
            </p:nvPr>
          </p:nvSpPr>
          <p:spPr>
            <a:xfrm>
              <a:off x="5564" y="1036"/>
              <a:ext cx="2132" cy="1550"/>
            </a:xfrm>
            <a:prstGeom prst="rect">
              <a:avLst/>
            </a:prstGeom>
          </p:spPr>
          <p:txBody>
            <a:bodyPr wrap="square" lIns="0" tIns="0" rIns="0" bIns="0" rtlCol="0" anchor="t">
              <a:spAutoFit/>
            </a:bodyPr>
            <a:p>
              <a:pPr algn="ctr">
                <a:lnSpc>
                  <a:spcPts val="7675"/>
                </a:lnSpc>
                <a:spcBef>
                  <a:spcPct val="0"/>
                </a:spcBef>
              </a:pPr>
              <a:r>
                <a:rPr lang="en-US" sz="3200">
                  <a:solidFill>
                    <a:srgbClr val="9B5836"/>
                  </a:solidFill>
                  <a:latin typeface="仓耳渔阳体 W04" panose="02020400000000000000" charset="-122"/>
                  <a:ea typeface="仓耳渔阳体 W04" panose="02020400000000000000" charset="-122"/>
                  <a:cs typeface="仓耳渔阳体 W04" panose="02020400000000000000" charset="-122"/>
                </a:rPr>
                <a:t>01</a:t>
              </a:r>
              <a:endParaRPr lang="en-US" sz="3200">
                <a:solidFill>
                  <a:srgbClr val="9B5836"/>
                </a:solidFill>
                <a:latin typeface="仓耳渔阳体 W04" panose="02020400000000000000" charset="-122"/>
                <a:ea typeface="仓耳渔阳体 W04" panose="02020400000000000000" charset="-122"/>
                <a:cs typeface="仓耳渔阳体 W04" panose="02020400000000000000" charset="-122"/>
              </a:endParaRPr>
            </a:p>
          </p:txBody>
        </p:sp>
        <p:sp>
          <p:nvSpPr>
            <p:cNvPr id="41" name="TextBox 29"/>
            <p:cNvSpPr txBox="1"/>
            <p:nvPr>
              <p:custDataLst>
                <p:tags r:id="rId42"/>
              </p:custDataLst>
            </p:nvPr>
          </p:nvSpPr>
          <p:spPr>
            <a:xfrm>
              <a:off x="5564" y="2742"/>
              <a:ext cx="2132" cy="1550"/>
            </a:xfrm>
            <a:prstGeom prst="rect">
              <a:avLst/>
            </a:prstGeom>
          </p:spPr>
          <p:txBody>
            <a:bodyPr lIns="0" tIns="0" rIns="0" bIns="0" rtlCol="0" anchor="t">
              <a:spAutoFit/>
            </a:bodyPr>
            <a:p>
              <a:pPr algn="ctr">
                <a:lnSpc>
                  <a:spcPts val="7675"/>
                </a:lnSpc>
                <a:spcBef>
                  <a:spcPct val="0"/>
                </a:spcBef>
              </a:pPr>
              <a:r>
                <a:rPr lang="en-US" sz="3200">
                  <a:solidFill>
                    <a:srgbClr val="9B5836"/>
                  </a:solidFill>
                  <a:latin typeface="仓耳渔阳体 W04" panose="02020400000000000000" charset="-122"/>
                  <a:ea typeface="仓耳渔阳体 W04" panose="02020400000000000000" charset="-122"/>
                  <a:cs typeface="仓耳渔阳体 W04" panose="02020400000000000000" charset="-122"/>
                </a:rPr>
                <a:t>02</a:t>
              </a:r>
              <a:endParaRPr lang="en-US" sz="3200">
                <a:solidFill>
                  <a:srgbClr val="9B5836"/>
                </a:solidFill>
                <a:latin typeface="仓耳渔阳体 W04" panose="02020400000000000000" charset="-122"/>
                <a:ea typeface="仓耳渔阳体 W04" panose="02020400000000000000" charset="-122"/>
                <a:cs typeface="仓耳渔阳体 W04" panose="02020400000000000000" charset="-122"/>
              </a:endParaRPr>
            </a:p>
          </p:txBody>
        </p:sp>
        <p:sp>
          <p:nvSpPr>
            <p:cNvPr id="42" name="TextBox 30"/>
            <p:cNvSpPr txBox="1"/>
            <p:nvPr>
              <p:custDataLst>
                <p:tags r:id="rId43"/>
              </p:custDataLst>
            </p:nvPr>
          </p:nvSpPr>
          <p:spPr>
            <a:xfrm>
              <a:off x="5564" y="4448"/>
              <a:ext cx="2132" cy="1550"/>
            </a:xfrm>
            <a:prstGeom prst="rect">
              <a:avLst/>
            </a:prstGeom>
          </p:spPr>
          <p:txBody>
            <a:bodyPr lIns="0" tIns="0" rIns="0" bIns="0" rtlCol="0" anchor="t">
              <a:spAutoFit/>
            </a:bodyPr>
            <a:p>
              <a:pPr algn="ctr">
                <a:lnSpc>
                  <a:spcPts val="7675"/>
                </a:lnSpc>
                <a:spcBef>
                  <a:spcPct val="0"/>
                </a:spcBef>
              </a:pPr>
              <a:r>
                <a:rPr lang="en-US" sz="3200">
                  <a:solidFill>
                    <a:srgbClr val="9B5836"/>
                  </a:solidFill>
                  <a:latin typeface="仓耳渔阳体 W04" panose="02020400000000000000" charset="-122"/>
                  <a:ea typeface="仓耳渔阳体 W04" panose="02020400000000000000" charset="-122"/>
                  <a:cs typeface="仓耳渔阳体 W04" panose="02020400000000000000" charset="-122"/>
                </a:rPr>
                <a:t>03</a:t>
              </a:r>
              <a:endParaRPr lang="en-US" sz="3200">
                <a:solidFill>
                  <a:srgbClr val="9B5836"/>
                </a:solidFill>
                <a:latin typeface="仓耳渔阳体 W04" panose="02020400000000000000" charset="-122"/>
                <a:ea typeface="仓耳渔阳体 W04" panose="02020400000000000000" charset="-122"/>
                <a:cs typeface="仓耳渔阳体 W04" panose="02020400000000000000" charset="-122"/>
              </a:endParaRPr>
            </a:p>
          </p:txBody>
        </p:sp>
        <p:sp>
          <p:nvSpPr>
            <p:cNvPr id="43" name="TextBox 31"/>
            <p:cNvSpPr txBox="1"/>
            <p:nvPr>
              <p:custDataLst>
                <p:tags r:id="rId44"/>
              </p:custDataLst>
            </p:nvPr>
          </p:nvSpPr>
          <p:spPr>
            <a:xfrm>
              <a:off x="5564" y="6154"/>
              <a:ext cx="2132" cy="1550"/>
            </a:xfrm>
            <a:prstGeom prst="rect">
              <a:avLst/>
            </a:prstGeom>
          </p:spPr>
          <p:txBody>
            <a:bodyPr lIns="0" tIns="0" rIns="0" bIns="0" rtlCol="0" anchor="t">
              <a:spAutoFit/>
            </a:bodyPr>
            <a:p>
              <a:pPr algn="ctr">
                <a:lnSpc>
                  <a:spcPts val="7675"/>
                </a:lnSpc>
                <a:spcBef>
                  <a:spcPct val="0"/>
                </a:spcBef>
              </a:pPr>
              <a:r>
                <a:rPr lang="en-US" sz="3200">
                  <a:solidFill>
                    <a:srgbClr val="9B5836"/>
                  </a:solidFill>
                  <a:latin typeface="仓耳渔阳体 W04" panose="02020400000000000000" charset="-122"/>
                  <a:ea typeface="仓耳渔阳体 W04" panose="02020400000000000000" charset="-122"/>
                  <a:cs typeface="仓耳渔阳体 W04" panose="02020400000000000000" charset="-122"/>
                </a:rPr>
                <a:t>04</a:t>
              </a:r>
              <a:endParaRPr lang="en-US" sz="3200">
                <a:solidFill>
                  <a:srgbClr val="9B5836"/>
                </a:solidFill>
                <a:latin typeface="仓耳渔阳体 W04" panose="02020400000000000000" charset="-122"/>
                <a:ea typeface="仓耳渔阳体 W04" panose="02020400000000000000" charset="-122"/>
                <a:cs typeface="仓耳渔阳体 W04" panose="02020400000000000000" charset="-122"/>
              </a:endParaRPr>
            </a:p>
          </p:txBody>
        </p:sp>
      </p:grpSp>
      <p:pic>
        <p:nvPicPr>
          <p:cNvPr id="56" name="Picture 68"/>
          <p:cNvPicPr>
            <a:picLocks noChangeAspect="1"/>
          </p:cNvPicPr>
          <p:nvPr>
            <p:custDataLst>
              <p:tags r:id="rId45"/>
            </p:custDataLst>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r="45888" b="46718"/>
          <a:stretch>
            <a:fillRect/>
          </a:stretch>
        </p:blipFill>
        <p:spPr>
          <a:xfrm>
            <a:off x="2600647" y="4325138"/>
            <a:ext cx="758510" cy="820369"/>
          </a:xfrm>
          <a:prstGeom prst="rect">
            <a:avLst/>
          </a:prstGeom>
        </p:spPr>
      </p:pic>
      <p:pic>
        <p:nvPicPr>
          <p:cNvPr id="57" name="Picture 68"/>
          <p:cNvPicPr>
            <a:picLocks noChangeAspect="1"/>
          </p:cNvPicPr>
          <p:nvPr>
            <p:custDataLst>
              <p:tags r:id="rId46"/>
            </p:custDataLst>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rcRect r="45888" b="46718"/>
          <a:stretch>
            <a:fillRect/>
          </a:stretch>
        </p:blipFill>
        <p:spPr>
          <a:xfrm rot="18900000">
            <a:off x="2448560" y="4473575"/>
            <a:ext cx="502920" cy="543560"/>
          </a:xfrm>
          <a:prstGeom prst="rect">
            <a:avLst/>
          </a:prstGeom>
        </p:spPr>
      </p:pic>
      <p:pic>
        <p:nvPicPr>
          <p:cNvPr id="7" name="Picture 13"/>
          <p:cNvPicPr>
            <a:picLocks noChangeAspect="1"/>
          </p:cNvPicPr>
          <p:nvPr>
            <p:custDataLst>
              <p:tags r:id="rId47"/>
            </p:custDataLst>
          </p:nvPr>
        </p:nvPicPr>
        <p:blipFill>
          <a:blip r:embed="rId48">
            <a:extLst>
              <a:ext uri="{28A0092B-C50C-407E-A947-70E740481C1C}">
                <a14:useLocalDpi xmlns:a14="http://schemas.microsoft.com/office/drawing/2010/main" val="0"/>
              </a:ext>
            </a:extLst>
          </a:blip>
          <a:srcRect/>
          <a:stretch>
            <a:fillRect/>
          </a:stretch>
        </p:blipFill>
        <p:spPr>
          <a:xfrm>
            <a:off x="3731260" y="1246505"/>
            <a:ext cx="1383665" cy="954405"/>
          </a:xfrm>
          <a:prstGeom prst="rect">
            <a:avLst/>
          </a:prstGeom>
        </p:spPr>
      </p:pic>
      <p:pic>
        <p:nvPicPr>
          <p:cNvPr id="8" name="Picture 13"/>
          <p:cNvPicPr>
            <a:picLocks noChangeAspect="1"/>
          </p:cNvPicPr>
          <p:nvPr>
            <p:custDataLst>
              <p:tags r:id="rId49"/>
            </p:custDataLst>
          </p:nvPr>
        </p:nvPicPr>
        <p:blipFill>
          <a:blip r:embed="rId48">
            <a:extLst>
              <a:ext uri="{28A0092B-C50C-407E-A947-70E740481C1C}">
                <a14:useLocalDpi xmlns:a14="http://schemas.microsoft.com/office/drawing/2010/main" val="0"/>
              </a:ext>
            </a:extLst>
          </a:blip>
          <a:srcRect/>
          <a:stretch>
            <a:fillRect/>
          </a:stretch>
        </p:blipFill>
        <p:spPr>
          <a:xfrm>
            <a:off x="3731260" y="2327910"/>
            <a:ext cx="1383665" cy="954405"/>
          </a:xfrm>
          <a:prstGeom prst="rect">
            <a:avLst/>
          </a:prstGeom>
        </p:spPr>
      </p:pic>
      <p:pic>
        <p:nvPicPr>
          <p:cNvPr id="10" name="Picture 13"/>
          <p:cNvPicPr>
            <a:picLocks noChangeAspect="1"/>
          </p:cNvPicPr>
          <p:nvPr>
            <p:custDataLst>
              <p:tags r:id="rId50"/>
            </p:custDataLst>
          </p:nvPr>
        </p:nvPicPr>
        <p:blipFill>
          <a:blip r:embed="rId48">
            <a:extLst>
              <a:ext uri="{28A0092B-C50C-407E-A947-70E740481C1C}">
                <a14:useLocalDpi xmlns:a14="http://schemas.microsoft.com/office/drawing/2010/main" val="0"/>
              </a:ext>
            </a:extLst>
          </a:blip>
          <a:srcRect/>
          <a:stretch>
            <a:fillRect/>
          </a:stretch>
        </p:blipFill>
        <p:spPr>
          <a:xfrm>
            <a:off x="3731260" y="3404235"/>
            <a:ext cx="1383665" cy="954405"/>
          </a:xfrm>
          <a:prstGeom prst="rect">
            <a:avLst/>
          </a:prstGeom>
        </p:spPr>
      </p:pic>
      <p:pic>
        <p:nvPicPr>
          <p:cNvPr id="11" name="Picture 13"/>
          <p:cNvPicPr>
            <a:picLocks noChangeAspect="1"/>
          </p:cNvPicPr>
          <p:nvPr>
            <p:custDataLst>
              <p:tags r:id="rId51"/>
            </p:custDataLst>
          </p:nvPr>
        </p:nvPicPr>
        <p:blipFill>
          <a:blip r:embed="rId48">
            <a:extLst>
              <a:ext uri="{28A0092B-C50C-407E-A947-70E740481C1C}">
                <a14:useLocalDpi xmlns:a14="http://schemas.microsoft.com/office/drawing/2010/main" val="0"/>
              </a:ext>
            </a:extLst>
          </a:blip>
          <a:srcRect/>
          <a:stretch>
            <a:fillRect/>
          </a:stretch>
        </p:blipFill>
        <p:spPr>
          <a:xfrm>
            <a:off x="3731260" y="4481195"/>
            <a:ext cx="1383665" cy="954405"/>
          </a:xfrm>
          <a:prstGeom prst="rect">
            <a:avLst/>
          </a:prstGeom>
        </p:spPr>
      </p:pic>
    </p:spTree>
    <p:custDataLst>
      <p:tags r:id="rId5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1EB"/>
        </a:solidFill>
        <a:effectLst/>
      </p:bgPr>
    </p:bg>
    <p:spTree>
      <p:nvGrpSpPr>
        <p:cNvPr id="1" name=""/>
        <p:cNvGrpSpPr/>
        <p:nvPr/>
      </p:nvGrpSpPr>
      <p:grpSpPr/>
      <p:sp>
        <p:nvSpPr>
          <p:cNvPr id="6" name="任意多边形 5"/>
          <p:cNvSpPr/>
          <p:nvPr>
            <p:custDataLst>
              <p:tags r:id="rId1"/>
            </p:custDataLst>
          </p:nvPr>
        </p:nvSpPr>
        <p:spPr>
          <a:xfrm>
            <a:off x="0" y="0"/>
            <a:ext cx="3523945" cy="3014657"/>
          </a:xfrm>
          <a:custGeom>
            <a:avLst/>
            <a:gdLst>
              <a:gd name="connsiteX0" fmla="*/ 5595 w 5640"/>
              <a:gd name="connsiteY0" fmla="*/ 203 h 4952"/>
              <a:gd name="connsiteX1" fmla="*/ 5070 w 5640"/>
              <a:gd name="connsiteY1" fmla="*/ 2031 h 4952"/>
              <a:gd name="connsiteX2" fmla="*/ 3162 w 5640"/>
              <a:gd name="connsiteY2" fmla="*/ 2750 h 4952"/>
              <a:gd name="connsiteX3" fmla="*/ 2032 w 5640"/>
              <a:gd name="connsiteY3" fmla="*/ 4349 h 4952"/>
              <a:gd name="connsiteX4" fmla="*/ 46 w 5640"/>
              <a:gd name="connsiteY4" fmla="*/ 4783 h 4952"/>
              <a:gd name="connsiteX5" fmla="*/ 0 w 5640"/>
              <a:gd name="connsiteY5" fmla="*/ 0 h 4952"/>
              <a:gd name="connsiteX6" fmla="*/ 5595 w 5640"/>
              <a:gd name="connsiteY6" fmla="*/ 203 h 4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0" h="4747">
                <a:moveTo>
                  <a:pt x="0" y="0"/>
                </a:moveTo>
                <a:lnTo>
                  <a:pt x="5505" y="0"/>
                </a:lnTo>
                <a:lnTo>
                  <a:pt x="5510" y="17"/>
                </a:lnTo>
                <a:cubicBezTo>
                  <a:pt x="5636" y="426"/>
                  <a:pt x="5458" y="1325"/>
                  <a:pt x="4979" y="1826"/>
                </a:cubicBezTo>
                <a:cubicBezTo>
                  <a:pt x="4492" y="2335"/>
                  <a:pt x="3506" y="2362"/>
                  <a:pt x="3071" y="2545"/>
                </a:cubicBezTo>
                <a:cubicBezTo>
                  <a:pt x="2636" y="2728"/>
                  <a:pt x="2546" y="3515"/>
                  <a:pt x="1941" y="4144"/>
                </a:cubicBezTo>
                <a:cubicBezTo>
                  <a:pt x="1374" y="4734"/>
                  <a:pt x="314" y="4880"/>
                  <a:pt x="6" y="4633"/>
                </a:cubicBezTo>
                <a:lnTo>
                  <a:pt x="0" y="4627"/>
                </a:lnTo>
                <a:lnTo>
                  <a:pt x="0" y="0"/>
                </a:lnTo>
                <a:close/>
              </a:path>
            </a:pathLst>
          </a:custGeom>
          <a:solidFill>
            <a:srgbClr val="EFD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9" name="任意多边形 8"/>
          <p:cNvSpPr/>
          <p:nvPr>
            <p:custDataLst>
              <p:tags r:id="rId2"/>
            </p:custDataLst>
          </p:nvPr>
        </p:nvSpPr>
        <p:spPr>
          <a:xfrm>
            <a:off x="-51359" y="-16510"/>
            <a:ext cx="3265805" cy="2891934"/>
          </a:xfrm>
          <a:custGeom>
            <a:avLst/>
            <a:gdLst>
              <a:gd name="connsiteX0" fmla="*/ 0 w 5143"/>
              <a:gd name="connsiteY0" fmla="*/ 0 h 4554"/>
              <a:gd name="connsiteX1" fmla="*/ 5143 w 5143"/>
              <a:gd name="connsiteY1" fmla="*/ 0 h 4554"/>
              <a:gd name="connsiteX2" fmla="*/ 5141 w 5143"/>
              <a:gd name="connsiteY2" fmla="*/ 11 h 4554"/>
              <a:gd name="connsiteX3" fmla="*/ 4681 w 5143"/>
              <a:gd name="connsiteY3" fmla="*/ 989 h 4554"/>
              <a:gd name="connsiteX4" fmla="*/ 3207 w 5143"/>
              <a:gd name="connsiteY4" fmla="*/ 1914 h 4554"/>
              <a:gd name="connsiteX5" fmla="*/ 2475 w 5143"/>
              <a:gd name="connsiteY5" fmla="*/ 4088 h 4554"/>
              <a:gd name="connsiteX6" fmla="*/ 922 w 5143"/>
              <a:gd name="connsiteY6" fmla="*/ 4545 h 4554"/>
              <a:gd name="connsiteX7" fmla="*/ 22 w 5143"/>
              <a:gd name="connsiteY7" fmla="*/ 4257 h 4554"/>
              <a:gd name="connsiteX8" fmla="*/ 0 w 5143"/>
              <a:gd name="connsiteY8" fmla="*/ 0 h 4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3" h="4554">
                <a:moveTo>
                  <a:pt x="0" y="0"/>
                </a:moveTo>
                <a:lnTo>
                  <a:pt x="5143" y="0"/>
                </a:lnTo>
                <a:lnTo>
                  <a:pt x="5141" y="11"/>
                </a:lnTo>
                <a:cubicBezTo>
                  <a:pt x="5110" y="197"/>
                  <a:pt x="5088" y="582"/>
                  <a:pt x="4681" y="989"/>
                </a:cubicBezTo>
                <a:cubicBezTo>
                  <a:pt x="4247" y="1423"/>
                  <a:pt x="3573" y="1617"/>
                  <a:pt x="3207" y="1914"/>
                </a:cubicBezTo>
                <a:cubicBezTo>
                  <a:pt x="2841" y="2211"/>
                  <a:pt x="2989" y="3585"/>
                  <a:pt x="2475" y="4088"/>
                </a:cubicBezTo>
                <a:cubicBezTo>
                  <a:pt x="1961" y="4591"/>
                  <a:pt x="1379" y="4567"/>
                  <a:pt x="922" y="4545"/>
                </a:cubicBezTo>
                <a:cubicBezTo>
                  <a:pt x="465" y="4523"/>
                  <a:pt x="375" y="4352"/>
                  <a:pt x="22" y="4257"/>
                </a:cubicBezTo>
                <a:lnTo>
                  <a:pt x="0" y="0"/>
                </a:lnTo>
                <a:close/>
              </a:path>
            </a:pathLst>
          </a:custGeom>
          <a:noFill/>
          <a:ln w="9525">
            <a:solidFill>
              <a:schemeClr val="bg1"/>
            </a:solidFill>
          </a:ln>
          <a:extLst>
            <a:ext uri="{909E8E84-426E-40DD-AFC4-6F175D3DCCD1}">
              <a14:hiddenFill xmlns:a14="http://schemas.microsoft.com/office/drawing/2010/main">
                <a:solidFill>
                  <a:schemeClr val="accent1">
                    <a:alpha val="46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2" name="任意多边形 11"/>
          <p:cNvSpPr/>
          <p:nvPr>
            <p:custDataLst>
              <p:tags r:id="rId3"/>
            </p:custDataLst>
          </p:nvPr>
        </p:nvSpPr>
        <p:spPr>
          <a:xfrm>
            <a:off x="9188153" y="0"/>
            <a:ext cx="3003847" cy="2196932"/>
          </a:xfrm>
          <a:custGeom>
            <a:avLst/>
            <a:gdLst>
              <a:gd name="connsiteX0" fmla="*/ 16 w 5020"/>
              <a:gd name="connsiteY0" fmla="*/ 206 h 3666"/>
              <a:gd name="connsiteX1" fmla="*/ 39 w 5020"/>
              <a:gd name="connsiteY1" fmla="*/ 684 h 3666"/>
              <a:gd name="connsiteX2" fmla="*/ 404 w 5020"/>
              <a:gd name="connsiteY2" fmla="*/ 1139 h 3666"/>
              <a:gd name="connsiteX3" fmla="*/ 231 w 5020"/>
              <a:gd name="connsiteY3" fmla="*/ 2544 h 3666"/>
              <a:gd name="connsiteX4" fmla="*/ 847 w 5020"/>
              <a:gd name="connsiteY4" fmla="*/ 3138 h 3666"/>
              <a:gd name="connsiteX5" fmla="*/ 2038 w 5020"/>
              <a:gd name="connsiteY5" fmla="*/ 3345 h 3666"/>
              <a:gd name="connsiteX6" fmla="*/ 3523 w 5020"/>
              <a:gd name="connsiteY6" fmla="*/ 3665 h 3666"/>
              <a:gd name="connsiteX7" fmla="*/ 4791 w 5020"/>
              <a:gd name="connsiteY7" fmla="*/ 3276 h 3666"/>
              <a:gd name="connsiteX8" fmla="*/ 4928 w 5020"/>
              <a:gd name="connsiteY8" fmla="*/ 0 h 3666"/>
              <a:gd name="connsiteX9" fmla="*/ 16 w 5020"/>
              <a:gd name="connsiteY9" fmla="*/ 206 h 3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30" h="3460">
                <a:moveTo>
                  <a:pt x="16" y="0"/>
                </a:moveTo>
                <a:lnTo>
                  <a:pt x="4730" y="0"/>
                </a:lnTo>
                <a:lnTo>
                  <a:pt x="4730" y="3100"/>
                </a:lnTo>
                <a:lnTo>
                  <a:pt x="4707" y="3112"/>
                </a:lnTo>
                <a:cubicBezTo>
                  <a:pt x="4294" y="3323"/>
                  <a:pt x="3957" y="3436"/>
                  <a:pt x="3523" y="3458"/>
                </a:cubicBezTo>
                <a:cubicBezTo>
                  <a:pt x="3060" y="3482"/>
                  <a:pt x="2320" y="3251"/>
                  <a:pt x="2038" y="3138"/>
                </a:cubicBezTo>
                <a:cubicBezTo>
                  <a:pt x="1756" y="3025"/>
                  <a:pt x="1167" y="3000"/>
                  <a:pt x="847" y="2931"/>
                </a:cubicBezTo>
                <a:cubicBezTo>
                  <a:pt x="527" y="2862"/>
                  <a:pt x="288" y="2634"/>
                  <a:pt x="231" y="2337"/>
                </a:cubicBezTo>
                <a:cubicBezTo>
                  <a:pt x="174" y="2040"/>
                  <a:pt x="489" y="1240"/>
                  <a:pt x="404" y="932"/>
                </a:cubicBezTo>
                <a:cubicBezTo>
                  <a:pt x="319" y="624"/>
                  <a:pt x="108" y="650"/>
                  <a:pt x="39" y="477"/>
                </a:cubicBezTo>
                <a:cubicBezTo>
                  <a:pt x="-28" y="309"/>
                  <a:pt x="11" y="101"/>
                  <a:pt x="15" y="8"/>
                </a:cubicBezTo>
                <a:lnTo>
                  <a:pt x="16" y="0"/>
                </a:lnTo>
                <a:close/>
              </a:path>
            </a:pathLst>
          </a:custGeom>
          <a:solidFill>
            <a:srgbClr val="E9BE8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5" name="任意多边形 14"/>
          <p:cNvSpPr/>
          <p:nvPr>
            <p:custDataLst>
              <p:tags r:id="rId4"/>
            </p:custDataLst>
          </p:nvPr>
        </p:nvSpPr>
        <p:spPr>
          <a:xfrm>
            <a:off x="8216265" y="-50800"/>
            <a:ext cx="3983990" cy="2359875"/>
          </a:xfrm>
          <a:custGeom>
            <a:avLst/>
            <a:gdLst>
              <a:gd name="connsiteX0" fmla="*/ 0 w 6373"/>
              <a:gd name="connsiteY0" fmla="*/ 226 h 3921"/>
              <a:gd name="connsiteX1" fmla="*/ 468 w 6373"/>
              <a:gd name="connsiteY1" fmla="*/ 797 h 3921"/>
              <a:gd name="connsiteX2" fmla="*/ 1748 w 6373"/>
              <a:gd name="connsiteY2" fmla="*/ 1122 h 3921"/>
              <a:gd name="connsiteX3" fmla="*/ 2193 w 6373"/>
              <a:gd name="connsiteY3" fmla="*/ 2161 h 3921"/>
              <a:gd name="connsiteX4" fmla="*/ 3175 w 6373"/>
              <a:gd name="connsiteY4" fmla="*/ 3315 h 3921"/>
              <a:gd name="connsiteX5" fmla="*/ 4980 w 6373"/>
              <a:gd name="connsiteY5" fmla="*/ 3909 h 3921"/>
              <a:gd name="connsiteX6" fmla="*/ 6294 w 6373"/>
              <a:gd name="connsiteY6" fmla="*/ 3687 h 3921"/>
              <a:gd name="connsiteX7" fmla="*/ 6373 w 6373"/>
              <a:gd name="connsiteY7" fmla="*/ 0 h 3921"/>
              <a:gd name="connsiteX8" fmla="*/ 0 w 6373"/>
              <a:gd name="connsiteY8" fmla="*/ 226 h 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74" h="3716">
                <a:moveTo>
                  <a:pt x="592" y="0"/>
                </a:moveTo>
                <a:lnTo>
                  <a:pt x="6202" y="0"/>
                </a:lnTo>
                <a:lnTo>
                  <a:pt x="6274" y="0"/>
                </a:lnTo>
                <a:lnTo>
                  <a:pt x="6274" y="3491"/>
                </a:lnTo>
                <a:lnTo>
                  <a:pt x="6257" y="3499"/>
                </a:lnTo>
                <a:cubicBezTo>
                  <a:pt x="5873" y="3675"/>
                  <a:pt x="5545" y="3748"/>
                  <a:pt x="4980" y="3704"/>
                </a:cubicBezTo>
                <a:cubicBezTo>
                  <a:pt x="4397" y="3659"/>
                  <a:pt x="3678" y="3419"/>
                  <a:pt x="3175" y="3110"/>
                </a:cubicBezTo>
                <a:cubicBezTo>
                  <a:pt x="2672" y="2801"/>
                  <a:pt x="2361" y="2326"/>
                  <a:pt x="2193" y="1956"/>
                </a:cubicBezTo>
                <a:cubicBezTo>
                  <a:pt x="2025" y="1586"/>
                  <a:pt x="1931" y="1082"/>
                  <a:pt x="1748" y="917"/>
                </a:cubicBezTo>
                <a:cubicBezTo>
                  <a:pt x="1565" y="752"/>
                  <a:pt x="813" y="754"/>
                  <a:pt x="468" y="592"/>
                </a:cubicBezTo>
                <a:cubicBezTo>
                  <a:pt x="123" y="430"/>
                  <a:pt x="80" y="289"/>
                  <a:pt x="0" y="21"/>
                </a:cubicBezTo>
                <a:lnTo>
                  <a:pt x="592" y="0"/>
                </a:lnTo>
                <a:close/>
              </a:path>
            </a:pathLst>
          </a:custGeom>
          <a:noFill/>
          <a:ln>
            <a:solidFill>
              <a:schemeClr val="bg1"/>
            </a:solidFill>
          </a:ln>
          <a:extLst>
            <a:ext uri="{909E8E84-426E-40DD-AFC4-6F175D3DCCD1}">
              <a14:hiddenFill xmlns:a14="http://schemas.microsoft.com/office/drawing/2010/main">
                <a:solidFill>
                  <a:schemeClr val="accent1">
                    <a:alpha val="28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9" name="任意多边形 18"/>
          <p:cNvSpPr/>
          <p:nvPr>
            <p:custDataLst>
              <p:tags r:id="rId5"/>
            </p:custDataLst>
          </p:nvPr>
        </p:nvSpPr>
        <p:spPr>
          <a:xfrm>
            <a:off x="0" y="5536411"/>
            <a:ext cx="5145144" cy="1338099"/>
          </a:xfrm>
          <a:custGeom>
            <a:avLst/>
            <a:gdLst>
              <a:gd name="connsiteX0" fmla="*/ 1712 w 8295"/>
              <a:gd name="connsiteY0" fmla="*/ 1303 h 3164"/>
              <a:gd name="connsiteX1" fmla="*/ 3081 w 8295"/>
              <a:gd name="connsiteY1" fmla="*/ 1634 h 3164"/>
              <a:gd name="connsiteX2" fmla="*/ 5390 w 8295"/>
              <a:gd name="connsiteY2" fmla="*/ 252 h 3164"/>
              <a:gd name="connsiteX3" fmla="*/ 7514 w 8295"/>
              <a:gd name="connsiteY3" fmla="*/ 903 h 3164"/>
              <a:gd name="connsiteX4" fmla="*/ 8256 w 8295"/>
              <a:gd name="connsiteY4" fmla="*/ 2228 h 3164"/>
              <a:gd name="connsiteX5" fmla="*/ 614 w 8295"/>
              <a:gd name="connsiteY5" fmla="*/ 3164 h 3164"/>
              <a:gd name="connsiteX6" fmla="*/ 0 w 8295"/>
              <a:gd name="connsiteY6" fmla="*/ 2159 h 3164"/>
              <a:gd name="connsiteX7" fmla="*/ 125 w 8295"/>
              <a:gd name="connsiteY7" fmla="*/ 0 h 3164"/>
              <a:gd name="connsiteX8" fmla="*/ 1712 w 8295"/>
              <a:gd name="connsiteY8" fmla="*/ 1303 h 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03" h="2107">
                <a:moveTo>
                  <a:pt x="0" y="0"/>
                </a:moveTo>
                <a:lnTo>
                  <a:pt x="20" y="6"/>
                </a:lnTo>
                <a:cubicBezTo>
                  <a:pt x="473" y="162"/>
                  <a:pt x="1102" y="966"/>
                  <a:pt x="1519" y="1287"/>
                </a:cubicBezTo>
                <a:cubicBezTo>
                  <a:pt x="1964" y="1630"/>
                  <a:pt x="2532" y="1686"/>
                  <a:pt x="2888" y="1618"/>
                </a:cubicBezTo>
                <a:cubicBezTo>
                  <a:pt x="3244" y="1550"/>
                  <a:pt x="4123" y="259"/>
                  <a:pt x="5197" y="236"/>
                </a:cubicBezTo>
                <a:cubicBezTo>
                  <a:pt x="6271" y="213"/>
                  <a:pt x="6658" y="305"/>
                  <a:pt x="7321" y="887"/>
                </a:cubicBezTo>
                <a:cubicBezTo>
                  <a:pt x="7922" y="1415"/>
                  <a:pt x="8156" y="1756"/>
                  <a:pt x="8092" y="2104"/>
                </a:cubicBezTo>
                <a:lnTo>
                  <a:pt x="8092" y="2107"/>
                </a:lnTo>
                <a:lnTo>
                  <a:pt x="0" y="2107"/>
                </a:lnTo>
                <a:lnTo>
                  <a:pt x="0" y="0"/>
                </a:lnTo>
                <a:close/>
              </a:path>
            </a:pathLst>
          </a:custGeom>
          <a:solidFill>
            <a:srgbClr val="E9BE8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22" name="任意多边形 21"/>
          <p:cNvSpPr/>
          <p:nvPr>
            <p:custDataLst>
              <p:tags r:id="rId6"/>
            </p:custDataLst>
          </p:nvPr>
        </p:nvSpPr>
        <p:spPr>
          <a:xfrm>
            <a:off x="-24765" y="5741969"/>
            <a:ext cx="4941970" cy="1140796"/>
          </a:xfrm>
          <a:custGeom>
            <a:avLst/>
            <a:gdLst>
              <a:gd name="connsiteX0" fmla="*/ 679 w 8465"/>
              <a:gd name="connsiteY0" fmla="*/ 4 h 2284"/>
              <a:gd name="connsiteX1" fmla="*/ 2269 w 8465"/>
              <a:gd name="connsiteY1" fmla="*/ 1424 h 2284"/>
              <a:gd name="connsiteX2" fmla="*/ 3882 w 8465"/>
              <a:gd name="connsiteY2" fmla="*/ 1211 h 2284"/>
              <a:gd name="connsiteX3" fmla="*/ 5692 w 8465"/>
              <a:gd name="connsiteY3" fmla="*/ 138 h 2284"/>
              <a:gd name="connsiteX4" fmla="*/ 7562 w 8465"/>
              <a:gd name="connsiteY4" fmla="*/ 679 h 2284"/>
              <a:gd name="connsiteX5" fmla="*/ 8465 w 8465"/>
              <a:gd name="connsiteY5" fmla="*/ 1844 h 2284"/>
              <a:gd name="connsiteX6" fmla="*/ 0 w 8465"/>
              <a:gd name="connsiteY6" fmla="*/ 2284 h 2284"/>
              <a:gd name="connsiteX7" fmla="*/ 679 w 8465"/>
              <a:gd name="connsiteY7" fmla="*/ 4 h 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83" h="1797">
                <a:moveTo>
                  <a:pt x="86" y="0"/>
                </a:moveTo>
                <a:cubicBezTo>
                  <a:pt x="760" y="-7"/>
                  <a:pt x="1032" y="1148"/>
                  <a:pt x="1610" y="1424"/>
                </a:cubicBezTo>
                <a:cubicBezTo>
                  <a:pt x="2207" y="1709"/>
                  <a:pt x="2699" y="1524"/>
                  <a:pt x="3223" y="1211"/>
                </a:cubicBezTo>
                <a:cubicBezTo>
                  <a:pt x="3747" y="898"/>
                  <a:pt x="4310" y="198"/>
                  <a:pt x="5033" y="138"/>
                </a:cubicBezTo>
                <a:cubicBezTo>
                  <a:pt x="5756" y="78"/>
                  <a:pt x="6209" y="213"/>
                  <a:pt x="6903" y="679"/>
                </a:cubicBezTo>
                <a:cubicBezTo>
                  <a:pt x="7554" y="1116"/>
                  <a:pt x="7645" y="1500"/>
                  <a:pt x="7779" y="1788"/>
                </a:cubicBezTo>
                <a:lnTo>
                  <a:pt x="7783" y="1797"/>
                </a:lnTo>
                <a:lnTo>
                  <a:pt x="0" y="1797"/>
                </a:lnTo>
                <a:lnTo>
                  <a:pt x="0" y="72"/>
                </a:lnTo>
                <a:lnTo>
                  <a:pt x="20" y="4"/>
                </a:lnTo>
                <a:cubicBezTo>
                  <a:pt x="43" y="2"/>
                  <a:pt x="65" y="0"/>
                  <a:pt x="86" y="0"/>
                </a:cubicBezTo>
                <a:close/>
              </a:path>
            </a:pathLst>
          </a:custGeom>
          <a:noFill/>
          <a:ln>
            <a:solidFill>
              <a:schemeClr val="bg1"/>
            </a:solidFill>
          </a:ln>
          <a:extLst>
            <a:ext uri="{909E8E84-426E-40DD-AFC4-6F175D3DCCD1}">
              <a14:hiddenFill xmlns:a14="http://schemas.microsoft.com/office/drawing/2010/main">
                <a:solidFill>
                  <a:schemeClr val="accent1">
                    <a:alpha val="24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25" name="任意多边形 24"/>
          <p:cNvSpPr/>
          <p:nvPr>
            <p:custDataLst>
              <p:tags r:id="rId7"/>
            </p:custDataLst>
          </p:nvPr>
        </p:nvSpPr>
        <p:spPr>
          <a:xfrm>
            <a:off x="8335010" y="5008807"/>
            <a:ext cx="3856990" cy="1849193"/>
          </a:xfrm>
          <a:custGeom>
            <a:avLst/>
            <a:gdLst>
              <a:gd name="connsiteX0" fmla="*/ 0 w 6333"/>
              <a:gd name="connsiteY0" fmla="*/ 2920 h 4147"/>
              <a:gd name="connsiteX1" fmla="*/ 1240 w 6333"/>
              <a:gd name="connsiteY1" fmla="*/ 773 h 4147"/>
              <a:gd name="connsiteX2" fmla="*/ 3253 w 6333"/>
              <a:gd name="connsiteY2" fmla="*/ 240 h 4147"/>
              <a:gd name="connsiteX3" fmla="*/ 5147 w 6333"/>
              <a:gd name="connsiteY3" fmla="*/ 506 h 4147"/>
              <a:gd name="connsiteX4" fmla="*/ 6160 w 6333"/>
              <a:gd name="connsiteY4" fmla="*/ 0 h 4147"/>
              <a:gd name="connsiteX5" fmla="*/ 6333 w 6333"/>
              <a:gd name="connsiteY5" fmla="*/ 4147 h 4147"/>
              <a:gd name="connsiteX6" fmla="*/ 0 w 6333"/>
              <a:gd name="connsiteY6" fmla="*/ 2920 h 4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4" h="2912">
                <a:moveTo>
                  <a:pt x="6074" y="0"/>
                </a:moveTo>
                <a:lnTo>
                  <a:pt x="6074" y="2912"/>
                </a:lnTo>
                <a:lnTo>
                  <a:pt x="5" y="2912"/>
                </a:lnTo>
                <a:lnTo>
                  <a:pt x="0" y="2911"/>
                </a:lnTo>
                <a:cubicBezTo>
                  <a:pt x="107" y="2257"/>
                  <a:pt x="461" y="1324"/>
                  <a:pt x="1240" y="764"/>
                </a:cubicBezTo>
                <a:cubicBezTo>
                  <a:pt x="2019" y="204"/>
                  <a:pt x="2599" y="271"/>
                  <a:pt x="3253" y="231"/>
                </a:cubicBezTo>
                <a:cubicBezTo>
                  <a:pt x="3907" y="191"/>
                  <a:pt x="4627" y="590"/>
                  <a:pt x="5147" y="497"/>
                </a:cubicBezTo>
                <a:cubicBezTo>
                  <a:pt x="5618" y="413"/>
                  <a:pt x="5782" y="66"/>
                  <a:pt x="6067" y="1"/>
                </a:cubicBezTo>
                <a:lnTo>
                  <a:pt x="6074" y="0"/>
                </a:lnTo>
                <a:close/>
              </a:path>
            </a:pathLst>
          </a:custGeom>
          <a:solidFill>
            <a:srgbClr val="EFD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4" name="任意多边形 3"/>
          <p:cNvSpPr/>
          <p:nvPr>
            <p:custDataLst>
              <p:tags r:id="rId8"/>
            </p:custDataLst>
          </p:nvPr>
        </p:nvSpPr>
        <p:spPr>
          <a:xfrm flipH="1" flipV="1">
            <a:off x="8675370" y="5008880"/>
            <a:ext cx="3648075" cy="1849755"/>
          </a:xfrm>
          <a:custGeom>
            <a:avLst/>
            <a:gdLst>
              <a:gd name="connsiteX0" fmla="*/ 0 w 5143"/>
              <a:gd name="connsiteY0" fmla="*/ 0 h 4554"/>
              <a:gd name="connsiteX1" fmla="*/ 5143 w 5143"/>
              <a:gd name="connsiteY1" fmla="*/ 0 h 4554"/>
              <a:gd name="connsiteX2" fmla="*/ 5141 w 5143"/>
              <a:gd name="connsiteY2" fmla="*/ 11 h 4554"/>
              <a:gd name="connsiteX3" fmla="*/ 4681 w 5143"/>
              <a:gd name="connsiteY3" fmla="*/ 989 h 4554"/>
              <a:gd name="connsiteX4" fmla="*/ 3207 w 5143"/>
              <a:gd name="connsiteY4" fmla="*/ 1914 h 4554"/>
              <a:gd name="connsiteX5" fmla="*/ 2475 w 5143"/>
              <a:gd name="connsiteY5" fmla="*/ 4088 h 4554"/>
              <a:gd name="connsiteX6" fmla="*/ 922 w 5143"/>
              <a:gd name="connsiteY6" fmla="*/ 4545 h 4554"/>
              <a:gd name="connsiteX7" fmla="*/ 22 w 5143"/>
              <a:gd name="connsiteY7" fmla="*/ 4257 h 4554"/>
              <a:gd name="connsiteX8" fmla="*/ 0 w 5143"/>
              <a:gd name="connsiteY8" fmla="*/ 0 h 4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3" h="4554">
                <a:moveTo>
                  <a:pt x="0" y="0"/>
                </a:moveTo>
                <a:lnTo>
                  <a:pt x="5143" y="0"/>
                </a:lnTo>
                <a:lnTo>
                  <a:pt x="5141" y="11"/>
                </a:lnTo>
                <a:cubicBezTo>
                  <a:pt x="5110" y="197"/>
                  <a:pt x="5088" y="582"/>
                  <a:pt x="4681" y="989"/>
                </a:cubicBezTo>
                <a:cubicBezTo>
                  <a:pt x="4247" y="1423"/>
                  <a:pt x="3573" y="1617"/>
                  <a:pt x="3207" y="1914"/>
                </a:cubicBezTo>
                <a:cubicBezTo>
                  <a:pt x="2841" y="2211"/>
                  <a:pt x="2989" y="3585"/>
                  <a:pt x="2475" y="4088"/>
                </a:cubicBezTo>
                <a:cubicBezTo>
                  <a:pt x="1961" y="4591"/>
                  <a:pt x="1379" y="4567"/>
                  <a:pt x="922" y="4545"/>
                </a:cubicBezTo>
                <a:cubicBezTo>
                  <a:pt x="465" y="4523"/>
                  <a:pt x="375" y="4352"/>
                  <a:pt x="22" y="4257"/>
                </a:cubicBezTo>
                <a:lnTo>
                  <a:pt x="0" y="0"/>
                </a:lnTo>
                <a:close/>
              </a:path>
            </a:pathLst>
          </a:custGeom>
          <a:noFill/>
          <a:ln w="9525">
            <a:solidFill>
              <a:schemeClr val="bg1"/>
            </a:solidFill>
          </a:ln>
          <a:extLst>
            <a:ext uri="{909E8E84-426E-40DD-AFC4-6F175D3DCCD1}">
              <a14:hiddenFill xmlns:a14="http://schemas.microsoft.com/office/drawing/2010/main">
                <a:solidFill>
                  <a:schemeClr val="accent1">
                    <a:alpha val="46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pic>
        <p:nvPicPr>
          <p:cNvPr id="10" name="Picture 10"/>
          <p:cNvPicPr>
            <a:picLocks noChangeAspect="1"/>
          </p:cNvPicPr>
          <p:nvPr>
            <p:custDataLst>
              <p:tags r:id="rId9"/>
            </p:custDataLst>
          </p:nvPr>
        </p:nvPicPr>
        <p:blipFill>
          <a:blip r:embed="rId10"/>
          <a:srcRect/>
          <a:stretch>
            <a:fillRect/>
          </a:stretch>
        </p:blipFill>
        <p:spPr>
          <a:xfrm>
            <a:off x="-630555" y="287020"/>
            <a:ext cx="2255520" cy="2021840"/>
          </a:xfrm>
          <a:prstGeom prst="rect">
            <a:avLst/>
          </a:prstGeom>
        </p:spPr>
      </p:pic>
      <p:pic>
        <p:nvPicPr>
          <p:cNvPr id="5" name="Picture 5"/>
          <p:cNvPicPr>
            <a:picLocks noChangeAspect="1"/>
          </p:cNvPicPr>
          <p:nvPr>
            <p:custDataLst>
              <p:tags r:id="rId11"/>
            </p:custDataLst>
          </p:nvPr>
        </p:nvPicPr>
        <p:blipFill>
          <a:blip r:embed="rId12"/>
          <a:srcRect/>
          <a:stretch>
            <a:fillRect/>
          </a:stretch>
        </p:blipFill>
        <p:spPr>
          <a:xfrm rot="9900000">
            <a:off x="974090" y="-474980"/>
            <a:ext cx="1394460" cy="1509395"/>
          </a:xfrm>
          <a:prstGeom prst="rect">
            <a:avLst/>
          </a:prstGeom>
        </p:spPr>
      </p:pic>
      <p:pic>
        <p:nvPicPr>
          <p:cNvPr id="7" name="Picture 2"/>
          <p:cNvPicPr>
            <a:picLocks noChangeAspect="1"/>
          </p:cNvPicPr>
          <p:nvPr>
            <p:custDataLst>
              <p:tags r:id="rId13"/>
            </p:custDataLst>
          </p:nvPr>
        </p:nvPicPr>
        <p:blipFill>
          <a:blip r:embed="rId14"/>
          <a:srcRect/>
          <a:stretch>
            <a:fillRect/>
          </a:stretch>
        </p:blipFill>
        <p:spPr>
          <a:xfrm>
            <a:off x="9835667" y="-903028"/>
            <a:ext cx="2780876" cy="2753067"/>
          </a:xfrm>
          <a:prstGeom prst="rect">
            <a:avLst/>
          </a:prstGeom>
        </p:spPr>
      </p:pic>
      <p:pic>
        <p:nvPicPr>
          <p:cNvPr id="13" name="Picture 13"/>
          <p:cNvPicPr>
            <a:picLocks noChangeAspect="1"/>
          </p:cNvPicPr>
          <p:nvPr>
            <p:custDataLst>
              <p:tags r:id="rId15"/>
            </p:custDataLst>
          </p:nvPr>
        </p:nvPicPr>
        <p:blipFill>
          <a:blip r:embed="rId16"/>
          <a:srcRect/>
          <a:stretch>
            <a:fillRect/>
          </a:stretch>
        </p:blipFill>
        <p:spPr>
          <a:xfrm>
            <a:off x="2688590" y="5935980"/>
            <a:ext cx="1720850" cy="1409065"/>
          </a:xfrm>
          <a:prstGeom prst="rect">
            <a:avLst/>
          </a:prstGeom>
        </p:spPr>
      </p:pic>
      <p:pic>
        <p:nvPicPr>
          <p:cNvPr id="8" name="Picture 5"/>
          <p:cNvPicPr>
            <a:picLocks noChangeAspect="1"/>
          </p:cNvPicPr>
          <p:nvPr>
            <p:custDataLst>
              <p:tags r:id="rId17"/>
            </p:custDataLst>
          </p:nvPr>
        </p:nvPicPr>
        <p:blipFill>
          <a:blip r:embed="rId18"/>
          <a:srcRect/>
          <a:stretch>
            <a:fillRect/>
          </a:stretch>
        </p:blipFill>
        <p:spPr>
          <a:xfrm>
            <a:off x="9260203" y="4902464"/>
            <a:ext cx="2860468" cy="2606602"/>
          </a:xfrm>
          <a:prstGeom prst="rect">
            <a:avLst/>
          </a:prstGeom>
        </p:spPr>
      </p:pic>
      <p:sp>
        <p:nvSpPr>
          <p:cNvPr id="14" name="任意多边形 13"/>
          <p:cNvSpPr/>
          <p:nvPr/>
        </p:nvSpPr>
        <p:spPr>
          <a:xfrm>
            <a:off x="1661795" y="1414780"/>
            <a:ext cx="1149985" cy="473710"/>
          </a:xfrm>
          <a:custGeom>
            <a:avLst/>
            <a:gdLst/>
            <a:ahLst/>
            <a:cxnLst>
              <a:cxn ang="3">
                <a:pos x="hc" y="t"/>
              </a:cxn>
              <a:cxn ang="cd2">
                <a:pos x="l" y="vc"/>
              </a:cxn>
              <a:cxn ang="cd4">
                <a:pos x="hc" y="b"/>
              </a:cxn>
              <a:cxn ang="0">
                <a:pos x="r" y="vc"/>
              </a:cxn>
            </a:cxnLst>
            <a:rect l="l" t="t" r="r" b="b"/>
            <a:pathLst>
              <a:path w="3665" h="746">
                <a:moveTo>
                  <a:pt x="0" y="0"/>
                </a:moveTo>
                <a:lnTo>
                  <a:pt x="3665" y="0"/>
                </a:lnTo>
                <a:lnTo>
                  <a:pt x="3665" y="746"/>
                </a:lnTo>
                <a:lnTo>
                  <a:pt x="0" y="746"/>
                </a:lnTo>
                <a:lnTo>
                  <a:pt x="555" y="373"/>
                </a:lnTo>
                <a:lnTo>
                  <a:pt x="0" y="0"/>
                </a:lnTo>
                <a:close/>
              </a:path>
            </a:pathLst>
          </a:custGeom>
          <a:solidFill>
            <a:srgbClr val="EFAD3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r>
              <a:rPr lang="en-US" altLang="zh-CN">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  FOOD</a:t>
            </a:r>
            <a:endParaRPr lang="en-US" altLang="zh-CN">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p:txBody>
      </p:sp>
      <p:sp>
        <p:nvSpPr>
          <p:cNvPr id="18" name="椭圆 17"/>
          <p:cNvSpPr/>
          <p:nvPr/>
        </p:nvSpPr>
        <p:spPr>
          <a:xfrm>
            <a:off x="448945" y="5008880"/>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1" name="椭圆 20"/>
          <p:cNvSpPr/>
          <p:nvPr>
            <p:custDataLst>
              <p:tags r:id="rId19"/>
            </p:custDataLst>
          </p:nvPr>
        </p:nvSpPr>
        <p:spPr>
          <a:xfrm>
            <a:off x="144780" y="4276090"/>
            <a:ext cx="474980" cy="454660"/>
          </a:xfrm>
          <a:prstGeom prst="ellipse">
            <a:avLst/>
          </a:prstGeom>
          <a:solidFill>
            <a:srgbClr val="EFAD3A"/>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3" name="椭圆 22"/>
          <p:cNvSpPr/>
          <p:nvPr>
            <p:custDataLst>
              <p:tags r:id="rId20"/>
            </p:custDataLst>
          </p:nvPr>
        </p:nvSpPr>
        <p:spPr>
          <a:xfrm>
            <a:off x="7620000" y="-478790"/>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4" name="椭圆 23"/>
          <p:cNvSpPr/>
          <p:nvPr>
            <p:custDataLst>
              <p:tags r:id="rId21"/>
            </p:custDataLst>
          </p:nvPr>
        </p:nvSpPr>
        <p:spPr>
          <a:xfrm>
            <a:off x="11031855" y="2022475"/>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pic>
        <p:nvPicPr>
          <p:cNvPr id="69" name="Picture 69"/>
          <p:cNvPicPr>
            <a:picLocks noChangeAspect="1"/>
          </p:cNvPicPr>
          <p:nvPr>
            <p:custDataLst>
              <p:tags r:id="rId22"/>
            </p:custDataLst>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rcRect/>
          <a:stretch>
            <a:fillRect/>
          </a:stretch>
        </p:blipFill>
        <p:spPr>
          <a:xfrm rot="18760219">
            <a:off x="10956914" y="3963171"/>
            <a:ext cx="1257077" cy="772531"/>
          </a:xfrm>
          <a:prstGeom prst="rect">
            <a:avLst/>
          </a:prstGeom>
        </p:spPr>
      </p:pic>
      <p:pic>
        <p:nvPicPr>
          <p:cNvPr id="68" name="Picture 68"/>
          <p:cNvPicPr>
            <a:picLocks noChangeAspect="1"/>
          </p:cNvPicPr>
          <p:nvPr>
            <p:custDataLst>
              <p:tags r:id="rId25"/>
            </p:custDataLst>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r="45888" b="46718"/>
          <a:stretch>
            <a:fillRect/>
          </a:stretch>
        </p:blipFill>
        <p:spPr>
          <a:xfrm rot="4260000">
            <a:off x="1382717" y="1731163"/>
            <a:ext cx="758510" cy="820369"/>
          </a:xfrm>
          <a:prstGeom prst="rect">
            <a:avLst/>
          </a:prstGeom>
        </p:spPr>
      </p:pic>
      <p:pic>
        <p:nvPicPr>
          <p:cNvPr id="72" name="Picture 72"/>
          <p:cNvPicPr>
            <a:picLocks noChangeAspect="1"/>
          </p:cNvPicPr>
          <p:nvPr>
            <p:custDataLst>
              <p:tags r:id="rId28"/>
            </p:custDataLst>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rcRect/>
          <a:stretch>
            <a:fillRect/>
          </a:stretch>
        </p:blipFill>
        <p:spPr>
          <a:xfrm rot="-1815464">
            <a:off x="2098803" y="5452344"/>
            <a:ext cx="948074" cy="361623"/>
          </a:xfrm>
          <a:prstGeom prst="rect">
            <a:avLst/>
          </a:prstGeom>
        </p:spPr>
      </p:pic>
      <p:pic>
        <p:nvPicPr>
          <p:cNvPr id="2" name="Picture 69"/>
          <p:cNvPicPr>
            <a:picLocks noChangeAspect="1"/>
          </p:cNvPicPr>
          <p:nvPr>
            <p:custDataLst>
              <p:tags r:id="rId31"/>
            </p:custDataLst>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rcRect/>
          <a:stretch>
            <a:fillRect/>
          </a:stretch>
        </p:blipFill>
        <p:spPr>
          <a:xfrm rot="6619779" flipH="1">
            <a:off x="3252459" y="417966"/>
            <a:ext cx="1257077" cy="772531"/>
          </a:xfrm>
          <a:prstGeom prst="rect">
            <a:avLst/>
          </a:prstGeom>
        </p:spPr>
      </p:pic>
      <p:grpSp>
        <p:nvGrpSpPr>
          <p:cNvPr id="28" name="组合 27"/>
          <p:cNvGrpSpPr/>
          <p:nvPr/>
        </p:nvGrpSpPr>
        <p:grpSpPr>
          <a:xfrm>
            <a:off x="4343400" y="2355215"/>
            <a:ext cx="3505200" cy="768350"/>
            <a:chOff x="6840" y="5271"/>
            <a:chExt cx="5520" cy="1210"/>
          </a:xfrm>
        </p:grpSpPr>
        <p:sp>
          <p:nvSpPr>
            <p:cNvPr id="3" name="圆角矩形 2"/>
            <p:cNvSpPr/>
            <p:nvPr>
              <p:custDataLst>
                <p:tags r:id="rId32"/>
              </p:custDataLst>
            </p:nvPr>
          </p:nvSpPr>
          <p:spPr>
            <a:xfrm>
              <a:off x="6840" y="5348"/>
              <a:ext cx="5520" cy="1133"/>
            </a:xfrm>
            <a:prstGeom prst="roundRect">
              <a:avLst>
                <a:gd name="adj" fmla="val 37864"/>
              </a:avLst>
            </a:prstGeom>
            <a:solidFill>
              <a:srgbClr val="EFA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16" name="TextBox 19"/>
            <p:cNvSpPr txBox="1"/>
            <p:nvPr>
              <p:custDataLst>
                <p:tags r:id="rId33"/>
              </p:custDataLst>
            </p:nvPr>
          </p:nvSpPr>
          <p:spPr>
            <a:xfrm>
              <a:off x="7395" y="5271"/>
              <a:ext cx="4411" cy="1211"/>
            </a:xfrm>
            <a:prstGeom prst="rect">
              <a:avLst/>
            </a:prstGeom>
          </p:spPr>
          <p:txBody>
            <a:bodyPr lIns="0" tIns="0" rIns="0" bIns="0" rtlCol="0" anchor="t">
              <a:noAutofit/>
            </a:bodyPr>
            <a:p>
              <a:pPr algn="ctr">
                <a:lnSpc>
                  <a:spcPts val="5105"/>
                </a:lnSpc>
              </a:pPr>
              <a:r>
                <a:rPr lang="zh-CN" sz="2400" spc="184">
                  <a:solidFill>
                    <a:schemeClr val="bg1"/>
                  </a:solidFill>
                  <a:latin typeface="仓耳渔阳体 W04" panose="02020400000000000000" charset="-122"/>
                  <a:ea typeface="仓耳渔阳体 W04" panose="02020400000000000000" charset="-122"/>
                  <a:cs typeface="仓耳渔阳体 W04" panose="02020400000000000000" charset="-122"/>
                </a:rPr>
                <a:t>第一部分</a:t>
              </a:r>
              <a:endParaRPr lang="zh-CN" sz="2400" spc="184">
                <a:solidFill>
                  <a:schemeClr val="tx1">
                    <a:lumMod val="50000"/>
                    <a:lumOff val="50000"/>
                  </a:schemeClr>
                </a:solidFill>
                <a:latin typeface="仓耳渔阳体 W04" panose="02020400000000000000" charset="-122"/>
                <a:ea typeface="仓耳渔阳体 W04" panose="02020400000000000000" charset="-122"/>
                <a:cs typeface="仓耳渔阳体 W04" panose="02020400000000000000" charset="-122"/>
              </a:endParaRPr>
            </a:p>
          </p:txBody>
        </p:sp>
      </p:grpSp>
      <p:sp>
        <p:nvSpPr>
          <p:cNvPr id="17" name="TextBox 20"/>
          <p:cNvSpPr txBox="1"/>
          <p:nvPr>
            <p:custDataLst>
              <p:tags r:id="rId34"/>
            </p:custDataLst>
          </p:nvPr>
        </p:nvSpPr>
        <p:spPr>
          <a:xfrm>
            <a:off x="1868170" y="3433445"/>
            <a:ext cx="8455660" cy="1318895"/>
          </a:xfrm>
          <a:prstGeom prst="rect">
            <a:avLst/>
          </a:prstGeom>
        </p:spPr>
        <p:txBody>
          <a:bodyPr lIns="0" tIns="0" rIns="0" bIns="0" rtlCol="0" anchor="t">
            <a:noAutofit/>
          </a:bodyPr>
          <a:p>
            <a:pPr indent="0" algn="ctr" fontAlgn="auto">
              <a:lnSpc>
                <a:spcPct val="100000"/>
              </a:lnSpc>
            </a:pPr>
            <a:r>
              <a:rPr lang="zh-CN" altLang="en-US" sz="4800">
                <a:solidFill>
                  <a:srgbClr val="9B5836"/>
                </a:solidFill>
                <a:latin typeface="站酷快乐体2016修订版" panose="02010600030101010101" charset="-122"/>
                <a:ea typeface="站酷快乐体2016修订版" panose="02010600030101010101" charset="-122"/>
                <a:cs typeface="仓耳渔阳体 W04" panose="02020400000000000000" charset="-122"/>
              </a:rPr>
              <a:t>什么是食品安全</a:t>
            </a:r>
            <a:endParaRPr lang="zh-CN" altLang="en-US" sz="4800">
              <a:solidFill>
                <a:srgbClr val="9B5836"/>
              </a:solidFill>
              <a:latin typeface="站酷快乐体2016修订版" panose="02010600030101010101" charset="-122"/>
              <a:ea typeface="站酷快乐体2016修订版" panose="02010600030101010101" charset="-122"/>
              <a:cs typeface="仓耳渔阳体 W04" panose="02020400000000000000" charset="-122"/>
            </a:endParaRPr>
          </a:p>
        </p:txBody>
      </p:sp>
    </p:spTree>
    <p:custDataLst>
      <p:tags r:id="rId3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1EB"/>
        </a:solidFill>
        <a:effectLst/>
      </p:bgPr>
    </p:bg>
    <p:spTree>
      <p:nvGrpSpPr>
        <p:cNvPr id="1" name=""/>
        <p:cNvGrpSpPr/>
        <p:nvPr/>
      </p:nvGrpSpPr>
      <p:grpSpPr/>
      <p:sp>
        <p:nvSpPr>
          <p:cNvPr id="12" name="任意多边形 11"/>
          <p:cNvSpPr/>
          <p:nvPr>
            <p:custDataLst>
              <p:tags r:id="rId1"/>
            </p:custDataLst>
          </p:nvPr>
        </p:nvSpPr>
        <p:spPr>
          <a:xfrm flipH="1">
            <a:off x="0" y="-13970"/>
            <a:ext cx="2139950" cy="1375410"/>
          </a:xfrm>
          <a:custGeom>
            <a:avLst/>
            <a:gdLst>
              <a:gd name="connsiteX0" fmla="*/ 16 w 5020"/>
              <a:gd name="connsiteY0" fmla="*/ 206 h 3666"/>
              <a:gd name="connsiteX1" fmla="*/ 39 w 5020"/>
              <a:gd name="connsiteY1" fmla="*/ 684 h 3666"/>
              <a:gd name="connsiteX2" fmla="*/ 404 w 5020"/>
              <a:gd name="connsiteY2" fmla="*/ 1139 h 3666"/>
              <a:gd name="connsiteX3" fmla="*/ 231 w 5020"/>
              <a:gd name="connsiteY3" fmla="*/ 2544 h 3666"/>
              <a:gd name="connsiteX4" fmla="*/ 847 w 5020"/>
              <a:gd name="connsiteY4" fmla="*/ 3138 h 3666"/>
              <a:gd name="connsiteX5" fmla="*/ 2038 w 5020"/>
              <a:gd name="connsiteY5" fmla="*/ 3345 h 3666"/>
              <a:gd name="connsiteX6" fmla="*/ 3523 w 5020"/>
              <a:gd name="connsiteY6" fmla="*/ 3665 h 3666"/>
              <a:gd name="connsiteX7" fmla="*/ 4791 w 5020"/>
              <a:gd name="connsiteY7" fmla="*/ 3276 h 3666"/>
              <a:gd name="connsiteX8" fmla="*/ 4928 w 5020"/>
              <a:gd name="connsiteY8" fmla="*/ 0 h 3666"/>
              <a:gd name="connsiteX9" fmla="*/ 16 w 5020"/>
              <a:gd name="connsiteY9" fmla="*/ 206 h 3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30" h="3460">
                <a:moveTo>
                  <a:pt x="16" y="0"/>
                </a:moveTo>
                <a:lnTo>
                  <a:pt x="4730" y="0"/>
                </a:lnTo>
                <a:lnTo>
                  <a:pt x="4730" y="3100"/>
                </a:lnTo>
                <a:lnTo>
                  <a:pt x="4707" y="3112"/>
                </a:lnTo>
                <a:cubicBezTo>
                  <a:pt x="4294" y="3323"/>
                  <a:pt x="3957" y="3436"/>
                  <a:pt x="3523" y="3458"/>
                </a:cubicBezTo>
                <a:cubicBezTo>
                  <a:pt x="3060" y="3482"/>
                  <a:pt x="2320" y="3251"/>
                  <a:pt x="2038" y="3138"/>
                </a:cubicBezTo>
                <a:cubicBezTo>
                  <a:pt x="1756" y="3025"/>
                  <a:pt x="1167" y="3000"/>
                  <a:pt x="847" y="2931"/>
                </a:cubicBezTo>
                <a:cubicBezTo>
                  <a:pt x="527" y="2862"/>
                  <a:pt x="288" y="2634"/>
                  <a:pt x="231" y="2337"/>
                </a:cubicBezTo>
                <a:cubicBezTo>
                  <a:pt x="174" y="2040"/>
                  <a:pt x="489" y="1240"/>
                  <a:pt x="404" y="932"/>
                </a:cubicBezTo>
                <a:cubicBezTo>
                  <a:pt x="319" y="624"/>
                  <a:pt x="108" y="650"/>
                  <a:pt x="39" y="477"/>
                </a:cubicBezTo>
                <a:cubicBezTo>
                  <a:pt x="-28" y="309"/>
                  <a:pt x="11" y="101"/>
                  <a:pt x="15" y="8"/>
                </a:cubicBezTo>
                <a:lnTo>
                  <a:pt x="16" y="0"/>
                </a:lnTo>
                <a:close/>
              </a:path>
            </a:pathLst>
          </a:custGeom>
          <a:solidFill>
            <a:srgbClr val="E9BE8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5" name="任意多边形 14"/>
          <p:cNvSpPr/>
          <p:nvPr>
            <p:custDataLst>
              <p:tags r:id="rId2"/>
            </p:custDataLst>
          </p:nvPr>
        </p:nvSpPr>
        <p:spPr>
          <a:xfrm flipH="1">
            <a:off x="-406400" y="-65405"/>
            <a:ext cx="2389505" cy="1477645"/>
          </a:xfrm>
          <a:custGeom>
            <a:avLst/>
            <a:gdLst>
              <a:gd name="connsiteX0" fmla="*/ 0 w 6373"/>
              <a:gd name="connsiteY0" fmla="*/ 226 h 3921"/>
              <a:gd name="connsiteX1" fmla="*/ 468 w 6373"/>
              <a:gd name="connsiteY1" fmla="*/ 797 h 3921"/>
              <a:gd name="connsiteX2" fmla="*/ 1748 w 6373"/>
              <a:gd name="connsiteY2" fmla="*/ 1122 h 3921"/>
              <a:gd name="connsiteX3" fmla="*/ 2193 w 6373"/>
              <a:gd name="connsiteY3" fmla="*/ 2161 h 3921"/>
              <a:gd name="connsiteX4" fmla="*/ 3175 w 6373"/>
              <a:gd name="connsiteY4" fmla="*/ 3315 h 3921"/>
              <a:gd name="connsiteX5" fmla="*/ 4980 w 6373"/>
              <a:gd name="connsiteY5" fmla="*/ 3909 h 3921"/>
              <a:gd name="connsiteX6" fmla="*/ 6294 w 6373"/>
              <a:gd name="connsiteY6" fmla="*/ 3687 h 3921"/>
              <a:gd name="connsiteX7" fmla="*/ 6373 w 6373"/>
              <a:gd name="connsiteY7" fmla="*/ 0 h 3921"/>
              <a:gd name="connsiteX8" fmla="*/ 0 w 6373"/>
              <a:gd name="connsiteY8" fmla="*/ 226 h 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74" h="3716">
                <a:moveTo>
                  <a:pt x="592" y="0"/>
                </a:moveTo>
                <a:lnTo>
                  <a:pt x="6202" y="0"/>
                </a:lnTo>
                <a:lnTo>
                  <a:pt x="6274" y="0"/>
                </a:lnTo>
                <a:lnTo>
                  <a:pt x="6274" y="3491"/>
                </a:lnTo>
                <a:lnTo>
                  <a:pt x="6257" y="3499"/>
                </a:lnTo>
                <a:cubicBezTo>
                  <a:pt x="5873" y="3675"/>
                  <a:pt x="5545" y="3748"/>
                  <a:pt x="4980" y="3704"/>
                </a:cubicBezTo>
                <a:cubicBezTo>
                  <a:pt x="4397" y="3659"/>
                  <a:pt x="3678" y="3419"/>
                  <a:pt x="3175" y="3110"/>
                </a:cubicBezTo>
                <a:cubicBezTo>
                  <a:pt x="2672" y="2801"/>
                  <a:pt x="2361" y="2326"/>
                  <a:pt x="2193" y="1956"/>
                </a:cubicBezTo>
                <a:cubicBezTo>
                  <a:pt x="2025" y="1586"/>
                  <a:pt x="1931" y="1082"/>
                  <a:pt x="1748" y="917"/>
                </a:cubicBezTo>
                <a:cubicBezTo>
                  <a:pt x="1565" y="752"/>
                  <a:pt x="813" y="754"/>
                  <a:pt x="468" y="592"/>
                </a:cubicBezTo>
                <a:cubicBezTo>
                  <a:pt x="123" y="430"/>
                  <a:pt x="80" y="289"/>
                  <a:pt x="0" y="21"/>
                </a:cubicBezTo>
                <a:lnTo>
                  <a:pt x="592" y="0"/>
                </a:lnTo>
                <a:close/>
              </a:path>
            </a:pathLst>
          </a:custGeom>
          <a:noFill/>
          <a:ln>
            <a:solidFill>
              <a:schemeClr val="bg1"/>
            </a:solidFill>
          </a:ln>
          <a:extLst>
            <a:ext uri="{909E8E84-426E-40DD-AFC4-6F175D3DCCD1}">
              <a14:hiddenFill xmlns:a14="http://schemas.microsoft.com/office/drawing/2010/main">
                <a:solidFill>
                  <a:schemeClr val="accent1">
                    <a:alpha val="28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9" name="任意多边形 18"/>
          <p:cNvSpPr/>
          <p:nvPr>
            <p:custDataLst>
              <p:tags r:id="rId3"/>
            </p:custDataLst>
          </p:nvPr>
        </p:nvSpPr>
        <p:spPr>
          <a:xfrm>
            <a:off x="-69850" y="6213102"/>
            <a:ext cx="2057063" cy="661408"/>
          </a:xfrm>
          <a:custGeom>
            <a:avLst/>
            <a:gdLst>
              <a:gd name="connsiteX0" fmla="*/ 1712 w 8295"/>
              <a:gd name="connsiteY0" fmla="*/ 1303 h 3164"/>
              <a:gd name="connsiteX1" fmla="*/ 3081 w 8295"/>
              <a:gd name="connsiteY1" fmla="*/ 1634 h 3164"/>
              <a:gd name="connsiteX2" fmla="*/ 5390 w 8295"/>
              <a:gd name="connsiteY2" fmla="*/ 252 h 3164"/>
              <a:gd name="connsiteX3" fmla="*/ 7514 w 8295"/>
              <a:gd name="connsiteY3" fmla="*/ 903 h 3164"/>
              <a:gd name="connsiteX4" fmla="*/ 8256 w 8295"/>
              <a:gd name="connsiteY4" fmla="*/ 2228 h 3164"/>
              <a:gd name="connsiteX5" fmla="*/ 614 w 8295"/>
              <a:gd name="connsiteY5" fmla="*/ 3164 h 3164"/>
              <a:gd name="connsiteX6" fmla="*/ 0 w 8295"/>
              <a:gd name="connsiteY6" fmla="*/ 2159 h 3164"/>
              <a:gd name="connsiteX7" fmla="*/ 125 w 8295"/>
              <a:gd name="connsiteY7" fmla="*/ 0 h 3164"/>
              <a:gd name="connsiteX8" fmla="*/ 1712 w 8295"/>
              <a:gd name="connsiteY8" fmla="*/ 1303 h 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39" h="1042">
                <a:moveTo>
                  <a:pt x="1445" y="0"/>
                </a:moveTo>
                <a:cubicBezTo>
                  <a:pt x="2037" y="1"/>
                  <a:pt x="2293" y="70"/>
                  <a:pt x="2704" y="364"/>
                </a:cubicBezTo>
                <a:cubicBezTo>
                  <a:pt x="3116" y="657"/>
                  <a:pt x="3276" y="847"/>
                  <a:pt x="3232" y="1040"/>
                </a:cubicBezTo>
                <a:lnTo>
                  <a:pt x="3232" y="1042"/>
                </a:lnTo>
                <a:lnTo>
                  <a:pt x="0" y="1042"/>
                </a:lnTo>
                <a:lnTo>
                  <a:pt x="0" y="574"/>
                </a:lnTo>
                <a:lnTo>
                  <a:pt x="16" y="562"/>
                </a:lnTo>
                <a:cubicBezTo>
                  <a:pt x="321" y="337"/>
                  <a:pt x="755" y="10"/>
                  <a:pt x="1250" y="2"/>
                </a:cubicBezTo>
                <a:cubicBezTo>
                  <a:pt x="1319" y="1"/>
                  <a:pt x="1383" y="0"/>
                  <a:pt x="1445" y="0"/>
                </a:cubicBezTo>
                <a:close/>
              </a:path>
            </a:pathLst>
          </a:custGeom>
          <a:solidFill>
            <a:srgbClr val="E9BE8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22" name="任意多边形 21"/>
          <p:cNvSpPr/>
          <p:nvPr>
            <p:custDataLst>
              <p:tags r:id="rId4"/>
            </p:custDataLst>
          </p:nvPr>
        </p:nvSpPr>
        <p:spPr>
          <a:xfrm>
            <a:off x="-51435" y="6292981"/>
            <a:ext cx="1874520" cy="589784"/>
          </a:xfrm>
          <a:custGeom>
            <a:avLst/>
            <a:gdLst>
              <a:gd name="connsiteX0" fmla="*/ 679 w 8465"/>
              <a:gd name="connsiteY0" fmla="*/ 4 h 2284"/>
              <a:gd name="connsiteX1" fmla="*/ 2269 w 8465"/>
              <a:gd name="connsiteY1" fmla="*/ 1424 h 2284"/>
              <a:gd name="connsiteX2" fmla="*/ 3882 w 8465"/>
              <a:gd name="connsiteY2" fmla="*/ 1211 h 2284"/>
              <a:gd name="connsiteX3" fmla="*/ 5692 w 8465"/>
              <a:gd name="connsiteY3" fmla="*/ 138 h 2284"/>
              <a:gd name="connsiteX4" fmla="*/ 7562 w 8465"/>
              <a:gd name="connsiteY4" fmla="*/ 679 h 2284"/>
              <a:gd name="connsiteX5" fmla="*/ 8465 w 8465"/>
              <a:gd name="connsiteY5" fmla="*/ 1844 h 2284"/>
              <a:gd name="connsiteX6" fmla="*/ 0 w 8465"/>
              <a:gd name="connsiteY6" fmla="*/ 2284 h 2284"/>
              <a:gd name="connsiteX7" fmla="*/ 679 w 8465"/>
              <a:gd name="connsiteY7" fmla="*/ 4 h 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2" h="929">
                <a:moveTo>
                  <a:pt x="1289" y="0"/>
                </a:moveTo>
                <a:cubicBezTo>
                  <a:pt x="1665" y="2"/>
                  <a:pt x="1948" y="90"/>
                  <a:pt x="2349" y="308"/>
                </a:cubicBezTo>
                <a:cubicBezTo>
                  <a:pt x="2795" y="551"/>
                  <a:pt x="2857" y="764"/>
                  <a:pt x="2949" y="924"/>
                </a:cubicBezTo>
                <a:lnTo>
                  <a:pt x="2952" y="929"/>
                </a:lnTo>
                <a:lnTo>
                  <a:pt x="0" y="929"/>
                </a:lnTo>
                <a:lnTo>
                  <a:pt x="0" y="508"/>
                </a:lnTo>
                <a:lnTo>
                  <a:pt x="34" y="487"/>
                </a:lnTo>
                <a:cubicBezTo>
                  <a:pt x="336" y="296"/>
                  <a:pt x="666" y="35"/>
                  <a:pt x="1069" y="7"/>
                </a:cubicBezTo>
                <a:cubicBezTo>
                  <a:pt x="1146" y="2"/>
                  <a:pt x="1219" y="0"/>
                  <a:pt x="1289" y="0"/>
                </a:cubicBezTo>
                <a:close/>
              </a:path>
            </a:pathLst>
          </a:custGeom>
          <a:noFill/>
          <a:ln>
            <a:solidFill>
              <a:schemeClr val="bg1"/>
            </a:solidFill>
          </a:ln>
          <a:extLst>
            <a:ext uri="{909E8E84-426E-40DD-AFC4-6F175D3DCCD1}">
              <a14:hiddenFill xmlns:a14="http://schemas.microsoft.com/office/drawing/2010/main">
                <a:solidFill>
                  <a:schemeClr val="accent1">
                    <a:alpha val="24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25" name="任意多边形 24"/>
          <p:cNvSpPr/>
          <p:nvPr>
            <p:custDataLst>
              <p:tags r:id="rId5"/>
            </p:custDataLst>
          </p:nvPr>
        </p:nvSpPr>
        <p:spPr>
          <a:xfrm>
            <a:off x="10253980" y="5824855"/>
            <a:ext cx="1938020" cy="1033145"/>
          </a:xfrm>
          <a:custGeom>
            <a:avLst/>
            <a:gdLst>
              <a:gd name="connsiteX0" fmla="*/ 0 w 6333"/>
              <a:gd name="connsiteY0" fmla="*/ 2920 h 4147"/>
              <a:gd name="connsiteX1" fmla="*/ 1240 w 6333"/>
              <a:gd name="connsiteY1" fmla="*/ 773 h 4147"/>
              <a:gd name="connsiteX2" fmla="*/ 3253 w 6333"/>
              <a:gd name="connsiteY2" fmla="*/ 240 h 4147"/>
              <a:gd name="connsiteX3" fmla="*/ 5147 w 6333"/>
              <a:gd name="connsiteY3" fmla="*/ 506 h 4147"/>
              <a:gd name="connsiteX4" fmla="*/ 6160 w 6333"/>
              <a:gd name="connsiteY4" fmla="*/ 0 h 4147"/>
              <a:gd name="connsiteX5" fmla="*/ 6333 w 6333"/>
              <a:gd name="connsiteY5" fmla="*/ 4147 h 4147"/>
              <a:gd name="connsiteX6" fmla="*/ 0 w 6333"/>
              <a:gd name="connsiteY6" fmla="*/ 2920 h 4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4" h="2912">
                <a:moveTo>
                  <a:pt x="6074" y="0"/>
                </a:moveTo>
                <a:lnTo>
                  <a:pt x="6074" y="2912"/>
                </a:lnTo>
                <a:lnTo>
                  <a:pt x="5" y="2912"/>
                </a:lnTo>
                <a:lnTo>
                  <a:pt x="0" y="2911"/>
                </a:lnTo>
                <a:cubicBezTo>
                  <a:pt x="107" y="2257"/>
                  <a:pt x="461" y="1324"/>
                  <a:pt x="1240" y="764"/>
                </a:cubicBezTo>
                <a:cubicBezTo>
                  <a:pt x="2019" y="204"/>
                  <a:pt x="2599" y="271"/>
                  <a:pt x="3253" y="231"/>
                </a:cubicBezTo>
                <a:cubicBezTo>
                  <a:pt x="3907" y="191"/>
                  <a:pt x="4627" y="590"/>
                  <a:pt x="5147" y="497"/>
                </a:cubicBezTo>
                <a:cubicBezTo>
                  <a:pt x="5618" y="413"/>
                  <a:pt x="5782" y="66"/>
                  <a:pt x="6067" y="1"/>
                </a:cubicBezTo>
                <a:lnTo>
                  <a:pt x="6074" y="0"/>
                </a:lnTo>
                <a:close/>
              </a:path>
            </a:pathLst>
          </a:custGeom>
          <a:solidFill>
            <a:srgbClr val="EFD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4" name="任意多边形 3"/>
          <p:cNvSpPr/>
          <p:nvPr>
            <p:custDataLst>
              <p:tags r:id="rId6"/>
            </p:custDataLst>
          </p:nvPr>
        </p:nvSpPr>
        <p:spPr>
          <a:xfrm flipH="1" flipV="1">
            <a:off x="10652760" y="6007735"/>
            <a:ext cx="1670685" cy="850900"/>
          </a:xfrm>
          <a:custGeom>
            <a:avLst/>
            <a:gdLst>
              <a:gd name="connsiteX0" fmla="*/ 0 w 5143"/>
              <a:gd name="connsiteY0" fmla="*/ 0 h 4554"/>
              <a:gd name="connsiteX1" fmla="*/ 5143 w 5143"/>
              <a:gd name="connsiteY1" fmla="*/ 0 h 4554"/>
              <a:gd name="connsiteX2" fmla="*/ 5141 w 5143"/>
              <a:gd name="connsiteY2" fmla="*/ 11 h 4554"/>
              <a:gd name="connsiteX3" fmla="*/ 4681 w 5143"/>
              <a:gd name="connsiteY3" fmla="*/ 989 h 4554"/>
              <a:gd name="connsiteX4" fmla="*/ 3207 w 5143"/>
              <a:gd name="connsiteY4" fmla="*/ 1914 h 4554"/>
              <a:gd name="connsiteX5" fmla="*/ 2475 w 5143"/>
              <a:gd name="connsiteY5" fmla="*/ 4088 h 4554"/>
              <a:gd name="connsiteX6" fmla="*/ 922 w 5143"/>
              <a:gd name="connsiteY6" fmla="*/ 4545 h 4554"/>
              <a:gd name="connsiteX7" fmla="*/ 22 w 5143"/>
              <a:gd name="connsiteY7" fmla="*/ 4257 h 4554"/>
              <a:gd name="connsiteX8" fmla="*/ 0 w 5143"/>
              <a:gd name="connsiteY8" fmla="*/ 0 h 4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3" h="4554">
                <a:moveTo>
                  <a:pt x="0" y="0"/>
                </a:moveTo>
                <a:lnTo>
                  <a:pt x="5143" y="0"/>
                </a:lnTo>
                <a:lnTo>
                  <a:pt x="5141" y="11"/>
                </a:lnTo>
                <a:cubicBezTo>
                  <a:pt x="5110" y="197"/>
                  <a:pt x="5088" y="582"/>
                  <a:pt x="4681" y="989"/>
                </a:cubicBezTo>
                <a:cubicBezTo>
                  <a:pt x="4247" y="1423"/>
                  <a:pt x="3573" y="1617"/>
                  <a:pt x="3207" y="1914"/>
                </a:cubicBezTo>
                <a:cubicBezTo>
                  <a:pt x="2841" y="2211"/>
                  <a:pt x="2989" y="3585"/>
                  <a:pt x="2475" y="4088"/>
                </a:cubicBezTo>
                <a:cubicBezTo>
                  <a:pt x="1961" y="4591"/>
                  <a:pt x="1379" y="4567"/>
                  <a:pt x="922" y="4545"/>
                </a:cubicBezTo>
                <a:cubicBezTo>
                  <a:pt x="465" y="4523"/>
                  <a:pt x="375" y="4352"/>
                  <a:pt x="22" y="4257"/>
                </a:cubicBezTo>
                <a:lnTo>
                  <a:pt x="0" y="0"/>
                </a:lnTo>
                <a:close/>
              </a:path>
            </a:pathLst>
          </a:custGeom>
          <a:noFill/>
          <a:ln w="9525">
            <a:solidFill>
              <a:schemeClr val="bg1"/>
            </a:solidFill>
          </a:ln>
          <a:extLst>
            <a:ext uri="{909E8E84-426E-40DD-AFC4-6F175D3DCCD1}">
              <a14:hiddenFill xmlns:a14="http://schemas.microsoft.com/office/drawing/2010/main">
                <a:solidFill>
                  <a:schemeClr val="accent1">
                    <a:alpha val="46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8" name="椭圆 17"/>
          <p:cNvSpPr/>
          <p:nvPr/>
        </p:nvSpPr>
        <p:spPr>
          <a:xfrm>
            <a:off x="207645" y="5374005"/>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1" name="椭圆 20"/>
          <p:cNvSpPr/>
          <p:nvPr>
            <p:custDataLst>
              <p:tags r:id="rId7"/>
            </p:custDataLst>
          </p:nvPr>
        </p:nvSpPr>
        <p:spPr>
          <a:xfrm>
            <a:off x="0" y="5103495"/>
            <a:ext cx="474980" cy="454660"/>
          </a:xfrm>
          <a:prstGeom prst="ellipse">
            <a:avLst/>
          </a:prstGeom>
          <a:solidFill>
            <a:srgbClr val="EFAD3A"/>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4" name="椭圆 23"/>
          <p:cNvSpPr/>
          <p:nvPr>
            <p:custDataLst>
              <p:tags r:id="rId8"/>
            </p:custDataLst>
          </p:nvPr>
        </p:nvSpPr>
        <p:spPr>
          <a:xfrm>
            <a:off x="11031855" y="1426845"/>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pic>
        <p:nvPicPr>
          <p:cNvPr id="3" name="Picture 69"/>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a:fillRect/>
          </a:stretch>
        </p:blipFill>
        <p:spPr>
          <a:xfrm rot="18760219">
            <a:off x="9686290" y="6017260"/>
            <a:ext cx="908050" cy="558165"/>
          </a:xfrm>
          <a:prstGeom prst="rect">
            <a:avLst/>
          </a:prstGeom>
        </p:spPr>
      </p:pic>
      <p:pic>
        <p:nvPicPr>
          <p:cNvPr id="16" name="Picture 68"/>
          <p:cNvPicPr>
            <a:picLocks noChangeAspect="1"/>
          </p:cNvPicPr>
          <p:nvPr>
            <p:custDataLst>
              <p:tags r:id="rId12"/>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r="45888" b="46718"/>
          <a:stretch>
            <a:fillRect/>
          </a:stretch>
        </p:blipFill>
        <p:spPr>
          <a:xfrm rot="5400000">
            <a:off x="30802" y="936143"/>
            <a:ext cx="758510" cy="820369"/>
          </a:xfrm>
          <a:prstGeom prst="rect">
            <a:avLst/>
          </a:prstGeom>
        </p:spPr>
      </p:pic>
      <p:pic>
        <p:nvPicPr>
          <p:cNvPr id="29" name="Picture 72"/>
          <p:cNvPicPr>
            <a:picLocks noChangeAspect="1"/>
          </p:cNvPicPr>
          <p:nvPr>
            <p:custDataLst>
              <p:tags r:id="rId15"/>
            </p:custDataLst>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a:stretch>
            <a:fillRect/>
          </a:stretch>
        </p:blipFill>
        <p:spPr>
          <a:xfrm rot="-1815464">
            <a:off x="26798" y="5772384"/>
            <a:ext cx="948074" cy="361623"/>
          </a:xfrm>
          <a:prstGeom prst="rect">
            <a:avLst/>
          </a:prstGeom>
        </p:spPr>
      </p:pic>
      <p:pic>
        <p:nvPicPr>
          <p:cNvPr id="33" name="Picture 2"/>
          <p:cNvPicPr>
            <a:picLocks noChangeAspect="1"/>
          </p:cNvPicPr>
          <p:nvPr>
            <p:custDataLst>
              <p:tags r:id="rId18"/>
            </p:custDataLst>
          </p:nvPr>
        </p:nvPicPr>
        <p:blipFill>
          <a:blip r:embed="rId19"/>
          <a:srcRect/>
          <a:stretch>
            <a:fillRect/>
          </a:stretch>
        </p:blipFill>
        <p:spPr>
          <a:xfrm flipH="1">
            <a:off x="227330" y="45085"/>
            <a:ext cx="1595755" cy="1377950"/>
          </a:xfrm>
          <a:prstGeom prst="rect">
            <a:avLst/>
          </a:prstGeom>
        </p:spPr>
      </p:pic>
      <p:pic>
        <p:nvPicPr>
          <p:cNvPr id="34" name="Picture 72"/>
          <p:cNvPicPr>
            <a:picLocks noChangeAspect="1"/>
          </p:cNvPicPr>
          <p:nvPr>
            <p:custDataLst>
              <p:tags r:id="rId20"/>
            </p:custDataLst>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a:stretch>
            <a:fillRect/>
          </a:stretch>
        </p:blipFill>
        <p:spPr>
          <a:xfrm rot="5204533">
            <a:off x="1989583" y="302494"/>
            <a:ext cx="948074" cy="361623"/>
          </a:xfrm>
          <a:prstGeom prst="rect">
            <a:avLst/>
          </a:prstGeom>
        </p:spPr>
      </p:pic>
      <p:pic>
        <p:nvPicPr>
          <p:cNvPr id="14" name="Picture 5"/>
          <p:cNvPicPr>
            <a:picLocks noChangeAspect="1"/>
          </p:cNvPicPr>
          <p:nvPr>
            <p:custDataLst>
              <p:tags r:id="rId21"/>
            </p:custDataLst>
          </p:nvPr>
        </p:nvPicPr>
        <p:blipFill>
          <a:blip r:embed="rId22"/>
          <a:srcRect/>
          <a:stretch>
            <a:fillRect/>
          </a:stretch>
        </p:blipFill>
        <p:spPr>
          <a:xfrm>
            <a:off x="9732645" y="80645"/>
            <a:ext cx="331470" cy="359410"/>
          </a:xfrm>
          <a:prstGeom prst="rect">
            <a:avLst/>
          </a:prstGeom>
        </p:spPr>
      </p:pic>
      <p:sp>
        <p:nvSpPr>
          <p:cNvPr id="20" name="TextBox 20"/>
          <p:cNvSpPr txBox="1"/>
          <p:nvPr>
            <p:custDataLst>
              <p:tags r:id="rId23"/>
            </p:custDataLst>
          </p:nvPr>
        </p:nvSpPr>
        <p:spPr>
          <a:xfrm>
            <a:off x="10100310" y="142240"/>
            <a:ext cx="1920240" cy="379730"/>
          </a:xfrm>
          <a:prstGeom prst="rect">
            <a:avLst/>
          </a:prstGeom>
        </p:spPr>
        <p:txBody>
          <a:bodyPr lIns="0" tIns="0" rIns="0" bIns="0" rtlCol="0" anchor="t">
            <a:noAutofit/>
          </a:bodyPr>
          <a:p>
            <a:pPr indent="0" algn="ctr" fontAlgn="auto">
              <a:lnSpc>
                <a:spcPct val="100000"/>
              </a:lnSpc>
            </a:pPr>
            <a:r>
              <a:rPr lang="zh-CN" altLang="en-US" sz="2000">
                <a:solidFill>
                  <a:schemeClr val="tx1">
                    <a:lumMod val="65000"/>
                    <a:lumOff val="35000"/>
                  </a:schemeClr>
                </a:solidFill>
                <a:latin typeface="站酷快乐体2016修订版" panose="02010600030101010101" charset="-122"/>
                <a:ea typeface="站酷快乐体2016修订版" panose="02010600030101010101" charset="-122"/>
                <a:cs typeface="仓耳渔阳体 W04" panose="02020400000000000000" charset="-122"/>
              </a:rPr>
              <a:t>什么是食品安全</a:t>
            </a:r>
            <a:endParaRPr lang="zh-CN" altLang="en-US" sz="2000">
              <a:solidFill>
                <a:schemeClr val="tx1">
                  <a:lumMod val="65000"/>
                  <a:lumOff val="35000"/>
                </a:schemeClr>
              </a:solidFill>
              <a:latin typeface="站酷快乐体2016修订版" panose="02010600030101010101" charset="-122"/>
              <a:ea typeface="站酷快乐体2016修订版" panose="02010600030101010101" charset="-122"/>
              <a:cs typeface="仓耳渔阳体 W04" panose="02020400000000000000" charset="-122"/>
            </a:endParaRPr>
          </a:p>
        </p:txBody>
      </p:sp>
      <p:sp>
        <p:nvSpPr>
          <p:cNvPr id="27" name="TextBox 15"/>
          <p:cNvSpPr txBox="1"/>
          <p:nvPr>
            <p:custDataLst>
              <p:tags r:id="rId24"/>
            </p:custDataLst>
          </p:nvPr>
        </p:nvSpPr>
        <p:spPr>
          <a:xfrm>
            <a:off x="4153535" y="1290955"/>
            <a:ext cx="3884930" cy="984250"/>
          </a:xfrm>
          <a:prstGeom prst="rect">
            <a:avLst/>
          </a:prstGeom>
        </p:spPr>
        <p:txBody>
          <a:bodyPr wrap="square" lIns="0" tIns="0" rIns="0" bIns="0" rtlCol="0" anchor="t">
            <a:spAutoFit/>
          </a:bodyPr>
          <a:p>
            <a:pPr algn="ctr">
              <a:lnSpc>
                <a:spcPts val="7675"/>
              </a:lnSpc>
              <a:spcBef>
                <a:spcPct val="0"/>
              </a:spcBef>
            </a:pPr>
            <a:r>
              <a:rPr lang="en-US" sz="4000">
                <a:solidFill>
                  <a:srgbClr val="9B5836"/>
                </a:solidFill>
                <a:latin typeface="站酷快乐体2016修订版" panose="02010600030101010101" charset="-122"/>
                <a:ea typeface="站酷快乐体2016修订版" panose="02010600030101010101" charset="-122"/>
                <a:cs typeface="仓耳渔阳体 W04" panose="02020400000000000000" charset="-122"/>
              </a:rPr>
              <a:t>食品安全的定义</a:t>
            </a:r>
            <a:endParaRPr lang="en-US" sz="4000">
              <a:solidFill>
                <a:srgbClr val="9B5836"/>
              </a:solidFill>
              <a:latin typeface="站酷快乐体2016修订版" panose="02010600030101010101" charset="-122"/>
              <a:ea typeface="站酷快乐体2016修订版" panose="02010600030101010101" charset="-122"/>
              <a:cs typeface="仓耳渔阳体 W04" panose="02020400000000000000" charset="-122"/>
            </a:endParaRPr>
          </a:p>
        </p:txBody>
      </p:sp>
      <p:sp>
        <p:nvSpPr>
          <p:cNvPr id="44" name="TextBox 16"/>
          <p:cNvSpPr txBox="1"/>
          <p:nvPr>
            <p:custDataLst>
              <p:tags r:id="rId25"/>
            </p:custDataLst>
          </p:nvPr>
        </p:nvSpPr>
        <p:spPr>
          <a:xfrm>
            <a:off x="765175" y="2357755"/>
            <a:ext cx="10661650" cy="1246505"/>
          </a:xfrm>
          <a:prstGeom prst="rect">
            <a:avLst/>
          </a:prstGeom>
        </p:spPr>
        <p:txBody>
          <a:bodyPr wrap="square" lIns="0" tIns="0" rIns="0" bIns="0" rtlCol="0" anchor="t">
            <a:spAutoFit/>
          </a:bodyPr>
          <a:p>
            <a:pPr indent="0" algn="ctr" fontAlgn="auto">
              <a:lnSpc>
                <a:spcPct val="150000"/>
              </a:lnSpc>
            </a:pPr>
            <a:r>
              <a:rPr lang="en-US"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根据倍诺食品安全定义，食品安全是“食物中有毒、有害物质对人体健康影响的公共卫生问题”。食品安全也是一门专门探讨在食品加工、存储、销售等过程中确保食品卫生及食用安全，降低疾病隐患，防范食物中毒的一个跨学科领域，所以食品安全很重要。</a:t>
            </a:r>
            <a:endParaRPr lang="en-US"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p:txBody>
      </p:sp>
      <p:pic>
        <p:nvPicPr>
          <p:cNvPr id="68" name="Picture 68"/>
          <p:cNvPicPr>
            <a:picLocks noChangeAspect="1"/>
          </p:cNvPicPr>
          <p:nvPr>
            <p:custDataLst>
              <p:tags r:id="rId26"/>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r="45888" b="46718"/>
          <a:stretch>
            <a:fillRect/>
          </a:stretch>
        </p:blipFill>
        <p:spPr>
          <a:xfrm rot="1080000">
            <a:off x="145737" y="6124728"/>
            <a:ext cx="758510" cy="820369"/>
          </a:xfrm>
          <a:prstGeom prst="rect">
            <a:avLst/>
          </a:prstGeom>
        </p:spPr>
      </p:pic>
      <p:pic>
        <p:nvPicPr>
          <p:cNvPr id="71" name="Picture 71"/>
          <p:cNvPicPr>
            <a:picLocks noChangeAspect="1"/>
          </p:cNvPicPr>
          <p:nvPr>
            <p:custDataLst>
              <p:tags r:id="rId27"/>
            </p:custDataLst>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a:stretch>
            <a:fillRect/>
          </a:stretch>
        </p:blipFill>
        <p:spPr>
          <a:xfrm rot="-1286584">
            <a:off x="1735398" y="6408197"/>
            <a:ext cx="883857" cy="450991"/>
          </a:xfrm>
          <a:prstGeom prst="rect">
            <a:avLst/>
          </a:prstGeom>
        </p:spPr>
      </p:pic>
      <p:grpSp>
        <p:nvGrpSpPr>
          <p:cNvPr id="36" name="组合 35"/>
          <p:cNvGrpSpPr/>
          <p:nvPr/>
        </p:nvGrpSpPr>
        <p:grpSpPr>
          <a:xfrm>
            <a:off x="1722755" y="4400550"/>
            <a:ext cx="8746490" cy="694690"/>
            <a:chOff x="2737" y="6930"/>
            <a:chExt cx="13774" cy="1094"/>
          </a:xfrm>
        </p:grpSpPr>
        <p:grpSp>
          <p:nvGrpSpPr>
            <p:cNvPr id="50" name="Group 50"/>
            <p:cNvGrpSpPr/>
            <p:nvPr/>
          </p:nvGrpSpPr>
          <p:grpSpPr>
            <a:xfrm rot="0">
              <a:off x="8086" y="6930"/>
              <a:ext cx="3076" cy="1095"/>
              <a:chOff x="92961" y="129466"/>
              <a:chExt cx="3954065" cy="2902015"/>
            </a:xfrm>
          </p:grpSpPr>
          <p:grpSp>
            <p:nvGrpSpPr>
              <p:cNvPr id="51" name="Group 51"/>
              <p:cNvGrpSpPr/>
              <p:nvPr/>
            </p:nvGrpSpPr>
            <p:grpSpPr>
              <a:xfrm rot="230988">
                <a:off x="92961" y="129466"/>
                <a:ext cx="3954065" cy="2902015"/>
                <a:chOff x="0" y="0"/>
                <a:chExt cx="3323283" cy="2439064"/>
              </a:xfrm>
            </p:grpSpPr>
            <p:sp>
              <p:nvSpPr>
                <p:cNvPr id="52" name="Freeform 52"/>
                <p:cNvSpPr/>
                <p:nvPr>
                  <p:custDataLst>
                    <p:tags r:id="rId30"/>
                  </p:custDataLst>
                </p:nvPr>
              </p:nvSpPr>
              <p:spPr>
                <a:xfrm>
                  <a:off x="0" y="0"/>
                  <a:ext cx="3323283" cy="2439064"/>
                </a:xfrm>
                <a:custGeom>
                  <a:avLst/>
                  <a:gdLst/>
                  <a:ahLst/>
                  <a:cxnLst/>
                  <a:rect l="l" t="t" r="r" b="b"/>
                  <a:pathLst>
                    <a:path w="3323283" h="2439064">
                      <a:moveTo>
                        <a:pt x="3198823" y="2439064"/>
                      </a:moveTo>
                      <a:lnTo>
                        <a:pt x="124460" y="2439064"/>
                      </a:lnTo>
                      <a:cubicBezTo>
                        <a:pt x="55880" y="2439064"/>
                        <a:pt x="0" y="2383184"/>
                        <a:pt x="0" y="2314604"/>
                      </a:cubicBezTo>
                      <a:lnTo>
                        <a:pt x="0" y="124460"/>
                      </a:lnTo>
                      <a:cubicBezTo>
                        <a:pt x="0" y="55880"/>
                        <a:pt x="55880" y="0"/>
                        <a:pt x="124460" y="0"/>
                      </a:cubicBezTo>
                      <a:lnTo>
                        <a:pt x="3198823" y="0"/>
                      </a:lnTo>
                      <a:cubicBezTo>
                        <a:pt x="3267403" y="0"/>
                        <a:pt x="3323283" y="55880"/>
                        <a:pt x="3323283" y="124460"/>
                      </a:cubicBezTo>
                      <a:lnTo>
                        <a:pt x="3323283" y="2314604"/>
                      </a:lnTo>
                      <a:cubicBezTo>
                        <a:pt x="3323283" y="2383184"/>
                        <a:pt x="3267403" y="2439064"/>
                        <a:pt x="3198823" y="2439064"/>
                      </a:cubicBezTo>
                      <a:close/>
                    </a:path>
                  </a:pathLst>
                </a:custGeom>
                <a:solidFill>
                  <a:srgbClr val="EF855E">
                    <a:alpha val="60000"/>
                  </a:srgbClr>
                </a:solidFill>
              </p:spPr>
            </p:sp>
          </p:grpSp>
          <p:grpSp>
            <p:nvGrpSpPr>
              <p:cNvPr id="53" name="Group 53"/>
              <p:cNvGrpSpPr/>
              <p:nvPr/>
            </p:nvGrpSpPr>
            <p:grpSpPr>
              <a:xfrm rot="0">
                <a:off x="122419" y="321512"/>
                <a:ext cx="3849943" cy="2504479"/>
                <a:chOff x="24759" y="176367"/>
                <a:chExt cx="3235772" cy="2104946"/>
              </a:xfrm>
            </p:grpSpPr>
            <p:sp>
              <p:nvSpPr>
                <p:cNvPr id="54" name="Freeform 54"/>
                <p:cNvSpPr/>
                <p:nvPr>
                  <p:custDataLst>
                    <p:tags r:id="rId31"/>
                  </p:custDataLst>
                </p:nvPr>
              </p:nvSpPr>
              <p:spPr>
                <a:xfrm>
                  <a:off x="24759" y="176367"/>
                  <a:ext cx="3235772" cy="2104946"/>
                </a:xfrm>
                <a:custGeom>
                  <a:avLst/>
                  <a:gdLst/>
                  <a:ahLst/>
                  <a:cxnLst/>
                  <a:rect l="l" t="t" r="r" b="b"/>
                  <a:pathLst>
                    <a:path w="3323283" h="2439064">
                      <a:moveTo>
                        <a:pt x="3198823" y="2439064"/>
                      </a:moveTo>
                      <a:lnTo>
                        <a:pt x="124460" y="2439064"/>
                      </a:lnTo>
                      <a:cubicBezTo>
                        <a:pt x="55880" y="2439064"/>
                        <a:pt x="0" y="2383184"/>
                        <a:pt x="0" y="2314604"/>
                      </a:cubicBezTo>
                      <a:lnTo>
                        <a:pt x="0" y="124460"/>
                      </a:lnTo>
                      <a:cubicBezTo>
                        <a:pt x="0" y="55880"/>
                        <a:pt x="55880" y="0"/>
                        <a:pt x="124460" y="0"/>
                      </a:cubicBezTo>
                      <a:lnTo>
                        <a:pt x="3198823" y="0"/>
                      </a:lnTo>
                      <a:cubicBezTo>
                        <a:pt x="3267403" y="0"/>
                        <a:pt x="3323283" y="55880"/>
                        <a:pt x="3323283" y="124460"/>
                      </a:cubicBezTo>
                      <a:lnTo>
                        <a:pt x="3323283" y="2314604"/>
                      </a:lnTo>
                      <a:cubicBezTo>
                        <a:pt x="3323283" y="2383184"/>
                        <a:pt x="3267403" y="2439064"/>
                        <a:pt x="3198823" y="2439064"/>
                      </a:cubicBezTo>
                      <a:close/>
                    </a:path>
                  </a:pathLst>
                </a:custGeom>
                <a:solidFill>
                  <a:srgbClr val="FFFBED"/>
                </a:solidFill>
              </p:spPr>
            </p:sp>
          </p:grpSp>
          <p:sp>
            <p:nvSpPr>
              <p:cNvPr id="55" name="TextBox 55"/>
              <p:cNvSpPr txBox="1"/>
              <p:nvPr>
                <p:custDataLst>
                  <p:tags r:id="rId32"/>
                </p:custDataLst>
              </p:nvPr>
            </p:nvSpPr>
            <p:spPr>
              <a:xfrm>
                <a:off x="211225" y="583995"/>
                <a:ext cx="3588461" cy="1733258"/>
              </a:xfrm>
              <a:prstGeom prst="rect">
                <a:avLst/>
              </a:prstGeom>
            </p:spPr>
            <p:txBody>
              <a:bodyPr wrap="square" lIns="0" tIns="0" rIns="0" bIns="0" rtlCol="0" anchor="t">
                <a:spAutoFit/>
              </a:bodyPr>
              <a:p>
                <a:pPr lvl="0" indent="0" algn="ctr" fontAlgn="auto">
                  <a:lnSpc>
                    <a:spcPct val="150000"/>
                  </a:lnSpc>
                </a:pPr>
                <a:r>
                  <a:rPr lang="zh-CN" altLang="en-US" u="none"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sym typeface="+mn-ea"/>
                  </a:rPr>
                  <a:t>营养要求</a:t>
                </a:r>
                <a:endParaRPr lang="zh-CN" altLang="en-US" u="none"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sym typeface="+mn-ea"/>
                </a:endParaRPr>
              </a:p>
            </p:txBody>
          </p:sp>
        </p:grpSp>
        <p:grpSp>
          <p:nvGrpSpPr>
            <p:cNvPr id="9" name="Group 50"/>
            <p:cNvGrpSpPr/>
            <p:nvPr/>
          </p:nvGrpSpPr>
          <p:grpSpPr>
            <a:xfrm rot="0">
              <a:off x="2737" y="6930"/>
              <a:ext cx="3076" cy="1095"/>
              <a:chOff x="92961" y="129466"/>
              <a:chExt cx="3954065" cy="2902015"/>
            </a:xfrm>
          </p:grpSpPr>
          <p:grpSp>
            <p:nvGrpSpPr>
              <p:cNvPr id="10" name="Group 51"/>
              <p:cNvGrpSpPr/>
              <p:nvPr/>
            </p:nvGrpSpPr>
            <p:grpSpPr>
              <a:xfrm rot="230988">
                <a:off x="92961" y="129466"/>
                <a:ext cx="3954065" cy="2902015"/>
                <a:chOff x="0" y="0"/>
                <a:chExt cx="3323283" cy="2439064"/>
              </a:xfrm>
            </p:grpSpPr>
            <p:sp>
              <p:nvSpPr>
                <p:cNvPr id="11" name="Freeform 52"/>
                <p:cNvSpPr/>
                <p:nvPr>
                  <p:custDataLst>
                    <p:tags r:id="rId33"/>
                  </p:custDataLst>
                </p:nvPr>
              </p:nvSpPr>
              <p:spPr>
                <a:xfrm>
                  <a:off x="0" y="0"/>
                  <a:ext cx="3323283" cy="2439064"/>
                </a:xfrm>
                <a:custGeom>
                  <a:avLst/>
                  <a:gdLst/>
                  <a:ahLst/>
                  <a:cxnLst/>
                  <a:rect l="l" t="t" r="r" b="b"/>
                  <a:pathLst>
                    <a:path w="3323283" h="2439064">
                      <a:moveTo>
                        <a:pt x="3198823" y="2439064"/>
                      </a:moveTo>
                      <a:lnTo>
                        <a:pt x="124460" y="2439064"/>
                      </a:lnTo>
                      <a:cubicBezTo>
                        <a:pt x="55880" y="2439064"/>
                        <a:pt x="0" y="2383184"/>
                        <a:pt x="0" y="2314604"/>
                      </a:cubicBezTo>
                      <a:lnTo>
                        <a:pt x="0" y="124460"/>
                      </a:lnTo>
                      <a:cubicBezTo>
                        <a:pt x="0" y="55880"/>
                        <a:pt x="55880" y="0"/>
                        <a:pt x="124460" y="0"/>
                      </a:cubicBezTo>
                      <a:lnTo>
                        <a:pt x="3198823" y="0"/>
                      </a:lnTo>
                      <a:cubicBezTo>
                        <a:pt x="3267403" y="0"/>
                        <a:pt x="3323283" y="55880"/>
                        <a:pt x="3323283" y="124460"/>
                      </a:cubicBezTo>
                      <a:lnTo>
                        <a:pt x="3323283" y="2314604"/>
                      </a:lnTo>
                      <a:cubicBezTo>
                        <a:pt x="3323283" y="2383184"/>
                        <a:pt x="3267403" y="2439064"/>
                        <a:pt x="3198823" y="2439064"/>
                      </a:cubicBezTo>
                      <a:close/>
                    </a:path>
                  </a:pathLst>
                </a:custGeom>
                <a:solidFill>
                  <a:srgbClr val="EF855E">
                    <a:alpha val="60000"/>
                  </a:srgbClr>
                </a:solidFill>
              </p:spPr>
            </p:sp>
          </p:grpSp>
          <p:grpSp>
            <p:nvGrpSpPr>
              <p:cNvPr id="13" name="Group 53"/>
              <p:cNvGrpSpPr/>
              <p:nvPr/>
            </p:nvGrpSpPr>
            <p:grpSpPr>
              <a:xfrm rot="0">
                <a:off x="122419" y="321512"/>
                <a:ext cx="3849943" cy="2504479"/>
                <a:chOff x="24759" y="176367"/>
                <a:chExt cx="3235772" cy="2104946"/>
              </a:xfrm>
            </p:grpSpPr>
            <p:sp>
              <p:nvSpPr>
                <p:cNvPr id="17" name="Freeform 54"/>
                <p:cNvSpPr/>
                <p:nvPr>
                  <p:custDataLst>
                    <p:tags r:id="rId34"/>
                  </p:custDataLst>
                </p:nvPr>
              </p:nvSpPr>
              <p:spPr>
                <a:xfrm>
                  <a:off x="24759" y="176367"/>
                  <a:ext cx="3235772" cy="2104946"/>
                </a:xfrm>
                <a:custGeom>
                  <a:avLst/>
                  <a:gdLst/>
                  <a:ahLst/>
                  <a:cxnLst/>
                  <a:rect l="l" t="t" r="r" b="b"/>
                  <a:pathLst>
                    <a:path w="3323283" h="2439064">
                      <a:moveTo>
                        <a:pt x="3198823" y="2439064"/>
                      </a:moveTo>
                      <a:lnTo>
                        <a:pt x="124460" y="2439064"/>
                      </a:lnTo>
                      <a:cubicBezTo>
                        <a:pt x="55880" y="2439064"/>
                        <a:pt x="0" y="2383184"/>
                        <a:pt x="0" y="2314604"/>
                      </a:cubicBezTo>
                      <a:lnTo>
                        <a:pt x="0" y="124460"/>
                      </a:lnTo>
                      <a:cubicBezTo>
                        <a:pt x="0" y="55880"/>
                        <a:pt x="55880" y="0"/>
                        <a:pt x="124460" y="0"/>
                      </a:cubicBezTo>
                      <a:lnTo>
                        <a:pt x="3198823" y="0"/>
                      </a:lnTo>
                      <a:cubicBezTo>
                        <a:pt x="3267403" y="0"/>
                        <a:pt x="3323283" y="55880"/>
                        <a:pt x="3323283" y="124460"/>
                      </a:cubicBezTo>
                      <a:lnTo>
                        <a:pt x="3323283" y="2314604"/>
                      </a:lnTo>
                      <a:cubicBezTo>
                        <a:pt x="3323283" y="2383184"/>
                        <a:pt x="3267403" y="2439064"/>
                        <a:pt x="3198823" y="2439064"/>
                      </a:cubicBezTo>
                      <a:close/>
                    </a:path>
                  </a:pathLst>
                </a:custGeom>
                <a:solidFill>
                  <a:srgbClr val="FFFBED"/>
                </a:solidFill>
              </p:spPr>
            </p:sp>
          </p:grpSp>
          <p:sp>
            <p:nvSpPr>
              <p:cNvPr id="23" name="TextBox 55"/>
              <p:cNvSpPr txBox="1"/>
              <p:nvPr>
                <p:custDataLst>
                  <p:tags r:id="rId35"/>
                </p:custDataLst>
              </p:nvPr>
            </p:nvSpPr>
            <p:spPr>
              <a:xfrm>
                <a:off x="211225" y="583995"/>
                <a:ext cx="3588461" cy="1733258"/>
              </a:xfrm>
              <a:prstGeom prst="rect">
                <a:avLst/>
              </a:prstGeom>
            </p:spPr>
            <p:txBody>
              <a:bodyPr wrap="square" lIns="0" tIns="0" rIns="0" bIns="0" rtlCol="0" anchor="t">
                <a:spAutoFit/>
              </a:bodyPr>
              <a:p>
                <a:pPr lvl="0" indent="0" algn="ctr" fontAlgn="auto">
                  <a:lnSpc>
                    <a:spcPct val="150000"/>
                  </a:lnSpc>
                </a:pPr>
                <a:r>
                  <a:rPr lang="en-US" u="none"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sym typeface="+mn-ea"/>
                  </a:rPr>
                  <a:t>无毒、无害</a:t>
                </a:r>
                <a:endParaRPr lang="en-US" u="none"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sym typeface="+mn-ea"/>
                </a:endParaRPr>
              </a:p>
            </p:txBody>
          </p:sp>
        </p:grpSp>
        <p:grpSp>
          <p:nvGrpSpPr>
            <p:cNvPr id="26" name="Group 50"/>
            <p:cNvGrpSpPr/>
            <p:nvPr/>
          </p:nvGrpSpPr>
          <p:grpSpPr>
            <a:xfrm rot="0">
              <a:off x="13435" y="6930"/>
              <a:ext cx="3076" cy="1095"/>
              <a:chOff x="92961" y="129466"/>
              <a:chExt cx="3954065" cy="2902015"/>
            </a:xfrm>
          </p:grpSpPr>
          <p:grpSp>
            <p:nvGrpSpPr>
              <p:cNvPr id="28" name="Group 51"/>
              <p:cNvGrpSpPr/>
              <p:nvPr/>
            </p:nvGrpSpPr>
            <p:grpSpPr>
              <a:xfrm rot="230988">
                <a:off x="92961" y="129466"/>
                <a:ext cx="3954065" cy="2902015"/>
                <a:chOff x="0" y="0"/>
                <a:chExt cx="3323283" cy="2439064"/>
              </a:xfrm>
            </p:grpSpPr>
            <p:sp>
              <p:nvSpPr>
                <p:cNvPr id="30" name="Freeform 52"/>
                <p:cNvSpPr/>
                <p:nvPr>
                  <p:custDataLst>
                    <p:tags r:id="rId36"/>
                  </p:custDataLst>
                </p:nvPr>
              </p:nvSpPr>
              <p:spPr>
                <a:xfrm>
                  <a:off x="0" y="0"/>
                  <a:ext cx="3323283" cy="2439064"/>
                </a:xfrm>
                <a:custGeom>
                  <a:avLst/>
                  <a:gdLst/>
                  <a:ahLst/>
                  <a:cxnLst/>
                  <a:rect l="l" t="t" r="r" b="b"/>
                  <a:pathLst>
                    <a:path w="3323283" h="2439064">
                      <a:moveTo>
                        <a:pt x="3198823" y="2439064"/>
                      </a:moveTo>
                      <a:lnTo>
                        <a:pt x="124460" y="2439064"/>
                      </a:lnTo>
                      <a:cubicBezTo>
                        <a:pt x="55880" y="2439064"/>
                        <a:pt x="0" y="2383184"/>
                        <a:pt x="0" y="2314604"/>
                      </a:cubicBezTo>
                      <a:lnTo>
                        <a:pt x="0" y="124460"/>
                      </a:lnTo>
                      <a:cubicBezTo>
                        <a:pt x="0" y="55880"/>
                        <a:pt x="55880" y="0"/>
                        <a:pt x="124460" y="0"/>
                      </a:cubicBezTo>
                      <a:lnTo>
                        <a:pt x="3198823" y="0"/>
                      </a:lnTo>
                      <a:cubicBezTo>
                        <a:pt x="3267403" y="0"/>
                        <a:pt x="3323283" y="55880"/>
                        <a:pt x="3323283" y="124460"/>
                      </a:cubicBezTo>
                      <a:lnTo>
                        <a:pt x="3323283" y="2314604"/>
                      </a:lnTo>
                      <a:cubicBezTo>
                        <a:pt x="3323283" y="2383184"/>
                        <a:pt x="3267403" y="2439064"/>
                        <a:pt x="3198823" y="2439064"/>
                      </a:cubicBezTo>
                      <a:close/>
                    </a:path>
                  </a:pathLst>
                </a:custGeom>
                <a:solidFill>
                  <a:srgbClr val="EF855E">
                    <a:alpha val="60000"/>
                  </a:srgbClr>
                </a:solidFill>
              </p:spPr>
            </p:sp>
          </p:grpSp>
          <p:grpSp>
            <p:nvGrpSpPr>
              <p:cNvPr id="31" name="Group 53"/>
              <p:cNvGrpSpPr/>
              <p:nvPr/>
            </p:nvGrpSpPr>
            <p:grpSpPr>
              <a:xfrm rot="0">
                <a:off x="122419" y="321512"/>
                <a:ext cx="3849943" cy="2504479"/>
                <a:chOff x="24759" y="176367"/>
                <a:chExt cx="3235772" cy="2104946"/>
              </a:xfrm>
            </p:grpSpPr>
            <p:sp>
              <p:nvSpPr>
                <p:cNvPr id="32" name="Freeform 54"/>
                <p:cNvSpPr/>
                <p:nvPr>
                  <p:custDataLst>
                    <p:tags r:id="rId37"/>
                  </p:custDataLst>
                </p:nvPr>
              </p:nvSpPr>
              <p:spPr>
                <a:xfrm>
                  <a:off x="24759" y="176367"/>
                  <a:ext cx="3235772" cy="2104946"/>
                </a:xfrm>
                <a:custGeom>
                  <a:avLst/>
                  <a:gdLst/>
                  <a:ahLst/>
                  <a:cxnLst/>
                  <a:rect l="l" t="t" r="r" b="b"/>
                  <a:pathLst>
                    <a:path w="3323283" h="2439064">
                      <a:moveTo>
                        <a:pt x="3198823" y="2439064"/>
                      </a:moveTo>
                      <a:lnTo>
                        <a:pt x="124460" y="2439064"/>
                      </a:lnTo>
                      <a:cubicBezTo>
                        <a:pt x="55880" y="2439064"/>
                        <a:pt x="0" y="2383184"/>
                        <a:pt x="0" y="2314604"/>
                      </a:cubicBezTo>
                      <a:lnTo>
                        <a:pt x="0" y="124460"/>
                      </a:lnTo>
                      <a:cubicBezTo>
                        <a:pt x="0" y="55880"/>
                        <a:pt x="55880" y="0"/>
                        <a:pt x="124460" y="0"/>
                      </a:cubicBezTo>
                      <a:lnTo>
                        <a:pt x="3198823" y="0"/>
                      </a:lnTo>
                      <a:cubicBezTo>
                        <a:pt x="3267403" y="0"/>
                        <a:pt x="3323283" y="55880"/>
                        <a:pt x="3323283" y="124460"/>
                      </a:cubicBezTo>
                      <a:lnTo>
                        <a:pt x="3323283" y="2314604"/>
                      </a:lnTo>
                      <a:cubicBezTo>
                        <a:pt x="3323283" y="2383184"/>
                        <a:pt x="3267403" y="2439064"/>
                        <a:pt x="3198823" y="2439064"/>
                      </a:cubicBezTo>
                      <a:close/>
                    </a:path>
                  </a:pathLst>
                </a:custGeom>
                <a:solidFill>
                  <a:srgbClr val="FFFBED"/>
                </a:solidFill>
              </p:spPr>
            </p:sp>
          </p:grpSp>
          <p:sp>
            <p:nvSpPr>
              <p:cNvPr id="35" name="TextBox 55"/>
              <p:cNvSpPr txBox="1"/>
              <p:nvPr>
                <p:custDataLst>
                  <p:tags r:id="rId38"/>
                </p:custDataLst>
              </p:nvPr>
            </p:nvSpPr>
            <p:spPr>
              <a:xfrm>
                <a:off x="211225" y="583995"/>
                <a:ext cx="3588461" cy="1733258"/>
              </a:xfrm>
              <a:prstGeom prst="rect">
                <a:avLst/>
              </a:prstGeom>
            </p:spPr>
            <p:txBody>
              <a:bodyPr wrap="square" lIns="0" tIns="0" rIns="0" bIns="0" rtlCol="0" anchor="t">
                <a:spAutoFit/>
              </a:bodyPr>
              <a:p>
                <a:pPr lvl="0" indent="0" algn="ctr" fontAlgn="auto">
                  <a:lnSpc>
                    <a:spcPct val="150000"/>
                  </a:lnSpc>
                </a:pPr>
                <a:r>
                  <a:rPr lang="en-US" u="none"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sym typeface="+mn-ea"/>
                  </a:rPr>
                  <a:t>无</a:t>
                </a:r>
                <a:r>
                  <a:rPr lang="zh-CN" altLang="en-US" u="none"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sym typeface="+mn-ea"/>
                  </a:rPr>
                  <a:t>慢性危</a:t>
                </a:r>
                <a:r>
                  <a:rPr lang="en-US" u="none"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sym typeface="+mn-ea"/>
                  </a:rPr>
                  <a:t>害</a:t>
                </a:r>
                <a:endParaRPr lang="en-US" u="none"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sym typeface="+mn-ea"/>
                </a:endParaRPr>
              </a:p>
            </p:txBody>
          </p:sp>
        </p:grpSp>
      </p:grpSp>
      <p:pic>
        <p:nvPicPr>
          <p:cNvPr id="37" name="图片 36" descr="image26"/>
          <p:cNvPicPr>
            <a:picLocks noChangeAspect="1"/>
          </p:cNvPicPr>
          <p:nvPr/>
        </p:nvPicPr>
        <p:blipFill>
          <a:blip r:embed="rId39"/>
          <a:stretch>
            <a:fillRect/>
          </a:stretch>
        </p:blipFill>
        <p:spPr>
          <a:xfrm>
            <a:off x="8250555" y="3983355"/>
            <a:ext cx="635000" cy="661035"/>
          </a:xfrm>
          <a:prstGeom prst="rect">
            <a:avLst/>
          </a:prstGeom>
        </p:spPr>
      </p:pic>
      <p:pic>
        <p:nvPicPr>
          <p:cNvPr id="38" name="图片 37" descr="image1"/>
          <p:cNvPicPr>
            <a:picLocks noChangeAspect="1"/>
          </p:cNvPicPr>
          <p:nvPr/>
        </p:nvPicPr>
        <p:blipFill>
          <a:blip r:embed="rId40"/>
          <a:stretch>
            <a:fillRect/>
          </a:stretch>
        </p:blipFill>
        <p:spPr>
          <a:xfrm>
            <a:off x="4923790" y="4031615"/>
            <a:ext cx="671195" cy="612775"/>
          </a:xfrm>
          <a:prstGeom prst="rect">
            <a:avLst/>
          </a:prstGeom>
        </p:spPr>
      </p:pic>
      <p:pic>
        <p:nvPicPr>
          <p:cNvPr id="39" name="图片 38" descr="image5"/>
          <p:cNvPicPr>
            <a:picLocks noChangeAspect="1"/>
          </p:cNvPicPr>
          <p:nvPr/>
        </p:nvPicPr>
        <p:blipFill>
          <a:blip r:embed="rId41"/>
          <a:stretch>
            <a:fillRect/>
          </a:stretch>
        </p:blipFill>
        <p:spPr>
          <a:xfrm>
            <a:off x="1412240" y="3983355"/>
            <a:ext cx="654050" cy="661035"/>
          </a:xfrm>
          <a:prstGeom prst="rect">
            <a:avLst/>
          </a:prstGeom>
        </p:spPr>
      </p:pic>
    </p:spTree>
    <p:custDataLst>
      <p:tags r:id="rId4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1EB"/>
        </a:solidFill>
        <a:effectLst/>
      </p:bgPr>
    </p:bg>
    <p:spTree>
      <p:nvGrpSpPr>
        <p:cNvPr id="1" name=""/>
        <p:cNvGrpSpPr/>
        <p:nvPr/>
      </p:nvGrpSpPr>
      <p:grpSpPr/>
      <p:sp>
        <p:nvSpPr>
          <p:cNvPr id="12" name="任意多边形 11"/>
          <p:cNvSpPr/>
          <p:nvPr>
            <p:custDataLst>
              <p:tags r:id="rId1"/>
            </p:custDataLst>
          </p:nvPr>
        </p:nvSpPr>
        <p:spPr>
          <a:xfrm flipH="1">
            <a:off x="0" y="-13970"/>
            <a:ext cx="2139950" cy="1375410"/>
          </a:xfrm>
          <a:custGeom>
            <a:avLst/>
            <a:gdLst>
              <a:gd name="connsiteX0" fmla="*/ 16 w 5020"/>
              <a:gd name="connsiteY0" fmla="*/ 206 h 3666"/>
              <a:gd name="connsiteX1" fmla="*/ 39 w 5020"/>
              <a:gd name="connsiteY1" fmla="*/ 684 h 3666"/>
              <a:gd name="connsiteX2" fmla="*/ 404 w 5020"/>
              <a:gd name="connsiteY2" fmla="*/ 1139 h 3666"/>
              <a:gd name="connsiteX3" fmla="*/ 231 w 5020"/>
              <a:gd name="connsiteY3" fmla="*/ 2544 h 3666"/>
              <a:gd name="connsiteX4" fmla="*/ 847 w 5020"/>
              <a:gd name="connsiteY4" fmla="*/ 3138 h 3666"/>
              <a:gd name="connsiteX5" fmla="*/ 2038 w 5020"/>
              <a:gd name="connsiteY5" fmla="*/ 3345 h 3666"/>
              <a:gd name="connsiteX6" fmla="*/ 3523 w 5020"/>
              <a:gd name="connsiteY6" fmla="*/ 3665 h 3666"/>
              <a:gd name="connsiteX7" fmla="*/ 4791 w 5020"/>
              <a:gd name="connsiteY7" fmla="*/ 3276 h 3666"/>
              <a:gd name="connsiteX8" fmla="*/ 4928 w 5020"/>
              <a:gd name="connsiteY8" fmla="*/ 0 h 3666"/>
              <a:gd name="connsiteX9" fmla="*/ 16 w 5020"/>
              <a:gd name="connsiteY9" fmla="*/ 206 h 3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30" h="3460">
                <a:moveTo>
                  <a:pt x="16" y="0"/>
                </a:moveTo>
                <a:lnTo>
                  <a:pt x="4730" y="0"/>
                </a:lnTo>
                <a:lnTo>
                  <a:pt x="4730" y="3100"/>
                </a:lnTo>
                <a:lnTo>
                  <a:pt x="4707" y="3112"/>
                </a:lnTo>
                <a:cubicBezTo>
                  <a:pt x="4294" y="3323"/>
                  <a:pt x="3957" y="3436"/>
                  <a:pt x="3523" y="3458"/>
                </a:cubicBezTo>
                <a:cubicBezTo>
                  <a:pt x="3060" y="3482"/>
                  <a:pt x="2320" y="3251"/>
                  <a:pt x="2038" y="3138"/>
                </a:cubicBezTo>
                <a:cubicBezTo>
                  <a:pt x="1756" y="3025"/>
                  <a:pt x="1167" y="3000"/>
                  <a:pt x="847" y="2931"/>
                </a:cubicBezTo>
                <a:cubicBezTo>
                  <a:pt x="527" y="2862"/>
                  <a:pt x="288" y="2634"/>
                  <a:pt x="231" y="2337"/>
                </a:cubicBezTo>
                <a:cubicBezTo>
                  <a:pt x="174" y="2040"/>
                  <a:pt x="489" y="1240"/>
                  <a:pt x="404" y="932"/>
                </a:cubicBezTo>
                <a:cubicBezTo>
                  <a:pt x="319" y="624"/>
                  <a:pt x="108" y="650"/>
                  <a:pt x="39" y="477"/>
                </a:cubicBezTo>
                <a:cubicBezTo>
                  <a:pt x="-28" y="309"/>
                  <a:pt x="11" y="101"/>
                  <a:pt x="15" y="8"/>
                </a:cubicBezTo>
                <a:lnTo>
                  <a:pt x="16" y="0"/>
                </a:lnTo>
                <a:close/>
              </a:path>
            </a:pathLst>
          </a:custGeom>
          <a:solidFill>
            <a:srgbClr val="E9BE8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5" name="任意多边形 14"/>
          <p:cNvSpPr/>
          <p:nvPr>
            <p:custDataLst>
              <p:tags r:id="rId2"/>
            </p:custDataLst>
          </p:nvPr>
        </p:nvSpPr>
        <p:spPr>
          <a:xfrm flipH="1">
            <a:off x="-406400" y="-65405"/>
            <a:ext cx="2389505" cy="1477645"/>
          </a:xfrm>
          <a:custGeom>
            <a:avLst/>
            <a:gdLst>
              <a:gd name="connsiteX0" fmla="*/ 0 w 6373"/>
              <a:gd name="connsiteY0" fmla="*/ 226 h 3921"/>
              <a:gd name="connsiteX1" fmla="*/ 468 w 6373"/>
              <a:gd name="connsiteY1" fmla="*/ 797 h 3921"/>
              <a:gd name="connsiteX2" fmla="*/ 1748 w 6373"/>
              <a:gd name="connsiteY2" fmla="*/ 1122 h 3921"/>
              <a:gd name="connsiteX3" fmla="*/ 2193 w 6373"/>
              <a:gd name="connsiteY3" fmla="*/ 2161 h 3921"/>
              <a:gd name="connsiteX4" fmla="*/ 3175 w 6373"/>
              <a:gd name="connsiteY4" fmla="*/ 3315 h 3921"/>
              <a:gd name="connsiteX5" fmla="*/ 4980 w 6373"/>
              <a:gd name="connsiteY5" fmla="*/ 3909 h 3921"/>
              <a:gd name="connsiteX6" fmla="*/ 6294 w 6373"/>
              <a:gd name="connsiteY6" fmla="*/ 3687 h 3921"/>
              <a:gd name="connsiteX7" fmla="*/ 6373 w 6373"/>
              <a:gd name="connsiteY7" fmla="*/ 0 h 3921"/>
              <a:gd name="connsiteX8" fmla="*/ 0 w 6373"/>
              <a:gd name="connsiteY8" fmla="*/ 226 h 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74" h="3716">
                <a:moveTo>
                  <a:pt x="592" y="0"/>
                </a:moveTo>
                <a:lnTo>
                  <a:pt x="6202" y="0"/>
                </a:lnTo>
                <a:lnTo>
                  <a:pt x="6274" y="0"/>
                </a:lnTo>
                <a:lnTo>
                  <a:pt x="6274" y="3491"/>
                </a:lnTo>
                <a:lnTo>
                  <a:pt x="6257" y="3499"/>
                </a:lnTo>
                <a:cubicBezTo>
                  <a:pt x="5873" y="3675"/>
                  <a:pt x="5545" y="3748"/>
                  <a:pt x="4980" y="3704"/>
                </a:cubicBezTo>
                <a:cubicBezTo>
                  <a:pt x="4397" y="3659"/>
                  <a:pt x="3678" y="3419"/>
                  <a:pt x="3175" y="3110"/>
                </a:cubicBezTo>
                <a:cubicBezTo>
                  <a:pt x="2672" y="2801"/>
                  <a:pt x="2361" y="2326"/>
                  <a:pt x="2193" y="1956"/>
                </a:cubicBezTo>
                <a:cubicBezTo>
                  <a:pt x="2025" y="1586"/>
                  <a:pt x="1931" y="1082"/>
                  <a:pt x="1748" y="917"/>
                </a:cubicBezTo>
                <a:cubicBezTo>
                  <a:pt x="1565" y="752"/>
                  <a:pt x="813" y="754"/>
                  <a:pt x="468" y="592"/>
                </a:cubicBezTo>
                <a:cubicBezTo>
                  <a:pt x="123" y="430"/>
                  <a:pt x="80" y="289"/>
                  <a:pt x="0" y="21"/>
                </a:cubicBezTo>
                <a:lnTo>
                  <a:pt x="592" y="0"/>
                </a:lnTo>
                <a:close/>
              </a:path>
            </a:pathLst>
          </a:custGeom>
          <a:noFill/>
          <a:ln>
            <a:solidFill>
              <a:schemeClr val="bg1"/>
            </a:solidFill>
          </a:ln>
          <a:extLst>
            <a:ext uri="{909E8E84-426E-40DD-AFC4-6F175D3DCCD1}">
              <a14:hiddenFill xmlns:a14="http://schemas.microsoft.com/office/drawing/2010/main">
                <a:solidFill>
                  <a:schemeClr val="accent1">
                    <a:alpha val="28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9" name="任意多边形 18"/>
          <p:cNvSpPr/>
          <p:nvPr>
            <p:custDataLst>
              <p:tags r:id="rId3"/>
            </p:custDataLst>
          </p:nvPr>
        </p:nvSpPr>
        <p:spPr>
          <a:xfrm>
            <a:off x="-69850" y="6213102"/>
            <a:ext cx="2057063" cy="661408"/>
          </a:xfrm>
          <a:custGeom>
            <a:avLst/>
            <a:gdLst>
              <a:gd name="connsiteX0" fmla="*/ 1712 w 8295"/>
              <a:gd name="connsiteY0" fmla="*/ 1303 h 3164"/>
              <a:gd name="connsiteX1" fmla="*/ 3081 w 8295"/>
              <a:gd name="connsiteY1" fmla="*/ 1634 h 3164"/>
              <a:gd name="connsiteX2" fmla="*/ 5390 w 8295"/>
              <a:gd name="connsiteY2" fmla="*/ 252 h 3164"/>
              <a:gd name="connsiteX3" fmla="*/ 7514 w 8295"/>
              <a:gd name="connsiteY3" fmla="*/ 903 h 3164"/>
              <a:gd name="connsiteX4" fmla="*/ 8256 w 8295"/>
              <a:gd name="connsiteY4" fmla="*/ 2228 h 3164"/>
              <a:gd name="connsiteX5" fmla="*/ 614 w 8295"/>
              <a:gd name="connsiteY5" fmla="*/ 3164 h 3164"/>
              <a:gd name="connsiteX6" fmla="*/ 0 w 8295"/>
              <a:gd name="connsiteY6" fmla="*/ 2159 h 3164"/>
              <a:gd name="connsiteX7" fmla="*/ 125 w 8295"/>
              <a:gd name="connsiteY7" fmla="*/ 0 h 3164"/>
              <a:gd name="connsiteX8" fmla="*/ 1712 w 8295"/>
              <a:gd name="connsiteY8" fmla="*/ 1303 h 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39" h="1042">
                <a:moveTo>
                  <a:pt x="1445" y="0"/>
                </a:moveTo>
                <a:cubicBezTo>
                  <a:pt x="2037" y="1"/>
                  <a:pt x="2293" y="70"/>
                  <a:pt x="2704" y="364"/>
                </a:cubicBezTo>
                <a:cubicBezTo>
                  <a:pt x="3116" y="657"/>
                  <a:pt x="3276" y="847"/>
                  <a:pt x="3232" y="1040"/>
                </a:cubicBezTo>
                <a:lnTo>
                  <a:pt x="3232" y="1042"/>
                </a:lnTo>
                <a:lnTo>
                  <a:pt x="0" y="1042"/>
                </a:lnTo>
                <a:lnTo>
                  <a:pt x="0" y="574"/>
                </a:lnTo>
                <a:lnTo>
                  <a:pt x="16" y="562"/>
                </a:lnTo>
                <a:cubicBezTo>
                  <a:pt x="321" y="337"/>
                  <a:pt x="755" y="10"/>
                  <a:pt x="1250" y="2"/>
                </a:cubicBezTo>
                <a:cubicBezTo>
                  <a:pt x="1319" y="1"/>
                  <a:pt x="1383" y="0"/>
                  <a:pt x="1445" y="0"/>
                </a:cubicBezTo>
                <a:close/>
              </a:path>
            </a:pathLst>
          </a:custGeom>
          <a:solidFill>
            <a:srgbClr val="E9BE8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22" name="任意多边形 21"/>
          <p:cNvSpPr/>
          <p:nvPr>
            <p:custDataLst>
              <p:tags r:id="rId4"/>
            </p:custDataLst>
          </p:nvPr>
        </p:nvSpPr>
        <p:spPr>
          <a:xfrm>
            <a:off x="-51435" y="6292981"/>
            <a:ext cx="1874520" cy="589784"/>
          </a:xfrm>
          <a:custGeom>
            <a:avLst/>
            <a:gdLst>
              <a:gd name="connsiteX0" fmla="*/ 679 w 8465"/>
              <a:gd name="connsiteY0" fmla="*/ 4 h 2284"/>
              <a:gd name="connsiteX1" fmla="*/ 2269 w 8465"/>
              <a:gd name="connsiteY1" fmla="*/ 1424 h 2284"/>
              <a:gd name="connsiteX2" fmla="*/ 3882 w 8465"/>
              <a:gd name="connsiteY2" fmla="*/ 1211 h 2284"/>
              <a:gd name="connsiteX3" fmla="*/ 5692 w 8465"/>
              <a:gd name="connsiteY3" fmla="*/ 138 h 2284"/>
              <a:gd name="connsiteX4" fmla="*/ 7562 w 8465"/>
              <a:gd name="connsiteY4" fmla="*/ 679 h 2284"/>
              <a:gd name="connsiteX5" fmla="*/ 8465 w 8465"/>
              <a:gd name="connsiteY5" fmla="*/ 1844 h 2284"/>
              <a:gd name="connsiteX6" fmla="*/ 0 w 8465"/>
              <a:gd name="connsiteY6" fmla="*/ 2284 h 2284"/>
              <a:gd name="connsiteX7" fmla="*/ 679 w 8465"/>
              <a:gd name="connsiteY7" fmla="*/ 4 h 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2" h="929">
                <a:moveTo>
                  <a:pt x="1289" y="0"/>
                </a:moveTo>
                <a:cubicBezTo>
                  <a:pt x="1665" y="2"/>
                  <a:pt x="1948" y="90"/>
                  <a:pt x="2349" y="308"/>
                </a:cubicBezTo>
                <a:cubicBezTo>
                  <a:pt x="2795" y="551"/>
                  <a:pt x="2857" y="764"/>
                  <a:pt x="2949" y="924"/>
                </a:cubicBezTo>
                <a:lnTo>
                  <a:pt x="2952" y="929"/>
                </a:lnTo>
                <a:lnTo>
                  <a:pt x="0" y="929"/>
                </a:lnTo>
                <a:lnTo>
                  <a:pt x="0" y="508"/>
                </a:lnTo>
                <a:lnTo>
                  <a:pt x="34" y="487"/>
                </a:lnTo>
                <a:cubicBezTo>
                  <a:pt x="336" y="296"/>
                  <a:pt x="666" y="35"/>
                  <a:pt x="1069" y="7"/>
                </a:cubicBezTo>
                <a:cubicBezTo>
                  <a:pt x="1146" y="2"/>
                  <a:pt x="1219" y="0"/>
                  <a:pt x="1289" y="0"/>
                </a:cubicBezTo>
                <a:close/>
              </a:path>
            </a:pathLst>
          </a:custGeom>
          <a:noFill/>
          <a:ln>
            <a:solidFill>
              <a:schemeClr val="bg1"/>
            </a:solidFill>
          </a:ln>
          <a:extLst>
            <a:ext uri="{909E8E84-426E-40DD-AFC4-6F175D3DCCD1}">
              <a14:hiddenFill xmlns:a14="http://schemas.microsoft.com/office/drawing/2010/main">
                <a:solidFill>
                  <a:schemeClr val="accent1">
                    <a:alpha val="24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25" name="任意多边形 24"/>
          <p:cNvSpPr/>
          <p:nvPr>
            <p:custDataLst>
              <p:tags r:id="rId5"/>
            </p:custDataLst>
          </p:nvPr>
        </p:nvSpPr>
        <p:spPr>
          <a:xfrm>
            <a:off x="10253980" y="5824855"/>
            <a:ext cx="1938020" cy="1033145"/>
          </a:xfrm>
          <a:custGeom>
            <a:avLst/>
            <a:gdLst>
              <a:gd name="connsiteX0" fmla="*/ 0 w 6333"/>
              <a:gd name="connsiteY0" fmla="*/ 2920 h 4147"/>
              <a:gd name="connsiteX1" fmla="*/ 1240 w 6333"/>
              <a:gd name="connsiteY1" fmla="*/ 773 h 4147"/>
              <a:gd name="connsiteX2" fmla="*/ 3253 w 6333"/>
              <a:gd name="connsiteY2" fmla="*/ 240 h 4147"/>
              <a:gd name="connsiteX3" fmla="*/ 5147 w 6333"/>
              <a:gd name="connsiteY3" fmla="*/ 506 h 4147"/>
              <a:gd name="connsiteX4" fmla="*/ 6160 w 6333"/>
              <a:gd name="connsiteY4" fmla="*/ 0 h 4147"/>
              <a:gd name="connsiteX5" fmla="*/ 6333 w 6333"/>
              <a:gd name="connsiteY5" fmla="*/ 4147 h 4147"/>
              <a:gd name="connsiteX6" fmla="*/ 0 w 6333"/>
              <a:gd name="connsiteY6" fmla="*/ 2920 h 4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4" h="2912">
                <a:moveTo>
                  <a:pt x="6074" y="0"/>
                </a:moveTo>
                <a:lnTo>
                  <a:pt x="6074" y="2912"/>
                </a:lnTo>
                <a:lnTo>
                  <a:pt x="5" y="2912"/>
                </a:lnTo>
                <a:lnTo>
                  <a:pt x="0" y="2911"/>
                </a:lnTo>
                <a:cubicBezTo>
                  <a:pt x="107" y="2257"/>
                  <a:pt x="461" y="1324"/>
                  <a:pt x="1240" y="764"/>
                </a:cubicBezTo>
                <a:cubicBezTo>
                  <a:pt x="2019" y="204"/>
                  <a:pt x="2599" y="271"/>
                  <a:pt x="3253" y="231"/>
                </a:cubicBezTo>
                <a:cubicBezTo>
                  <a:pt x="3907" y="191"/>
                  <a:pt x="4627" y="590"/>
                  <a:pt x="5147" y="497"/>
                </a:cubicBezTo>
                <a:cubicBezTo>
                  <a:pt x="5618" y="413"/>
                  <a:pt x="5782" y="66"/>
                  <a:pt x="6067" y="1"/>
                </a:cubicBezTo>
                <a:lnTo>
                  <a:pt x="6074" y="0"/>
                </a:lnTo>
                <a:close/>
              </a:path>
            </a:pathLst>
          </a:custGeom>
          <a:solidFill>
            <a:srgbClr val="EFD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4" name="任意多边形 3"/>
          <p:cNvSpPr/>
          <p:nvPr>
            <p:custDataLst>
              <p:tags r:id="rId6"/>
            </p:custDataLst>
          </p:nvPr>
        </p:nvSpPr>
        <p:spPr>
          <a:xfrm flipH="1" flipV="1">
            <a:off x="10652760" y="6007735"/>
            <a:ext cx="1670685" cy="850900"/>
          </a:xfrm>
          <a:custGeom>
            <a:avLst/>
            <a:gdLst>
              <a:gd name="connsiteX0" fmla="*/ 0 w 5143"/>
              <a:gd name="connsiteY0" fmla="*/ 0 h 4554"/>
              <a:gd name="connsiteX1" fmla="*/ 5143 w 5143"/>
              <a:gd name="connsiteY1" fmla="*/ 0 h 4554"/>
              <a:gd name="connsiteX2" fmla="*/ 5141 w 5143"/>
              <a:gd name="connsiteY2" fmla="*/ 11 h 4554"/>
              <a:gd name="connsiteX3" fmla="*/ 4681 w 5143"/>
              <a:gd name="connsiteY3" fmla="*/ 989 h 4554"/>
              <a:gd name="connsiteX4" fmla="*/ 3207 w 5143"/>
              <a:gd name="connsiteY4" fmla="*/ 1914 h 4554"/>
              <a:gd name="connsiteX5" fmla="*/ 2475 w 5143"/>
              <a:gd name="connsiteY5" fmla="*/ 4088 h 4554"/>
              <a:gd name="connsiteX6" fmla="*/ 922 w 5143"/>
              <a:gd name="connsiteY6" fmla="*/ 4545 h 4554"/>
              <a:gd name="connsiteX7" fmla="*/ 22 w 5143"/>
              <a:gd name="connsiteY7" fmla="*/ 4257 h 4554"/>
              <a:gd name="connsiteX8" fmla="*/ 0 w 5143"/>
              <a:gd name="connsiteY8" fmla="*/ 0 h 4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3" h="4554">
                <a:moveTo>
                  <a:pt x="0" y="0"/>
                </a:moveTo>
                <a:lnTo>
                  <a:pt x="5143" y="0"/>
                </a:lnTo>
                <a:lnTo>
                  <a:pt x="5141" y="11"/>
                </a:lnTo>
                <a:cubicBezTo>
                  <a:pt x="5110" y="197"/>
                  <a:pt x="5088" y="582"/>
                  <a:pt x="4681" y="989"/>
                </a:cubicBezTo>
                <a:cubicBezTo>
                  <a:pt x="4247" y="1423"/>
                  <a:pt x="3573" y="1617"/>
                  <a:pt x="3207" y="1914"/>
                </a:cubicBezTo>
                <a:cubicBezTo>
                  <a:pt x="2841" y="2211"/>
                  <a:pt x="2989" y="3585"/>
                  <a:pt x="2475" y="4088"/>
                </a:cubicBezTo>
                <a:cubicBezTo>
                  <a:pt x="1961" y="4591"/>
                  <a:pt x="1379" y="4567"/>
                  <a:pt x="922" y="4545"/>
                </a:cubicBezTo>
                <a:cubicBezTo>
                  <a:pt x="465" y="4523"/>
                  <a:pt x="375" y="4352"/>
                  <a:pt x="22" y="4257"/>
                </a:cubicBezTo>
                <a:lnTo>
                  <a:pt x="0" y="0"/>
                </a:lnTo>
                <a:close/>
              </a:path>
            </a:pathLst>
          </a:custGeom>
          <a:noFill/>
          <a:ln w="9525">
            <a:solidFill>
              <a:schemeClr val="bg1"/>
            </a:solidFill>
          </a:ln>
          <a:extLst>
            <a:ext uri="{909E8E84-426E-40DD-AFC4-6F175D3DCCD1}">
              <a14:hiddenFill xmlns:a14="http://schemas.microsoft.com/office/drawing/2010/main">
                <a:solidFill>
                  <a:schemeClr val="accent1">
                    <a:alpha val="46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8" name="椭圆 17"/>
          <p:cNvSpPr/>
          <p:nvPr/>
        </p:nvSpPr>
        <p:spPr>
          <a:xfrm>
            <a:off x="207645" y="5374005"/>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1" name="椭圆 20"/>
          <p:cNvSpPr/>
          <p:nvPr>
            <p:custDataLst>
              <p:tags r:id="rId7"/>
            </p:custDataLst>
          </p:nvPr>
        </p:nvSpPr>
        <p:spPr>
          <a:xfrm>
            <a:off x="0" y="5103495"/>
            <a:ext cx="474980" cy="454660"/>
          </a:xfrm>
          <a:prstGeom prst="ellipse">
            <a:avLst/>
          </a:prstGeom>
          <a:solidFill>
            <a:srgbClr val="EFAD3A"/>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4" name="椭圆 23"/>
          <p:cNvSpPr/>
          <p:nvPr>
            <p:custDataLst>
              <p:tags r:id="rId8"/>
            </p:custDataLst>
          </p:nvPr>
        </p:nvSpPr>
        <p:spPr>
          <a:xfrm>
            <a:off x="11031855" y="1426845"/>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pic>
        <p:nvPicPr>
          <p:cNvPr id="3" name="Picture 69"/>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a:fillRect/>
          </a:stretch>
        </p:blipFill>
        <p:spPr>
          <a:xfrm rot="18760219">
            <a:off x="9686290" y="6017260"/>
            <a:ext cx="908050" cy="558165"/>
          </a:xfrm>
          <a:prstGeom prst="rect">
            <a:avLst/>
          </a:prstGeom>
        </p:spPr>
      </p:pic>
      <p:pic>
        <p:nvPicPr>
          <p:cNvPr id="16" name="Picture 68"/>
          <p:cNvPicPr>
            <a:picLocks noChangeAspect="1"/>
          </p:cNvPicPr>
          <p:nvPr>
            <p:custDataLst>
              <p:tags r:id="rId12"/>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r="45888" b="46718"/>
          <a:stretch>
            <a:fillRect/>
          </a:stretch>
        </p:blipFill>
        <p:spPr>
          <a:xfrm rot="5400000">
            <a:off x="30802" y="936143"/>
            <a:ext cx="758510" cy="820369"/>
          </a:xfrm>
          <a:prstGeom prst="rect">
            <a:avLst/>
          </a:prstGeom>
        </p:spPr>
      </p:pic>
      <p:pic>
        <p:nvPicPr>
          <p:cNvPr id="29" name="Picture 72"/>
          <p:cNvPicPr>
            <a:picLocks noChangeAspect="1"/>
          </p:cNvPicPr>
          <p:nvPr>
            <p:custDataLst>
              <p:tags r:id="rId15"/>
            </p:custDataLst>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a:stretch>
            <a:fillRect/>
          </a:stretch>
        </p:blipFill>
        <p:spPr>
          <a:xfrm rot="-1815464">
            <a:off x="26798" y="5772384"/>
            <a:ext cx="948074" cy="361623"/>
          </a:xfrm>
          <a:prstGeom prst="rect">
            <a:avLst/>
          </a:prstGeom>
        </p:spPr>
      </p:pic>
      <p:pic>
        <p:nvPicPr>
          <p:cNvPr id="33" name="Picture 2"/>
          <p:cNvPicPr>
            <a:picLocks noChangeAspect="1"/>
          </p:cNvPicPr>
          <p:nvPr>
            <p:custDataLst>
              <p:tags r:id="rId18"/>
            </p:custDataLst>
          </p:nvPr>
        </p:nvPicPr>
        <p:blipFill>
          <a:blip r:embed="rId19"/>
          <a:srcRect/>
          <a:stretch>
            <a:fillRect/>
          </a:stretch>
        </p:blipFill>
        <p:spPr>
          <a:xfrm flipH="1">
            <a:off x="227330" y="45085"/>
            <a:ext cx="1595755" cy="1377950"/>
          </a:xfrm>
          <a:prstGeom prst="rect">
            <a:avLst/>
          </a:prstGeom>
        </p:spPr>
      </p:pic>
      <p:pic>
        <p:nvPicPr>
          <p:cNvPr id="34" name="Picture 72"/>
          <p:cNvPicPr>
            <a:picLocks noChangeAspect="1"/>
          </p:cNvPicPr>
          <p:nvPr>
            <p:custDataLst>
              <p:tags r:id="rId20"/>
            </p:custDataLst>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a:stretch>
            <a:fillRect/>
          </a:stretch>
        </p:blipFill>
        <p:spPr>
          <a:xfrm rot="5204533">
            <a:off x="1989583" y="302494"/>
            <a:ext cx="948074" cy="361623"/>
          </a:xfrm>
          <a:prstGeom prst="rect">
            <a:avLst/>
          </a:prstGeom>
        </p:spPr>
      </p:pic>
      <p:pic>
        <p:nvPicPr>
          <p:cNvPr id="14" name="Picture 5"/>
          <p:cNvPicPr>
            <a:picLocks noChangeAspect="1"/>
          </p:cNvPicPr>
          <p:nvPr>
            <p:custDataLst>
              <p:tags r:id="rId21"/>
            </p:custDataLst>
          </p:nvPr>
        </p:nvPicPr>
        <p:blipFill>
          <a:blip r:embed="rId22"/>
          <a:srcRect/>
          <a:stretch>
            <a:fillRect/>
          </a:stretch>
        </p:blipFill>
        <p:spPr>
          <a:xfrm>
            <a:off x="9732645" y="80645"/>
            <a:ext cx="331470" cy="359410"/>
          </a:xfrm>
          <a:prstGeom prst="rect">
            <a:avLst/>
          </a:prstGeom>
        </p:spPr>
      </p:pic>
      <p:sp>
        <p:nvSpPr>
          <p:cNvPr id="20" name="TextBox 20"/>
          <p:cNvSpPr txBox="1"/>
          <p:nvPr>
            <p:custDataLst>
              <p:tags r:id="rId23"/>
            </p:custDataLst>
          </p:nvPr>
        </p:nvSpPr>
        <p:spPr>
          <a:xfrm>
            <a:off x="10100310" y="142240"/>
            <a:ext cx="1920240" cy="379730"/>
          </a:xfrm>
          <a:prstGeom prst="rect">
            <a:avLst/>
          </a:prstGeom>
        </p:spPr>
        <p:txBody>
          <a:bodyPr lIns="0" tIns="0" rIns="0" bIns="0" rtlCol="0" anchor="t">
            <a:noAutofit/>
          </a:bodyPr>
          <a:p>
            <a:pPr indent="0" algn="ctr" fontAlgn="auto">
              <a:lnSpc>
                <a:spcPct val="100000"/>
              </a:lnSpc>
            </a:pPr>
            <a:r>
              <a:rPr lang="zh-CN" altLang="en-US" sz="2000">
                <a:solidFill>
                  <a:schemeClr val="tx1">
                    <a:lumMod val="65000"/>
                    <a:lumOff val="35000"/>
                  </a:schemeClr>
                </a:solidFill>
                <a:latin typeface="站酷快乐体2016修订版" panose="02010600030101010101" charset="-122"/>
                <a:ea typeface="站酷快乐体2016修订版" panose="02010600030101010101" charset="-122"/>
                <a:cs typeface="仓耳渔阳体 W04" panose="02020400000000000000" charset="-122"/>
              </a:rPr>
              <a:t>什么是食品安全</a:t>
            </a:r>
            <a:endParaRPr lang="zh-CN" altLang="en-US" sz="2000">
              <a:solidFill>
                <a:schemeClr val="tx1">
                  <a:lumMod val="65000"/>
                  <a:lumOff val="35000"/>
                </a:schemeClr>
              </a:solidFill>
              <a:latin typeface="站酷快乐体2016修订版" panose="02010600030101010101" charset="-122"/>
              <a:ea typeface="站酷快乐体2016修订版" panose="02010600030101010101" charset="-122"/>
              <a:cs typeface="仓耳渔阳体 W04" panose="02020400000000000000" charset="-122"/>
            </a:endParaRPr>
          </a:p>
        </p:txBody>
      </p:sp>
      <p:pic>
        <p:nvPicPr>
          <p:cNvPr id="68" name="Picture 68"/>
          <p:cNvPicPr>
            <a:picLocks noChangeAspect="1"/>
          </p:cNvPicPr>
          <p:nvPr>
            <p:custDataLst>
              <p:tags r:id="rId24"/>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r="45888" b="46718"/>
          <a:stretch>
            <a:fillRect/>
          </a:stretch>
        </p:blipFill>
        <p:spPr>
          <a:xfrm rot="1080000">
            <a:off x="145737" y="6124728"/>
            <a:ext cx="758510" cy="820369"/>
          </a:xfrm>
          <a:prstGeom prst="rect">
            <a:avLst/>
          </a:prstGeom>
        </p:spPr>
      </p:pic>
      <p:pic>
        <p:nvPicPr>
          <p:cNvPr id="71" name="Picture 71"/>
          <p:cNvPicPr>
            <a:picLocks noChangeAspect="1"/>
          </p:cNvPicPr>
          <p:nvPr>
            <p:custDataLst>
              <p:tags r:id="rId25"/>
            </p:custDataLst>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a:stretch>
            <a:fillRect/>
          </a:stretch>
        </p:blipFill>
        <p:spPr>
          <a:xfrm rot="-1286584">
            <a:off x="1735398" y="6408197"/>
            <a:ext cx="883857" cy="450991"/>
          </a:xfrm>
          <a:prstGeom prst="rect">
            <a:avLst/>
          </a:prstGeom>
        </p:spPr>
      </p:pic>
      <p:grpSp>
        <p:nvGrpSpPr>
          <p:cNvPr id="35" name="组合 34"/>
          <p:cNvGrpSpPr/>
          <p:nvPr/>
        </p:nvGrpSpPr>
        <p:grpSpPr>
          <a:xfrm>
            <a:off x="361950" y="2563495"/>
            <a:ext cx="11468100" cy="2472055"/>
            <a:chOff x="1477" y="2407"/>
            <a:chExt cx="18060" cy="3893"/>
          </a:xfrm>
        </p:grpSpPr>
        <p:grpSp>
          <p:nvGrpSpPr>
            <p:cNvPr id="30" name="组合 29"/>
            <p:cNvGrpSpPr/>
            <p:nvPr/>
          </p:nvGrpSpPr>
          <p:grpSpPr>
            <a:xfrm>
              <a:off x="1477" y="2407"/>
              <a:ext cx="5576" cy="2760"/>
              <a:chOff x="1477" y="2407"/>
              <a:chExt cx="5576" cy="2760"/>
            </a:xfrm>
          </p:grpSpPr>
          <p:sp>
            <p:nvSpPr>
              <p:cNvPr id="5" name="TextBox 25"/>
              <p:cNvSpPr txBox="1"/>
              <p:nvPr>
                <p:custDataLst>
                  <p:tags r:id="rId28"/>
                </p:custDataLst>
              </p:nvPr>
            </p:nvSpPr>
            <p:spPr>
              <a:xfrm>
                <a:off x="1477" y="3683"/>
                <a:ext cx="5577" cy="1485"/>
              </a:xfrm>
              <a:prstGeom prst="rect">
                <a:avLst/>
              </a:prstGeom>
            </p:spPr>
            <p:txBody>
              <a:bodyPr wrap="square" lIns="0" tIns="0" rIns="0" bIns="0" rtlCol="0" anchor="t">
                <a:noAutofit/>
              </a:bodyPr>
              <a:p>
                <a:pPr indent="0" algn="ctr" fontAlgn="auto">
                  <a:lnSpc>
                    <a:spcPct val="150000"/>
                  </a:lnSpc>
                </a:pPr>
                <a:r>
                  <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即一个国家或地区能够生产民族基本生存所需的膳食需要。要求人们既能买得到又能买得起生存生活所需要的基本食品。</a:t>
                </a:r>
                <a:endPar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p:txBody>
          </p:sp>
          <p:grpSp>
            <p:nvGrpSpPr>
              <p:cNvPr id="10" name="组合 9"/>
              <p:cNvGrpSpPr/>
              <p:nvPr/>
            </p:nvGrpSpPr>
            <p:grpSpPr>
              <a:xfrm rot="0">
                <a:off x="2486" y="2407"/>
                <a:ext cx="3560" cy="925"/>
                <a:chOff x="4774" y="3378"/>
                <a:chExt cx="3560" cy="925"/>
              </a:xfrm>
            </p:grpSpPr>
            <p:sp>
              <p:nvSpPr>
                <p:cNvPr id="9" name="圆角矩形 8"/>
                <p:cNvSpPr/>
                <p:nvPr>
                  <p:custDataLst>
                    <p:tags r:id="rId29"/>
                  </p:custDataLst>
                </p:nvPr>
              </p:nvSpPr>
              <p:spPr>
                <a:xfrm>
                  <a:off x="4774" y="3378"/>
                  <a:ext cx="3560" cy="925"/>
                </a:xfrm>
                <a:prstGeom prst="roundRect">
                  <a:avLst>
                    <a:gd name="adj" fmla="val 37864"/>
                  </a:avLst>
                </a:prstGeom>
                <a:solidFill>
                  <a:srgbClr val="EFA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8" name="TextBox 28"/>
                <p:cNvSpPr txBox="1"/>
                <p:nvPr>
                  <p:custDataLst>
                    <p:tags r:id="rId30"/>
                  </p:custDataLst>
                </p:nvPr>
              </p:nvSpPr>
              <p:spPr>
                <a:xfrm>
                  <a:off x="4991" y="3508"/>
                  <a:ext cx="3145" cy="678"/>
                </a:xfrm>
                <a:prstGeom prst="rect">
                  <a:avLst/>
                </a:prstGeom>
              </p:spPr>
              <p:txBody>
                <a:bodyPr wrap="square" lIns="0" tIns="0" rIns="0" bIns="0" rtlCol="0" anchor="t">
                  <a:spAutoFit/>
                </a:bodyPr>
                <a:p>
                  <a:pPr algn="ctr">
                    <a:lnSpc>
                      <a:spcPts val="3360"/>
                    </a:lnSpc>
                    <a:spcBef>
                      <a:spcPct val="0"/>
                    </a:spcBef>
                  </a:pPr>
                  <a:r>
                    <a:rPr lang="en-US" sz="2200">
                      <a:solidFill>
                        <a:srgbClr val="FFFFFF"/>
                      </a:solidFill>
                      <a:latin typeface="仓耳渔阳体 W04" panose="02020400000000000000" charset="-122"/>
                      <a:ea typeface="仓耳渔阳体 W04" panose="02020400000000000000" charset="-122"/>
                      <a:cs typeface="仓耳渔阳体 W04" panose="02020400000000000000" charset="-122"/>
                    </a:rPr>
                    <a:t>食品数量安全</a:t>
                  </a:r>
                  <a:endParaRPr lang="en-US" sz="2200">
                    <a:solidFill>
                      <a:srgbClr val="FFFFFF"/>
                    </a:solidFill>
                    <a:latin typeface="仓耳渔阳体 W04" panose="02020400000000000000" charset="-122"/>
                    <a:ea typeface="仓耳渔阳体 W04" panose="02020400000000000000" charset="-122"/>
                    <a:cs typeface="仓耳渔阳体 W04" panose="02020400000000000000" charset="-122"/>
                  </a:endParaRPr>
                </a:p>
              </p:txBody>
            </p:sp>
          </p:grpSp>
        </p:grpSp>
        <p:grpSp>
          <p:nvGrpSpPr>
            <p:cNvPr id="31" name="组合 30"/>
            <p:cNvGrpSpPr/>
            <p:nvPr/>
          </p:nvGrpSpPr>
          <p:grpSpPr>
            <a:xfrm>
              <a:off x="7719" y="2407"/>
              <a:ext cx="5576" cy="3893"/>
              <a:chOff x="7719" y="2407"/>
              <a:chExt cx="5576" cy="3893"/>
            </a:xfrm>
          </p:grpSpPr>
          <p:grpSp>
            <p:nvGrpSpPr>
              <p:cNvPr id="6" name="组合 5"/>
              <p:cNvGrpSpPr/>
              <p:nvPr/>
            </p:nvGrpSpPr>
            <p:grpSpPr>
              <a:xfrm>
                <a:off x="8727" y="2407"/>
                <a:ext cx="3560" cy="925"/>
                <a:chOff x="4891" y="3924"/>
                <a:chExt cx="3560" cy="925"/>
              </a:xfrm>
            </p:grpSpPr>
            <p:sp>
              <p:nvSpPr>
                <p:cNvPr id="7" name="圆角矩形 6"/>
                <p:cNvSpPr/>
                <p:nvPr>
                  <p:custDataLst>
                    <p:tags r:id="rId31"/>
                  </p:custDataLst>
                </p:nvPr>
              </p:nvSpPr>
              <p:spPr>
                <a:xfrm>
                  <a:off x="4891" y="3924"/>
                  <a:ext cx="3560" cy="925"/>
                </a:xfrm>
                <a:prstGeom prst="roundRect">
                  <a:avLst>
                    <a:gd name="adj" fmla="val 37864"/>
                  </a:avLst>
                </a:prstGeom>
                <a:solidFill>
                  <a:srgbClr val="EFA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8" name="TextBox 28"/>
                <p:cNvSpPr txBox="1"/>
                <p:nvPr>
                  <p:custDataLst>
                    <p:tags r:id="rId32"/>
                  </p:custDataLst>
                </p:nvPr>
              </p:nvSpPr>
              <p:spPr>
                <a:xfrm>
                  <a:off x="5108" y="4054"/>
                  <a:ext cx="3145" cy="678"/>
                </a:xfrm>
                <a:prstGeom prst="rect">
                  <a:avLst/>
                </a:prstGeom>
              </p:spPr>
              <p:txBody>
                <a:bodyPr wrap="square" lIns="0" tIns="0" rIns="0" bIns="0" rtlCol="0" anchor="t">
                  <a:spAutoFit/>
                </a:bodyPr>
                <a:p>
                  <a:pPr algn="ctr">
                    <a:lnSpc>
                      <a:spcPts val="3360"/>
                    </a:lnSpc>
                    <a:spcBef>
                      <a:spcPct val="0"/>
                    </a:spcBef>
                  </a:pPr>
                  <a:r>
                    <a:rPr lang="en-US" sz="2200">
                      <a:solidFill>
                        <a:srgbClr val="FFFFFF"/>
                      </a:solidFill>
                      <a:latin typeface="仓耳渔阳体 W04" panose="02020400000000000000" charset="-122"/>
                      <a:ea typeface="仓耳渔阳体 W04" panose="02020400000000000000" charset="-122"/>
                      <a:cs typeface="仓耳渔阳体 W04" panose="02020400000000000000" charset="-122"/>
                    </a:rPr>
                    <a:t>食品</a:t>
                  </a:r>
                  <a:r>
                    <a:rPr lang="zh-CN" altLang="en-US" sz="2200">
                      <a:solidFill>
                        <a:srgbClr val="FFFFFF"/>
                      </a:solidFill>
                      <a:latin typeface="仓耳渔阳体 W04" panose="02020400000000000000" charset="-122"/>
                      <a:ea typeface="仓耳渔阳体 W04" panose="02020400000000000000" charset="-122"/>
                      <a:cs typeface="仓耳渔阳体 W04" panose="02020400000000000000" charset="-122"/>
                    </a:rPr>
                    <a:t>质量</a:t>
                  </a:r>
                  <a:r>
                    <a:rPr lang="en-US" sz="2200">
                      <a:solidFill>
                        <a:srgbClr val="FFFFFF"/>
                      </a:solidFill>
                      <a:latin typeface="仓耳渔阳体 W04" panose="02020400000000000000" charset="-122"/>
                      <a:ea typeface="仓耳渔阳体 W04" panose="02020400000000000000" charset="-122"/>
                      <a:cs typeface="仓耳渔阳体 W04" panose="02020400000000000000" charset="-122"/>
                    </a:rPr>
                    <a:t>安全</a:t>
                  </a:r>
                  <a:endParaRPr lang="en-US" sz="2200">
                    <a:solidFill>
                      <a:srgbClr val="FFFFFF"/>
                    </a:solidFill>
                    <a:latin typeface="仓耳渔阳体 W04" panose="02020400000000000000" charset="-122"/>
                    <a:ea typeface="仓耳渔阳体 W04" panose="02020400000000000000" charset="-122"/>
                    <a:cs typeface="仓耳渔阳体 W04" panose="02020400000000000000" charset="-122"/>
                  </a:endParaRPr>
                </a:p>
              </p:txBody>
            </p:sp>
          </p:grpSp>
          <p:sp>
            <p:nvSpPr>
              <p:cNvPr id="11" name="TextBox 25"/>
              <p:cNvSpPr txBox="1"/>
              <p:nvPr>
                <p:custDataLst>
                  <p:tags r:id="rId33"/>
                </p:custDataLst>
              </p:nvPr>
            </p:nvSpPr>
            <p:spPr>
              <a:xfrm>
                <a:off x="7719" y="3683"/>
                <a:ext cx="5576" cy="2617"/>
              </a:xfrm>
              <a:prstGeom prst="rect">
                <a:avLst/>
              </a:prstGeom>
            </p:spPr>
            <p:txBody>
              <a:bodyPr wrap="square" lIns="0" tIns="0" rIns="0" bIns="0" rtlCol="0" anchor="t">
                <a:spAutoFit/>
              </a:bodyPr>
              <a:p>
                <a:pPr indent="0" algn="ctr" fontAlgn="auto">
                  <a:lnSpc>
                    <a:spcPct val="150000"/>
                  </a:lnSpc>
                </a:pPr>
                <a:r>
                  <a:rPr lang="zh-CN" alt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食品质量安全</a:t>
                </a:r>
                <a:r>
                  <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指提供的食品在营养卫生方面满足和保障人群的健康需要，添加剂是否违规超标、标签是否规范等问题。</a:t>
                </a:r>
                <a:endPar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p:txBody>
          </p:sp>
        </p:grpSp>
        <p:grpSp>
          <p:nvGrpSpPr>
            <p:cNvPr id="32" name="组合 31"/>
            <p:cNvGrpSpPr/>
            <p:nvPr/>
          </p:nvGrpSpPr>
          <p:grpSpPr>
            <a:xfrm>
              <a:off x="13961" y="2407"/>
              <a:ext cx="5576" cy="3893"/>
              <a:chOff x="13960" y="2407"/>
              <a:chExt cx="5576" cy="3893"/>
            </a:xfrm>
          </p:grpSpPr>
          <p:grpSp>
            <p:nvGrpSpPr>
              <p:cNvPr id="13" name="组合 12"/>
              <p:cNvGrpSpPr/>
              <p:nvPr/>
            </p:nvGrpSpPr>
            <p:grpSpPr>
              <a:xfrm>
                <a:off x="14768" y="2407"/>
                <a:ext cx="3960" cy="925"/>
                <a:chOff x="4891" y="4028"/>
                <a:chExt cx="3960" cy="925"/>
              </a:xfrm>
            </p:grpSpPr>
            <p:sp>
              <p:nvSpPr>
                <p:cNvPr id="17" name="圆角矩形 16"/>
                <p:cNvSpPr/>
                <p:nvPr>
                  <p:custDataLst>
                    <p:tags r:id="rId34"/>
                  </p:custDataLst>
                </p:nvPr>
              </p:nvSpPr>
              <p:spPr>
                <a:xfrm>
                  <a:off x="4891" y="4028"/>
                  <a:ext cx="3960" cy="925"/>
                </a:xfrm>
                <a:prstGeom prst="roundRect">
                  <a:avLst>
                    <a:gd name="adj" fmla="val 37864"/>
                  </a:avLst>
                </a:prstGeom>
                <a:solidFill>
                  <a:srgbClr val="EFA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3" name="TextBox 28"/>
                <p:cNvSpPr txBox="1"/>
                <p:nvPr>
                  <p:custDataLst>
                    <p:tags r:id="rId35"/>
                  </p:custDataLst>
                </p:nvPr>
              </p:nvSpPr>
              <p:spPr>
                <a:xfrm>
                  <a:off x="5108" y="4158"/>
                  <a:ext cx="3498" cy="678"/>
                </a:xfrm>
                <a:prstGeom prst="rect">
                  <a:avLst/>
                </a:prstGeom>
              </p:spPr>
              <p:txBody>
                <a:bodyPr wrap="square" lIns="0" tIns="0" rIns="0" bIns="0" rtlCol="0" anchor="t">
                  <a:spAutoFit/>
                </a:bodyPr>
                <a:p>
                  <a:pPr algn="ctr">
                    <a:lnSpc>
                      <a:spcPts val="3360"/>
                    </a:lnSpc>
                    <a:spcBef>
                      <a:spcPct val="0"/>
                    </a:spcBef>
                  </a:pPr>
                  <a:r>
                    <a:rPr lang="en-US" sz="2200">
                      <a:solidFill>
                        <a:srgbClr val="FFFFFF"/>
                      </a:solidFill>
                      <a:latin typeface="仓耳渔阳体 W04" panose="02020400000000000000" charset="-122"/>
                      <a:ea typeface="仓耳渔阳体 W04" panose="02020400000000000000" charset="-122"/>
                      <a:cs typeface="仓耳渔阳体 W04" panose="02020400000000000000" charset="-122"/>
                    </a:rPr>
                    <a:t>食品</a:t>
                  </a:r>
                  <a:r>
                    <a:rPr lang="zh-CN" altLang="en-US" sz="2200">
                      <a:solidFill>
                        <a:srgbClr val="FFFFFF"/>
                      </a:solidFill>
                      <a:latin typeface="仓耳渔阳体 W04" panose="02020400000000000000" charset="-122"/>
                      <a:ea typeface="仓耳渔阳体 W04" panose="02020400000000000000" charset="-122"/>
                      <a:cs typeface="仓耳渔阳体 W04" panose="02020400000000000000" charset="-122"/>
                    </a:rPr>
                    <a:t>可持续</a:t>
                  </a:r>
                  <a:r>
                    <a:rPr lang="en-US" sz="2200">
                      <a:solidFill>
                        <a:srgbClr val="FFFFFF"/>
                      </a:solidFill>
                      <a:latin typeface="仓耳渔阳体 W04" panose="02020400000000000000" charset="-122"/>
                      <a:ea typeface="仓耳渔阳体 W04" panose="02020400000000000000" charset="-122"/>
                      <a:cs typeface="仓耳渔阳体 W04" panose="02020400000000000000" charset="-122"/>
                    </a:rPr>
                    <a:t>安全</a:t>
                  </a:r>
                  <a:endParaRPr lang="en-US" sz="2200">
                    <a:solidFill>
                      <a:srgbClr val="FFFFFF"/>
                    </a:solidFill>
                    <a:latin typeface="仓耳渔阳体 W04" panose="02020400000000000000" charset="-122"/>
                    <a:ea typeface="仓耳渔阳体 W04" panose="02020400000000000000" charset="-122"/>
                    <a:cs typeface="仓耳渔阳体 W04" panose="02020400000000000000" charset="-122"/>
                  </a:endParaRPr>
                </a:p>
              </p:txBody>
            </p:sp>
          </p:grpSp>
          <p:sp>
            <p:nvSpPr>
              <p:cNvPr id="26" name="TextBox 25"/>
              <p:cNvSpPr txBox="1"/>
              <p:nvPr>
                <p:custDataLst>
                  <p:tags r:id="rId36"/>
                </p:custDataLst>
              </p:nvPr>
            </p:nvSpPr>
            <p:spPr>
              <a:xfrm>
                <a:off x="13960" y="3683"/>
                <a:ext cx="5576" cy="2617"/>
              </a:xfrm>
              <a:prstGeom prst="rect">
                <a:avLst/>
              </a:prstGeom>
            </p:spPr>
            <p:txBody>
              <a:bodyPr wrap="square" lIns="0" tIns="0" rIns="0" bIns="0" rtlCol="0" anchor="t">
                <a:spAutoFit/>
              </a:bodyPr>
              <a:p>
                <a:pPr indent="0" algn="ctr" fontAlgn="auto">
                  <a:lnSpc>
                    <a:spcPct val="150000"/>
                  </a:lnSpc>
                </a:pPr>
                <a:r>
                  <a:rPr lang="zh-CN" alt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食品可持续安全，</a:t>
                </a:r>
                <a:r>
                  <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这是从</a:t>
                </a:r>
                <a:r>
                  <a:rPr lang="zh-CN" alt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可持续</a:t>
                </a:r>
                <a:r>
                  <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发展</a:t>
                </a:r>
                <a:r>
                  <a:rPr lang="zh-CN" alt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的</a:t>
                </a:r>
                <a:r>
                  <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角度</a:t>
                </a:r>
                <a:r>
                  <a:rPr lang="zh-CN" alt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去</a:t>
                </a:r>
                <a:r>
                  <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要求食品的获取需要注重生态环境的良好保护</a:t>
                </a:r>
                <a:r>
                  <a:rPr lang="zh-CN" alt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以及</a:t>
                </a:r>
                <a:r>
                  <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资源利用的可持续。</a:t>
                </a:r>
                <a:endPar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p:txBody>
          </p:sp>
        </p:grpSp>
      </p:grpSp>
      <p:sp>
        <p:nvSpPr>
          <p:cNvPr id="36" name="TextBox 15"/>
          <p:cNvSpPr txBox="1"/>
          <p:nvPr>
            <p:custDataLst>
              <p:tags r:id="rId37"/>
            </p:custDataLst>
          </p:nvPr>
        </p:nvSpPr>
        <p:spPr>
          <a:xfrm>
            <a:off x="4244658" y="983615"/>
            <a:ext cx="3702685" cy="984250"/>
          </a:xfrm>
          <a:prstGeom prst="rect">
            <a:avLst/>
          </a:prstGeom>
        </p:spPr>
        <p:txBody>
          <a:bodyPr wrap="square" lIns="0" tIns="0" rIns="0" bIns="0" rtlCol="0" anchor="t">
            <a:spAutoFit/>
          </a:bodyPr>
          <a:p>
            <a:pPr algn="ctr">
              <a:lnSpc>
                <a:spcPts val="7675"/>
              </a:lnSpc>
              <a:spcBef>
                <a:spcPct val="0"/>
              </a:spcBef>
            </a:pPr>
            <a:r>
              <a:rPr lang="en-US" sz="4000">
                <a:solidFill>
                  <a:srgbClr val="9B5836"/>
                </a:solidFill>
                <a:latin typeface="站酷快乐体2016修订版" panose="02010600030101010101" charset="-122"/>
                <a:ea typeface="站酷快乐体2016修订版" panose="02010600030101010101" charset="-122"/>
                <a:cs typeface="仓耳渔阳体 W04" panose="02020400000000000000" charset="-122"/>
              </a:rPr>
              <a:t>食品安全的</a:t>
            </a:r>
            <a:r>
              <a:rPr lang="zh-CN" altLang="en-US" sz="4000">
                <a:solidFill>
                  <a:srgbClr val="9B5836"/>
                </a:solidFill>
                <a:latin typeface="站酷快乐体2016修订版" panose="02010600030101010101" charset="-122"/>
                <a:ea typeface="站酷快乐体2016修订版" panose="02010600030101010101" charset="-122"/>
                <a:cs typeface="仓耳渔阳体 W04" panose="02020400000000000000" charset="-122"/>
              </a:rPr>
              <a:t>含义</a:t>
            </a:r>
            <a:endParaRPr lang="zh-CN" altLang="en-US" sz="4000">
              <a:solidFill>
                <a:srgbClr val="9B5836"/>
              </a:solidFill>
              <a:latin typeface="站酷快乐体2016修订版" panose="02010600030101010101" charset="-122"/>
              <a:ea typeface="站酷快乐体2016修订版" panose="02010600030101010101" charset="-122"/>
              <a:cs typeface="仓耳渔阳体 W04" panose="02020400000000000000" charset="-122"/>
            </a:endParaRPr>
          </a:p>
        </p:txBody>
      </p:sp>
    </p:spTree>
    <p:custDataLst>
      <p:tags r:id="rId38"/>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1EB"/>
        </a:solidFill>
        <a:effectLst/>
      </p:bgPr>
    </p:bg>
    <p:spTree>
      <p:nvGrpSpPr>
        <p:cNvPr id="1" name=""/>
        <p:cNvGrpSpPr/>
        <p:nvPr/>
      </p:nvGrpSpPr>
      <p:grpSpPr/>
      <p:sp>
        <p:nvSpPr>
          <p:cNvPr id="12" name="任意多边形 11"/>
          <p:cNvSpPr/>
          <p:nvPr>
            <p:custDataLst>
              <p:tags r:id="rId1"/>
            </p:custDataLst>
          </p:nvPr>
        </p:nvSpPr>
        <p:spPr>
          <a:xfrm flipH="1">
            <a:off x="0" y="-13970"/>
            <a:ext cx="2139950" cy="1375410"/>
          </a:xfrm>
          <a:custGeom>
            <a:avLst/>
            <a:gdLst>
              <a:gd name="connsiteX0" fmla="*/ 16 w 5020"/>
              <a:gd name="connsiteY0" fmla="*/ 206 h 3666"/>
              <a:gd name="connsiteX1" fmla="*/ 39 w 5020"/>
              <a:gd name="connsiteY1" fmla="*/ 684 h 3666"/>
              <a:gd name="connsiteX2" fmla="*/ 404 w 5020"/>
              <a:gd name="connsiteY2" fmla="*/ 1139 h 3666"/>
              <a:gd name="connsiteX3" fmla="*/ 231 w 5020"/>
              <a:gd name="connsiteY3" fmla="*/ 2544 h 3666"/>
              <a:gd name="connsiteX4" fmla="*/ 847 w 5020"/>
              <a:gd name="connsiteY4" fmla="*/ 3138 h 3666"/>
              <a:gd name="connsiteX5" fmla="*/ 2038 w 5020"/>
              <a:gd name="connsiteY5" fmla="*/ 3345 h 3666"/>
              <a:gd name="connsiteX6" fmla="*/ 3523 w 5020"/>
              <a:gd name="connsiteY6" fmla="*/ 3665 h 3666"/>
              <a:gd name="connsiteX7" fmla="*/ 4791 w 5020"/>
              <a:gd name="connsiteY7" fmla="*/ 3276 h 3666"/>
              <a:gd name="connsiteX8" fmla="*/ 4928 w 5020"/>
              <a:gd name="connsiteY8" fmla="*/ 0 h 3666"/>
              <a:gd name="connsiteX9" fmla="*/ 16 w 5020"/>
              <a:gd name="connsiteY9" fmla="*/ 206 h 3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30" h="3460">
                <a:moveTo>
                  <a:pt x="16" y="0"/>
                </a:moveTo>
                <a:lnTo>
                  <a:pt x="4730" y="0"/>
                </a:lnTo>
                <a:lnTo>
                  <a:pt x="4730" y="3100"/>
                </a:lnTo>
                <a:lnTo>
                  <a:pt x="4707" y="3112"/>
                </a:lnTo>
                <a:cubicBezTo>
                  <a:pt x="4294" y="3323"/>
                  <a:pt x="3957" y="3436"/>
                  <a:pt x="3523" y="3458"/>
                </a:cubicBezTo>
                <a:cubicBezTo>
                  <a:pt x="3060" y="3482"/>
                  <a:pt x="2320" y="3251"/>
                  <a:pt x="2038" y="3138"/>
                </a:cubicBezTo>
                <a:cubicBezTo>
                  <a:pt x="1756" y="3025"/>
                  <a:pt x="1167" y="3000"/>
                  <a:pt x="847" y="2931"/>
                </a:cubicBezTo>
                <a:cubicBezTo>
                  <a:pt x="527" y="2862"/>
                  <a:pt x="288" y="2634"/>
                  <a:pt x="231" y="2337"/>
                </a:cubicBezTo>
                <a:cubicBezTo>
                  <a:pt x="174" y="2040"/>
                  <a:pt x="489" y="1240"/>
                  <a:pt x="404" y="932"/>
                </a:cubicBezTo>
                <a:cubicBezTo>
                  <a:pt x="319" y="624"/>
                  <a:pt x="108" y="650"/>
                  <a:pt x="39" y="477"/>
                </a:cubicBezTo>
                <a:cubicBezTo>
                  <a:pt x="-28" y="309"/>
                  <a:pt x="11" y="101"/>
                  <a:pt x="15" y="8"/>
                </a:cubicBezTo>
                <a:lnTo>
                  <a:pt x="16" y="0"/>
                </a:lnTo>
                <a:close/>
              </a:path>
            </a:pathLst>
          </a:custGeom>
          <a:solidFill>
            <a:srgbClr val="E9BE8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5" name="任意多边形 14"/>
          <p:cNvSpPr/>
          <p:nvPr>
            <p:custDataLst>
              <p:tags r:id="rId2"/>
            </p:custDataLst>
          </p:nvPr>
        </p:nvSpPr>
        <p:spPr>
          <a:xfrm flipH="1">
            <a:off x="-406400" y="-65405"/>
            <a:ext cx="2389505" cy="1477645"/>
          </a:xfrm>
          <a:custGeom>
            <a:avLst/>
            <a:gdLst>
              <a:gd name="connsiteX0" fmla="*/ 0 w 6373"/>
              <a:gd name="connsiteY0" fmla="*/ 226 h 3921"/>
              <a:gd name="connsiteX1" fmla="*/ 468 w 6373"/>
              <a:gd name="connsiteY1" fmla="*/ 797 h 3921"/>
              <a:gd name="connsiteX2" fmla="*/ 1748 w 6373"/>
              <a:gd name="connsiteY2" fmla="*/ 1122 h 3921"/>
              <a:gd name="connsiteX3" fmla="*/ 2193 w 6373"/>
              <a:gd name="connsiteY3" fmla="*/ 2161 h 3921"/>
              <a:gd name="connsiteX4" fmla="*/ 3175 w 6373"/>
              <a:gd name="connsiteY4" fmla="*/ 3315 h 3921"/>
              <a:gd name="connsiteX5" fmla="*/ 4980 w 6373"/>
              <a:gd name="connsiteY5" fmla="*/ 3909 h 3921"/>
              <a:gd name="connsiteX6" fmla="*/ 6294 w 6373"/>
              <a:gd name="connsiteY6" fmla="*/ 3687 h 3921"/>
              <a:gd name="connsiteX7" fmla="*/ 6373 w 6373"/>
              <a:gd name="connsiteY7" fmla="*/ 0 h 3921"/>
              <a:gd name="connsiteX8" fmla="*/ 0 w 6373"/>
              <a:gd name="connsiteY8" fmla="*/ 226 h 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74" h="3716">
                <a:moveTo>
                  <a:pt x="592" y="0"/>
                </a:moveTo>
                <a:lnTo>
                  <a:pt x="6202" y="0"/>
                </a:lnTo>
                <a:lnTo>
                  <a:pt x="6274" y="0"/>
                </a:lnTo>
                <a:lnTo>
                  <a:pt x="6274" y="3491"/>
                </a:lnTo>
                <a:lnTo>
                  <a:pt x="6257" y="3499"/>
                </a:lnTo>
                <a:cubicBezTo>
                  <a:pt x="5873" y="3675"/>
                  <a:pt x="5545" y="3748"/>
                  <a:pt x="4980" y="3704"/>
                </a:cubicBezTo>
                <a:cubicBezTo>
                  <a:pt x="4397" y="3659"/>
                  <a:pt x="3678" y="3419"/>
                  <a:pt x="3175" y="3110"/>
                </a:cubicBezTo>
                <a:cubicBezTo>
                  <a:pt x="2672" y="2801"/>
                  <a:pt x="2361" y="2326"/>
                  <a:pt x="2193" y="1956"/>
                </a:cubicBezTo>
                <a:cubicBezTo>
                  <a:pt x="2025" y="1586"/>
                  <a:pt x="1931" y="1082"/>
                  <a:pt x="1748" y="917"/>
                </a:cubicBezTo>
                <a:cubicBezTo>
                  <a:pt x="1565" y="752"/>
                  <a:pt x="813" y="754"/>
                  <a:pt x="468" y="592"/>
                </a:cubicBezTo>
                <a:cubicBezTo>
                  <a:pt x="123" y="430"/>
                  <a:pt x="80" y="289"/>
                  <a:pt x="0" y="21"/>
                </a:cubicBezTo>
                <a:lnTo>
                  <a:pt x="592" y="0"/>
                </a:lnTo>
                <a:close/>
              </a:path>
            </a:pathLst>
          </a:custGeom>
          <a:noFill/>
          <a:ln>
            <a:solidFill>
              <a:schemeClr val="bg1"/>
            </a:solidFill>
          </a:ln>
          <a:extLst>
            <a:ext uri="{909E8E84-426E-40DD-AFC4-6F175D3DCCD1}">
              <a14:hiddenFill xmlns:a14="http://schemas.microsoft.com/office/drawing/2010/main">
                <a:solidFill>
                  <a:schemeClr val="accent1">
                    <a:alpha val="28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9" name="任意多边形 18"/>
          <p:cNvSpPr/>
          <p:nvPr>
            <p:custDataLst>
              <p:tags r:id="rId3"/>
            </p:custDataLst>
          </p:nvPr>
        </p:nvSpPr>
        <p:spPr>
          <a:xfrm>
            <a:off x="-69850" y="6213102"/>
            <a:ext cx="2057063" cy="661408"/>
          </a:xfrm>
          <a:custGeom>
            <a:avLst/>
            <a:gdLst>
              <a:gd name="connsiteX0" fmla="*/ 1712 w 8295"/>
              <a:gd name="connsiteY0" fmla="*/ 1303 h 3164"/>
              <a:gd name="connsiteX1" fmla="*/ 3081 w 8295"/>
              <a:gd name="connsiteY1" fmla="*/ 1634 h 3164"/>
              <a:gd name="connsiteX2" fmla="*/ 5390 w 8295"/>
              <a:gd name="connsiteY2" fmla="*/ 252 h 3164"/>
              <a:gd name="connsiteX3" fmla="*/ 7514 w 8295"/>
              <a:gd name="connsiteY3" fmla="*/ 903 h 3164"/>
              <a:gd name="connsiteX4" fmla="*/ 8256 w 8295"/>
              <a:gd name="connsiteY4" fmla="*/ 2228 h 3164"/>
              <a:gd name="connsiteX5" fmla="*/ 614 w 8295"/>
              <a:gd name="connsiteY5" fmla="*/ 3164 h 3164"/>
              <a:gd name="connsiteX6" fmla="*/ 0 w 8295"/>
              <a:gd name="connsiteY6" fmla="*/ 2159 h 3164"/>
              <a:gd name="connsiteX7" fmla="*/ 125 w 8295"/>
              <a:gd name="connsiteY7" fmla="*/ 0 h 3164"/>
              <a:gd name="connsiteX8" fmla="*/ 1712 w 8295"/>
              <a:gd name="connsiteY8" fmla="*/ 1303 h 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39" h="1042">
                <a:moveTo>
                  <a:pt x="1445" y="0"/>
                </a:moveTo>
                <a:cubicBezTo>
                  <a:pt x="2037" y="1"/>
                  <a:pt x="2293" y="70"/>
                  <a:pt x="2704" y="364"/>
                </a:cubicBezTo>
                <a:cubicBezTo>
                  <a:pt x="3116" y="657"/>
                  <a:pt x="3276" y="847"/>
                  <a:pt x="3232" y="1040"/>
                </a:cubicBezTo>
                <a:lnTo>
                  <a:pt x="3232" y="1042"/>
                </a:lnTo>
                <a:lnTo>
                  <a:pt x="0" y="1042"/>
                </a:lnTo>
                <a:lnTo>
                  <a:pt x="0" y="574"/>
                </a:lnTo>
                <a:lnTo>
                  <a:pt x="16" y="562"/>
                </a:lnTo>
                <a:cubicBezTo>
                  <a:pt x="321" y="337"/>
                  <a:pt x="755" y="10"/>
                  <a:pt x="1250" y="2"/>
                </a:cubicBezTo>
                <a:cubicBezTo>
                  <a:pt x="1319" y="1"/>
                  <a:pt x="1383" y="0"/>
                  <a:pt x="1445" y="0"/>
                </a:cubicBezTo>
                <a:close/>
              </a:path>
            </a:pathLst>
          </a:custGeom>
          <a:solidFill>
            <a:srgbClr val="E9BE8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22" name="任意多边形 21"/>
          <p:cNvSpPr/>
          <p:nvPr>
            <p:custDataLst>
              <p:tags r:id="rId4"/>
            </p:custDataLst>
          </p:nvPr>
        </p:nvSpPr>
        <p:spPr>
          <a:xfrm>
            <a:off x="-51435" y="6292981"/>
            <a:ext cx="1874520" cy="589784"/>
          </a:xfrm>
          <a:custGeom>
            <a:avLst/>
            <a:gdLst>
              <a:gd name="connsiteX0" fmla="*/ 679 w 8465"/>
              <a:gd name="connsiteY0" fmla="*/ 4 h 2284"/>
              <a:gd name="connsiteX1" fmla="*/ 2269 w 8465"/>
              <a:gd name="connsiteY1" fmla="*/ 1424 h 2284"/>
              <a:gd name="connsiteX2" fmla="*/ 3882 w 8465"/>
              <a:gd name="connsiteY2" fmla="*/ 1211 h 2284"/>
              <a:gd name="connsiteX3" fmla="*/ 5692 w 8465"/>
              <a:gd name="connsiteY3" fmla="*/ 138 h 2284"/>
              <a:gd name="connsiteX4" fmla="*/ 7562 w 8465"/>
              <a:gd name="connsiteY4" fmla="*/ 679 h 2284"/>
              <a:gd name="connsiteX5" fmla="*/ 8465 w 8465"/>
              <a:gd name="connsiteY5" fmla="*/ 1844 h 2284"/>
              <a:gd name="connsiteX6" fmla="*/ 0 w 8465"/>
              <a:gd name="connsiteY6" fmla="*/ 2284 h 2284"/>
              <a:gd name="connsiteX7" fmla="*/ 679 w 8465"/>
              <a:gd name="connsiteY7" fmla="*/ 4 h 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2" h="929">
                <a:moveTo>
                  <a:pt x="1289" y="0"/>
                </a:moveTo>
                <a:cubicBezTo>
                  <a:pt x="1665" y="2"/>
                  <a:pt x="1948" y="90"/>
                  <a:pt x="2349" y="308"/>
                </a:cubicBezTo>
                <a:cubicBezTo>
                  <a:pt x="2795" y="551"/>
                  <a:pt x="2857" y="764"/>
                  <a:pt x="2949" y="924"/>
                </a:cubicBezTo>
                <a:lnTo>
                  <a:pt x="2952" y="929"/>
                </a:lnTo>
                <a:lnTo>
                  <a:pt x="0" y="929"/>
                </a:lnTo>
                <a:lnTo>
                  <a:pt x="0" y="508"/>
                </a:lnTo>
                <a:lnTo>
                  <a:pt x="34" y="487"/>
                </a:lnTo>
                <a:cubicBezTo>
                  <a:pt x="336" y="296"/>
                  <a:pt x="666" y="35"/>
                  <a:pt x="1069" y="7"/>
                </a:cubicBezTo>
                <a:cubicBezTo>
                  <a:pt x="1146" y="2"/>
                  <a:pt x="1219" y="0"/>
                  <a:pt x="1289" y="0"/>
                </a:cubicBezTo>
                <a:close/>
              </a:path>
            </a:pathLst>
          </a:custGeom>
          <a:noFill/>
          <a:ln>
            <a:solidFill>
              <a:schemeClr val="bg1"/>
            </a:solidFill>
          </a:ln>
          <a:extLst>
            <a:ext uri="{909E8E84-426E-40DD-AFC4-6F175D3DCCD1}">
              <a14:hiddenFill xmlns:a14="http://schemas.microsoft.com/office/drawing/2010/main">
                <a:solidFill>
                  <a:schemeClr val="accent1">
                    <a:alpha val="24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25" name="任意多边形 24"/>
          <p:cNvSpPr/>
          <p:nvPr>
            <p:custDataLst>
              <p:tags r:id="rId5"/>
            </p:custDataLst>
          </p:nvPr>
        </p:nvSpPr>
        <p:spPr>
          <a:xfrm>
            <a:off x="11031855" y="6261735"/>
            <a:ext cx="1160145" cy="596265"/>
          </a:xfrm>
          <a:custGeom>
            <a:avLst/>
            <a:gdLst>
              <a:gd name="connsiteX0" fmla="*/ 0 w 6333"/>
              <a:gd name="connsiteY0" fmla="*/ 2920 h 4147"/>
              <a:gd name="connsiteX1" fmla="*/ 1240 w 6333"/>
              <a:gd name="connsiteY1" fmla="*/ 773 h 4147"/>
              <a:gd name="connsiteX2" fmla="*/ 3253 w 6333"/>
              <a:gd name="connsiteY2" fmla="*/ 240 h 4147"/>
              <a:gd name="connsiteX3" fmla="*/ 5147 w 6333"/>
              <a:gd name="connsiteY3" fmla="*/ 506 h 4147"/>
              <a:gd name="connsiteX4" fmla="*/ 6160 w 6333"/>
              <a:gd name="connsiteY4" fmla="*/ 0 h 4147"/>
              <a:gd name="connsiteX5" fmla="*/ 6333 w 6333"/>
              <a:gd name="connsiteY5" fmla="*/ 4147 h 4147"/>
              <a:gd name="connsiteX6" fmla="*/ 0 w 6333"/>
              <a:gd name="connsiteY6" fmla="*/ 2920 h 4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4" h="2912">
                <a:moveTo>
                  <a:pt x="6074" y="0"/>
                </a:moveTo>
                <a:lnTo>
                  <a:pt x="6074" y="2912"/>
                </a:lnTo>
                <a:lnTo>
                  <a:pt x="5" y="2912"/>
                </a:lnTo>
                <a:lnTo>
                  <a:pt x="0" y="2911"/>
                </a:lnTo>
                <a:cubicBezTo>
                  <a:pt x="107" y="2257"/>
                  <a:pt x="461" y="1324"/>
                  <a:pt x="1240" y="764"/>
                </a:cubicBezTo>
                <a:cubicBezTo>
                  <a:pt x="2019" y="204"/>
                  <a:pt x="2599" y="271"/>
                  <a:pt x="3253" y="231"/>
                </a:cubicBezTo>
                <a:cubicBezTo>
                  <a:pt x="3907" y="191"/>
                  <a:pt x="4627" y="590"/>
                  <a:pt x="5147" y="497"/>
                </a:cubicBezTo>
                <a:cubicBezTo>
                  <a:pt x="5618" y="413"/>
                  <a:pt x="5782" y="66"/>
                  <a:pt x="6067" y="1"/>
                </a:cubicBezTo>
                <a:lnTo>
                  <a:pt x="6074" y="0"/>
                </a:lnTo>
                <a:close/>
              </a:path>
            </a:pathLst>
          </a:custGeom>
          <a:solidFill>
            <a:srgbClr val="EFD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4" name="任意多边形 3"/>
          <p:cNvSpPr/>
          <p:nvPr>
            <p:custDataLst>
              <p:tags r:id="rId6"/>
            </p:custDataLst>
          </p:nvPr>
        </p:nvSpPr>
        <p:spPr>
          <a:xfrm flipH="1" flipV="1">
            <a:off x="11031855" y="6278245"/>
            <a:ext cx="1291590" cy="580390"/>
          </a:xfrm>
          <a:custGeom>
            <a:avLst/>
            <a:gdLst>
              <a:gd name="connsiteX0" fmla="*/ 0 w 5143"/>
              <a:gd name="connsiteY0" fmla="*/ 0 h 4554"/>
              <a:gd name="connsiteX1" fmla="*/ 5143 w 5143"/>
              <a:gd name="connsiteY1" fmla="*/ 0 h 4554"/>
              <a:gd name="connsiteX2" fmla="*/ 5141 w 5143"/>
              <a:gd name="connsiteY2" fmla="*/ 11 h 4554"/>
              <a:gd name="connsiteX3" fmla="*/ 4681 w 5143"/>
              <a:gd name="connsiteY3" fmla="*/ 989 h 4554"/>
              <a:gd name="connsiteX4" fmla="*/ 3207 w 5143"/>
              <a:gd name="connsiteY4" fmla="*/ 1914 h 4554"/>
              <a:gd name="connsiteX5" fmla="*/ 2475 w 5143"/>
              <a:gd name="connsiteY5" fmla="*/ 4088 h 4554"/>
              <a:gd name="connsiteX6" fmla="*/ 922 w 5143"/>
              <a:gd name="connsiteY6" fmla="*/ 4545 h 4554"/>
              <a:gd name="connsiteX7" fmla="*/ 22 w 5143"/>
              <a:gd name="connsiteY7" fmla="*/ 4257 h 4554"/>
              <a:gd name="connsiteX8" fmla="*/ 0 w 5143"/>
              <a:gd name="connsiteY8" fmla="*/ 0 h 4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3" h="4554">
                <a:moveTo>
                  <a:pt x="0" y="0"/>
                </a:moveTo>
                <a:lnTo>
                  <a:pt x="5143" y="0"/>
                </a:lnTo>
                <a:lnTo>
                  <a:pt x="5141" y="11"/>
                </a:lnTo>
                <a:cubicBezTo>
                  <a:pt x="5110" y="197"/>
                  <a:pt x="5088" y="582"/>
                  <a:pt x="4681" y="989"/>
                </a:cubicBezTo>
                <a:cubicBezTo>
                  <a:pt x="4247" y="1423"/>
                  <a:pt x="3573" y="1617"/>
                  <a:pt x="3207" y="1914"/>
                </a:cubicBezTo>
                <a:cubicBezTo>
                  <a:pt x="2841" y="2211"/>
                  <a:pt x="2989" y="3585"/>
                  <a:pt x="2475" y="4088"/>
                </a:cubicBezTo>
                <a:cubicBezTo>
                  <a:pt x="1961" y="4591"/>
                  <a:pt x="1379" y="4567"/>
                  <a:pt x="922" y="4545"/>
                </a:cubicBezTo>
                <a:cubicBezTo>
                  <a:pt x="465" y="4523"/>
                  <a:pt x="375" y="4352"/>
                  <a:pt x="22" y="4257"/>
                </a:cubicBezTo>
                <a:lnTo>
                  <a:pt x="0" y="0"/>
                </a:lnTo>
                <a:close/>
              </a:path>
            </a:pathLst>
          </a:custGeom>
          <a:noFill/>
          <a:ln w="9525">
            <a:solidFill>
              <a:schemeClr val="bg1"/>
            </a:solidFill>
          </a:ln>
          <a:extLst>
            <a:ext uri="{909E8E84-426E-40DD-AFC4-6F175D3DCCD1}">
              <a14:hiddenFill xmlns:a14="http://schemas.microsoft.com/office/drawing/2010/main">
                <a:solidFill>
                  <a:schemeClr val="accent1">
                    <a:alpha val="46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8" name="椭圆 17"/>
          <p:cNvSpPr/>
          <p:nvPr/>
        </p:nvSpPr>
        <p:spPr>
          <a:xfrm>
            <a:off x="207645" y="5374005"/>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1" name="椭圆 20"/>
          <p:cNvSpPr/>
          <p:nvPr>
            <p:custDataLst>
              <p:tags r:id="rId7"/>
            </p:custDataLst>
          </p:nvPr>
        </p:nvSpPr>
        <p:spPr>
          <a:xfrm>
            <a:off x="0" y="5103495"/>
            <a:ext cx="474980" cy="454660"/>
          </a:xfrm>
          <a:prstGeom prst="ellipse">
            <a:avLst/>
          </a:prstGeom>
          <a:solidFill>
            <a:srgbClr val="EFAD3A"/>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4" name="椭圆 23"/>
          <p:cNvSpPr/>
          <p:nvPr>
            <p:custDataLst>
              <p:tags r:id="rId8"/>
            </p:custDataLst>
          </p:nvPr>
        </p:nvSpPr>
        <p:spPr>
          <a:xfrm>
            <a:off x="11031855" y="1426845"/>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pic>
        <p:nvPicPr>
          <p:cNvPr id="3" name="Picture 69"/>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a:fillRect/>
          </a:stretch>
        </p:blipFill>
        <p:spPr>
          <a:xfrm rot="18760219">
            <a:off x="10605135" y="6192520"/>
            <a:ext cx="709930" cy="436245"/>
          </a:xfrm>
          <a:prstGeom prst="rect">
            <a:avLst/>
          </a:prstGeom>
        </p:spPr>
      </p:pic>
      <p:pic>
        <p:nvPicPr>
          <p:cNvPr id="16" name="Picture 68"/>
          <p:cNvPicPr>
            <a:picLocks noChangeAspect="1"/>
          </p:cNvPicPr>
          <p:nvPr>
            <p:custDataLst>
              <p:tags r:id="rId12"/>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r="45888" b="46718"/>
          <a:stretch>
            <a:fillRect/>
          </a:stretch>
        </p:blipFill>
        <p:spPr>
          <a:xfrm rot="5400000">
            <a:off x="30802" y="936143"/>
            <a:ext cx="758510" cy="820369"/>
          </a:xfrm>
          <a:prstGeom prst="rect">
            <a:avLst/>
          </a:prstGeom>
        </p:spPr>
      </p:pic>
      <p:pic>
        <p:nvPicPr>
          <p:cNvPr id="29" name="Picture 72"/>
          <p:cNvPicPr>
            <a:picLocks noChangeAspect="1"/>
          </p:cNvPicPr>
          <p:nvPr>
            <p:custDataLst>
              <p:tags r:id="rId15"/>
            </p:custDataLst>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a:stretch>
            <a:fillRect/>
          </a:stretch>
        </p:blipFill>
        <p:spPr>
          <a:xfrm rot="-1815464">
            <a:off x="49530" y="5856605"/>
            <a:ext cx="808990" cy="308610"/>
          </a:xfrm>
          <a:prstGeom prst="rect">
            <a:avLst/>
          </a:prstGeom>
        </p:spPr>
      </p:pic>
      <p:pic>
        <p:nvPicPr>
          <p:cNvPr id="33" name="Picture 2"/>
          <p:cNvPicPr>
            <a:picLocks noChangeAspect="1"/>
          </p:cNvPicPr>
          <p:nvPr>
            <p:custDataLst>
              <p:tags r:id="rId18"/>
            </p:custDataLst>
          </p:nvPr>
        </p:nvPicPr>
        <p:blipFill>
          <a:blip r:embed="rId19"/>
          <a:srcRect/>
          <a:stretch>
            <a:fillRect/>
          </a:stretch>
        </p:blipFill>
        <p:spPr>
          <a:xfrm flipH="1">
            <a:off x="227330" y="45085"/>
            <a:ext cx="1595755" cy="1377950"/>
          </a:xfrm>
          <a:prstGeom prst="rect">
            <a:avLst/>
          </a:prstGeom>
        </p:spPr>
      </p:pic>
      <p:pic>
        <p:nvPicPr>
          <p:cNvPr id="34" name="Picture 72"/>
          <p:cNvPicPr>
            <a:picLocks noChangeAspect="1"/>
          </p:cNvPicPr>
          <p:nvPr>
            <p:custDataLst>
              <p:tags r:id="rId20"/>
            </p:custDataLst>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a:stretch>
            <a:fillRect/>
          </a:stretch>
        </p:blipFill>
        <p:spPr>
          <a:xfrm rot="5204533">
            <a:off x="1989583" y="302494"/>
            <a:ext cx="948074" cy="361623"/>
          </a:xfrm>
          <a:prstGeom prst="rect">
            <a:avLst/>
          </a:prstGeom>
        </p:spPr>
      </p:pic>
      <p:pic>
        <p:nvPicPr>
          <p:cNvPr id="14" name="Picture 5"/>
          <p:cNvPicPr>
            <a:picLocks noChangeAspect="1"/>
          </p:cNvPicPr>
          <p:nvPr>
            <p:custDataLst>
              <p:tags r:id="rId21"/>
            </p:custDataLst>
          </p:nvPr>
        </p:nvPicPr>
        <p:blipFill>
          <a:blip r:embed="rId22"/>
          <a:srcRect/>
          <a:stretch>
            <a:fillRect/>
          </a:stretch>
        </p:blipFill>
        <p:spPr>
          <a:xfrm>
            <a:off x="9732645" y="80645"/>
            <a:ext cx="331470" cy="359410"/>
          </a:xfrm>
          <a:prstGeom prst="rect">
            <a:avLst/>
          </a:prstGeom>
        </p:spPr>
      </p:pic>
      <p:sp>
        <p:nvSpPr>
          <p:cNvPr id="20" name="TextBox 20"/>
          <p:cNvSpPr txBox="1"/>
          <p:nvPr>
            <p:custDataLst>
              <p:tags r:id="rId23"/>
            </p:custDataLst>
          </p:nvPr>
        </p:nvSpPr>
        <p:spPr>
          <a:xfrm>
            <a:off x="10100310" y="142240"/>
            <a:ext cx="1920240" cy="379730"/>
          </a:xfrm>
          <a:prstGeom prst="rect">
            <a:avLst/>
          </a:prstGeom>
        </p:spPr>
        <p:txBody>
          <a:bodyPr lIns="0" tIns="0" rIns="0" bIns="0" rtlCol="0" anchor="t">
            <a:noAutofit/>
          </a:bodyPr>
          <a:p>
            <a:pPr indent="0" algn="ctr" fontAlgn="auto">
              <a:lnSpc>
                <a:spcPct val="100000"/>
              </a:lnSpc>
            </a:pPr>
            <a:r>
              <a:rPr lang="zh-CN" altLang="en-US" sz="2000">
                <a:solidFill>
                  <a:schemeClr val="tx1">
                    <a:lumMod val="65000"/>
                    <a:lumOff val="35000"/>
                  </a:schemeClr>
                </a:solidFill>
                <a:latin typeface="站酷快乐体2016修订版" panose="02010600030101010101" charset="-122"/>
                <a:ea typeface="站酷快乐体2016修订版" panose="02010600030101010101" charset="-122"/>
                <a:cs typeface="仓耳渔阳体 W04" panose="02020400000000000000" charset="-122"/>
              </a:rPr>
              <a:t>什么是食品安全</a:t>
            </a:r>
            <a:endParaRPr lang="zh-CN" altLang="en-US" sz="2000">
              <a:solidFill>
                <a:schemeClr val="tx1">
                  <a:lumMod val="65000"/>
                  <a:lumOff val="35000"/>
                </a:schemeClr>
              </a:solidFill>
              <a:latin typeface="站酷快乐体2016修订版" panose="02010600030101010101" charset="-122"/>
              <a:ea typeface="站酷快乐体2016修订版" panose="02010600030101010101" charset="-122"/>
              <a:cs typeface="仓耳渔阳体 W04" panose="02020400000000000000" charset="-122"/>
            </a:endParaRPr>
          </a:p>
        </p:txBody>
      </p:sp>
      <p:pic>
        <p:nvPicPr>
          <p:cNvPr id="68" name="Picture 68"/>
          <p:cNvPicPr>
            <a:picLocks noChangeAspect="1"/>
          </p:cNvPicPr>
          <p:nvPr>
            <p:custDataLst>
              <p:tags r:id="rId24"/>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r="45888" b="46718"/>
          <a:stretch>
            <a:fillRect/>
          </a:stretch>
        </p:blipFill>
        <p:spPr>
          <a:xfrm rot="1080000">
            <a:off x="145737" y="6124728"/>
            <a:ext cx="758510" cy="820369"/>
          </a:xfrm>
          <a:prstGeom prst="rect">
            <a:avLst/>
          </a:prstGeom>
        </p:spPr>
      </p:pic>
      <p:pic>
        <p:nvPicPr>
          <p:cNvPr id="71" name="Picture 71"/>
          <p:cNvPicPr>
            <a:picLocks noChangeAspect="1"/>
          </p:cNvPicPr>
          <p:nvPr>
            <p:custDataLst>
              <p:tags r:id="rId25"/>
            </p:custDataLst>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a:stretch>
            <a:fillRect/>
          </a:stretch>
        </p:blipFill>
        <p:spPr>
          <a:xfrm rot="-1286584">
            <a:off x="1735398" y="6408197"/>
            <a:ext cx="883857" cy="450991"/>
          </a:xfrm>
          <a:prstGeom prst="rect">
            <a:avLst/>
          </a:prstGeom>
        </p:spPr>
      </p:pic>
      <p:sp>
        <p:nvSpPr>
          <p:cNvPr id="36" name="TextBox 15"/>
          <p:cNvSpPr txBox="1"/>
          <p:nvPr>
            <p:custDataLst>
              <p:tags r:id="rId28"/>
            </p:custDataLst>
          </p:nvPr>
        </p:nvSpPr>
        <p:spPr>
          <a:xfrm>
            <a:off x="3969385" y="455295"/>
            <a:ext cx="4253230" cy="984250"/>
          </a:xfrm>
          <a:prstGeom prst="rect">
            <a:avLst/>
          </a:prstGeom>
        </p:spPr>
        <p:txBody>
          <a:bodyPr wrap="square" lIns="0" tIns="0" rIns="0" bIns="0" rtlCol="0" anchor="t">
            <a:spAutoFit/>
          </a:bodyPr>
          <a:p>
            <a:pPr algn="ctr">
              <a:lnSpc>
                <a:spcPts val="7675"/>
              </a:lnSpc>
              <a:spcBef>
                <a:spcPct val="0"/>
              </a:spcBef>
            </a:pPr>
            <a:r>
              <a:rPr lang="en-US" sz="4000">
                <a:solidFill>
                  <a:srgbClr val="9B5836"/>
                </a:solidFill>
                <a:latin typeface="站酷快乐体2016修订版" panose="02010600030101010101" charset="-122"/>
                <a:ea typeface="站酷快乐体2016修订版" panose="02010600030101010101" charset="-122"/>
                <a:cs typeface="仓耳渔阳体 W04" panose="02020400000000000000" charset="-122"/>
              </a:rPr>
              <a:t>食品安全</a:t>
            </a:r>
            <a:r>
              <a:rPr lang="zh-CN" sz="4000">
                <a:solidFill>
                  <a:srgbClr val="9B5836"/>
                </a:solidFill>
                <a:latin typeface="站酷快乐体2016修订版" panose="02010600030101010101" charset="-122"/>
                <a:ea typeface="站酷快乐体2016修订版" panose="02010600030101010101" charset="-122"/>
                <a:cs typeface="仓耳渔阳体 W04" panose="02020400000000000000" charset="-122"/>
              </a:rPr>
              <a:t>五大要点</a:t>
            </a:r>
            <a:endParaRPr lang="zh-CN" sz="4000">
              <a:solidFill>
                <a:srgbClr val="9B5836"/>
              </a:solidFill>
              <a:latin typeface="站酷快乐体2016修订版" panose="02010600030101010101" charset="-122"/>
              <a:ea typeface="站酷快乐体2016修订版" panose="02010600030101010101" charset="-122"/>
              <a:cs typeface="仓耳渔阳体 W04" panose="02020400000000000000" charset="-122"/>
            </a:endParaRPr>
          </a:p>
        </p:txBody>
      </p:sp>
      <p:grpSp>
        <p:nvGrpSpPr>
          <p:cNvPr id="31" name="组合 30"/>
          <p:cNvGrpSpPr/>
          <p:nvPr/>
        </p:nvGrpSpPr>
        <p:grpSpPr>
          <a:xfrm>
            <a:off x="961390" y="1597660"/>
            <a:ext cx="1790700" cy="587375"/>
            <a:chOff x="1579" y="4037"/>
            <a:chExt cx="3560" cy="925"/>
          </a:xfrm>
        </p:grpSpPr>
        <p:sp>
          <p:nvSpPr>
            <p:cNvPr id="27" name="圆角矩形 26"/>
            <p:cNvSpPr/>
            <p:nvPr>
              <p:custDataLst>
                <p:tags r:id="rId29"/>
              </p:custDataLst>
            </p:nvPr>
          </p:nvSpPr>
          <p:spPr>
            <a:xfrm>
              <a:off x="1579" y="4037"/>
              <a:ext cx="3560" cy="925"/>
            </a:xfrm>
            <a:prstGeom prst="roundRect">
              <a:avLst>
                <a:gd name="adj" fmla="val 37864"/>
              </a:avLst>
            </a:prstGeom>
            <a:solidFill>
              <a:srgbClr val="EFA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30" name="TextBox 28"/>
            <p:cNvSpPr txBox="1"/>
            <p:nvPr>
              <p:custDataLst>
                <p:tags r:id="rId30"/>
              </p:custDataLst>
            </p:nvPr>
          </p:nvSpPr>
          <p:spPr>
            <a:xfrm>
              <a:off x="1796" y="4167"/>
              <a:ext cx="3145" cy="678"/>
            </a:xfrm>
            <a:prstGeom prst="rect">
              <a:avLst/>
            </a:prstGeom>
          </p:spPr>
          <p:txBody>
            <a:bodyPr wrap="square" lIns="0" tIns="0" rIns="0" bIns="0" rtlCol="0" anchor="t">
              <a:spAutoFit/>
            </a:bodyPr>
            <a:p>
              <a:pPr algn="ctr">
                <a:lnSpc>
                  <a:spcPts val="3360"/>
                </a:lnSpc>
                <a:spcBef>
                  <a:spcPct val="0"/>
                </a:spcBef>
              </a:pPr>
              <a:r>
                <a:rPr lang="zh-CN" altLang="en-US" sz="2200">
                  <a:solidFill>
                    <a:srgbClr val="FFFFFF"/>
                  </a:solidFill>
                  <a:latin typeface="仓耳渔阳体 W04" panose="02020400000000000000" charset="-122"/>
                  <a:ea typeface="仓耳渔阳体 W04" panose="02020400000000000000" charset="-122"/>
                  <a:cs typeface="仓耳渔阳体 W04" panose="02020400000000000000" charset="-122"/>
                </a:rPr>
                <a:t>保持清洁</a:t>
              </a:r>
              <a:endParaRPr lang="zh-CN" altLang="en-US" sz="2200">
                <a:solidFill>
                  <a:srgbClr val="FFFFFF"/>
                </a:solidFill>
                <a:latin typeface="仓耳渔阳体 W04" panose="02020400000000000000" charset="-122"/>
                <a:ea typeface="仓耳渔阳体 W04" panose="02020400000000000000" charset="-122"/>
                <a:cs typeface="仓耳渔阳体 W04" panose="02020400000000000000" charset="-122"/>
              </a:endParaRPr>
            </a:p>
          </p:txBody>
        </p:sp>
      </p:grpSp>
      <p:sp>
        <p:nvSpPr>
          <p:cNvPr id="32" name="TextBox 25"/>
          <p:cNvSpPr txBox="1"/>
          <p:nvPr>
            <p:custDataLst>
              <p:tags r:id="rId31"/>
            </p:custDataLst>
          </p:nvPr>
        </p:nvSpPr>
        <p:spPr>
          <a:xfrm>
            <a:off x="958850" y="2251075"/>
            <a:ext cx="2127250" cy="1420495"/>
          </a:xfrm>
          <a:prstGeom prst="rect">
            <a:avLst/>
          </a:prstGeom>
        </p:spPr>
        <p:txBody>
          <a:bodyPr wrap="square" lIns="0" tIns="0" rIns="0" bIns="0" rtlCol="0" anchor="t">
            <a:noAutofit/>
          </a:bodyPr>
          <a:p>
            <a:pPr indent="0" algn="l" fontAlgn="auto">
              <a:lnSpc>
                <a:spcPct val="150000"/>
              </a:lnSpc>
            </a:pPr>
            <a:r>
              <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勤洗手</a:t>
            </a:r>
            <a:endPar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a:p>
            <a:pPr indent="0" algn="l" fontAlgn="auto">
              <a:lnSpc>
                <a:spcPct val="150000"/>
              </a:lnSpc>
            </a:pPr>
            <a:r>
              <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餐具和厨具要清洁</a:t>
            </a:r>
            <a:endPar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a:p>
            <a:pPr indent="0" algn="l" fontAlgn="auto">
              <a:lnSpc>
                <a:spcPct val="150000"/>
              </a:lnSpc>
            </a:pPr>
            <a:r>
              <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厨房环境要清洁 </a:t>
            </a:r>
            <a:endPar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p:txBody>
      </p:sp>
      <p:grpSp>
        <p:nvGrpSpPr>
          <p:cNvPr id="47" name="组合 46"/>
          <p:cNvGrpSpPr/>
          <p:nvPr/>
        </p:nvGrpSpPr>
        <p:grpSpPr>
          <a:xfrm>
            <a:off x="961390" y="3985895"/>
            <a:ext cx="1790700" cy="587375"/>
            <a:chOff x="1432" y="6277"/>
            <a:chExt cx="3560" cy="925"/>
          </a:xfrm>
        </p:grpSpPr>
        <p:sp>
          <p:nvSpPr>
            <p:cNvPr id="35" name="圆角矩形 34"/>
            <p:cNvSpPr/>
            <p:nvPr>
              <p:custDataLst>
                <p:tags r:id="rId32"/>
              </p:custDataLst>
            </p:nvPr>
          </p:nvSpPr>
          <p:spPr>
            <a:xfrm>
              <a:off x="1432" y="6277"/>
              <a:ext cx="3560" cy="925"/>
            </a:xfrm>
            <a:prstGeom prst="roundRect">
              <a:avLst>
                <a:gd name="adj" fmla="val 37864"/>
              </a:avLst>
            </a:prstGeom>
            <a:solidFill>
              <a:srgbClr val="EFA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37" name="TextBox 28"/>
            <p:cNvSpPr txBox="1"/>
            <p:nvPr>
              <p:custDataLst>
                <p:tags r:id="rId33"/>
              </p:custDataLst>
            </p:nvPr>
          </p:nvSpPr>
          <p:spPr>
            <a:xfrm>
              <a:off x="1649" y="6407"/>
              <a:ext cx="3145" cy="678"/>
            </a:xfrm>
            <a:prstGeom prst="rect">
              <a:avLst/>
            </a:prstGeom>
          </p:spPr>
          <p:txBody>
            <a:bodyPr wrap="square" lIns="0" tIns="0" rIns="0" bIns="0" rtlCol="0" anchor="t">
              <a:spAutoFit/>
            </a:bodyPr>
            <a:p>
              <a:pPr algn="ctr">
                <a:lnSpc>
                  <a:spcPts val="3360"/>
                </a:lnSpc>
                <a:spcBef>
                  <a:spcPct val="0"/>
                </a:spcBef>
              </a:pPr>
              <a:r>
                <a:rPr lang="zh-CN" altLang="en-US" sz="2200">
                  <a:solidFill>
                    <a:srgbClr val="FFFFFF"/>
                  </a:solidFill>
                  <a:latin typeface="仓耳渔阳体 W04" panose="02020400000000000000" charset="-122"/>
                  <a:ea typeface="仓耳渔阳体 W04" panose="02020400000000000000" charset="-122"/>
                  <a:cs typeface="仓耳渔阳体 W04" panose="02020400000000000000" charset="-122"/>
                </a:rPr>
                <a:t>生熟分开</a:t>
              </a:r>
              <a:endParaRPr lang="zh-CN" altLang="en-US" sz="2200">
                <a:solidFill>
                  <a:srgbClr val="FFFFFF"/>
                </a:solidFill>
                <a:latin typeface="仓耳渔阳体 W04" panose="02020400000000000000" charset="-122"/>
                <a:ea typeface="仓耳渔阳体 W04" panose="02020400000000000000" charset="-122"/>
                <a:cs typeface="仓耳渔阳体 W04" panose="02020400000000000000" charset="-122"/>
              </a:endParaRPr>
            </a:p>
          </p:txBody>
        </p:sp>
      </p:grpSp>
      <p:sp>
        <p:nvSpPr>
          <p:cNvPr id="38" name="TextBox 25"/>
          <p:cNvSpPr txBox="1"/>
          <p:nvPr>
            <p:custDataLst>
              <p:tags r:id="rId34"/>
            </p:custDataLst>
          </p:nvPr>
        </p:nvSpPr>
        <p:spPr>
          <a:xfrm>
            <a:off x="958850" y="4737100"/>
            <a:ext cx="2313305" cy="1420495"/>
          </a:xfrm>
          <a:prstGeom prst="rect">
            <a:avLst/>
          </a:prstGeom>
        </p:spPr>
        <p:txBody>
          <a:bodyPr wrap="square" lIns="0" tIns="0" rIns="0" bIns="0" rtlCol="0" anchor="t">
            <a:noAutofit/>
          </a:bodyPr>
          <a:p>
            <a:pPr indent="0" algn="l" fontAlgn="auto">
              <a:lnSpc>
                <a:spcPct val="150000"/>
              </a:lnSpc>
            </a:pPr>
            <a:r>
              <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生熟食物要分开</a:t>
            </a:r>
            <a:endPar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a:p>
            <a:pPr indent="0" algn="l" fontAlgn="auto">
              <a:lnSpc>
                <a:spcPct val="150000"/>
              </a:lnSpc>
            </a:pPr>
            <a:r>
              <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厨具</a:t>
            </a:r>
            <a:r>
              <a:rPr lang="zh-CN" alt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要生熟分开</a:t>
            </a:r>
            <a:endPar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a:p>
            <a:pPr indent="0" algn="l" fontAlgn="auto">
              <a:lnSpc>
                <a:spcPct val="150000"/>
              </a:lnSpc>
            </a:pPr>
            <a:r>
              <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容器要生熟分开</a:t>
            </a:r>
            <a:endPar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p:txBody>
      </p:sp>
      <p:grpSp>
        <p:nvGrpSpPr>
          <p:cNvPr id="39" name="组合 38"/>
          <p:cNvGrpSpPr/>
          <p:nvPr/>
        </p:nvGrpSpPr>
        <p:grpSpPr>
          <a:xfrm>
            <a:off x="9001125" y="1597660"/>
            <a:ext cx="1790700" cy="587375"/>
            <a:chOff x="1579" y="4037"/>
            <a:chExt cx="3560" cy="925"/>
          </a:xfrm>
        </p:grpSpPr>
        <p:sp>
          <p:nvSpPr>
            <p:cNvPr id="40" name="圆角矩形 39"/>
            <p:cNvSpPr/>
            <p:nvPr>
              <p:custDataLst>
                <p:tags r:id="rId35"/>
              </p:custDataLst>
            </p:nvPr>
          </p:nvSpPr>
          <p:spPr>
            <a:xfrm>
              <a:off x="1579" y="4037"/>
              <a:ext cx="3560" cy="925"/>
            </a:xfrm>
            <a:prstGeom prst="roundRect">
              <a:avLst>
                <a:gd name="adj" fmla="val 37864"/>
              </a:avLst>
            </a:prstGeom>
            <a:solidFill>
              <a:srgbClr val="EFA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41" name="TextBox 28"/>
            <p:cNvSpPr txBox="1"/>
            <p:nvPr>
              <p:custDataLst>
                <p:tags r:id="rId36"/>
              </p:custDataLst>
            </p:nvPr>
          </p:nvSpPr>
          <p:spPr>
            <a:xfrm>
              <a:off x="1796" y="4167"/>
              <a:ext cx="3145" cy="678"/>
            </a:xfrm>
            <a:prstGeom prst="rect">
              <a:avLst/>
            </a:prstGeom>
          </p:spPr>
          <p:txBody>
            <a:bodyPr wrap="square" lIns="0" tIns="0" rIns="0" bIns="0" rtlCol="0" anchor="t">
              <a:spAutoFit/>
            </a:bodyPr>
            <a:p>
              <a:pPr algn="ctr">
                <a:lnSpc>
                  <a:spcPts val="3360"/>
                </a:lnSpc>
                <a:spcBef>
                  <a:spcPct val="0"/>
                </a:spcBef>
              </a:pPr>
              <a:r>
                <a:rPr lang="zh-CN" altLang="en-US" sz="2200">
                  <a:solidFill>
                    <a:srgbClr val="FFFFFF"/>
                  </a:solidFill>
                  <a:latin typeface="仓耳渔阳体 W04" panose="02020400000000000000" charset="-122"/>
                  <a:ea typeface="仓耳渔阳体 W04" panose="02020400000000000000" charset="-122"/>
                  <a:cs typeface="仓耳渔阳体 W04" panose="02020400000000000000" charset="-122"/>
                </a:rPr>
                <a:t>食物要烧熟</a:t>
              </a:r>
              <a:endParaRPr lang="zh-CN" altLang="en-US" sz="2200">
                <a:solidFill>
                  <a:srgbClr val="FFFFFF"/>
                </a:solidFill>
                <a:latin typeface="仓耳渔阳体 W04" panose="02020400000000000000" charset="-122"/>
                <a:ea typeface="仓耳渔阳体 W04" panose="02020400000000000000" charset="-122"/>
                <a:cs typeface="仓耳渔阳体 W04" panose="02020400000000000000" charset="-122"/>
              </a:endParaRPr>
            </a:p>
          </p:txBody>
        </p:sp>
      </p:grpSp>
      <p:sp>
        <p:nvSpPr>
          <p:cNvPr id="42" name="TextBox 25"/>
          <p:cNvSpPr txBox="1"/>
          <p:nvPr>
            <p:custDataLst>
              <p:tags r:id="rId37"/>
            </p:custDataLst>
          </p:nvPr>
        </p:nvSpPr>
        <p:spPr>
          <a:xfrm>
            <a:off x="9045575" y="2251075"/>
            <a:ext cx="3541395" cy="1420495"/>
          </a:xfrm>
          <a:prstGeom prst="rect">
            <a:avLst/>
          </a:prstGeom>
        </p:spPr>
        <p:txBody>
          <a:bodyPr wrap="square" lIns="0" tIns="0" rIns="0" bIns="0" rtlCol="0" anchor="t">
            <a:noAutofit/>
          </a:bodyPr>
          <a:p>
            <a:pPr indent="0" algn="l" fontAlgn="auto">
              <a:lnSpc>
                <a:spcPct val="150000"/>
              </a:lnSpc>
            </a:pPr>
            <a:r>
              <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烹调要煮熟、烧透</a:t>
            </a:r>
            <a:endPar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a:p>
            <a:pPr indent="0" algn="l" fontAlgn="auto">
              <a:lnSpc>
                <a:spcPct val="150000"/>
              </a:lnSpc>
            </a:pPr>
            <a:r>
              <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再次食用要彻底加热</a:t>
            </a:r>
            <a:endPar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p:txBody>
      </p:sp>
      <p:grpSp>
        <p:nvGrpSpPr>
          <p:cNvPr id="46" name="组合 45"/>
          <p:cNvGrpSpPr/>
          <p:nvPr/>
        </p:nvGrpSpPr>
        <p:grpSpPr>
          <a:xfrm>
            <a:off x="8999855" y="3985895"/>
            <a:ext cx="1790700" cy="587375"/>
            <a:chOff x="14354" y="6823"/>
            <a:chExt cx="3560" cy="925"/>
          </a:xfrm>
        </p:grpSpPr>
        <p:sp>
          <p:nvSpPr>
            <p:cNvPr id="45" name="圆角矩形 44"/>
            <p:cNvSpPr/>
            <p:nvPr>
              <p:custDataLst>
                <p:tags r:id="rId38"/>
              </p:custDataLst>
            </p:nvPr>
          </p:nvSpPr>
          <p:spPr>
            <a:xfrm>
              <a:off x="14354" y="6823"/>
              <a:ext cx="3560" cy="925"/>
            </a:xfrm>
            <a:prstGeom prst="roundRect">
              <a:avLst>
                <a:gd name="adj" fmla="val 37864"/>
              </a:avLst>
            </a:prstGeom>
            <a:solidFill>
              <a:srgbClr val="EFA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43" name="TextBox 28"/>
            <p:cNvSpPr txBox="1"/>
            <p:nvPr>
              <p:custDataLst>
                <p:tags r:id="rId39"/>
              </p:custDataLst>
            </p:nvPr>
          </p:nvSpPr>
          <p:spPr>
            <a:xfrm>
              <a:off x="14531" y="6947"/>
              <a:ext cx="3145" cy="678"/>
            </a:xfrm>
            <a:prstGeom prst="rect">
              <a:avLst/>
            </a:prstGeom>
          </p:spPr>
          <p:txBody>
            <a:bodyPr wrap="square" lIns="0" tIns="0" rIns="0" bIns="0" rtlCol="0" anchor="t">
              <a:spAutoFit/>
            </a:bodyPr>
            <a:p>
              <a:pPr algn="ctr">
                <a:lnSpc>
                  <a:spcPts val="3360"/>
                </a:lnSpc>
                <a:spcBef>
                  <a:spcPct val="0"/>
                </a:spcBef>
              </a:pPr>
              <a:r>
                <a:rPr lang="zh-CN" altLang="en-US" sz="2200">
                  <a:solidFill>
                    <a:srgbClr val="FFFFFF"/>
                  </a:solidFill>
                  <a:latin typeface="仓耳渔阳体 W04" panose="02020400000000000000" charset="-122"/>
                  <a:ea typeface="仓耳渔阳体 W04" panose="02020400000000000000" charset="-122"/>
                  <a:cs typeface="仓耳渔阳体 W04" panose="02020400000000000000" charset="-122"/>
                </a:rPr>
                <a:t>食物的保存</a:t>
              </a:r>
              <a:endParaRPr lang="zh-CN" altLang="en-US" sz="2200">
                <a:solidFill>
                  <a:srgbClr val="FFFFFF"/>
                </a:solidFill>
                <a:latin typeface="仓耳渔阳体 W04" panose="02020400000000000000" charset="-122"/>
                <a:ea typeface="仓耳渔阳体 W04" panose="02020400000000000000" charset="-122"/>
                <a:cs typeface="仓耳渔阳体 W04" panose="02020400000000000000" charset="-122"/>
              </a:endParaRPr>
            </a:p>
          </p:txBody>
        </p:sp>
      </p:grpSp>
      <p:sp>
        <p:nvSpPr>
          <p:cNvPr id="44" name="TextBox 25"/>
          <p:cNvSpPr txBox="1"/>
          <p:nvPr>
            <p:custDataLst>
              <p:tags r:id="rId40"/>
            </p:custDataLst>
          </p:nvPr>
        </p:nvSpPr>
        <p:spPr>
          <a:xfrm>
            <a:off x="8999855" y="4737100"/>
            <a:ext cx="2600960" cy="1420495"/>
          </a:xfrm>
          <a:prstGeom prst="rect">
            <a:avLst/>
          </a:prstGeom>
        </p:spPr>
        <p:txBody>
          <a:bodyPr wrap="square" lIns="0" tIns="0" rIns="0" bIns="0" rtlCol="0" anchor="t">
            <a:noAutofit/>
          </a:bodyPr>
          <a:p>
            <a:pPr indent="0" algn="l" fontAlgn="auto">
              <a:lnSpc>
                <a:spcPct val="150000"/>
              </a:lnSpc>
            </a:pPr>
            <a:r>
              <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室温不安全</a:t>
            </a:r>
            <a:endPar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a:p>
            <a:pPr indent="0" algn="l" fontAlgn="auto">
              <a:lnSpc>
                <a:spcPct val="150000"/>
              </a:lnSpc>
            </a:pPr>
            <a:r>
              <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冷却后再放冰箱存放</a:t>
            </a:r>
            <a:endPar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a:p>
            <a:pPr indent="0" algn="l" fontAlgn="auto">
              <a:lnSpc>
                <a:spcPct val="150000"/>
              </a:lnSpc>
            </a:pPr>
            <a:r>
              <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生肉类不要反复冻融 </a:t>
            </a:r>
            <a:endPar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p:txBody>
      </p:sp>
      <p:grpSp>
        <p:nvGrpSpPr>
          <p:cNvPr id="48" name="组合 47"/>
          <p:cNvGrpSpPr/>
          <p:nvPr/>
        </p:nvGrpSpPr>
        <p:grpSpPr>
          <a:xfrm>
            <a:off x="5085080" y="1849120"/>
            <a:ext cx="1790700" cy="587375"/>
            <a:chOff x="1579" y="4037"/>
            <a:chExt cx="3560" cy="925"/>
          </a:xfrm>
        </p:grpSpPr>
        <p:sp>
          <p:nvSpPr>
            <p:cNvPr id="49" name="圆角矩形 48"/>
            <p:cNvSpPr/>
            <p:nvPr>
              <p:custDataLst>
                <p:tags r:id="rId41"/>
              </p:custDataLst>
            </p:nvPr>
          </p:nvSpPr>
          <p:spPr>
            <a:xfrm>
              <a:off x="1579" y="4037"/>
              <a:ext cx="3560" cy="925"/>
            </a:xfrm>
            <a:prstGeom prst="roundRect">
              <a:avLst>
                <a:gd name="adj" fmla="val 37864"/>
              </a:avLst>
            </a:prstGeom>
            <a:solidFill>
              <a:srgbClr val="EFA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50" name="TextBox 28"/>
            <p:cNvSpPr txBox="1"/>
            <p:nvPr>
              <p:custDataLst>
                <p:tags r:id="rId42"/>
              </p:custDataLst>
            </p:nvPr>
          </p:nvSpPr>
          <p:spPr>
            <a:xfrm>
              <a:off x="1796" y="4167"/>
              <a:ext cx="3145" cy="678"/>
            </a:xfrm>
            <a:prstGeom prst="rect">
              <a:avLst/>
            </a:prstGeom>
          </p:spPr>
          <p:txBody>
            <a:bodyPr wrap="square" lIns="0" tIns="0" rIns="0" bIns="0" rtlCol="0" anchor="t">
              <a:spAutoFit/>
            </a:bodyPr>
            <a:p>
              <a:pPr algn="ctr">
                <a:lnSpc>
                  <a:spcPts val="3360"/>
                </a:lnSpc>
                <a:spcBef>
                  <a:spcPct val="0"/>
                </a:spcBef>
              </a:pPr>
              <a:r>
                <a:rPr lang="zh-CN" altLang="en-US" sz="2200">
                  <a:solidFill>
                    <a:srgbClr val="FFFFFF"/>
                  </a:solidFill>
                  <a:latin typeface="仓耳渔阳体 W04" panose="02020400000000000000" charset="-122"/>
                  <a:ea typeface="仓耳渔阳体 W04" panose="02020400000000000000" charset="-122"/>
                  <a:cs typeface="仓耳渔阳体 W04" panose="02020400000000000000" charset="-122"/>
                </a:rPr>
                <a:t>食物原料</a:t>
              </a:r>
              <a:endParaRPr lang="zh-CN" altLang="en-US" sz="2200">
                <a:solidFill>
                  <a:srgbClr val="FFFFFF"/>
                </a:solidFill>
                <a:latin typeface="仓耳渔阳体 W04" panose="02020400000000000000" charset="-122"/>
                <a:ea typeface="仓耳渔阳体 W04" panose="02020400000000000000" charset="-122"/>
                <a:cs typeface="仓耳渔阳体 W04" panose="02020400000000000000" charset="-122"/>
              </a:endParaRPr>
            </a:p>
          </p:txBody>
        </p:sp>
      </p:grpSp>
      <p:sp>
        <p:nvSpPr>
          <p:cNvPr id="51" name="TextBox 25"/>
          <p:cNvSpPr txBox="1"/>
          <p:nvPr>
            <p:custDataLst>
              <p:tags r:id="rId43"/>
            </p:custDataLst>
          </p:nvPr>
        </p:nvSpPr>
        <p:spPr>
          <a:xfrm>
            <a:off x="3478848" y="2502535"/>
            <a:ext cx="5003165" cy="3906520"/>
          </a:xfrm>
          <a:prstGeom prst="rect">
            <a:avLst/>
          </a:prstGeom>
        </p:spPr>
        <p:txBody>
          <a:bodyPr wrap="square" lIns="0" tIns="0" rIns="0" bIns="0" rtlCol="0" anchor="t">
            <a:noAutofit/>
          </a:bodyPr>
          <a:p>
            <a:pPr marL="342900" indent="-342900" algn="l" fontAlgn="auto" hangingPunct="0">
              <a:lnSpc>
                <a:spcPct val="150000"/>
              </a:lnSpc>
              <a:buFont typeface="仓耳渔阳体 W04" panose="02020400000000000000" charset="-122"/>
              <a:buChar char="•"/>
            </a:pPr>
            <a:r>
              <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选择新鲜蔬菜水果，没有霉变的主粮、豆类等，适当清洗、削皮，降低风险</a:t>
            </a:r>
            <a:endPar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a:p>
            <a:pPr marL="342900" indent="-342900" algn="l" fontAlgn="auto" hangingPunct="0">
              <a:lnSpc>
                <a:spcPct val="150000"/>
              </a:lnSpc>
              <a:buFont typeface="仓耳渔阳体 W04" panose="02020400000000000000" charset="-122"/>
              <a:buChar char="•"/>
            </a:pPr>
            <a:r>
              <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食品制作的全过程要使用安全的水，包括清洗果蔬、加工食物、清洁烹饪用具和餐具，以及洗手</a:t>
            </a:r>
            <a:endPar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a:p>
            <a:pPr marL="342900" indent="-342900" algn="l" fontAlgn="auto" hangingPunct="0">
              <a:lnSpc>
                <a:spcPct val="150000"/>
              </a:lnSpc>
              <a:buFont typeface="仓耳渔阳体 W04" panose="02020400000000000000" charset="-122"/>
              <a:buChar char="•"/>
            </a:pPr>
            <a:r>
              <a:rPr 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不用未经处理的河水、雨水和雪水加工食物，避免因环境污染引起食源性或水源性腹泻等</a:t>
            </a:r>
            <a:r>
              <a:rPr lang="zh-CN" alt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情况的发生</a:t>
            </a:r>
            <a:endParaRPr lang="zh-CN" altLang="en-US" spc="68">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p:txBody>
      </p:sp>
    </p:spTree>
    <p:custDataLst>
      <p:tags r:id="rId4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1EB"/>
        </a:solidFill>
        <a:effectLst/>
      </p:bgPr>
    </p:bg>
    <p:spTree>
      <p:nvGrpSpPr>
        <p:cNvPr id="1" name=""/>
        <p:cNvGrpSpPr/>
        <p:nvPr/>
      </p:nvGrpSpPr>
      <p:grpSpPr/>
      <p:sp>
        <p:nvSpPr>
          <p:cNvPr id="6" name="任意多边形 5"/>
          <p:cNvSpPr/>
          <p:nvPr>
            <p:custDataLst>
              <p:tags r:id="rId1"/>
            </p:custDataLst>
          </p:nvPr>
        </p:nvSpPr>
        <p:spPr>
          <a:xfrm>
            <a:off x="0" y="0"/>
            <a:ext cx="3523945" cy="3014657"/>
          </a:xfrm>
          <a:custGeom>
            <a:avLst/>
            <a:gdLst>
              <a:gd name="connsiteX0" fmla="*/ 5595 w 5640"/>
              <a:gd name="connsiteY0" fmla="*/ 203 h 4952"/>
              <a:gd name="connsiteX1" fmla="*/ 5070 w 5640"/>
              <a:gd name="connsiteY1" fmla="*/ 2031 h 4952"/>
              <a:gd name="connsiteX2" fmla="*/ 3162 w 5640"/>
              <a:gd name="connsiteY2" fmla="*/ 2750 h 4952"/>
              <a:gd name="connsiteX3" fmla="*/ 2032 w 5640"/>
              <a:gd name="connsiteY3" fmla="*/ 4349 h 4952"/>
              <a:gd name="connsiteX4" fmla="*/ 46 w 5640"/>
              <a:gd name="connsiteY4" fmla="*/ 4783 h 4952"/>
              <a:gd name="connsiteX5" fmla="*/ 0 w 5640"/>
              <a:gd name="connsiteY5" fmla="*/ 0 h 4952"/>
              <a:gd name="connsiteX6" fmla="*/ 5595 w 5640"/>
              <a:gd name="connsiteY6" fmla="*/ 203 h 4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0" h="4747">
                <a:moveTo>
                  <a:pt x="0" y="0"/>
                </a:moveTo>
                <a:lnTo>
                  <a:pt x="5505" y="0"/>
                </a:lnTo>
                <a:lnTo>
                  <a:pt x="5510" y="17"/>
                </a:lnTo>
                <a:cubicBezTo>
                  <a:pt x="5636" y="426"/>
                  <a:pt x="5458" y="1325"/>
                  <a:pt x="4979" y="1826"/>
                </a:cubicBezTo>
                <a:cubicBezTo>
                  <a:pt x="4492" y="2335"/>
                  <a:pt x="3506" y="2362"/>
                  <a:pt x="3071" y="2545"/>
                </a:cubicBezTo>
                <a:cubicBezTo>
                  <a:pt x="2636" y="2728"/>
                  <a:pt x="2546" y="3515"/>
                  <a:pt x="1941" y="4144"/>
                </a:cubicBezTo>
                <a:cubicBezTo>
                  <a:pt x="1374" y="4734"/>
                  <a:pt x="314" y="4880"/>
                  <a:pt x="6" y="4633"/>
                </a:cubicBezTo>
                <a:lnTo>
                  <a:pt x="0" y="4627"/>
                </a:lnTo>
                <a:lnTo>
                  <a:pt x="0" y="0"/>
                </a:lnTo>
                <a:close/>
              </a:path>
            </a:pathLst>
          </a:custGeom>
          <a:solidFill>
            <a:srgbClr val="EFD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9" name="任意多边形 8"/>
          <p:cNvSpPr/>
          <p:nvPr>
            <p:custDataLst>
              <p:tags r:id="rId2"/>
            </p:custDataLst>
          </p:nvPr>
        </p:nvSpPr>
        <p:spPr>
          <a:xfrm>
            <a:off x="-51359" y="-16510"/>
            <a:ext cx="3265805" cy="2891934"/>
          </a:xfrm>
          <a:custGeom>
            <a:avLst/>
            <a:gdLst>
              <a:gd name="connsiteX0" fmla="*/ 0 w 5143"/>
              <a:gd name="connsiteY0" fmla="*/ 0 h 4554"/>
              <a:gd name="connsiteX1" fmla="*/ 5143 w 5143"/>
              <a:gd name="connsiteY1" fmla="*/ 0 h 4554"/>
              <a:gd name="connsiteX2" fmla="*/ 5141 w 5143"/>
              <a:gd name="connsiteY2" fmla="*/ 11 h 4554"/>
              <a:gd name="connsiteX3" fmla="*/ 4681 w 5143"/>
              <a:gd name="connsiteY3" fmla="*/ 989 h 4554"/>
              <a:gd name="connsiteX4" fmla="*/ 3207 w 5143"/>
              <a:gd name="connsiteY4" fmla="*/ 1914 h 4554"/>
              <a:gd name="connsiteX5" fmla="*/ 2475 w 5143"/>
              <a:gd name="connsiteY5" fmla="*/ 4088 h 4554"/>
              <a:gd name="connsiteX6" fmla="*/ 922 w 5143"/>
              <a:gd name="connsiteY6" fmla="*/ 4545 h 4554"/>
              <a:gd name="connsiteX7" fmla="*/ 22 w 5143"/>
              <a:gd name="connsiteY7" fmla="*/ 4257 h 4554"/>
              <a:gd name="connsiteX8" fmla="*/ 0 w 5143"/>
              <a:gd name="connsiteY8" fmla="*/ 0 h 4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3" h="4554">
                <a:moveTo>
                  <a:pt x="0" y="0"/>
                </a:moveTo>
                <a:lnTo>
                  <a:pt x="5143" y="0"/>
                </a:lnTo>
                <a:lnTo>
                  <a:pt x="5141" y="11"/>
                </a:lnTo>
                <a:cubicBezTo>
                  <a:pt x="5110" y="197"/>
                  <a:pt x="5088" y="582"/>
                  <a:pt x="4681" y="989"/>
                </a:cubicBezTo>
                <a:cubicBezTo>
                  <a:pt x="4247" y="1423"/>
                  <a:pt x="3573" y="1617"/>
                  <a:pt x="3207" y="1914"/>
                </a:cubicBezTo>
                <a:cubicBezTo>
                  <a:pt x="2841" y="2211"/>
                  <a:pt x="2989" y="3585"/>
                  <a:pt x="2475" y="4088"/>
                </a:cubicBezTo>
                <a:cubicBezTo>
                  <a:pt x="1961" y="4591"/>
                  <a:pt x="1379" y="4567"/>
                  <a:pt x="922" y="4545"/>
                </a:cubicBezTo>
                <a:cubicBezTo>
                  <a:pt x="465" y="4523"/>
                  <a:pt x="375" y="4352"/>
                  <a:pt x="22" y="4257"/>
                </a:cubicBezTo>
                <a:lnTo>
                  <a:pt x="0" y="0"/>
                </a:lnTo>
                <a:close/>
              </a:path>
            </a:pathLst>
          </a:custGeom>
          <a:noFill/>
          <a:ln w="9525">
            <a:solidFill>
              <a:schemeClr val="bg1"/>
            </a:solidFill>
          </a:ln>
          <a:extLst>
            <a:ext uri="{909E8E84-426E-40DD-AFC4-6F175D3DCCD1}">
              <a14:hiddenFill xmlns:a14="http://schemas.microsoft.com/office/drawing/2010/main">
                <a:solidFill>
                  <a:schemeClr val="accent1">
                    <a:alpha val="46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2" name="任意多边形 11"/>
          <p:cNvSpPr/>
          <p:nvPr>
            <p:custDataLst>
              <p:tags r:id="rId3"/>
            </p:custDataLst>
          </p:nvPr>
        </p:nvSpPr>
        <p:spPr>
          <a:xfrm>
            <a:off x="9188153" y="0"/>
            <a:ext cx="3003847" cy="2196932"/>
          </a:xfrm>
          <a:custGeom>
            <a:avLst/>
            <a:gdLst>
              <a:gd name="connsiteX0" fmla="*/ 16 w 5020"/>
              <a:gd name="connsiteY0" fmla="*/ 206 h 3666"/>
              <a:gd name="connsiteX1" fmla="*/ 39 w 5020"/>
              <a:gd name="connsiteY1" fmla="*/ 684 h 3666"/>
              <a:gd name="connsiteX2" fmla="*/ 404 w 5020"/>
              <a:gd name="connsiteY2" fmla="*/ 1139 h 3666"/>
              <a:gd name="connsiteX3" fmla="*/ 231 w 5020"/>
              <a:gd name="connsiteY3" fmla="*/ 2544 h 3666"/>
              <a:gd name="connsiteX4" fmla="*/ 847 w 5020"/>
              <a:gd name="connsiteY4" fmla="*/ 3138 h 3666"/>
              <a:gd name="connsiteX5" fmla="*/ 2038 w 5020"/>
              <a:gd name="connsiteY5" fmla="*/ 3345 h 3666"/>
              <a:gd name="connsiteX6" fmla="*/ 3523 w 5020"/>
              <a:gd name="connsiteY6" fmla="*/ 3665 h 3666"/>
              <a:gd name="connsiteX7" fmla="*/ 4791 w 5020"/>
              <a:gd name="connsiteY7" fmla="*/ 3276 h 3666"/>
              <a:gd name="connsiteX8" fmla="*/ 4928 w 5020"/>
              <a:gd name="connsiteY8" fmla="*/ 0 h 3666"/>
              <a:gd name="connsiteX9" fmla="*/ 16 w 5020"/>
              <a:gd name="connsiteY9" fmla="*/ 206 h 3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30" h="3460">
                <a:moveTo>
                  <a:pt x="16" y="0"/>
                </a:moveTo>
                <a:lnTo>
                  <a:pt x="4730" y="0"/>
                </a:lnTo>
                <a:lnTo>
                  <a:pt x="4730" y="3100"/>
                </a:lnTo>
                <a:lnTo>
                  <a:pt x="4707" y="3112"/>
                </a:lnTo>
                <a:cubicBezTo>
                  <a:pt x="4294" y="3323"/>
                  <a:pt x="3957" y="3436"/>
                  <a:pt x="3523" y="3458"/>
                </a:cubicBezTo>
                <a:cubicBezTo>
                  <a:pt x="3060" y="3482"/>
                  <a:pt x="2320" y="3251"/>
                  <a:pt x="2038" y="3138"/>
                </a:cubicBezTo>
                <a:cubicBezTo>
                  <a:pt x="1756" y="3025"/>
                  <a:pt x="1167" y="3000"/>
                  <a:pt x="847" y="2931"/>
                </a:cubicBezTo>
                <a:cubicBezTo>
                  <a:pt x="527" y="2862"/>
                  <a:pt x="288" y="2634"/>
                  <a:pt x="231" y="2337"/>
                </a:cubicBezTo>
                <a:cubicBezTo>
                  <a:pt x="174" y="2040"/>
                  <a:pt x="489" y="1240"/>
                  <a:pt x="404" y="932"/>
                </a:cubicBezTo>
                <a:cubicBezTo>
                  <a:pt x="319" y="624"/>
                  <a:pt x="108" y="650"/>
                  <a:pt x="39" y="477"/>
                </a:cubicBezTo>
                <a:cubicBezTo>
                  <a:pt x="-28" y="309"/>
                  <a:pt x="11" y="101"/>
                  <a:pt x="15" y="8"/>
                </a:cubicBezTo>
                <a:lnTo>
                  <a:pt x="16" y="0"/>
                </a:lnTo>
                <a:close/>
              </a:path>
            </a:pathLst>
          </a:custGeom>
          <a:solidFill>
            <a:srgbClr val="E9BE8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5" name="任意多边形 14"/>
          <p:cNvSpPr/>
          <p:nvPr>
            <p:custDataLst>
              <p:tags r:id="rId4"/>
            </p:custDataLst>
          </p:nvPr>
        </p:nvSpPr>
        <p:spPr>
          <a:xfrm>
            <a:off x="8216265" y="-50800"/>
            <a:ext cx="3983990" cy="2359875"/>
          </a:xfrm>
          <a:custGeom>
            <a:avLst/>
            <a:gdLst>
              <a:gd name="connsiteX0" fmla="*/ 0 w 6373"/>
              <a:gd name="connsiteY0" fmla="*/ 226 h 3921"/>
              <a:gd name="connsiteX1" fmla="*/ 468 w 6373"/>
              <a:gd name="connsiteY1" fmla="*/ 797 h 3921"/>
              <a:gd name="connsiteX2" fmla="*/ 1748 w 6373"/>
              <a:gd name="connsiteY2" fmla="*/ 1122 h 3921"/>
              <a:gd name="connsiteX3" fmla="*/ 2193 w 6373"/>
              <a:gd name="connsiteY3" fmla="*/ 2161 h 3921"/>
              <a:gd name="connsiteX4" fmla="*/ 3175 w 6373"/>
              <a:gd name="connsiteY4" fmla="*/ 3315 h 3921"/>
              <a:gd name="connsiteX5" fmla="*/ 4980 w 6373"/>
              <a:gd name="connsiteY5" fmla="*/ 3909 h 3921"/>
              <a:gd name="connsiteX6" fmla="*/ 6294 w 6373"/>
              <a:gd name="connsiteY6" fmla="*/ 3687 h 3921"/>
              <a:gd name="connsiteX7" fmla="*/ 6373 w 6373"/>
              <a:gd name="connsiteY7" fmla="*/ 0 h 3921"/>
              <a:gd name="connsiteX8" fmla="*/ 0 w 6373"/>
              <a:gd name="connsiteY8" fmla="*/ 226 h 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74" h="3716">
                <a:moveTo>
                  <a:pt x="592" y="0"/>
                </a:moveTo>
                <a:lnTo>
                  <a:pt x="6202" y="0"/>
                </a:lnTo>
                <a:lnTo>
                  <a:pt x="6274" y="0"/>
                </a:lnTo>
                <a:lnTo>
                  <a:pt x="6274" y="3491"/>
                </a:lnTo>
                <a:lnTo>
                  <a:pt x="6257" y="3499"/>
                </a:lnTo>
                <a:cubicBezTo>
                  <a:pt x="5873" y="3675"/>
                  <a:pt x="5545" y="3748"/>
                  <a:pt x="4980" y="3704"/>
                </a:cubicBezTo>
                <a:cubicBezTo>
                  <a:pt x="4397" y="3659"/>
                  <a:pt x="3678" y="3419"/>
                  <a:pt x="3175" y="3110"/>
                </a:cubicBezTo>
                <a:cubicBezTo>
                  <a:pt x="2672" y="2801"/>
                  <a:pt x="2361" y="2326"/>
                  <a:pt x="2193" y="1956"/>
                </a:cubicBezTo>
                <a:cubicBezTo>
                  <a:pt x="2025" y="1586"/>
                  <a:pt x="1931" y="1082"/>
                  <a:pt x="1748" y="917"/>
                </a:cubicBezTo>
                <a:cubicBezTo>
                  <a:pt x="1565" y="752"/>
                  <a:pt x="813" y="754"/>
                  <a:pt x="468" y="592"/>
                </a:cubicBezTo>
                <a:cubicBezTo>
                  <a:pt x="123" y="430"/>
                  <a:pt x="80" y="289"/>
                  <a:pt x="0" y="21"/>
                </a:cubicBezTo>
                <a:lnTo>
                  <a:pt x="592" y="0"/>
                </a:lnTo>
                <a:close/>
              </a:path>
            </a:pathLst>
          </a:custGeom>
          <a:noFill/>
          <a:ln>
            <a:solidFill>
              <a:schemeClr val="bg1"/>
            </a:solidFill>
          </a:ln>
          <a:extLst>
            <a:ext uri="{909E8E84-426E-40DD-AFC4-6F175D3DCCD1}">
              <a14:hiddenFill xmlns:a14="http://schemas.microsoft.com/office/drawing/2010/main">
                <a:solidFill>
                  <a:schemeClr val="accent1">
                    <a:alpha val="28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9" name="任意多边形 18"/>
          <p:cNvSpPr/>
          <p:nvPr>
            <p:custDataLst>
              <p:tags r:id="rId5"/>
            </p:custDataLst>
          </p:nvPr>
        </p:nvSpPr>
        <p:spPr>
          <a:xfrm>
            <a:off x="0" y="5536411"/>
            <a:ext cx="5145144" cy="1338099"/>
          </a:xfrm>
          <a:custGeom>
            <a:avLst/>
            <a:gdLst>
              <a:gd name="connsiteX0" fmla="*/ 1712 w 8295"/>
              <a:gd name="connsiteY0" fmla="*/ 1303 h 3164"/>
              <a:gd name="connsiteX1" fmla="*/ 3081 w 8295"/>
              <a:gd name="connsiteY1" fmla="*/ 1634 h 3164"/>
              <a:gd name="connsiteX2" fmla="*/ 5390 w 8295"/>
              <a:gd name="connsiteY2" fmla="*/ 252 h 3164"/>
              <a:gd name="connsiteX3" fmla="*/ 7514 w 8295"/>
              <a:gd name="connsiteY3" fmla="*/ 903 h 3164"/>
              <a:gd name="connsiteX4" fmla="*/ 8256 w 8295"/>
              <a:gd name="connsiteY4" fmla="*/ 2228 h 3164"/>
              <a:gd name="connsiteX5" fmla="*/ 614 w 8295"/>
              <a:gd name="connsiteY5" fmla="*/ 3164 h 3164"/>
              <a:gd name="connsiteX6" fmla="*/ 0 w 8295"/>
              <a:gd name="connsiteY6" fmla="*/ 2159 h 3164"/>
              <a:gd name="connsiteX7" fmla="*/ 125 w 8295"/>
              <a:gd name="connsiteY7" fmla="*/ 0 h 3164"/>
              <a:gd name="connsiteX8" fmla="*/ 1712 w 8295"/>
              <a:gd name="connsiteY8" fmla="*/ 1303 h 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03" h="2107">
                <a:moveTo>
                  <a:pt x="0" y="0"/>
                </a:moveTo>
                <a:lnTo>
                  <a:pt x="20" y="6"/>
                </a:lnTo>
                <a:cubicBezTo>
                  <a:pt x="473" y="162"/>
                  <a:pt x="1102" y="966"/>
                  <a:pt x="1519" y="1287"/>
                </a:cubicBezTo>
                <a:cubicBezTo>
                  <a:pt x="1964" y="1630"/>
                  <a:pt x="2532" y="1686"/>
                  <a:pt x="2888" y="1618"/>
                </a:cubicBezTo>
                <a:cubicBezTo>
                  <a:pt x="3244" y="1550"/>
                  <a:pt x="4123" y="259"/>
                  <a:pt x="5197" y="236"/>
                </a:cubicBezTo>
                <a:cubicBezTo>
                  <a:pt x="6271" y="213"/>
                  <a:pt x="6658" y="305"/>
                  <a:pt x="7321" y="887"/>
                </a:cubicBezTo>
                <a:cubicBezTo>
                  <a:pt x="7922" y="1415"/>
                  <a:pt x="8156" y="1756"/>
                  <a:pt x="8092" y="2104"/>
                </a:cubicBezTo>
                <a:lnTo>
                  <a:pt x="8092" y="2107"/>
                </a:lnTo>
                <a:lnTo>
                  <a:pt x="0" y="2107"/>
                </a:lnTo>
                <a:lnTo>
                  <a:pt x="0" y="0"/>
                </a:lnTo>
                <a:close/>
              </a:path>
            </a:pathLst>
          </a:custGeom>
          <a:solidFill>
            <a:srgbClr val="E9BE8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22" name="任意多边形 21"/>
          <p:cNvSpPr/>
          <p:nvPr>
            <p:custDataLst>
              <p:tags r:id="rId6"/>
            </p:custDataLst>
          </p:nvPr>
        </p:nvSpPr>
        <p:spPr>
          <a:xfrm>
            <a:off x="-24765" y="5741969"/>
            <a:ext cx="4941970" cy="1140796"/>
          </a:xfrm>
          <a:custGeom>
            <a:avLst/>
            <a:gdLst>
              <a:gd name="connsiteX0" fmla="*/ 679 w 8465"/>
              <a:gd name="connsiteY0" fmla="*/ 4 h 2284"/>
              <a:gd name="connsiteX1" fmla="*/ 2269 w 8465"/>
              <a:gd name="connsiteY1" fmla="*/ 1424 h 2284"/>
              <a:gd name="connsiteX2" fmla="*/ 3882 w 8465"/>
              <a:gd name="connsiteY2" fmla="*/ 1211 h 2284"/>
              <a:gd name="connsiteX3" fmla="*/ 5692 w 8465"/>
              <a:gd name="connsiteY3" fmla="*/ 138 h 2284"/>
              <a:gd name="connsiteX4" fmla="*/ 7562 w 8465"/>
              <a:gd name="connsiteY4" fmla="*/ 679 h 2284"/>
              <a:gd name="connsiteX5" fmla="*/ 8465 w 8465"/>
              <a:gd name="connsiteY5" fmla="*/ 1844 h 2284"/>
              <a:gd name="connsiteX6" fmla="*/ 0 w 8465"/>
              <a:gd name="connsiteY6" fmla="*/ 2284 h 2284"/>
              <a:gd name="connsiteX7" fmla="*/ 679 w 8465"/>
              <a:gd name="connsiteY7" fmla="*/ 4 h 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83" h="1797">
                <a:moveTo>
                  <a:pt x="86" y="0"/>
                </a:moveTo>
                <a:cubicBezTo>
                  <a:pt x="760" y="-7"/>
                  <a:pt x="1032" y="1148"/>
                  <a:pt x="1610" y="1424"/>
                </a:cubicBezTo>
                <a:cubicBezTo>
                  <a:pt x="2207" y="1709"/>
                  <a:pt x="2699" y="1524"/>
                  <a:pt x="3223" y="1211"/>
                </a:cubicBezTo>
                <a:cubicBezTo>
                  <a:pt x="3747" y="898"/>
                  <a:pt x="4310" y="198"/>
                  <a:pt x="5033" y="138"/>
                </a:cubicBezTo>
                <a:cubicBezTo>
                  <a:pt x="5756" y="78"/>
                  <a:pt x="6209" y="213"/>
                  <a:pt x="6903" y="679"/>
                </a:cubicBezTo>
                <a:cubicBezTo>
                  <a:pt x="7554" y="1116"/>
                  <a:pt x="7645" y="1500"/>
                  <a:pt x="7779" y="1788"/>
                </a:cubicBezTo>
                <a:lnTo>
                  <a:pt x="7783" y="1797"/>
                </a:lnTo>
                <a:lnTo>
                  <a:pt x="0" y="1797"/>
                </a:lnTo>
                <a:lnTo>
                  <a:pt x="0" y="72"/>
                </a:lnTo>
                <a:lnTo>
                  <a:pt x="20" y="4"/>
                </a:lnTo>
                <a:cubicBezTo>
                  <a:pt x="43" y="2"/>
                  <a:pt x="65" y="0"/>
                  <a:pt x="86" y="0"/>
                </a:cubicBezTo>
                <a:close/>
              </a:path>
            </a:pathLst>
          </a:custGeom>
          <a:noFill/>
          <a:ln>
            <a:solidFill>
              <a:schemeClr val="bg1"/>
            </a:solidFill>
          </a:ln>
          <a:extLst>
            <a:ext uri="{909E8E84-426E-40DD-AFC4-6F175D3DCCD1}">
              <a14:hiddenFill xmlns:a14="http://schemas.microsoft.com/office/drawing/2010/main">
                <a:solidFill>
                  <a:schemeClr val="accent1">
                    <a:alpha val="24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25" name="任意多边形 24"/>
          <p:cNvSpPr/>
          <p:nvPr>
            <p:custDataLst>
              <p:tags r:id="rId7"/>
            </p:custDataLst>
          </p:nvPr>
        </p:nvSpPr>
        <p:spPr>
          <a:xfrm>
            <a:off x="8335010" y="5008807"/>
            <a:ext cx="3856990" cy="1849193"/>
          </a:xfrm>
          <a:custGeom>
            <a:avLst/>
            <a:gdLst>
              <a:gd name="connsiteX0" fmla="*/ 0 w 6333"/>
              <a:gd name="connsiteY0" fmla="*/ 2920 h 4147"/>
              <a:gd name="connsiteX1" fmla="*/ 1240 w 6333"/>
              <a:gd name="connsiteY1" fmla="*/ 773 h 4147"/>
              <a:gd name="connsiteX2" fmla="*/ 3253 w 6333"/>
              <a:gd name="connsiteY2" fmla="*/ 240 h 4147"/>
              <a:gd name="connsiteX3" fmla="*/ 5147 w 6333"/>
              <a:gd name="connsiteY3" fmla="*/ 506 h 4147"/>
              <a:gd name="connsiteX4" fmla="*/ 6160 w 6333"/>
              <a:gd name="connsiteY4" fmla="*/ 0 h 4147"/>
              <a:gd name="connsiteX5" fmla="*/ 6333 w 6333"/>
              <a:gd name="connsiteY5" fmla="*/ 4147 h 4147"/>
              <a:gd name="connsiteX6" fmla="*/ 0 w 6333"/>
              <a:gd name="connsiteY6" fmla="*/ 2920 h 4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4" h="2912">
                <a:moveTo>
                  <a:pt x="6074" y="0"/>
                </a:moveTo>
                <a:lnTo>
                  <a:pt x="6074" y="2912"/>
                </a:lnTo>
                <a:lnTo>
                  <a:pt x="5" y="2912"/>
                </a:lnTo>
                <a:lnTo>
                  <a:pt x="0" y="2911"/>
                </a:lnTo>
                <a:cubicBezTo>
                  <a:pt x="107" y="2257"/>
                  <a:pt x="461" y="1324"/>
                  <a:pt x="1240" y="764"/>
                </a:cubicBezTo>
                <a:cubicBezTo>
                  <a:pt x="2019" y="204"/>
                  <a:pt x="2599" y="271"/>
                  <a:pt x="3253" y="231"/>
                </a:cubicBezTo>
                <a:cubicBezTo>
                  <a:pt x="3907" y="191"/>
                  <a:pt x="4627" y="590"/>
                  <a:pt x="5147" y="497"/>
                </a:cubicBezTo>
                <a:cubicBezTo>
                  <a:pt x="5618" y="413"/>
                  <a:pt x="5782" y="66"/>
                  <a:pt x="6067" y="1"/>
                </a:cubicBezTo>
                <a:lnTo>
                  <a:pt x="6074" y="0"/>
                </a:lnTo>
                <a:close/>
              </a:path>
            </a:pathLst>
          </a:custGeom>
          <a:solidFill>
            <a:srgbClr val="EFD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4" name="任意多边形 3"/>
          <p:cNvSpPr/>
          <p:nvPr>
            <p:custDataLst>
              <p:tags r:id="rId8"/>
            </p:custDataLst>
          </p:nvPr>
        </p:nvSpPr>
        <p:spPr>
          <a:xfrm flipH="1" flipV="1">
            <a:off x="8675370" y="5008880"/>
            <a:ext cx="3648075" cy="1849755"/>
          </a:xfrm>
          <a:custGeom>
            <a:avLst/>
            <a:gdLst>
              <a:gd name="connsiteX0" fmla="*/ 0 w 5143"/>
              <a:gd name="connsiteY0" fmla="*/ 0 h 4554"/>
              <a:gd name="connsiteX1" fmla="*/ 5143 w 5143"/>
              <a:gd name="connsiteY1" fmla="*/ 0 h 4554"/>
              <a:gd name="connsiteX2" fmla="*/ 5141 w 5143"/>
              <a:gd name="connsiteY2" fmla="*/ 11 h 4554"/>
              <a:gd name="connsiteX3" fmla="*/ 4681 w 5143"/>
              <a:gd name="connsiteY3" fmla="*/ 989 h 4554"/>
              <a:gd name="connsiteX4" fmla="*/ 3207 w 5143"/>
              <a:gd name="connsiteY4" fmla="*/ 1914 h 4554"/>
              <a:gd name="connsiteX5" fmla="*/ 2475 w 5143"/>
              <a:gd name="connsiteY5" fmla="*/ 4088 h 4554"/>
              <a:gd name="connsiteX6" fmla="*/ 922 w 5143"/>
              <a:gd name="connsiteY6" fmla="*/ 4545 h 4554"/>
              <a:gd name="connsiteX7" fmla="*/ 22 w 5143"/>
              <a:gd name="connsiteY7" fmla="*/ 4257 h 4554"/>
              <a:gd name="connsiteX8" fmla="*/ 0 w 5143"/>
              <a:gd name="connsiteY8" fmla="*/ 0 h 4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3" h="4554">
                <a:moveTo>
                  <a:pt x="0" y="0"/>
                </a:moveTo>
                <a:lnTo>
                  <a:pt x="5143" y="0"/>
                </a:lnTo>
                <a:lnTo>
                  <a:pt x="5141" y="11"/>
                </a:lnTo>
                <a:cubicBezTo>
                  <a:pt x="5110" y="197"/>
                  <a:pt x="5088" y="582"/>
                  <a:pt x="4681" y="989"/>
                </a:cubicBezTo>
                <a:cubicBezTo>
                  <a:pt x="4247" y="1423"/>
                  <a:pt x="3573" y="1617"/>
                  <a:pt x="3207" y="1914"/>
                </a:cubicBezTo>
                <a:cubicBezTo>
                  <a:pt x="2841" y="2211"/>
                  <a:pt x="2989" y="3585"/>
                  <a:pt x="2475" y="4088"/>
                </a:cubicBezTo>
                <a:cubicBezTo>
                  <a:pt x="1961" y="4591"/>
                  <a:pt x="1379" y="4567"/>
                  <a:pt x="922" y="4545"/>
                </a:cubicBezTo>
                <a:cubicBezTo>
                  <a:pt x="465" y="4523"/>
                  <a:pt x="375" y="4352"/>
                  <a:pt x="22" y="4257"/>
                </a:cubicBezTo>
                <a:lnTo>
                  <a:pt x="0" y="0"/>
                </a:lnTo>
                <a:close/>
              </a:path>
            </a:pathLst>
          </a:custGeom>
          <a:noFill/>
          <a:ln w="9525">
            <a:solidFill>
              <a:schemeClr val="bg1"/>
            </a:solidFill>
          </a:ln>
          <a:extLst>
            <a:ext uri="{909E8E84-426E-40DD-AFC4-6F175D3DCCD1}">
              <a14:hiddenFill xmlns:a14="http://schemas.microsoft.com/office/drawing/2010/main">
                <a:solidFill>
                  <a:schemeClr val="accent1">
                    <a:alpha val="46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pic>
        <p:nvPicPr>
          <p:cNvPr id="10" name="Picture 10"/>
          <p:cNvPicPr>
            <a:picLocks noChangeAspect="1"/>
          </p:cNvPicPr>
          <p:nvPr>
            <p:custDataLst>
              <p:tags r:id="rId9"/>
            </p:custDataLst>
          </p:nvPr>
        </p:nvPicPr>
        <p:blipFill>
          <a:blip r:embed="rId10"/>
          <a:srcRect/>
          <a:stretch>
            <a:fillRect/>
          </a:stretch>
        </p:blipFill>
        <p:spPr>
          <a:xfrm>
            <a:off x="-630555" y="287020"/>
            <a:ext cx="2255520" cy="2021840"/>
          </a:xfrm>
          <a:prstGeom prst="rect">
            <a:avLst/>
          </a:prstGeom>
        </p:spPr>
      </p:pic>
      <p:pic>
        <p:nvPicPr>
          <p:cNvPr id="5" name="Picture 5"/>
          <p:cNvPicPr>
            <a:picLocks noChangeAspect="1"/>
          </p:cNvPicPr>
          <p:nvPr>
            <p:custDataLst>
              <p:tags r:id="rId11"/>
            </p:custDataLst>
          </p:nvPr>
        </p:nvPicPr>
        <p:blipFill>
          <a:blip r:embed="rId12"/>
          <a:srcRect/>
          <a:stretch>
            <a:fillRect/>
          </a:stretch>
        </p:blipFill>
        <p:spPr>
          <a:xfrm rot="9900000">
            <a:off x="974090" y="-474980"/>
            <a:ext cx="1394460" cy="1509395"/>
          </a:xfrm>
          <a:prstGeom prst="rect">
            <a:avLst/>
          </a:prstGeom>
        </p:spPr>
      </p:pic>
      <p:pic>
        <p:nvPicPr>
          <p:cNvPr id="7" name="Picture 2"/>
          <p:cNvPicPr>
            <a:picLocks noChangeAspect="1"/>
          </p:cNvPicPr>
          <p:nvPr>
            <p:custDataLst>
              <p:tags r:id="rId13"/>
            </p:custDataLst>
          </p:nvPr>
        </p:nvPicPr>
        <p:blipFill>
          <a:blip r:embed="rId14"/>
          <a:srcRect/>
          <a:stretch>
            <a:fillRect/>
          </a:stretch>
        </p:blipFill>
        <p:spPr>
          <a:xfrm>
            <a:off x="9835667" y="-903028"/>
            <a:ext cx="2780876" cy="2753067"/>
          </a:xfrm>
          <a:prstGeom prst="rect">
            <a:avLst/>
          </a:prstGeom>
        </p:spPr>
      </p:pic>
      <p:pic>
        <p:nvPicPr>
          <p:cNvPr id="13" name="Picture 13"/>
          <p:cNvPicPr>
            <a:picLocks noChangeAspect="1"/>
          </p:cNvPicPr>
          <p:nvPr>
            <p:custDataLst>
              <p:tags r:id="rId15"/>
            </p:custDataLst>
          </p:nvPr>
        </p:nvPicPr>
        <p:blipFill>
          <a:blip r:embed="rId16"/>
          <a:srcRect/>
          <a:stretch>
            <a:fillRect/>
          </a:stretch>
        </p:blipFill>
        <p:spPr>
          <a:xfrm>
            <a:off x="2688590" y="5935980"/>
            <a:ext cx="1720850" cy="1409065"/>
          </a:xfrm>
          <a:prstGeom prst="rect">
            <a:avLst/>
          </a:prstGeom>
        </p:spPr>
      </p:pic>
      <p:pic>
        <p:nvPicPr>
          <p:cNvPr id="8" name="Picture 5"/>
          <p:cNvPicPr>
            <a:picLocks noChangeAspect="1"/>
          </p:cNvPicPr>
          <p:nvPr>
            <p:custDataLst>
              <p:tags r:id="rId17"/>
            </p:custDataLst>
          </p:nvPr>
        </p:nvPicPr>
        <p:blipFill>
          <a:blip r:embed="rId18"/>
          <a:srcRect/>
          <a:stretch>
            <a:fillRect/>
          </a:stretch>
        </p:blipFill>
        <p:spPr>
          <a:xfrm>
            <a:off x="9260203" y="4902464"/>
            <a:ext cx="2860468" cy="2606602"/>
          </a:xfrm>
          <a:prstGeom prst="rect">
            <a:avLst/>
          </a:prstGeom>
        </p:spPr>
      </p:pic>
      <p:sp>
        <p:nvSpPr>
          <p:cNvPr id="14" name="任意多边形 13"/>
          <p:cNvSpPr/>
          <p:nvPr/>
        </p:nvSpPr>
        <p:spPr>
          <a:xfrm>
            <a:off x="1661795" y="1414780"/>
            <a:ext cx="1149985" cy="473710"/>
          </a:xfrm>
          <a:custGeom>
            <a:avLst/>
            <a:gdLst/>
            <a:ahLst/>
            <a:cxnLst>
              <a:cxn ang="3">
                <a:pos x="hc" y="t"/>
              </a:cxn>
              <a:cxn ang="cd2">
                <a:pos x="l" y="vc"/>
              </a:cxn>
              <a:cxn ang="cd4">
                <a:pos x="hc" y="b"/>
              </a:cxn>
              <a:cxn ang="0">
                <a:pos x="r" y="vc"/>
              </a:cxn>
            </a:cxnLst>
            <a:rect l="l" t="t" r="r" b="b"/>
            <a:pathLst>
              <a:path w="3665" h="746">
                <a:moveTo>
                  <a:pt x="0" y="0"/>
                </a:moveTo>
                <a:lnTo>
                  <a:pt x="3665" y="0"/>
                </a:lnTo>
                <a:lnTo>
                  <a:pt x="3665" y="746"/>
                </a:lnTo>
                <a:lnTo>
                  <a:pt x="0" y="746"/>
                </a:lnTo>
                <a:lnTo>
                  <a:pt x="555" y="373"/>
                </a:lnTo>
                <a:lnTo>
                  <a:pt x="0" y="0"/>
                </a:lnTo>
                <a:close/>
              </a:path>
            </a:pathLst>
          </a:custGeom>
          <a:solidFill>
            <a:srgbClr val="EFAD3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r>
              <a:rPr lang="en-US" altLang="zh-CN">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  FOOD</a:t>
            </a:r>
            <a:endParaRPr lang="en-US" altLang="zh-CN">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p:txBody>
      </p:sp>
      <p:sp>
        <p:nvSpPr>
          <p:cNvPr id="18" name="椭圆 17"/>
          <p:cNvSpPr/>
          <p:nvPr/>
        </p:nvSpPr>
        <p:spPr>
          <a:xfrm>
            <a:off x="448945" y="5008880"/>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1" name="椭圆 20"/>
          <p:cNvSpPr/>
          <p:nvPr>
            <p:custDataLst>
              <p:tags r:id="rId19"/>
            </p:custDataLst>
          </p:nvPr>
        </p:nvSpPr>
        <p:spPr>
          <a:xfrm>
            <a:off x="144780" y="4276090"/>
            <a:ext cx="474980" cy="454660"/>
          </a:xfrm>
          <a:prstGeom prst="ellipse">
            <a:avLst/>
          </a:prstGeom>
          <a:solidFill>
            <a:srgbClr val="EFAD3A"/>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3" name="椭圆 22"/>
          <p:cNvSpPr/>
          <p:nvPr>
            <p:custDataLst>
              <p:tags r:id="rId20"/>
            </p:custDataLst>
          </p:nvPr>
        </p:nvSpPr>
        <p:spPr>
          <a:xfrm>
            <a:off x="7620000" y="-478790"/>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4" name="椭圆 23"/>
          <p:cNvSpPr/>
          <p:nvPr>
            <p:custDataLst>
              <p:tags r:id="rId21"/>
            </p:custDataLst>
          </p:nvPr>
        </p:nvSpPr>
        <p:spPr>
          <a:xfrm>
            <a:off x="11031855" y="2022475"/>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pic>
        <p:nvPicPr>
          <p:cNvPr id="69" name="Picture 69"/>
          <p:cNvPicPr>
            <a:picLocks noChangeAspect="1"/>
          </p:cNvPicPr>
          <p:nvPr>
            <p:custDataLst>
              <p:tags r:id="rId22"/>
            </p:custDataLst>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rcRect/>
          <a:stretch>
            <a:fillRect/>
          </a:stretch>
        </p:blipFill>
        <p:spPr>
          <a:xfrm rot="18760219">
            <a:off x="10956914" y="3963171"/>
            <a:ext cx="1257077" cy="772531"/>
          </a:xfrm>
          <a:prstGeom prst="rect">
            <a:avLst/>
          </a:prstGeom>
        </p:spPr>
      </p:pic>
      <p:pic>
        <p:nvPicPr>
          <p:cNvPr id="68" name="Picture 68"/>
          <p:cNvPicPr>
            <a:picLocks noChangeAspect="1"/>
          </p:cNvPicPr>
          <p:nvPr>
            <p:custDataLst>
              <p:tags r:id="rId25"/>
            </p:custDataLst>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rcRect r="45888" b="46718"/>
          <a:stretch>
            <a:fillRect/>
          </a:stretch>
        </p:blipFill>
        <p:spPr>
          <a:xfrm rot="4260000">
            <a:off x="1382717" y="1731163"/>
            <a:ext cx="758510" cy="820369"/>
          </a:xfrm>
          <a:prstGeom prst="rect">
            <a:avLst/>
          </a:prstGeom>
        </p:spPr>
      </p:pic>
      <p:pic>
        <p:nvPicPr>
          <p:cNvPr id="72" name="Picture 72"/>
          <p:cNvPicPr>
            <a:picLocks noChangeAspect="1"/>
          </p:cNvPicPr>
          <p:nvPr>
            <p:custDataLst>
              <p:tags r:id="rId28"/>
            </p:custDataLst>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rcRect/>
          <a:stretch>
            <a:fillRect/>
          </a:stretch>
        </p:blipFill>
        <p:spPr>
          <a:xfrm rot="-1815464">
            <a:off x="2098803" y="5452344"/>
            <a:ext cx="948074" cy="361623"/>
          </a:xfrm>
          <a:prstGeom prst="rect">
            <a:avLst/>
          </a:prstGeom>
        </p:spPr>
      </p:pic>
      <p:pic>
        <p:nvPicPr>
          <p:cNvPr id="2" name="Picture 69"/>
          <p:cNvPicPr>
            <a:picLocks noChangeAspect="1"/>
          </p:cNvPicPr>
          <p:nvPr>
            <p:custDataLst>
              <p:tags r:id="rId31"/>
            </p:custDataLst>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rcRect/>
          <a:stretch>
            <a:fillRect/>
          </a:stretch>
        </p:blipFill>
        <p:spPr>
          <a:xfrm rot="6619779" flipH="1">
            <a:off x="3252459" y="417966"/>
            <a:ext cx="1257077" cy="772531"/>
          </a:xfrm>
          <a:prstGeom prst="rect">
            <a:avLst/>
          </a:prstGeom>
        </p:spPr>
      </p:pic>
      <p:grpSp>
        <p:nvGrpSpPr>
          <p:cNvPr id="28" name="组合 27"/>
          <p:cNvGrpSpPr/>
          <p:nvPr/>
        </p:nvGrpSpPr>
        <p:grpSpPr>
          <a:xfrm>
            <a:off x="4343400" y="2355215"/>
            <a:ext cx="3505200" cy="768350"/>
            <a:chOff x="6840" y="5271"/>
            <a:chExt cx="5520" cy="1210"/>
          </a:xfrm>
        </p:grpSpPr>
        <p:sp>
          <p:nvSpPr>
            <p:cNvPr id="3" name="圆角矩形 2"/>
            <p:cNvSpPr/>
            <p:nvPr>
              <p:custDataLst>
                <p:tags r:id="rId32"/>
              </p:custDataLst>
            </p:nvPr>
          </p:nvSpPr>
          <p:spPr>
            <a:xfrm>
              <a:off x="6840" y="5348"/>
              <a:ext cx="5520" cy="1133"/>
            </a:xfrm>
            <a:prstGeom prst="roundRect">
              <a:avLst>
                <a:gd name="adj" fmla="val 37864"/>
              </a:avLst>
            </a:prstGeom>
            <a:solidFill>
              <a:srgbClr val="EFA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16" name="TextBox 19"/>
            <p:cNvSpPr txBox="1"/>
            <p:nvPr>
              <p:custDataLst>
                <p:tags r:id="rId33"/>
              </p:custDataLst>
            </p:nvPr>
          </p:nvSpPr>
          <p:spPr>
            <a:xfrm>
              <a:off x="7395" y="5271"/>
              <a:ext cx="4411" cy="1211"/>
            </a:xfrm>
            <a:prstGeom prst="rect">
              <a:avLst/>
            </a:prstGeom>
          </p:spPr>
          <p:txBody>
            <a:bodyPr lIns="0" tIns="0" rIns="0" bIns="0" rtlCol="0" anchor="t">
              <a:noAutofit/>
            </a:bodyPr>
            <a:p>
              <a:pPr algn="ctr">
                <a:lnSpc>
                  <a:spcPts val="5105"/>
                </a:lnSpc>
              </a:pPr>
              <a:r>
                <a:rPr lang="zh-CN" sz="2400" spc="184">
                  <a:solidFill>
                    <a:schemeClr val="bg1"/>
                  </a:solidFill>
                  <a:latin typeface="仓耳渔阳体 W04" panose="02020400000000000000" charset="-122"/>
                  <a:ea typeface="仓耳渔阳体 W04" panose="02020400000000000000" charset="-122"/>
                  <a:cs typeface="仓耳渔阳体 W04" panose="02020400000000000000" charset="-122"/>
                </a:rPr>
                <a:t>第二部分</a:t>
              </a:r>
              <a:endParaRPr lang="zh-CN" sz="2400" spc="184">
                <a:solidFill>
                  <a:schemeClr val="tx1">
                    <a:lumMod val="50000"/>
                    <a:lumOff val="50000"/>
                  </a:schemeClr>
                </a:solidFill>
                <a:latin typeface="仓耳渔阳体 W04" panose="02020400000000000000" charset="-122"/>
                <a:ea typeface="仓耳渔阳体 W04" panose="02020400000000000000" charset="-122"/>
                <a:cs typeface="仓耳渔阳体 W04" panose="02020400000000000000" charset="-122"/>
              </a:endParaRPr>
            </a:p>
          </p:txBody>
        </p:sp>
      </p:grpSp>
      <p:sp>
        <p:nvSpPr>
          <p:cNvPr id="17" name="TextBox 20"/>
          <p:cNvSpPr txBox="1"/>
          <p:nvPr>
            <p:custDataLst>
              <p:tags r:id="rId34"/>
            </p:custDataLst>
          </p:nvPr>
        </p:nvSpPr>
        <p:spPr>
          <a:xfrm>
            <a:off x="1868170" y="3433445"/>
            <a:ext cx="8455660" cy="1318895"/>
          </a:xfrm>
          <a:prstGeom prst="rect">
            <a:avLst/>
          </a:prstGeom>
        </p:spPr>
        <p:txBody>
          <a:bodyPr lIns="0" tIns="0" rIns="0" bIns="0" rtlCol="0" anchor="t">
            <a:noAutofit/>
          </a:bodyPr>
          <a:p>
            <a:pPr indent="0" algn="ctr" fontAlgn="auto">
              <a:lnSpc>
                <a:spcPct val="100000"/>
              </a:lnSpc>
            </a:pPr>
            <a:r>
              <a:rPr lang="zh-CN" altLang="en-US" sz="4800">
                <a:solidFill>
                  <a:srgbClr val="9B5836"/>
                </a:solidFill>
                <a:latin typeface="站酷快乐体2016修订版" panose="02010600030101010101" charset="-122"/>
                <a:ea typeface="站酷快乐体2016修订版" panose="02010600030101010101" charset="-122"/>
                <a:cs typeface="仓耳渔阳体 W04" panose="02020400000000000000" charset="-122"/>
              </a:rPr>
              <a:t>食品安全的标准</a:t>
            </a:r>
            <a:endParaRPr lang="zh-CN" altLang="en-US" sz="4800">
              <a:solidFill>
                <a:srgbClr val="9B5836"/>
              </a:solidFill>
              <a:latin typeface="站酷快乐体2016修订版" panose="02010600030101010101" charset="-122"/>
              <a:ea typeface="站酷快乐体2016修订版" panose="02010600030101010101" charset="-122"/>
              <a:cs typeface="仓耳渔阳体 W04" panose="02020400000000000000" charset="-122"/>
            </a:endParaRPr>
          </a:p>
        </p:txBody>
      </p:sp>
    </p:spTree>
    <p:custDataLst>
      <p:tags r:id="rId35"/>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1EB"/>
        </a:solidFill>
        <a:effectLst/>
      </p:bgPr>
    </p:bg>
    <p:spTree>
      <p:nvGrpSpPr>
        <p:cNvPr id="1" name=""/>
        <p:cNvGrpSpPr/>
        <p:nvPr/>
      </p:nvGrpSpPr>
      <p:grpSpPr/>
      <p:grpSp>
        <p:nvGrpSpPr>
          <p:cNvPr id="50" name="组合 49"/>
          <p:cNvGrpSpPr/>
          <p:nvPr/>
        </p:nvGrpSpPr>
        <p:grpSpPr>
          <a:xfrm>
            <a:off x="7674610" y="3359785"/>
            <a:ext cx="3319780" cy="1480185"/>
            <a:chOff x="2761" y="5463"/>
            <a:chExt cx="5228" cy="2331"/>
          </a:xfrm>
        </p:grpSpPr>
        <p:pic>
          <p:nvPicPr>
            <p:cNvPr id="51" name="Picture 71"/>
            <p:cNvPicPr>
              <a:picLocks noChangeAspect="1"/>
            </p:cNvPicPr>
            <p:nvPr>
              <p:custDataLst>
                <p:tags r:id="rId1"/>
              </p:custDataLst>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20313416">
              <a:off x="6597" y="5463"/>
              <a:ext cx="1392" cy="710"/>
            </a:xfrm>
            <a:prstGeom prst="rect">
              <a:avLst/>
            </a:prstGeom>
          </p:spPr>
        </p:pic>
        <p:grpSp>
          <p:nvGrpSpPr>
            <p:cNvPr id="52" name="组合 51"/>
            <p:cNvGrpSpPr/>
            <p:nvPr/>
          </p:nvGrpSpPr>
          <p:grpSpPr>
            <a:xfrm>
              <a:off x="2761" y="5990"/>
              <a:ext cx="4000" cy="1804"/>
              <a:chOff x="2688" y="6960"/>
              <a:chExt cx="4000" cy="1804"/>
            </a:xfrm>
          </p:grpSpPr>
          <p:sp>
            <p:nvSpPr>
              <p:cNvPr id="53" name="Freeform 52"/>
              <p:cNvSpPr/>
              <p:nvPr>
                <p:custDataLst>
                  <p:tags r:id="rId4"/>
                </p:custDataLst>
              </p:nvPr>
            </p:nvSpPr>
            <p:spPr>
              <a:xfrm rot="230988">
                <a:off x="2688" y="6960"/>
                <a:ext cx="4000" cy="1805"/>
              </a:xfrm>
              <a:custGeom>
                <a:avLst/>
                <a:gdLst/>
                <a:ahLst/>
                <a:cxnLst/>
                <a:rect l="l" t="t" r="r" b="b"/>
                <a:pathLst>
                  <a:path w="3323283" h="2439064">
                    <a:moveTo>
                      <a:pt x="3198823" y="2439064"/>
                    </a:moveTo>
                    <a:lnTo>
                      <a:pt x="124460" y="2439064"/>
                    </a:lnTo>
                    <a:cubicBezTo>
                      <a:pt x="55880" y="2439064"/>
                      <a:pt x="0" y="2383184"/>
                      <a:pt x="0" y="2314604"/>
                    </a:cubicBezTo>
                    <a:lnTo>
                      <a:pt x="0" y="124460"/>
                    </a:lnTo>
                    <a:cubicBezTo>
                      <a:pt x="0" y="55880"/>
                      <a:pt x="55880" y="0"/>
                      <a:pt x="124460" y="0"/>
                    </a:cubicBezTo>
                    <a:lnTo>
                      <a:pt x="3198823" y="0"/>
                    </a:lnTo>
                    <a:cubicBezTo>
                      <a:pt x="3267403" y="0"/>
                      <a:pt x="3323283" y="55880"/>
                      <a:pt x="3323283" y="124460"/>
                    </a:cubicBezTo>
                    <a:lnTo>
                      <a:pt x="3323283" y="2314604"/>
                    </a:lnTo>
                    <a:cubicBezTo>
                      <a:pt x="3323283" y="2383184"/>
                      <a:pt x="3267403" y="2439064"/>
                      <a:pt x="3198823" y="2439064"/>
                    </a:cubicBezTo>
                    <a:close/>
                  </a:path>
                </a:pathLst>
              </a:custGeom>
              <a:solidFill>
                <a:srgbClr val="EF855E">
                  <a:alpha val="60000"/>
                </a:srgbClr>
              </a:solidFill>
            </p:spPr>
          </p:sp>
          <p:sp>
            <p:nvSpPr>
              <p:cNvPr id="54" name="Freeform 54"/>
              <p:cNvSpPr/>
              <p:nvPr>
                <p:custDataLst>
                  <p:tags r:id="rId5"/>
                </p:custDataLst>
              </p:nvPr>
            </p:nvSpPr>
            <p:spPr>
              <a:xfrm>
                <a:off x="2736" y="7046"/>
                <a:ext cx="3894" cy="1558"/>
              </a:xfrm>
              <a:custGeom>
                <a:avLst/>
                <a:gdLst/>
                <a:ahLst/>
                <a:cxnLst/>
                <a:rect l="l" t="t" r="r" b="b"/>
                <a:pathLst>
                  <a:path w="3323283" h="2439064">
                    <a:moveTo>
                      <a:pt x="3198823" y="2439064"/>
                    </a:moveTo>
                    <a:lnTo>
                      <a:pt x="124460" y="2439064"/>
                    </a:lnTo>
                    <a:cubicBezTo>
                      <a:pt x="55880" y="2439064"/>
                      <a:pt x="0" y="2383184"/>
                      <a:pt x="0" y="2314604"/>
                    </a:cubicBezTo>
                    <a:lnTo>
                      <a:pt x="0" y="124460"/>
                    </a:lnTo>
                    <a:cubicBezTo>
                      <a:pt x="0" y="55880"/>
                      <a:pt x="55880" y="0"/>
                      <a:pt x="124460" y="0"/>
                    </a:cubicBezTo>
                    <a:lnTo>
                      <a:pt x="3198823" y="0"/>
                    </a:lnTo>
                    <a:cubicBezTo>
                      <a:pt x="3267403" y="0"/>
                      <a:pt x="3323283" y="55880"/>
                      <a:pt x="3323283" y="124460"/>
                    </a:cubicBezTo>
                    <a:lnTo>
                      <a:pt x="3323283" y="2314604"/>
                    </a:lnTo>
                    <a:cubicBezTo>
                      <a:pt x="3323283" y="2383184"/>
                      <a:pt x="3267403" y="2439064"/>
                      <a:pt x="3198823" y="2439064"/>
                    </a:cubicBezTo>
                    <a:close/>
                  </a:path>
                </a:pathLst>
              </a:custGeom>
              <a:solidFill>
                <a:srgbClr val="FFFBED"/>
              </a:solidFill>
            </p:spPr>
          </p:sp>
        </p:grpSp>
      </p:grpSp>
      <p:grpSp>
        <p:nvGrpSpPr>
          <p:cNvPr id="45" name="组合 44"/>
          <p:cNvGrpSpPr/>
          <p:nvPr/>
        </p:nvGrpSpPr>
        <p:grpSpPr>
          <a:xfrm>
            <a:off x="7211695" y="1444625"/>
            <a:ext cx="3319780" cy="1480185"/>
            <a:chOff x="2761" y="5463"/>
            <a:chExt cx="5228" cy="2331"/>
          </a:xfrm>
        </p:grpSpPr>
        <p:pic>
          <p:nvPicPr>
            <p:cNvPr id="49" name="Picture 71"/>
            <p:cNvPicPr>
              <a:picLocks noChangeAspect="1"/>
            </p:cNvPicPr>
            <p:nvPr>
              <p:custDataLst>
                <p:tags r:id="rId6"/>
              </p:custDataLst>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20313416">
              <a:off x="6597" y="5463"/>
              <a:ext cx="1392" cy="710"/>
            </a:xfrm>
            <a:prstGeom prst="rect">
              <a:avLst/>
            </a:prstGeom>
          </p:spPr>
        </p:pic>
        <p:grpSp>
          <p:nvGrpSpPr>
            <p:cNvPr id="46" name="组合 45"/>
            <p:cNvGrpSpPr/>
            <p:nvPr/>
          </p:nvGrpSpPr>
          <p:grpSpPr>
            <a:xfrm>
              <a:off x="2761" y="5990"/>
              <a:ext cx="4000" cy="1804"/>
              <a:chOff x="2688" y="6960"/>
              <a:chExt cx="4000" cy="1804"/>
            </a:xfrm>
          </p:grpSpPr>
          <p:sp>
            <p:nvSpPr>
              <p:cNvPr id="47" name="Freeform 52"/>
              <p:cNvSpPr/>
              <p:nvPr>
                <p:custDataLst>
                  <p:tags r:id="rId7"/>
                </p:custDataLst>
              </p:nvPr>
            </p:nvSpPr>
            <p:spPr>
              <a:xfrm rot="230988">
                <a:off x="2688" y="6960"/>
                <a:ext cx="4000" cy="1805"/>
              </a:xfrm>
              <a:custGeom>
                <a:avLst/>
                <a:gdLst/>
                <a:ahLst/>
                <a:cxnLst/>
                <a:rect l="l" t="t" r="r" b="b"/>
                <a:pathLst>
                  <a:path w="3323283" h="2439064">
                    <a:moveTo>
                      <a:pt x="3198823" y="2439064"/>
                    </a:moveTo>
                    <a:lnTo>
                      <a:pt x="124460" y="2439064"/>
                    </a:lnTo>
                    <a:cubicBezTo>
                      <a:pt x="55880" y="2439064"/>
                      <a:pt x="0" y="2383184"/>
                      <a:pt x="0" y="2314604"/>
                    </a:cubicBezTo>
                    <a:lnTo>
                      <a:pt x="0" y="124460"/>
                    </a:lnTo>
                    <a:cubicBezTo>
                      <a:pt x="0" y="55880"/>
                      <a:pt x="55880" y="0"/>
                      <a:pt x="124460" y="0"/>
                    </a:cubicBezTo>
                    <a:lnTo>
                      <a:pt x="3198823" y="0"/>
                    </a:lnTo>
                    <a:cubicBezTo>
                      <a:pt x="3267403" y="0"/>
                      <a:pt x="3323283" y="55880"/>
                      <a:pt x="3323283" y="124460"/>
                    </a:cubicBezTo>
                    <a:lnTo>
                      <a:pt x="3323283" y="2314604"/>
                    </a:lnTo>
                    <a:cubicBezTo>
                      <a:pt x="3323283" y="2383184"/>
                      <a:pt x="3267403" y="2439064"/>
                      <a:pt x="3198823" y="2439064"/>
                    </a:cubicBezTo>
                    <a:close/>
                  </a:path>
                </a:pathLst>
              </a:custGeom>
              <a:solidFill>
                <a:srgbClr val="EF855E">
                  <a:alpha val="60000"/>
                </a:srgbClr>
              </a:solidFill>
            </p:spPr>
          </p:sp>
          <p:sp>
            <p:nvSpPr>
              <p:cNvPr id="48" name="Freeform 54"/>
              <p:cNvSpPr/>
              <p:nvPr>
                <p:custDataLst>
                  <p:tags r:id="rId8"/>
                </p:custDataLst>
              </p:nvPr>
            </p:nvSpPr>
            <p:spPr>
              <a:xfrm>
                <a:off x="2736" y="7046"/>
                <a:ext cx="3894" cy="1558"/>
              </a:xfrm>
              <a:custGeom>
                <a:avLst/>
                <a:gdLst/>
                <a:ahLst/>
                <a:cxnLst/>
                <a:rect l="l" t="t" r="r" b="b"/>
                <a:pathLst>
                  <a:path w="3323283" h="2439064">
                    <a:moveTo>
                      <a:pt x="3198823" y="2439064"/>
                    </a:moveTo>
                    <a:lnTo>
                      <a:pt x="124460" y="2439064"/>
                    </a:lnTo>
                    <a:cubicBezTo>
                      <a:pt x="55880" y="2439064"/>
                      <a:pt x="0" y="2383184"/>
                      <a:pt x="0" y="2314604"/>
                    </a:cubicBezTo>
                    <a:lnTo>
                      <a:pt x="0" y="124460"/>
                    </a:lnTo>
                    <a:cubicBezTo>
                      <a:pt x="0" y="55880"/>
                      <a:pt x="55880" y="0"/>
                      <a:pt x="124460" y="0"/>
                    </a:cubicBezTo>
                    <a:lnTo>
                      <a:pt x="3198823" y="0"/>
                    </a:lnTo>
                    <a:cubicBezTo>
                      <a:pt x="3267403" y="0"/>
                      <a:pt x="3323283" y="55880"/>
                      <a:pt x="3323283" y="124460"/>
                    </a:cubicBezTo>
                    <a:lnTo>
                      <a:pt x="3323283" y="2314604"/>
                    </a:lnTo>
                    <a:cubicBezTo>
                      <a:pt x="3323283" y="2383184"/>
                      <a:pt x="3267403" y="2439064"/>
                      <a:pt x="3198823" y="2439064"/>
                    </a:cubicBezTo>
                    <a:close/>
                  </a:path>
                </a:pathLst>
              </a:custGeom>
              <a:solidFill>
                <a:srgbClr val="FFFBED"/>
              </a:solidFill>
            </p:spPr>
          </p:sp>
        </p:grpSp>
      </p:grpSp>
      <p:grpSp>
        <p:nvGrpSpPr>
          <p:cNvPr id="39" name="组合 38"/>
          <p:cNvGrpSpPr/>
          <p:nvPr/>
        </p:nvGrpSpPr>
        <p:grpSpPr>
          <a:xfrm>
            <a:off x="4853305" y="5161280"/>
            <a:ext cx="3326765" cy="1421765"/>
            <a:chOff x="2761" y="5555"/>
            <a:chExt cx="5239" cy="2239"/>
          </a:xfrm>
        </p:grpSpPr>
        <p:grpSp>
          <p:nvGrpSpPr>
            <p:cNvPr id="40" name="组合 39"/>
            <p:cNvGrpSpPr/>
            <p:nvPr/>
          </p:nvGrpSpPr>
          <p:grpSpPr>
            <a:xfrm>
              <a:off x="2761" y="5990"/>
              <a:ext cx="4000" cy="1804"/>
              <a:chOff x="2688" y="6960"/>
              <a:chExt cx="4000" cy="1804"/>
            </a:xfrm>
          </p:grpSpPr>
          <p:sp>
            <p:nvSpPr>
              <p:cNvPr id="41" name="Freeform 52"/>
              <p:cNvSpPr/>
              <p:nvPr>
                <p:custDataLst>
                  <p:tags r:id="rId9"/>
                </p:custDataLst>
              </p:nvPr>
            </p:nvSpPr>
            <p:spPr>
              <a:xfrm rot="230988">
                <a:off x="2688" y="6960"/>
                <a:ext cx="4000" cy="1805"/>
              </a:xfrm>
              <a:custGeom>
                <a:avLst/>
                <a:gdLst/>
                <a:ahLst/>
                <a:cxnLst/>
                <a:rect l="l" t="t" r="r" b="b"/>
                <a:pathLst>
                  <a:path w="3323283" h="2439064">
                    <a:moveTo>
                      <a:pt x="3198823" y="2439064"/>
                    </a:moveTo>
                    <a:lnTo>
                      <a:pt x="124460" y="2439064"/>
                    </a:lnTo>
                    <a:cubicBezTo>
                      <a:pt x="55880" y="2439064"/>
                      <a:pt x="0" y="2383184"/>
                      <a:pt x="0" y="2314604"/>
                    </a:cubicBezTo>
                    <a:lnTo>
                      <a:pt x="0" y="124460"/>
                    </a:lnTo>
                    <a:cubicBezTo>
                      <a:pt x="0" y="55880"/>
                      <a:pt x="55880" y="0"/>
                      <a:pt x="124460" y="0"/>
                    </a:cubicBezTo>
                    <a:lnTo>
                      <a:pt x="3198823" y="0"/>
                    </a:lnTo>
                    <a:cubicBezTo>
                      <a:pt x="3267403" y="0"/>
                      <a:pt x="3323283" y="55880"/>
                      <a:pt x="3323283" y="124460"/>
                    </a:cubicBezTo>
                    <a:lnTo>
                      <a:pt x="3323283" y="2314604"/>
                    </a:lnTo>
                    <a:cubicBezTo>
                      <a:pt x="3323283" y="2383184"/>
                      <a:pt x="3267403" y="2439064"/>
                      <a:pt x="3198823" y="2439064"/>
                    </a:cubicBezTo>
                    <a:close/>
                  </a:path>
                </a:pathLst>
              </a:custGeom>
              <a:solidFill>
                <a:srgbClr val="EF855E">
                  <a:alpha val="60000"/>
                </a:srgbClr>
              </a:solidFill>
            </p:spPr>
          </p:sp>
          <p:sp>
            <p:nvSpPr>
              <p:cNvPr id="42" name="Freeform 54"/>
              <p:cNvSpPr/>
              <p:nvPr>
                <p:custDataLst>
                  <p:tags r:id="rId10"/>
                </p:custDataLst>
              </p:nvPr>
            </p:nvSpPr>
            <p:spPr>
              <a:xfrm>
                <a:off x="2736" y="7046"/>
                <a:ext cx="3894" cy="1558"/>
              </a:xfrm>
              <a:custGeom>
                <a:avLst/>
                <a:gdLst/>
                <a:ahLst/>
                <a:cxnLst/>
                <a:rect l="l" t="t" r="r" b="b"/>
                <a:pathLst>
                  <a:path w="3323283" h="2439064">
                    <a:moveTo>
                      <a:pt x="3198823" y="2439064"/>
                    </a:moveTo>
                    <a:lnTo>
                      <a:pt x="124460" y="2439064"/>
                    </a:lnTo>
                    <a:cubicBezTo>
                      <a:pt x="55880" y="2439064"/>
                      <a:pt x="0" y="2383184"/>
                      <a:pt x="0" y="2314604"/>
                    </a:cubicBezTo>
                    <a:lnTo>
                      <a:pt x="0" y="124460"/>
                    </a:lnTo>
                    <a:cubicBezTo>
                      <a:pt x="0" y="55880"/>
                      <a:pt x="55880" y="0"/>
                      <a:pt x="124460" y="0"/>
                    </a:cubicBezTo>
                    <a:lnTo>
                      <a:pt x="3198823" y="0"/>
                    </a:lnTo>
                    <a:cubicBezTo>
                      <a:pt x="3267403" y="0"/>
                      <a:pt x="3323283" y="55880"/>
                      <a:pt x="3323283" y="124460"/>
                    </a:cubicBezTo>
                    <a:lnTo>
                      <a:pt x="3323283" y="2314604"/>
                    </a:lnTo>
                    <a:cubicBezTo>
                      <a:pt x="3323283" y="2383184"/>
                      <a:pt x="3267403" y="2439064"/>
                      <a:pt x="3198823" y="2439064"/>
                    </a:cubicBezTo>
                    <a:close/>
                  </a:path>
                </a:pathLst>
              </a:custGeom>
              <a:solidFill>
                <a:srgbClr val="FFFBED"/>
              </a:solidFill>
            </p:spPr>
          </p:sp>
        </p:grpSp>
        <p:pic>
          <p:nvPicPr>
            <p:cNvPr id="43" name="Picture 71"/>
            <p:cNvPicPr>
              <a:picLocks noChangeAspect="1"/>
            </p:cNvPicPr>
            <p:nvPr>
              <p:custDataLst>
                <p:tags r:id="rId11"/>
              </p:custDataLst>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20313416">
              <a:off x="6608" y="5555"/>
              <a:ext cx="1392" cy="710"/>
            </a:xfrm>
            <a:prstGeom prst="rect">
              <a:avLst/>
            </a:prstGeom>
          </p:spPr>
        </p:pic>
      </p:grpSp>
      <p:grpSp>
        <p:nvGrpSpPr>
          <p:cNvPr id="32" name="组合 31"/>
          <p:cNvGrpSpPr/>
          <p:nvPr/>
        </p:nvGrpSpPr>
        <p:grpSpPr>
          <a:xfrm>
            <a:off x="2108835" y="1298575"/>
            <a:ext cx="3228975" cy="1626235"/>
            <a:chOff x="1676" y="5233"/>
            <a:chExt cx="5085" cy="2561"/>
          </a:xfrm>
        </p:grpSpPr>
        <p:grpSp>
          <p:nvGrpSpPr>
            <p:cNvPr id="35" name="组合 34"/>
            <p:cNvGrpSpPr/>
            <p:nvPr/>
          </p:nvGrpSpPr>
          <p:grpSpPr>
            <a:xfrm>
              <a:off x="2761" y="5990"/>
              <a:ext cx="4000" cy="1804"/>
              <a:chOff x="2688" y="6960"/>
              <a:chExt cx="4000" cy="1804"/>
            </a:xfrm>
          </p:grpSpPr>
          <p:sp>
            <p:nvSpPr>
              <p:cNvPr id="36" name="Freeform 52"/>
              <p:cNvSpPr/>
              <p:nvPr>
                <p:custDataLst>
                  <p:tags r:id="rId12"/>
                </p:custDataLst>
              </p:nvPr>
            </p:nvSpPr>
            <p:spPr>
              <a:xfrm rot="230988">
                <a:off x="2688" y="6960"/>
                <a:ext cx="4000" cy="1805"/>
              </a:xfrm>
              <a:custGeom>
                <a:avLst/>
                <a:gdLst/>
                <a:ahLst/>
                <a:cxnLst/>
                <a:rect l="l" t="t" r="r" b="b"/>
                <a:pathLst>
                  <a:path w="3323283" h="2439064">
                    <a:moveTo>
                      <a:pt x="3198823" y="2439064"/>
                    </a:moveTo>
                    <a:lnTo>
                      <a:pt x="124460" y="2439064"/>
                    </a:lnTo>
                    <a:cubicBezTo>
                      <a:pt x="55880" y="2439064"/>
                      <a:pt x="0" y="2383184"/>
                      <a:pt x="0" y="2314604"/>
                    </a:cubicBezTo>
                    <a:lnTo>
                      <a:pt x="0" y="124460"/>
                    </a:lnTo>
                    <a:cubicBezTo>
                      <a:pt x="0" y="55880"/>
                      <a:pt x="55880" y="0"/>
                      <a:pt x="124460" y="0"/>
                    </a:cubicBezTo>
                    <a:lnTo>
                      <a:pt x="3198823" y="0"/>
                    </a:lnTo>
                    <a:cubicBezTo>
                      <a:pt x="3267403" y="0"/>
                      <a:pt x="3323283" y="55880"/>
                      <a:pt x="3323283" y="124460"/>
                    </a:cubicBezTo>
                    <a:lnTo>
                      <a:pt x="3323283" y="2314604"/>
                    </a:lnTo>
                    <a:cubicBezTo>
                      <a:pt x="3323283" y="2383184"/>
                      <a:pt x="3267403" y="2439064"/>
                      <a:pt x="3198823" y="2439064"/>
                    </a:cubicBezTo>
                    <a:close/>
                  </a:path>
                </a:pathLst>
              </a:custGeom>
              <a:solidFill>
                <a:srgbClr val="EF855E">
                  <a:alpha val="60000"/>
                </a:srgbClr>
              </a:solidFill>
            </p:spPr>
          </p:sp>
          <p:sp>
            <p:nvSpPr>
              <p:cNvPr id="37" name="Freeform 54"/>
              <p:cNvSpPr/>
              <p:nvPr>
                <p:custDataLst>
                  <p:tags r:id="rId13"/>
                </p:custDataLst>
              </p:nvPr>
            </p:nvSpPr>
            <p:spPr>
              <a:xfrm>
                <a:off x="2736" y="7046"/>
                <a:ext cx="3894" cy="1558"/>
              </a:xfrm>
              <a:custGeom>
                <a:avLst/>
                <a:gdLst/>
                <a:ahLst/>
                <a:cxnLst/>
                <a:rect l="l" t="t" r="r" b="b"/>
                <a:pathLst>
                  <a:path w="3323283" h="2439064">
                    <a:moveTo>
                      <a:pt x="3198823" y="2439064"/>
                    </a:moveTo>
                    <a:lnTo>
                      <a:pt x="124460" y="2439064"/>
                    </a:lnTo>
                    <a:cubicBezTo>
                      <a:pt x="55880" y="2439064"/>
                      <a:pt x="0" y="2383184"/>
                      <a:pt x="0" y="2314604"/>
                    </a:cubicBezTo>
                    <a:lnTo>
                      <a:pt x="0" y="124460"/>
                    </a:lnTo>
                    <a:cubicBezTo>
                      <a:pt x="0" y="55880"/>
                      <a:pt x="55880" y="0"/>
                      <a:pt x="124460" y="0"/>
                    </a:cubicBezTo>
                    <a:lnTo>
                      <a:pt x="3198823" y="0"/>
                    </a:lnTo>
                    <a:cubicBezTo>
                      <a:pt x="3267403" y="0"/>
                      <a:pt x="3323283" y="55880"/>
                      <a:pt x="3323283" y="124460"/>
                    </a:cubicBezTo>
                    <a:lnTo>
                      <a:pt x="3323283" y="2314604"/>
                    </a:lnTo>
                    <a:cubicBezTo>
                      <a:pt x="3323283" y="2383184"/>
                      <a:pt x="3267403" y="2439064"/>
                      <a:pt x="3198823" y="2439064"/>
                    </a:cubicBezTo>
                    <a:close/>
                  </a:path>
                </a:pathLst>
              </a:custGeom>
              <a:solidFill>
                <a:srgbClr val="FFFBED"/>
              </a:solidFill>
            </p:spPr>
          </p:sp>
        </p:grpSp>
        <p:pic>
          <p:nvPicPr>
            <p:cNvPr id="38" name="Picture 71"/>
            <p:cNvPicPr>
              <a:picLocks noChangeAspect="1"/>
            </p:cNvPicPr>
            <p:nvPr>
              <p:custDataLst>
                <p:tags r:id="rId14"/>
              </p:custDataLst>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1286584" flipH="1">
              <a:off x="1676" y="5233"/>
              <a:ext cx="1392" cy="710"/>
            </a:xfrm>
            <a:prstGeom prst="rect">
              <a:avLst/>
            </a:prstGeom>
          </p:spPr>
        </p:pic>
      </p:grpSp>
      <p:grpSp>
        <p:nvGrpSpPr>
          <p:cNvPr id="31" name="组合 30"/>
          <p:cNvGrpSpPr/>
          <p:nvPr/>
        </p:nvGrpSpPr>
        <p:grpSpPr>
          <a:xfrm>
            <a:off x="1064260" y="3322955"/>
            <a:ext cx="3228975" cy="1626235"/>
            <a:chOff x="1676" y="5233"/>
            <a:chExt cx="5085" cy="2561"/>
          </a:xfrm>
        </p:grpSpPr>
        <p:grpSp>
          <p:nvGrpSpPr>
            <p:cNvPr id="28" name="组合 27"/>
            <p:cNvGrpSpPr/>
            <p:nvPr/>
          </p:nvGrpSpPr>
          <p:grpSpPr>
            <a:xfrm>
              <a:off x="2761" y="5990"/>
              <a:ext cx="4000" cy="1804"/>
              <a:chOff x="2688" y="6960"/>
              <a:chExt cx="4000" cy="1804"/>
            </a:xfrm>
          </p:grpSpPr>
          <p:sp>
            <p:nvSpPr>
              <p:cNvPr id="23" name="Freeform 52"/>
              <p:cNvSpPr/>
              <p:nvPr>
                <p:custDataLst>
                  <p:tags r:id="rId15"/>
                </p:custDataLst>
              </p:nvPr>
            </p:nvSpPr>
            <p:spPr>
              <a:xfrm rot="230988">
                <a:off x="2688" y="6960"/>
                <a:ext cx="4000" cy="1805"/>
              </a:xfrm>
              <a:custGeom>
                <a:avLst/>
                <a:gdLst/>
                <a:ahLst/>
                <a:cxnLst/>
                <a:rect l="l" t="t" r="r" b="b"/>
                <a:pathLst>
                  <a:path w="3323283" h="2439064">
                    <a:moveTo>
                      <a:pt x="3198823" y="2439064"/>
                    </a:moveTo>
                    <a:lnTo>
                      <a:pt x="124460" y="2439064"/>
                    </a:lnTo>
                    <a:cubicBezTo>
                      <a:pt x="55880" y="2439064"/>
                      <a:pt x="0" y="2383184"/>
                      <a:pt x="0" y="2314604"/>
                    </a:cubicBezTo>
                    <a:lnTo>
                      <a:pt x="0" y="124460"/>
                    </a:lnTo>
                    <a:cubicBezTo>
                      <a:pt x="0" y="55880"/>
                      <a:pt x="55880" y="0"/>
                      <a:pt x="124460" y="0"/>
                    </a:cubicBezTo>
                    <a:lnTo>
                      <a:pt x="3198823" y="0"/>
                    </a:lnTo>
                    <a:cubicBezTo>
                      <a:pt x="3267403" y="0"/>
                      <a:pt x="3323283" y="55880"/>
                      <a:pt x="3323283" y="124460"/>
                    </a:cubicBezTo>
                    <a:lnTo>
                      <a:pt x="3323283" y="2314604"/>
                    </a:lnTo>
                    <a:cubicBezTo>
                      <a:pt x="3323283" y="2383184"/>
                      <a:pt x="3267403" y="2439064"/>
                      <a:pt x="3198823" y="2439064"/>
                    </a:cubicBezTo>
                    <a:close/>
                  </a:path>
                </a:pathLst>
              </a:custGeom>
              <a:solidFill>
                <a:srgbClr val="EF855E">
                  <a:alpha val="60000"/>
                </a:srgbClr>
              </a:solidFill>
            </p:spPr>
          </p:sp>
          <p:sp>
            <p:nvSpPr>
              <p:cNvPr id="26" name="Freeform 54"/>
              <p:cNvSpPr/>
              <p:nvPr>
                <p:custDataLst>
                  <p:tags r:id="rId16"/>
                </p:custDataLst>
              </p:nvPr>
            </p:nvSpPr>
            <p:spPr>
              <a:xfrm>
                <a:off x="2736" y="7046"/>
                <a:ext cx="3894" cy="1558"/>
              </a:xfrm>
              <a:custGeom>
                <a:avLst/>
                <a:gdLst/>
                <a:ahLst/>
                <a:cxnLst/>
                <a:rect l="l" t="t" r="r" b="b"/>
                <a:pathLst>
                  <a:path w="3323283" h="2439064">
                    <a:moveTo>
                      <a:pt x="3198823" y="2439064"/>
                    </a:moveTo>
                    <a:lnTo>
                      <a:pt x="124460" y="2439064"/>
                    </a:lnTo>
                    <a:cubicBezTo>
                      <a:pt x="55880" y="2439064"/>
                      <a:pt x="0" y="2383184"/>
                      <a:pt x="0" y="2314604"/>
                    </a:cubicBezTo>
                    <a:lnTo>
                      <a:pt x="0" y="124460"/>
                    </a:lnTo>
                    <a:cubicBezTo>
                      <a:pt x="0" y="55880"/>
                      <a:pt x="55880" y="0"/>
                      <a:pt x="124460" y="0"/>
                    </a:cubicBezTo>
                    <a:lnTo>
                      <a:pt x="3198823" y="0"/>
                    </a:lnTo>
                    <a:cubicBezTo>
                      <a:pt x="3267403" y="0"/>
                      <a:pt x="3323283" y="55880"/>
                      <a:pt x="3323283" y="124460"/>
                    </a:cubicBezTo>
                    <a:lnTo>
                      <a:pt x="3323283" y="2314604"/>
                    </a:lnTo>
                    <a:cubicBezTo>
                      <a:pt x="3323283" y="2383184"/>
                      <a:pt x="3267403" y="2439064"/>
                      <a:pt x="3198823" y="2439064"/>
                    </a:cubicBezTo>
                    <a:close/>
                  </a:path>
                </a:pathLst>
              </a:custGeom>
              <a:solidFill>
                <a:srgbClr val="FFFBED"/>
              </a:solidFill>
            </p:spPr>
          </p:sp>
        </p:grpSp>
        <p:pic>
          <p:nvPicPr>
            <p:cNvPr id="30" name="Picture 71"/>
            <p:cNvPicPr>
              <a:picLocks noChangeAspect="1"/>
            </p:cNvPicPr>
            <p:nvPr>
              <p:custDataLst>
                <p:tags r:id="rId17"/>
              </p:custDataLst>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1286584" flipH="1">
              <a:off x="1676" y="5233"/>
              <a:ext cx="1392" cy="710"/>
            </a:xfrm>
            <a:prstGeom prst="rect">
              <a:avLst/>
            </a:prstGeom>
          </p:spPr>
        </p:pic>
      </p:grpSp>
      <p:sp>
        <p:nvSpPr>
          <p:cNvPr id="12" name="任意多边形 11"/>
          <p:cNvSpPr/>
          <p:nvPr>
            <p:custDataLst>
              <p:tags r:id="rId18"/>
            </p:custDataLst>
          </p:nvPr>
        </p:nvSpPr>
        <p:spPr>
          <a:xfrm flipH="1">
            <a:off x="0" y="-13970"/>
            <a:ext cx="2139950" cy="1375410"/>
          </a:xfrm>
          <a:custGeom>
            <a:avLst/>
            <a:gdLst>
              <a:gd name="connsiteX0" fmla="*/ 16 w 5020"/>
              <a:gd name="connsiteY0" fmla="*/ 206 h 3666"/>
              <a:gd name="connsiteX1" fmla="*/ 39 w 5020"/>
              <a:gd name="connsiteY1" fmla="*/ 684 h 3666"/>
              <a:gd name="connsiteX2" fmla="*/ 404 w 5020"/>
              <a:gd name="connsiteY2" fmla="*/ 1139 h 3666"/>
              <a:gd name="connsiteX3" fmla="*/ 231 w 5020"/>
              <a:gd name="connsiteY3" fmla="*/ 2544 h 3666"/>
              <a:gd name="connsiteX4" fmla="*/ 847 w 5020"/>
              <a:gd name="connsiteY4" fmla="*/ 3138 h 3666"/>
              <a:gd name="connsiteX5" fmla="*/ 2038 w 5020"/>
              <a:gd name="connsiteY5" fmla="*/ 3345 h 3666"/>
              <a:gd name="connsiteX6" fmla="*/ 3523 w 5020"/>
              <a:gd name="connsiteY6" fmla="*/ 3665 h 3666"/>
              <a:gd name="connsiteX7" fmla="*/ 4791 w 5020"/>
              <a:gd name="connsiteY7" fmla="*/ 3276 h 3666"/>
              <a:gd name="connsiteX8" fmla="*/ 4928 w 5020"/>
              <a:gd name="connsiteY8" fmla="*/ 0 h 3666"/>
              <a:gd name="connsiteX9" fmla="*/ 16 w 5020"/>
              <a:gd name="connsiteY9" fmla="*/ 206 h 3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30" h="3460">
                <a:moveTo>
                  <a:pt x="16" y="0"/>
                </a:moveTo>
                <a:lnTo>
                  <a:pt x="4730" y="0"/>
                </a:lnTo>
                <a:lnTo>
                  <a:pt x="4730" y="3100"/>
                </a:lnTo>
                <a:lnTo>
                  <a:pt x="4707" y="3112"/>
                </a:lnTo>
                <a:cubicBezTo>
                  <a:pt x="4294" y="3323"/>
                  <a:pt x="3957" y="3436"/>
                  <a:pt x="3523" y="3458"/>
                </a:cubicBezTo>
                <a:cubicBezTo>
                  <a:pt x="3060" y="3482"/>
                  <a:pt x="2320" y="3251"/>
                  <a:pt x="2038" y="3138"/>
                </a:cubicBezTo>
                <a:cubicBezTo>
                  <a:pt x="1756" y="3025"/>
                  <a:pt x="1167" y="3000"/>
                  <a:pt x="847" y="2931"/>
                </a:cubicBezTo>
                <a:cubicBezTo>
                  <a:pt x="527" y="2862"/>
                  <a:pt x="288" y="2634"/>
                  <a:pt x="231" y="2337"/>
                </a:cubicBezTo>
                <a:cubicBezTo>
                  <a:pt x="174" y="2040"/>
                  <a:pt x="489" y="1240"/>
                  <a:pt x="404" y="932"/>
                </a:cubicBezTo>
                <a:cubicBezTo>
                  <a:pt x="319" y="624"/>
                  <a:pt x="108" y="650"/>
                  <a:pt x="39" y="477"/>
                </a:cubicBezTo>
                <a:cubicBezTo>
                  <a:pt x="-28" y="309"/>
                  <a:pt x="11" y="101"/>
                  <a:pt x="15" y="8"/>
                </a:cubicBezTo>
                <a:lnTo>
                  <a:pt x="16" y="0"/>
                </a:lnTo>
                <a:close/>
              </a:path>
            </a:pathLst>
          </a:custGeom>
          <a:solidFill>
            <a:srgbClr val="E9BE8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5" name="任意多边形 14"/>
          <p:cNvSpPr/>
          <p:nvPr>
            <p:custDataLst>
              <p:tags r:id="rId19"/>
            </p:custDataLst>
          </p:nvPr>
        </p:nvSpPr>
        <p:spPr>
          <a:xfrm flipH="1">
            <a:off x="-406400" y="-65405"/>
            <a:ext cx="2389505" cy="1477645"/>
          </a:xfrm>
          <a:custGeom>
            <a:avLst/>
            <a:gdLst>
              <a:gd name="connsiteX0" fmla="*/ 0 w 6373"/>
              <a:gd name="connsiteY0" fmla="*/ 226 h 3921"/>
              <a:gd name="connsiteX1" fmla="*/ 468 w 6373"/>
              <a:gd name="connsiteY1" fmla="*/ 797 h 3921"/>
              <a:gd name="connsiteX2" fmla="*/ 1748 w 6373"/>
              <a:gd name="connsiteY2" fmla="*/ 1122 h 3921"/>
              <a:gd name="connsiteX3" fmla="*/ 2193 w 6373"/>
              <a:gd name="connsiteY3" fmla="*/ 2161 h 3921"/>
              <a:gd name="connsiteX4" fmla="*/ 3175 w 6373"/>
              <a:gd name="connsiteY4" fmla="*/ 3315 h 3921"/>
              <a:gd name="connsiteX5" fmla="*/ 4980 w 6373"/>
              <a:gd name="connsiteY5" fmla="*/ 3909 h 3921"/>
              <a:gd name="connsiteX6" fmla="*/ 6294 w 6373"/>
              <a:gd name="connsiteY6" fmla="*/ 3687 h 3921"/>
              <a:gd name="connsiteX7" fmla="*/ 6373 w 6373"/>
              <a:gd name="connsiteY7" fmla="*/ 0 h 3921"/>
              <a:gd name="connsiteX8" fmla="*/ 0 w 6373"/>
              <a:gd name="connsiteY8" fmla="*/ 226 h 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74" h="3716">
                <a:moveTo>
                  <a:pt x="592" y="0"/>
                </a:moveTo>
                <a:lnTo>
                  <a:pt x="6202" y="0"/>
                </a:lnTo>
                <a:lnTo>
                  <a:pt x="6274" y="0"/>
                </a:lnTo>
                <a:lnTo>
                  <a:pt x="6274" y="3491"/>
                </a:lnTo>
                <a:lnTo>
                  <a:pt x="6257" y="3499"/>
                </a:lnTo>
                <a:cubicBezTo>
                  <a:pt x="5873" y="3675"/>
                  <a:pt x="5545" y="3748"/>
                  <a:pt x="4980" y="3704"/>
                </a:cubicBezTo>
                <a:cubicBezTo>
                  <a:pt x="4397" y="3659"/>
                  <a:pt x="3678" y="3419"/>
                  <a:pt x="3175" y="3110"/>
                </a:cubicBezTo>
                <a:cubicBezTo>
                  <a:pt x="2672" y="2801"/>
                  <a:pt x="2361" y="2326"/>
                  <a:pt x="2193" y="1956"/>
                </a:cubicBezTo>
                <a:cubicBezTo>
                  <a:pt x="2025" y="1586"/>
                  <a:pt x="1931" y="1082"/>
                  <a:pt x="1748" y="917"/>
                </a:cubicBezTo>
                <a:cubicBezTo>
                  <a:pt x="1565" y="752"/>
                  <a:pt x="813" y="754"/>
                  <a:pt x="468" y="592"/>
                </a:cubicBezTo>
                <a:cubicBezTo>
                  <a:pt x="123" y="430"/>
                  <a:pt x="80" y="289"/>
                  <a:pt x="0" y="21"/>
                </a:cubicBezTo>
                <a:lnTo>
                  <a:pt x="592" y="0"/>
                </a:lnTo>
                <a:close/>
              </a:path>
            </a:pathLst>
          </a:custGeom>
          <a:noFill/>
          <a:ln>
            <a:solidFill>
              <a:schemeClr val="bg1"/>
            </a:solidFill>
          </a:ln>
          <a:extLst>
            <a:ext uri="{909E8E84-426E-40DD-AFC4-6F175D3DCCD1}">
              <a14:hiddenFill xmlns:a14="http://schemas.microsoft.com/office/drawing/2010/main">
                <a:solidFill>
                  <a:schemeClr val="accent1">
                    <a:alpha val="28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9" name="任意多边形 18"/>
          <p:cNvSpPr/>
          <p:nvPr>
            <p:custDataLst>
              <p:tags r:id="rId20"/>
            </p:custDataLst>
          </p:nvPr>
        </p:nvSpPr>
        <p:spPr>
          <a:xfrm>
            <a:off x="-69850" y="6213102"/>
            <a:ext cx="2057063" cy="661408"/>
          </a:xfrm>
          <a:custGeom>
            <a:avLst/>
            <a:gdLst>
              <a:gd name="connsiteX0" fmla="*/ 1712 w 8295"/>
              <a:gd name="connsiteY0" fmla="*/ 1303 h 3164"/>
              <a:gd name="connsiteX1" fmla="*/ 3081 w 8295"/>
              <a:gd name="connsiteY1" fmla="*/ 1634 h 3164"/>
              <a:gd name="connsiteX2" fmla="*/ 5390 w 8295"/>
              <a:gd name="connsiteY2" fmla="*/ 252 h 3164"/>
              <a:gd name="connsiteX3" fmla="*/ 7514 w 8295"/>
              <a:gd name="connsiteY3" fmla="*/ 903 h 3164"/>
              <a:gd name="connsiteX4" fmla="*/ 8256 w 8295"/>
              <a:gd name="connsiteY4" fmla="*/ 2228 h 3164"/>
              <a:gd name="connsiteX5" fmla="*/ 614 w 8295"/>
              <a:gd name="connsiteY5" fmla="*/ 3164 h 3164"/>
              <a:gd name="connsiteX6" fmla="*/ 0 w 8295"/>
              <a:gd name="connsiteY6" fmla="*/ 2159 h 3164"/>
              <a:gd name="connsiteX7" fmla="*/ 125 w 8295"/>
              <a:gd name="connsiteY7" fmla="*/ 0 h 3164"/>
              <a:gd name="connsiteX8" fmla="*/ 1712 w 8295"/>
              <a:gd name="connsiteY8" fmla="*/ 1303 h 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39" h="1042">
                <a:moveTo>
                  <a:pt x="1445" y="0"/>
                </a:moveTo>
                <a:cubicBezTo>
                  <a:pt x="2037" y="1"/>
                  <a:pt x="2293" y="70"/>
                  <a:pt x="2704" y="364"/>
                </a:cubicBezTo>
                <a:cubicBezTo>
                  <a:pt x="3116" y="657"/>
                  <a:pt x="3276" y="847"/>
                  <a:pt x="3232" y="1040"/>
                </a:cubicBezTo>
                <a:lnTo>
                  <a:pt x="3232" y="1042"/>
                </a:lnTo>
                <a:lnTo>
                  <a:pt x="0" y="1042"/>
                </a:lnTo>
                <a:lnTo>
                  <a:pt x="0" y="574"/>
                </a:lnTo>
                <a:lnTo>
                  <a:pt x="16" y="562"/>
                </a:lnTo>
                <a:cubicBezTo>
                  <a:pt x="321" y="337"/>
                  <a:pt x="755" y="10"/>
                  <a:pt x="1250" y="2"/>
                </a:cubicBezTo>
                <a:cubicBezTo>
                  <a:pt x="1319" y="1"/>
                  <a:pt x="1383" y="0"/>
                  <a:pt x="1445" y="0"/>
                </a:cubicBezTo>
                <a:close/>
              </a:path>
            </a:pathLst>
          </a:custGeom>
          <a:solidFill>
            <a:srgbClr val="E9BE8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22" name="任意多边形 21"/>
          <p:cNvSpPr/>
          <p:nvPr>
            <p:custDataLst>
              <p:tags r:id="rId21"/>
            </p:custDataLst>
          </p:nvPr>
        </p:nvSpPr>
        <p:spPr>
          <a:xfrm>
            <a:off x="-51435" y="6292981"/>
            <a:ext cx="1874520" cy="589784"/>
          </a:xfrm>
          <a:custGeom>
            <a:avLst/>
            <a:gdLst>
              <a:gd name="connsiteX0" fmla="*/ 679 w 8465"/>
              <a:gd name="connsiteY0" fmla="*/ 4 h 2284"/>
              <a:gd name="connsiteX1" fmla="*/ 2269 w 8465"/>
              <a:gd name="connsiteY1" fmla="*/ 1424 h 2284"/>
              <a:gd name="connsiteX2" fmla="*/ 3882 w 8465"/>
              <a:gd name="connsiteY2" fmla="*/ 1211 h 2284"/>
              <a:gd name="connsiteX3" fmla="*/ 5692 w 8465"/>
              <a:gd name="connsiteY3" fmla="*/ 138 h 2284"/>
              <a:gd name="connsiteX4" fmla="*/ 7562 w 8465"/>
              <a:gd name="connsiteY4" fmla="*/ 679 h 2284"/>
              <a:gd name="connsiteX5" fmla="*/ 8465 w 8465"/>
              <a:gd name="connsiteY5" fmla="*/ 1844 h 2284"/>
              <a:gd name="connsiteX6" fmla="*/ 0 w 8465"/>
              <a:gd name="connsiteY6" fmla="*/ 2284 h 2284"/>
              <a:gd name="connsiteX7" fmla="*/ 679 w 8465"/>
              <a:gd name="connsiteY7" fmla="*/ 4 h 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2" h="929">
                <a:moveTo>
                  <a:pt x="1289" y="0"/>
                </a:moveTo>
                <a:cubicBezTo>
                  <a:pt x="1665" y="2"/>
                  <a:pt x="1948" y="90"/>
                  <a:pt x="2349" y="308"/>
                </a:cubicBezTo>
                <a:cubicBezTo>
                  <a:pt x="2795" y="551"/>
                  <a:pt x="2857" y="764"/>
                  <a:pt x="2949" y="924"/>
                </a:cubicBezTo>
                <a:lnTo>
                  <a:pt x="2952" y="929"/>
                </a:lnTo>
                <a:lnTo>
                  <a:pt x="0" y="929"/>
                </a:lnTo>
                <a:lnTo>
                  <a:pt x="0" y="508"/>
                </a:lnTo>
                <a:lnTo>
                  <a:pt x="34" y="487"/>
                </a:lnTo>
                <a:cubicBezTo>
                  <a:pt x="336" y="296"/>
                  <a:pt x="666" y="35"/>
                  <a:pt x="1069" y="7"/>
                </a:cubicBezTo>
                <a:cubicBezTo>
                  <a:pt x="1146" y="2"/>
                  <a:pt x="1219" y="0"/>
                  <a:pt x="1289" y="0"/>
                </a:cubicBezTo>
                <a:close/>
              </a:path>
            </a:pathLst>
          </a:custGeom>
          <a:noFill/>
          <a:ln>
            <a:solidFill>
              <a:schemeClr val="bg1"/>
            </a:solidFill>
          </a:ln>
          <a:extLst>
            <a:ext uri="{909E8E84-426E-40DD-AFC4-6F175D3DCCD1}">
              <a14:hiddenFill xmlns:a14="http://schemas.microsoft.com/office/drawing/2010/main">
                <a:solidFill>
                  <a:schemeClr val="accent1">
                    <a:alpha val="24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25" name="任意多边形 24"/>
          <p:cNvSpPr/>
          <p:nvPr>
            <p:custDataLst>
              <p:tags r:id="rId22"/>
            </p:custDataLst>
          </p:nvPr>
        </p:nvSpPr>
        <p:spPr>
          <a:xfrm>
            <a:off x="10253980" y="5824855"/>
            <a:ext cx="1938020" cy="1033145"/>
          </a:xfrm>
          <a:custGeom>
            <a:avLst/>
            <a:gdLst>
              <a:gd name="connsiteX0" fmla="*/ 0 w 6333"/>
              <a:gd name="connsiteY0" fmla="*/ 2920 h 4147"/>
              <a:gd name="connsiteX1" fmla="*/ 1240 w 6333"/>
              <a:gd name="connsiteY1" fmla="*/ 773 h 4147"/>
              <a:gd name="connsiteX2" fmla="*/ 3253 w 6333"/>
              <a:gd name="connsiteY2" fmla="*/ 240 h 4147"/>
              <a:gd name="connsiteX3" fmla="*/ 5147 w 6333"/>
              <a:gd name="connsiteY3" fmla="*/ 506 h 4147"/>
              <a:gd name="connsiteX4" fmla="*/ 6160 w 6333"/>
              <a:gd name="connsiteY4" fmla="*/ 0 h 4147"/>
              <a:gd name="connsiteX5" fmla="*/ 6333 w 6333"/>
              <a:gd name="connsiteY5" fmla="*/ 4147 h 4147"/>
              <a:gd name="connsiteX6" fmla="*/ 0 w 6333"/>
              <a:gd name="connsiteY6" fmla="*/ 2920 h 4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4" h="2912">
                <a:moveTo>
                  <a:pt x="6074" y="0"/>
                </a:moveTo>
                <a:lnTo>
                  <a:pt x="6074" y="2912"/>
                </a:lnTo>
                <a:lnTo>
                  <a:pt x="5" y="2912"/>
                </a:lnTo>
                <a:lnTo>
                  <a:pt x="0" y="2911"/>
                </a:lnTo>
                <a:cubicBezTo>
                  <a:pt x="107" y="2257"/>
                  <a:pt x="461" y="1324"/>
                  <a:pt x="1240" y="764"/>
                </a:cubicBezTo>
                <a:cubicBezTo>
                  <a:pt x="2019" y="204"/>
                  <a:pt x="2599" y="271"/>
                  <a:pt x="3253" y="231"/>
                </a:cubicBezTo>
                <a:cubicBezTo>
                  <a:pt x="3907" y="191"/>
                  <a:pt x="4627" y="590"/>
                  <a:pt x="5147" y="497"/>
                </a:cubicBezTo>
                <a:cubicBezTo>
                  <a:pt x="5618" y="413"/>
                  <a:pt x="5782" y="66"/>
                  <a:pt x="6067" y="1"/>
                </a:cubicBezTo>
                <a:lnTo>
                  <a:pt x="6074" y="0"/>
                </a:lnTo>
                <a:close/>
              </a:path>
            </a:pathLst>
          </a:custGeom>
          <a:solidFill>
            <a:srgbClr val="EFD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4" name="任意多边形 3"/>
          <p:cNvSpPr/>
          <p:nvPr>
            <p:custDataLst>
              <p:tags r:id="rId23"/>
            </p:custDataLst>
          </p:nvPr>
        </p:nvSpPr>
        <p:spPr>
          <a:xfrm flipH="1" flipV="1">
            <a:off x="10652760" y="6007735"/>
            <a:ext cx="1670685" cy="850900"/>
          </a:xfrm>
          <a:custGeom>
            <a:avLst/>
            <a:gdLst>
              <a:gd name="connsiteX0" fmla="*/ 0 w 5143"/>
              <a:gd name="connsiteY0" fmla="*/ 0 h 4554"/>
              <a:gd name="connsiteX1" fmla="*/ 5143 w 5143"/>
              <a:gd name="connsiteY1" fmla="*/ 0 h 4554"/>
              <a:gd name="connsiteX2" fmla="*/ 5141 w 5143"/>
              <a:gd name="connsiteY2" fmla="*/ 11 h 4554"/>
              <a:gd name="connsiteX3" fmla="*/ 4681 w 5143"/>
              <a:gd name="connsiteY3" fmla="*/ 989 h 4554"/>
              <a:gd name="connsiteX4" fmla="*/ 3207 w 5143"/>
              <a:gd name="connsiteY4" fmla="*/ 1914 h 4554"/>
              <a:gd name="connsiteX5" fmla="*/ 2475 w 5143"/>
              <a:gd name="connsiteY5" fmla="*/ 4088 h 4554"/>
              <a:gd name="connsiteX6" fmla="*/ 922 w 5143"/>
              <a:gd name="connsiteY6" fmla="*/ 4545 h 4554"/>
              <a:gd name="connsiteX7" fmla="*/ 22 w 5143"/>
              <a:gd name="connsiteY7" fmla="*/ 4257 h 4554"/>
              <a:gd name="connsiteX8" fmla="*/ 0 w 5143"/>
              <a:gd name="connsiteY8" fmla="*/ 0 h 4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3" h="4554">
                <a:moveTo>
                  <a:pt x="0" y="0"/>
                </a:moveTo>
                <a:lnTo>
                  <a:pt x="5143" y="0"/>
                </a:lnTo>
                <a:lnTo>
                  <a:pt x="5141" y="11"/>
                </a:lnTo>
                <a:cubicBezTo>
                  <a:pt x="5110" y="197"/>
                  <a:pt x="5088" y="582"/>
                  <a:pt x="4681" y="989"/>
                </a:cubicBezTo>
                <a:cubicBezTo>
                  <a:pt x="4247" y="1423"/>
                  <a:pt x="3573" y="1617"/>
                  <a:pt x="3207" y="1914"/>
                </a:cubicBezTo>
                <a:cubicBezTo>
                  <a:pt x="2841" y="2211"/>
                  <a:pt x="2989" y="3585"/>
                  <a:pt x="2475" y="4088"/>
                </a:cubicBezTo>
                <a:cubicBezTo>
                  <a:pt x="1961" y="4591"/>
                  <a:pt x="1379" y="4567"/>
                  <a:pt x="922" y="4545"/>
                </a:cubicBezTo>
                <a:cubicBezTo>
                  <a:pt x="465" y="4523"/>
                  <a:pt x="375" y="4352"/>
                  <a:pt x="22" y="4257"/>
                </a:cubicBezTo>
                <a:lnTo>
                  <a:pt x="0" y="0"/>
                </a:lnTo>
                <a:close/>
              </a:path>
            </a:pathLst>
          </a:custGeom>
          <a:noFill/>
          <a:ln w="9525">
            <a:solidFill>
              <a:schemeClr val="bg1"/>
            </a:solidFill>
          </a:ln>
          <a:extLst>
            <a:ext uri="{909E8E84-426E-40DD-AFC4-6F175D3DCCD1}">
              <a14:hiddenFill xmlns:a14="http://schemas.microsoft.com/office/drawing/2010/main">
                <a:solidFill>
                  <a:schemeClr val="accent1">
                    <a:alpha val="46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8" name="椭圆 17"/>
          <p:cNvSpPr/>
          <p:nvPr/>
        </p:nvSpPr>
        <p:spPr>
          <a:xfrm>
            <a:off x="207645" y="5374005"/>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1" name="椭圆 20"/>
          <p:cNvSpPr/>
          <p:nvPr>
            <p:custDataLst>
              <p:tags r:id="rId24"/>
            </p:custDataLst>
          </p:nvPr>
        </p:nvSpPr>
        <p:spPr>
          <a:xfrm>
            <a:off x="0" y="5103495"/>
            <a:ext cx="474980" cy="454660"/>
          </a:xfrm>
          <a:prstGeom prst="ellipse">
            <a:avLst/>
          </a:prstGeom>
          <a:solidFill>
            <a:srgbClr val="EFAD3A"/>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4" name="椭圆 23"/>
          <p:cNvSpPr/>
          <p:nvPr>
            <p:custDataLst>
              <p:tags r:id="rId25"/>
            </p:custDataLst>
          </p:nvPr>
        </p:nvSpPr>
        <p:spPr>
          <a:xfrm>
            <a:off x="11031855" y="1426845"/>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pic>
        <p:nvPicPr>
          <p:cNvPr id="3" name="Picture 69"/>
          <p:cNvPicPr>
            <a:picLocks noChangeAspect="1"/>
          </p:cNvPicPr>
          <p:nvPr>
            <p:custDataLst>
              <p:tags r:id="rId26"/>
            </p:custDataLst>
          </p:nvPr>
        </p:nvPicPr>
        <p:blipFill>
          <a:blip r:embed="rId27">
            <a:extLst>
              <a:ext uri="{28A0092B-C50C-407E-A947-70E740481C1C}">
                <a14:useLocalDpi xmlns:a14="http://schemas.microsoft.com/office/drawing/2010/main" val="0"/>
              </a:ext>
              <a:ext uri="{96DAC541-7B7A-43D3-8B79-37D633B846F1}">
                <asvg:svgBlip xmlns:asvg="http://schemas.microsoft.com/office/drawing/2016/SVG/main" r:embed="rId28"/>
              </a:ext>
            </a:extLst>
          </a:blip>
          <a:srcRect/>
          <a:stretch>
            <a:fillRect/>
          </a:stretch>
        </p:blipFill>
        <p:spPr>
          <a:xfrm rot="18760219">
            <a:off x="9686290" y="6017260"/>
            <a:ext cx="908050" cy="558165"/>
          </a:xfrm>
          <a:prstGeom prst="rect">
            <a:avLst/>
          </a:prstGeom>
        </p:spPr>
      </p:pic>
      <p:pic>
        <p:nvPicPr>
          <p:cNvPr id="16" name="Picture 68"/>
          <p:cNvPicPr>
            <a:picLocks noChangeAspect="1"/>
          </p:cNvPicPr>
          <p:nvPr>
            <p:custDataLst>
              <p:tags r:id="rId29"/>
            </p:custDataLst>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rcRect r="45888" b="46718"/>
          <a:stretch>
            <a:fillRect/>
          </a:stretch>
        </p:blipFill>
        <p:spPr>
          <a:xfrm rot="5400000">
            <a:off x="30802" y="936143"/>
            <a:ext cx="758510" cy="820369"/>
          </a:xfrm>
          <a:prstGeom prst="rect">
            <a:avLst/>
          </a:prstGeom>
        </p:spPr>
      </p:pic>
      <p:pic>
        <p:nvPicPr>
          <p:cNvPr id="29" name="Picture 72"/>
          <p:cNvPicPr>
            <a:picLocks noChangeAspect="1"/>
          </p:cNvPicPr>
          <p:nvPr>
            <p:custDataLst>
              <p:tags r:id="rId32"/>
            </p:custDataLst>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rcRect/>
          <a:stretch>
            <a:fillRect/>
          </a:stretch>
        </p:blipFill>
        <p:spPr>
          <a:xfrm rot="-1815464">
            <a:off x="26798" y="5772384"/>
            <a:ext cx="948074" cy="361623"/>
          </a:xfrm>
          <a:prstGeom prst="rect">
            <a:avLst/>
          </a:prstGeom>
        </p:spPr>
      </p:pic>
      <p:pic>
        <p:nvPicPr>
          <p:cNvPr id="33" name="Picture 2"/>
          <p:cNvPicPr>
            <a:picLocks noChangeAspect="1"/>
          </p:cNvPicPr>
          <p:nvPr>
            <p:custDataLst>
              <p:tags r:id="rId35"/>
            </p:custDataLst>
          </p:nvPr>
        </p:nvPicPr>
        <p:blipFill>
          <a:blip r:embed="rId36"/>
          <a:srcRect/>
          <a:stretch>
            <a:fillRect/>
          </a:stretch>
        </p:blipFill>
        <p:spPr>
          <a:xfrm flipH="1">
            <a:off x="227330" y="45085"/>
            <a:ext cx="1595755" cy="1377950"/>
          </a:xfrm>
          <a:prstGeom prst="rect">
            <a:avLst/>
          </a:prstGeom>
        </p:spPr>
      </p:pic>
      <p:pic>
        <p:nvPicPr>
          <p:cNvPr id="34" name="Picture 72"/>
          <p:cNvPicPr>
            <a:picLocks noChangeAspect="1"/>
          </p:cNvPicPr>
          <p:nvPr>
            <p:custDataLst>
              <p:tags r:id="rId37"/>
            </p:custDataLst>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rcRect/>
          <a:stretch>
            <a:fillRect/>
          </a:stretch>
        </p:blipFill>
        <p:spPr>
          <a:xfrm rot="5204533">
            <a:off x="1989583" y="302494"/>
            <a:ext cx="948074" cy="361623"/>
          </a:xfrm>
          <a:prstGeom prst="rect">
            <a:avLst/>
          </a:prstGeom>
        </p:spPr>
      </p:pic>
      <p:pic>
        <p:nvPicPr>
          <p:cNvPr id="14" name="Picture 5"/>
          <p:cNvPicPr>
            <a:picLocks noChangeAspect="1"/>
          </p:cNvPicPr>
          <p:nvPr>
            <p:custDataLst>
              <p:tags r:id="rId38"/>
            </p:custDataLst>
          </p:nvPr>
        </p:nvPicPr>
        <p:blipFill>
          <a:blip r:embed="rId39"/>
          <a:srcRect/>
          <a:stretch>
            <a:fillRect/>
          </a:stretch>
        </p:blipFill>
        <p:spPr>
          <a:xfrm>
            <a:off x="9732645" y="80645"/>
            <a:ext cx="331470" cy="359410"/>
          </a:xfrm>
          <a:prstGeom prst="rect">
            <a:avLst/>
          </a:prstGeom>
        </p:spPr>
      </p:pic>
      <p:sp>
        <p:nvSpPr>
          <p:cNvPr id="20" name="TextBox 20"/>
          <p:cNvSpPr txBox="1"/>
          <p:nvPr>
            <p:custDataLst>
              <p:tags r:id="rId40"/>
            </p:custDataLst>
          </p:nvPr>
        </p:nvSpPr>
        <p:spPr>
          <a:xfrm>
            <a:off x="10100310" y="142240"/>
            <a:ext cx="1920240" cy="379730"/>
          </a:xfrm>
          <a:prstGeom prst="rect">
            <a:avLst/>
          </a:prstGeom>
        </p:spPr>
        <p:txBody>
          <a:bodyPr lIns="0" tIns="0" rIns="0" bIns="0" rtlCol="0" anchor="t">
            <a:noAutofit/>
          </a:bodyPr>
          <a:p>
            <a:pPr indent="0" algn="ctr" fontAlgn="auto">
              <a:lnSpc>
                <a:spcPct val="100000"/>
              </a:lnSpc>
            </a:pPr>
            <a:r>
              <a:rPr lang="zh-CN" altLang="en-US" sz="2000">
                <a:solidFill>
                  <a:schemeClr val="tx1">
                    <a:lumMod val="65000"/>
                    <a:lumOff val="35000"/>
                  </a:schemeClr>
                </a:solidFill>
                <a:latin typeface="站酷快乐体2016修订版" panose="02010600030101010101" charset="-122"/>
                <a:ea typeface="站酷快乐体2016修订版" panose="02010600030101010101" charset="-122"/>
                <a:cs typeface="仓耳渔阳体 W04" panose="02020400000000000000" charset="-122"/>
              </a:rPr>
              <a:t>食品安全的标准</a:t>
            </a:r>
            <a:endParaRPr lang="zh-CN" altLang="en-US" sz="2000">
              <a:solidFill>
                <a:schemeClr val="tx1">
                  <a:lumMod val="65000"/>
                  <a:lumOff val="35000"/>
                </a:schemeClr>
              </a:solidFill>
              <a:latin typeface="站酷快乐体2016修订版" panose="02010600030101010101" charset="-122"/>
              <a:ea typeface="站酷快乐体2016修订版" panose="02010600030101010101" charset="-122"/>
              <a:cs typeface="仓耳渔阳体 W04" panose="02020400000000000000" charset="-122"/>
            </a:endParaRPr>
          </a:p>
        </p:txBody>
      </p:sp>
      <p:sp>
        <p:nvSpPr>
          <p:cNvPr id="27" name="TextBox 15"/>
          <p:cNvSpPr txBox="1"/>
          <p:nvPr>
            <p:custDataLst>
              <p:tags r:id="rId41"/>
            </p:custDataLst>
          </p:nvPr>
        </p:nvSpPr>
        <p:spPr>
          <a:xfrm>
            <a:off x="5020310" y="562610"/>
            <a:ext cx="2151380" cy="984250"/>
          </a:xfrm>
          <a:prstGeom prst="rect">
            <a:avLst/>
          </a:prstGeom>
        </p:spPr>
        <p:txBody>
          <a:bodyPr wrap="square" lIns="0" tIns="0" rIns="0" bIns="0" rtlCol="0" anchor="t">
            <a:spAutoFit/>
          </a:bodyPr>
          <a:p>
            <a:pPr algn="ctr">
              <a:lnSpc>
                <a:spcPts val="7675"/>
              </a:lnSpc>
              <a:spcBef>
                <a:spcPct val="0"/>
              </a:spcBef>
            </a:pPr>
            <a:r>
              <a:rPr lang="zh-CN" altLang="en-US" sz="4000">
                <a:solidFill>
                  <a:srgbClr val="9B5836"/>
                </a:solidFill>
                <a:latin typeface="站酷快乐体2016修订版" panose="02010600030101010101" charset="-122"/>
                <a:ea typeface="站酷快乐体2016修订版" panose="02010600030101010101" charset="-122"/>
                <a:cs typeface="仓耳渔阳体 W04" panose="02020400000000000000" charset="-122"/>
              </a:rPr>
              <a:t>安全标准</a:t>
            </a:r>
            <a:endParaRPr lang="zh-CN" altLang="en-US" sz="4000">
              <a:solidFill>
                <a:srgbClr val="9B5836"/>
              </a:solidFill>
              <a:latin typeface="站酷快乐体2016修订版" panose="02010600030101010101" charset="-122"/>
              <a:ea typeface="站酷快乐体2016修订版" panose="02010600030101010101" charset="-122"/>
              <a:cs typeface="仓耳渔阳体 W04" panose="02020400000000000000" charset="-122"/>
            </a:endParaRPr>
          </a:p>
        </p:txBody>
      </p:sp>
      <p:pic>
        <p:nvPicPr>
          <p:cNvPr id="68" name="Picture 68"/>
          <p:cNvPicPr>
            <a:picLocks noChangeAspect="1"/>
          </p:cNvPicPr>
          <p:nvPr>
            <p:custDataLst>
              <p:tags r:id="rId42"/>
            </p:custDataLst>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rcRect r="45888" b="46718"/>
          <a:stretch>
            <a:fillRect/>
          </a:stretch>
        </p:blipFill>
        <p:spPr>
          <a:xfrm rot="1080000">
            <a:off x="145737" y="6124728"/>
            <a:ext cx="758510" cy="820369"/>
          </a:xfrm>
          <a:prstGeom prst="rect">
            <a:avLst/>
          </a:prstGeom>
        </p:spPr>
      </p:pic>
      <p:pic>
        <p:nvPicPr>
          <p:cNvPr id="71" name="Picture 71"/>
          <p:cNvPicPr>
            <a:picLocks noChangeAspect="1"/>
          </p:cNvPicPr>
          <p:nvPr>
            <p:custDataLst>
              <p:tags r:id="rId43"/>
            </p:custDataLst>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1286584">
            <a:off x="1735398" y="6408197"/>
            <a:ext cx="883857" cy="450991"/>
          </a:xfrm>
          <a:prstGeom prst="rect">
            <a:avLst/>
          </a:prstGeom>
        </p:spPr>
      </p:pic>
      <p:sp>
        <p:nvSpPr>
          <p:cNvPr id="5" name="文本框 4"/>
          <p:cNvSpPr txBox="1"/>
          <p:nvPr/>
        </p:nvSpPr>
        <p:spPr>
          <a:xfrm>
            <a:off x="1964055" y="3816350"/>
            <a:ext cx="2292350" cy="1198880"/>
          </a:xfrm>
          <a:prstGeom prst="rect">
            <a:avLst/>
          </a:prstGeom>
          <a:noFill/>
        </p:spPr>
        <p:txBody>
          <a:bodyPr wrap="square" rtlCol="0">
            <a:spAutoFit/>
          </a:bodyPr>
          <a:p>
            <a:pPr indent="0" algn="ctr" fontAlgn="auto">
              <a:lnSpc>
                <a:spcPct val="150000"/>
              </a:lnSpc>
              <a:buFont typeface="仓耳渔阳体 W04" panose="02020400000000000000" charset="-122"/>
              <a:buNone/>
            </a:pPr>
            <a:r>
              <a:rPr lang="en-US"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sym typeface="+mn-ea"/>
              </a:rPr>
              <a:t>食品添加剂的品种、使用范围、用量 </a:t>
            </a:r>
            <a:endParaRPr lang="en-US"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a:p>
            <a:pPr indent="0" algn="ctr" fontAlgn="auto">
              <a:lnSpc>
                <a:spcPct val="150000"/>
              </a:lnSpc>
              <a:buFont typeface="仓耳渔阳体 W04" panose="02020400000000000000" charset="-122"/>
              <a:buNone/>
            </a:pPr>
            <a:endParaRPr lang="zh-CN" altLang="en-US">
              <a:cs typeface="仓耳渔阳体 W04" panose="02020400000000000000" charset="-122"/>
            </a:endParaRPr>
          </a:p>
        </p:txBody>
      </p:sp>
      <p:sp>
        <p:nvSpPr>
          <p:cNvPr id="6" name="文本框 5"/>
          <p:cNvSpPr txBox="1"/>
          <p:nvPr/>
        </p:nvSpPr>
        <p:spPr>
          <a:xfrm>
            <a:off x="2918460" y="1894840"/>
            <a:ext cx="2292350" cy="922020"/>
          </a:xfrm>
          <a:prstGeom prst="rect">
            <a:avLst/>
          </a:prstGeom>
          <a:noFill/>
        </p:spPr>
        <p:txBody>
          <a:bodyPr wrap="square" rtlCol="0">
            <a:spAutoFit/>
          </a:bodyPr>
          <a:p>
            <a:pPr indent="0" algn="ctr" fontAlgn="auto">
              <a:lnSpc>
                <a:spcPct val="150000"/>
              </a:lnSpc>
              <a:buFont typeface="仓耳渔阳体 W04" panose="02020400000000000000" charset="-122"/>
              <a:buNone/>
            </a:pPr>
            <a:r>
              <a:rPr lang="en-US"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sym typeface="+mn-ea"/>
              </a:rPr>
              <a:t>专供婴幼儿的主辅食品营养成分要求</a:t>
            </a:r>
            <a:endParaRPr lang="zh-CN" altLang="en-US">
              <a:cs typeface="仓耳渔阳体 W04" panose="02020400000000000000" charset="-122"/>
            </a:endParaRPr>
          </a:p>
        </p:txBody>
      </p:sp>
      <p:sp>
        <p:nvSpPr>
          <p:cNvPr id="7" name="文本框 6"/>
          <p:cNvSpPr txBox="1"/>
          <p:nvPr/>
        </p:nvSpPr>
        <p:spPr>
          <a:xfrm>
            <a:off x="7303770" y="1894840"/>
            <a:ext cx="2291715" cy="1198880"/>
          </a:xfrm>
          <a:prstGeom prst="rect">
            <a:avLst/>
          </a:prstGeom>
          <a:noFill/>
        </p:spPr>
        <p:txBody>
          <a:bodyPr wrap="square" rtlCol="0">
            <a:spAutoFit/>
          </a:bodyPr>
          <a:p>
            <a:pPr indent="0" algn="ctr" fontAlgn="auto">
              <a:lnSpc>
                <a:spcPct val="150000"/>
              </a:lnSpc>
              <a:buFont typeface="仓耳渔阳体 W04" panose="02020400000000000000" charset="-122"/>
              <a:buNone/>
            </a:pPr>
            <a:r>
              <a:rPr lang="en-US"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sym typeface="+mn-ea"/>
              </a:rPr>
              <a:t>营养有关的标签、标识、说明书要求</a:t>
            </a:r>
            <a:endParaRPr lang="zh-CN" altLang="en-US">
              <a:cs typeface="仓耳渔阳体 W04" panose="02020400000000000000" charset="-122"/>
            </a:endParaRPr>
          </a:p>
          <a:p>
            <a:pPr indent="0" algn="ctr" fontAlgn="auto">
              <a:lnSpc>
                <a:spcPct val="150000"/>
              </a:lnSpc>
              <a:buFont typeface="仓耳渔阳体 W04" panose="02020400000000000000" charset="-122"/>
              <a:buNone/>
            </a:pPr>
            <a:endParaRPr lang="zh-CN" altLang="en-US">
              <a:cs typeface="仓耳渔阳体 W04" panose="02020400000000000000" charset="-122"/>
            </a:endParaRPr>
          </a:p>
        </p:txBody>
      </p:sp>
      <p:sp>
        <p:nvSpPr>
          <p:cNvPr id="11" name="文本框 10"/>
          <p:cNvSpPr txBox="1"/>
          <p:nvPr/>
        </p:nvSpPr>
        <p:spPr>
          <a:xfrm>
            <a:off x="7795895" y="3816350"/>
            <a:ext cx="2291080" cy="922020"/>
          </a:xfrm>
          <a:prstGeom prst="rect">
            <a:avLst/>
          </a:prstGeom>
          <a:noFill/>
        </p:spPr>
        <p:txBody>
          <a:bodyPr wrap="square" rtlCol="0">
            <a:spAutoFit/>
          </a:bodyPr>
          <a:p>
            <a:pPr indent="0" algn="ctr" fontAlgn="auto">
              <a:lnSpc>
                <a:spcPct val="150000"/>
              </a:lnSpc>
              <a:buFont typeface="仓耳渔阳体 W04" panose="02020400000000000000" charset="-122"/>
              <a:buNone/>
            </a:pPr>
            <a:r>
              <a:rPr lang="en-US"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sym typeface="+mn-ea"/>
              </a:rPr>
              <a:t>食品中所有的添加剂必须详细列出</a:t>
            </a:r>
            <a:endParaRPr lang="zh-CN" altLang="en-US">
              <a:cs typeface="仓耳渔阳体 W04" panose="02020400000000000000" charset="-122"/>
            </a:endParaRPr>
          </a:p>
        </p:txBody>
      </p:sp>
      <p:sp>
        <p:nvSpPr>
          <p:cNvPr id="13" name="文本框 12"/>
          <p:cNvSpPr txBox="1"/>
          <p:nvPr/>
        </p:nvSpPr>
        <p:spPr>
          <a:xfrm>
            <a:off x="4949825" y="5492115"/>
            <a:ext cx="2292350" cy="922020"/>
          </a:xfrm>
          <a:prstGeom prst="rect">
            <a:avLst/>
          </a:prstGeom>
          <a:noFill/>
        </p:spPr>
        <p:txBody>
          <a:bodyPr wrap="square" rtlCol="0">
            <a:spAutoFit/>
          </a:bodyPr>
          <a:p>
            <a:pPr indent="0" algn="ctr" fontAlgn="auto">
              <a:lnSpc>
                <a:spcPct val="150000"/>
              </a:lnSpc>
              <a:buFont typeface="仓耳渔阳体 W04" panose="02020400000000000000" charset="-122"/>
              <a:buNone/>
            </a:pPr>
            <a:r>
              <a:rPr lang="en-US"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sym typeface="+mn-ea"/>
              </a:rPr>
              <a:t>食品中禁止使用非法添加的化学物质</a:t>
            </a:r>
            <a:endParaRPr lang="zh-CN" altLang="en-US">
              <a:cs typeface="仓耳渔阳体 W04" panose="02020400000000000000" charset="-122"/>
            </a:endParaRPr>
          </a:p>
        </p:txBody>
      </p:sp>
      <p:pic>
        <p:nvPicPr>
          <p:cNvPr id="17" name="Picture 2"/>
          <p:cNvPicPr>
            <a:picLocks noChangeAspect="1"/>
          </p:cNvPicPr>
          <p:nvPr>
            <p:custDataLst>
              <p:tags r:id="rId44"/>
            </p:custDataLst>
          </p:nvPr>
        </p:nvPicPr>
        <p:blipFill>
          <a:blip r:embed="rId45"/>
          <a:srcRect/>
          <a:stretch>
            <a:fillRect/>
          </a:stretch>
        </p:blipFill>
        <p:spPr>
          <a:xfrm>
            <a:off x="5072380" y="2728595"/>
            <a:ext cx="2103755" cy="2083435"/>
          </a:xfrm>
          <a:prstGeom prst="rect">
            <a:avLst/>
          </a:prstGeom>
          <a:effectLst>
            <a:outerShdw blurRad="165100" dist="139700" dir="2700000" algn="tl" rotWithShape="0">
              <a:srgbClr val="E15015">
                <a:alpha val="40000"/>
              </a:srgbClr>
            </a:outerShdw>
          </a:effectLst>
        </p:spPr>
      </p:pic>
    </p:spTree>
    <p:custDataLst>
      <p:tags r:id="rId46"/>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1EB"/>
        </a:solidFill>
        <a:effectLst/>
      </p:bgPr>
    </p:bg>
    <p:spTree>
      <p:nvGrpSpPr>
        <p:cNvPr id="1" name=""/>
        <p:cNvGrpSpPr/>
        <p:nvPr/>
      </p:nvGrpSpPr>
      <p:grpSpPr/>
      <p:sp>
        <p:nvSpPr>
          <p:cNvPr id="12" name="任意多边形 11"/>
          <p:cNvSpPr/>
          <p:nvPr>
            <p:custDataLst>
              <p:tags r:id="rId1"/>
            </p:custDataLst>
          </p:nvPr>
        </p:nvSpPr>
        <p:spPr>
          <a:xfrm flipH="1">
            <a:off x="0" y="-13970"/>
            <a:ext cx="2139950" cy="1375410"/>
          </a:xfrm>
          <a:custGeom>
            <a:avLst/>
            <a:gdLst>
              <a:gd name="connsiteX0" fmla="*/ 16 w 5020"/>
              <a:gd name="connsiteY0" fmla="*/ 206 h 3666"/>
              <a:gd name="connsiteX1" fmla="*/ 39 w 5020"/>
              <a:gd name="connsiteY1" fmla="*/ 684 h 3666"/>
              <a:gd name="connsiteX2" fmla="*/ 404 w 5020"/>
              <a:gd name="connsiteY2" fmla="*/ 1139 h 3666"/>
              <a:gd name="connsiteX3" fmla="*/ 231 w 5020"/>
              <a:gd name="connsiteY3" fmla="*/ 2544 h 3666"/>
              <a:gd name="connsiteX4" fmla="*/ 847 w 5020"/>
              <a:gd name="connsiteY4" fmla="*/ 3138 h 3666"/>
              <a:gd name="connsiteX5" fmla="*/ 2038 w 5020"/>
              <a:gd name="connsiteY5" fmla="*/ 3345 h 3666"/>
              <a:gd name="connsiteX6" fmla="*/ 3523 w 5020"/>
              <a:gd name="connsiteY6" fmla="*/ 3665 h 3666"/>
              <a:gd name="connsiteX7" fmla="*/ 4791 w 5020"/>
              <a:gd name="connsiteY7" fmla="*/ 3276 h 3666"/>
              <a:gd name="connsiteX8" fmla="*/ 4928 w 5020"/>
              <a:gd name="connsiteY8" fmla="*/ 0 h 3666"/>
              <a:gd name="connsiteX9" fmla="*/ 16 w 5020"/>
              <a:gd name="connsiteY9" fmla="*/ 206 h 3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30" h="3460">
                <a:moveTo>
                  <a:pt x="16" y="0"/>
                </a:moveTo>
                <a:lnTo>
                  <a:pt x="4730" y="0"/>
                </a:lnTo>
                <a:lnTo>
                  <a:pt x="4730" y="3100"/>
                </a:lnTo>
                <a:lnTo>
                  <a:pt x="4707" y="3112"/>
                </a:lnTo>
                <a:cubicBezTo>
                  <a:pt x="4294" y="3323"/>
                  <a:pt x="3957" y="3436"/>
                  <a:pt x="3523" y="3458"/>
                </a:cubicBezTo>
                <a:cubicBezTo>
                  <a:pt x="3060" y="3482"/>
                  <a:pt x="2320" y="3251"/>
                  <a:pt x="2038" y="3138"/>
                </a:cubicBezTo>
                <a:cubicBezTo>
                  <a:pt x="1756" y="3025"/>
                  <a:pt x="1167" y="3000"/>
                  <a:pt x="847" y="2931"/>
                </a:cubicBezTo>
                <a:cubicBezTo>
                  <a:pt x="527" y="2862"/>
                  <a:pt x="288" y="2634"/>
                  <a:pt x="231" y="2337"/>
                </a:cubicBezTo>
                <a:cubicBezTo>
                  <a:pt x="174" y="2040"/>
                  <a:pt x="489" y="1240"/>
                  <a:pt x="404" y="932"/>
                </a:cubicBezTo>
                <a:cubicBezTo>
                  <a:pt x="319" y="624"/>
                  <a:pt x="108" y="650"/>
                  <a:pt x="39" y="477"/>
                </a:cubicBezTo>
                <a:cubicBezTo>
                  <a:pt x="-28" y="309"/>
                  <a:pt x="11" y="101"/>
                  <a:pt x="15" y="8"/>
                </a:cubicBezTo>
                <a:lnTo>
                  <a:pt x="16" y="0"/>
                </a:lnTo>
                <a:close/>
              </a:path>
            </a:pathLst>
          </a:custGeom>
          <a:solidFill>
            <a:srgbClr val="E9BE8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5" name="任意多边形 14"/>
          <p:cNvSpPr/>
          <p:nvPr>
            <p:custDataLst>
              <p:tags r:id="rId2"/>
            </p:custDataLst>
          </p:nvPr>
        </p:nvSpPr>
        <p:spPr>
          <a:xfrm flipH="1">
            <a:off x="-406400" y="-65405"/>
            <a:ext cx="2389505" cy="1477645"/>
          </a:xfrm>
          <a:custGeom>
            <a:avLst/>
            <a:gdLst>
              <a:gd name="connsiteX0" fmla="*/ 0 w 6373"/>
              <a:gd name="connsiteY0" fmla="*/ 226 h 3921"/>
              <a:gd name="connsiteX1" fmla="*/ 468 w 6373"/>
              <a:gd name="connsiteY1" fmla="*/ 797 h 3921"/>
              <a:gd name="connsiteX2" fmla="*/ 1748 w 6373"/>
              <a:gd name="connsiteY2" fmla="*/ 1122 h 3921"/>
              <a:gd name="connsiteX3" fmla="*/ 2193 w 6373"/>
              <a:gd name="connsiteY3" fmla="*/ 2161 h 3921"/>
              <a:gd name="connsiteX4" fmla="*/ 3175 w 6373"/>
              <a:gd name="connsiteY4" fmla="*/ 3315 h 3921"/>
              <a:gd name="connsiteX5" fmla="*/ 4980 w 6373"/>
              <a:gd name="connsiteY5" fmla="*/ 3909 h 3921"/>
              <a:gd name="connsiteX6" fmla="*/ 6294 w 6373"/>
              <a:gd name="connsiteY6" fmla="*/ 3687 h 3921"/>
              <a:gd name="connsiteX7" fmla="*/ 6373 w 6373"/>
              <a:gd name="connsiteY7" fmla="*/ 0 h 3921"/>
              <a:gd name="connsiteX8" fmla="*/ 0 w 6373"/>
              <a:gd name="connsiteY8" fmla="*/ 226 h 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74" h="3716">
                <a:moveTo>
                  <a:pt x="592" y="0"/>
                </a:moveTo>
                <a:lnTo>
                  <a:pt x="6202" y="0"/>
                </a:lnTo>
                <a:lnTo>
                  <a:pt x="6274" y="0"/>
                </a:lnTo>
                <a:lnTo>
                  <a:pt x="6274" y="3491"/>
                </a:lnTo>
                <a:lnTo>
                  <a:pt x="6257" y="3499"/>
                </a:lnTo>
                <a:cubicBezTo>
                  <a:pt x="5873" y="3675"/>
                  <a:pt x="5545" y="3748"/>
                  <a:pt x="4980" y="3704"/>
                </a:cubicBezTo>
                <a:cubicBezTo>
                  <a:pt x="4397" y="3659"/>
                  <a:pt x="3678" y="3419"/>
                  <a:pt x="3175" y="3110"/>
                </a:cubicBezTo>
                <a:cubicBezTo>
                  <a:pt x="2672" y="2801"/>
                  <a:pt x="2361" y="2326"/>
                  <a:pt x="2193" y="1956"/>
                </a:cubicBezTo>
                <a:cubicBezTo>
                  <a:pt x="2025" y="1586"/>
                  <a:pt x="1931" y="1082"/>
                  <a:pt x="1748" y="917"/>
                </a:cubicBezTo>
                <a:cubicBezTo>
                  <a:pt x="1565" y="752"/>
                  <a:pt x="813" y="754"/>
                  <a:pt x="468" y="592"/>
                </a:cubicBezTo>
                <a:cubicBezTo>
                  <a:pt x="123" y="430"/>
                  <a:pt x="80" y="289"/>
                  <a:pt x="0" y="21"/>
                </a:cubicBezTo>
                <a:lnTo>
                  <a:pt x="592" y="0"/>
                </a:lnTo>
                <a:close/>
              </a:path>
            </a:pathLst>
          </a:custGeom>
          <a:noFill/>
          <a:ln>
            <a:solidFill>
              <a:schemeClr val="bg1"/>
            </a:solidFill>
          </a:ln>
          <a:extLst>
            <a:ext uri="{909E8E84-426E-40DD-AFC4-6F175D3DCCD1}">
              <a14:hiddenFill xmlns:a14="http://schemas.microsoft.com/office/drawing/2010/main">
                <a:solidFill>
                  <a:schemeClr val="accent1">
                    <a:alpha val="28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9" name="任意多边形 18"/>
          <p:cNvSpPr/>
          <p:nvPr>
            <p:custDataLst>
              <p:tags r:id="rId3"/>
            </p:custDataLst>
          </p:nvPr>
        </p:nvSpPr>
        <p:spPr>
          <a:xfrm>
            <a:off x="-69850" y="6213102"/>
            <a:ext cx="2057063" cy="661408"/>
          </a:xfrm>
          <a:custGeom>
            <a:avLst/>
            <a:gdLst>
              <a:gd name="connsiteX0" fmla="*/ 1712 w 8295"/>
              <a:gd name="connsiteY0" fmla="*/ 1303 h 3164"/>
              <a:gd name="connsiteX1" fmla="*/ 3081 w 8295"/>
              <a:gd name="connsiteY1" fmla="*/ 1634 h 3164"/>
              <a:gd name="connsiteX2" fmla="*/ 5390 w 8295"/>
              <a:gd name="connsiteY2" fmla="*/ 252 h 3164"/>
              <a:gd name="connsiteX3" fmla="*/ 7514 w 8295"/>
              <a:gd name="connsiteY3" fmla="*/ 903 h 3164"/>
              <a:gd name="connsiteX4" fmla="*/ 8256 w 8295"/>
              <a:gd name="connsiteY4" fmla="*/ 2228 h 3164"/>
              <a:gd name="connsiteX5" fmla="*/ 614 w 8295"/>
              <a:gd name="connsiteY5" fmla="*/ 3164 h 3164"/>
              <a:gd name="connsiteX6" fmla="*/ 0 w 8295"/>
              <a:gd name="connsiteY6" fmla="*/ 2159 h 3164"/>
              <a:gd name="connsiteX7" fmla="*/ 125 w 8295"/>
              <a:gd name="connsiteY7" fmla="*/ 0 h 3164"/>
              <a:gd name="connsiteX8" fmla="*/ 1712 w 8295"/>
              <a:gd name="connsiteY8" fmla="*/ 1303 h 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39" h="1042">
                <a:moveTo>
                  <a:pt x="1445" y="0"/>
                </a:moveTo>
                <a:cubicBezTo>
                  <a:pt x="2037" y="1"/>
                  <a:pt x="2293" y="70"/>
                  <a:pt x="2704" y="364"/>
                </a:cubicBezTo>
                <a:cubicBezTo>
                  <a:pt x="3116" y="657"/>
                  <a:pt x="3276" y="847"/>
                  <a:pt x="3232" y="1040"/>
                </a:cubicBezTo>
                <a:lnTo>
                  <a:pt x="3232" y="1042"/>
                </a:lnTo>
                <a:lnTo>
                  <a:pt x="0" y="1042"/>
                </a:lnTo>
                <a:lnTo>
                  <a:pt x="0" y="574"/>
                </a:lnTo>
                <a:lnTo>
                  <a:pt x="16" y="562"/>
                </a:lnTo>
                <a:cubicBezTo>
                  <a:pt x="321" y="337"/>
                  <a:pt x="755" y="10"/>
                  <a:pt x="1250" y="2"/>
                </a:cubicBezTo>
                <a:cubicBezTo>
                  <a:pt x="1319" y="1"/>
                  <a:pt x="1383" y="0"/>
                  <a:pt x="1445" y="0"/>
                </a:cubicBezTo>
                <a:close/>
              </a:path>
            </a:pathLst>
          </a:custGeom>
          <a:solidFill>
            <a:srgbClr val="E9BE8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22" name="任意多边形 21"/>
          <p:cNvSpPr/>
          <p:nvPr>
            <p:custDataLst>
              <p:tags r:id="rId4"/>
            </p:custDataLst>
          </p:nvPr>
        </p:nvSpPr>
        <p:spPr>
          <a:xfrm>
            <a:off x="-51435" y="6292981"/>
            <a:ext cx="1874520" cy="589784"/>
          </a:xfrm>
          <a:custGeom>
            <a:avLst/>
            <a:gdLst>
              <a:gd name="connsiteX0" fmla="*/ 679 w 8465"/>
              <a:gd name="connsiteY0" fmla="*/ 4 h 2284"/>
              <a:gd name="connsiteX1" fmla="*/ 2269 w 8465"/>
              <a:gd name="connsiteY1" fmla="*/ 1424 h 2284"/>
              <a:gd name="connsiteX2" fmla="*/ 3882 w 8465"/>
              <a:gd name="connsiteY2" fmla="*/ 1211 h 2284"/>
              <a:gd name="connsiteX3" fmla="*/ 5692 w 8465"/>
              <a:gd name="connsiteY3" fmla="*/ 138 h 2284"/>
              <a:gd name="connsiteX4" fmla="*/ 7562 w 8465"/>
              <a:gd name="connsiteY4" fmla="*/ 679 h 2284"/>
              <a:gd name="connsiteX5" fmla="*/ 8465 w 8465"/>
              <a:gd name="connsiteY5" fmla="*/ 1844 h 2284"/>
              <a:gd name="connsiteX6" fmla="*/ 0 w 8465"/>
              <a:gd name="connsiteY6" fmla="*/ 2284 h 2284"/>
              <a:gd name="connsiteX7" fmla="*/ 679 w 8465"/>
              <a:gd name="connsiteY7" fmla="*/ 4 h 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2" h="929">
                <a:moveTo>
                  <a:pt x="1289" y="0"/>
                </a:moveTo>
                <a:cubicBezTo>
                  <a:pt x="1665" y="2"/>
                  <a:pt x="1948" y="90"/>
                  <a:pt x="2349" y="308"/>
                </a:cubicBezTo>
                <a:cubicBezTo>
                  <a:pt x="2795" y="551"/>
                  <a:pt x="2857" y="764"/>
                  <a:pt x="2949" y="924"/>
                </a:cubicBezTo>
                <a:lnTo>
                  <a:pt x="2952" y="929"/>
                </a:lnTo>
                <a:lnTo>
                  <a:pt x="0" y="929"/>
                </a:lnTo>
                <a:lnTo>
                  <a:pt x="0" y="508"/>
                </a:lnTo>
                <a:lnTo>
                  <a:pt x="34" y="487"/>
                </a:lnTo>
                <a:cubicBezTo>
                  <a:pt x="336" y="296"/>
                  <a:pt x="666" y="35"/>
                  <a:pt x="1069" y="7"/>
                </a:cubicBezTo>
                <a:cubicBezTo>
                  <a:pt x="1146" y="2"/>
                  <a:pt x="1219" y="0"/>
                  <a:pt x="1289" y="0"/>
                </a:cubicBezTo>
                <a:close/>
              </a:path>
            </a:pathLst>
          </a:custGeom>
          <a:noFill/>
          <a:ln>
            <a:solidFill>
              <a:schemeClr val="bg1"/>
            </a:solidFill>
          </a:ln>
          <a:extLst>
            <a:ext uri="{909E8E84-426E-40DD-AFC4-6F175D3DCCD1}">
              <a14:hiddenFill xmlns:a14="http://schemas.microsoft.com/office/drawing/2010/main">
                <a:solidFill>
                  <a:schemeClr val="accent1">
                    <a:alpha val="24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25" name="任意多边形 24"/>
          <p:cNvSpPr/>
          <p:nvPr>
            <p:custDataLst>
              <p:tags r:id="rId5"/>
            </p:custDataLst>
          </p:nvPr>
        </p:nvSpPr>
        <p:spPr>
          <a:xfrm>
            <a:off x="10253980" y="5824855"/>
            <a:ext cx="1938020" cy="1033145"/>
          </a:xfrm>
          <a:custGeom>
            <a:avLst/>
            <a:gdLst>
              <a:gd name="connsiteX0" fmla="*/ 0 w 6333"/>
              <a:gd name="connsiteY0" fmla="*/ 2920 h 4147"/>
              <a:gd name="connsiteX1" fmla="*/ 1240 w 6333"/>
              <a:gd name="connsiteY1" fmla="*/ 773 h 4147"/>
              <a:gd name="connsiteX2" fmla="*/ 3253 w 6333"/>
              <a:gd name="connsiteY2" fmla="*/ 240 h 4147"/>
              <a:gd name="connsiteX3" fmla="*/ 5147 w 6333"/>
              <a:gd name="connsiteY3" fmla="*/ 506 h 4147"/>
              <a:gd name="connsiteX4" fmla="*/ 6160 w 6333"/>
              <a:gd name="connsiteY4" fmla="*/ 0 h 4147"/>
              <a:gd name="connsiteX5" fmla="*/ 6333 w 6333"/>
              <a:gd name="connsiteY5" fmla="*/ 4147 h 4147"/>
              <a:gd name="connsiteX6" fmla="*/ 0 w 6333"/>
              <a:gd name="connsiteY6" fmla="*/ 2920 h 4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4" h="2912">
                <a:moveTo>
                  <a:pt x="6074" y="0"/>
                </a:moveTo>
                <a:lnTo>
                  <a:pt x="6074" y="2912"/>
                </a:lnTo>
                <a:lnTo>
                  <a:pt x="5" y="2912"/>
                </a:lnTo>
                <a:lnTo>
                  <a:pt x="0" y="2911"/>
                </a:lnTo>
                <a:cubicBezTo>
                  <a:pt x="107" y="2257"/>
                  <a:pt x="461" y="1324"/>
                  <a:pt x="1240" y="764"/>
                </a:cubicBezTo>
                <a:cubicBezTo>
                  <a:pt x="2019" y="204"/>
                  <a:pt x="2599" y="271"/>
                  <a:pt x="3253" y="231"/>
                </a:cubicBezTo>
                <a:cubicBezTo>
                  <a:pt x="3907" y="191"/>
                  <a:pt x="4627" y="590"/>
                  <a:pt x="5147" y="497"/>
                </a:cubicBezTo>
                <a:cubicBezTo>
                  <a:pt x="5618" y="413"/>
                  <a:pt x="5782" y="66"/>
                  <a:pt x="6067" y="1"/>
                </a:cubicBezTo>
                <a:lnTo>
                  <a:pt x="6074" y="0"/>
                </a:lnTo>
                <a:close/>
              </a:path>
            </a:pathLst>
          </a:custGeom>
          <a:solidFill>
            <a:srgbClr val="EFD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4" name="任意多边形 3"/>
          <p:cNvSpPr/>
          <p:nvPr>
            <p:custDataLst>
              <p:tags r:id="rId6"/>
            </p:custDataLst>
          </p:nvPr>
        </p:nvSpPr>
        <p:spPr>
          <a:xfrm flipH="1" flipV="1">
            <a:off x="10652760" y="6007735"/>
            <a:ext cx="1670685" cy="850900"/>
          </a:xfrm>
          <a:custGeom>
            <a:avLst/>
            <a:gdLst>
              <a:gd name="connsiteX0" fmla="*/ 0 w 5143"/>
              <a:gd name="connsiteY0" fmla="*/ 0 h 4554"/>
              <a:gd name="connsiteX1" fmla="*/ 5143 w 5143"/>
              <a:gd name="connsiteY1" fmla="*/ 0 h 4554"/>
              <a:gd name="connsiteX2" fmla="*/ 5141 w 5143"/>
              <a:gd name="connsiteY2" fmla="*/ 11 h 4554"/>
              <a:gd name="connsiteX3" fmla="*/ 4681 w 5143"/>
              <a:gd name="connsiteY3" fmla="*/ 989 h 4554"/>
              <a:gd name="connsiteX4" fmla="*/ 3207 w 5143"/>
              <a:gd name="connsiteY4" fmla="*/ 1914 h 4554"/>
              <a:gd name="connsiteX5" fmla="*/ 2475 w 5143"/>
              <a:gd name="connsiteY5" fmla="*/ 4088 h 4554"/>
              <a:gd name="connsiteX6" fmla="*/ 922 w 5143"/>
              <a:gd name="connsiteY6" fmla="*/ 4545 h 4554"/>
              <a:gd name="connsiteX7" fmla="*/ 22 w 5143"/>
              <a:gd name="connsiteY7" fmla="*/ 4257 h 4554"/>
              <a:gd name="connsiteX8" fmla="*/ 0 w 5143"/>
              <a:gd name="connsiteY8" fmla="*/ 0 h 4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3" h="4554">
                <a:moveTo>
                  <a:pt x="0" y="0"/>
                </a:moveTo>
                <a:lnTo>
                  <a:pt x="5143" y="0"/>
                </a:lnTo>
                <a:lnTo>
                  <a:pt x="5141" y="11"/>
                </a:lnTo>
                <a:cubicBezTo>
                  <a:pt x="5110" y="197"/>
                  <a:pt x="5088" y="582"/>
                  <a:pt x="4681" y="989"/>
                </a:cubicBezTo>
                <a:cubicBezTo>
                  <a:pt x="4247" y="1423"/>
                  <a:pt x="3573" y="1617"/>
                  <a:pt x="3207" y="1914"/>
                </a:cubicBezTo>
                <a:cubicBezTo>
                  <a:pt x="2841" y="2211"/>
                  <a:pt x="2989" y="3585"/>
                  <a:pt x="2475" y="4088"/>
                </a:cubicBezTo>
                <a:cubicBezTo>
                  <a:pt x="1961" y="4591"/>
                  <a:pt x="1379" y="4567"/>
                  <a:pt x="922" y="4545"/>
                </a:cubicBezTo>
                <a:cubicBezTo>
                  <a:pt x="465" y="4523"/>
                  <a:pt x="375" y="4352"/>
                  <a:pt x="22" y="4257"/>
                </a:cubicBezTo>
                <a:lnTo>
                  <a:pt x="0" y="0"/>
                </a:lnTo>
                <a:close/>
              </a:path>
            </a:pathLst>
          </a:custGeom>
          <a:noFill/>
          <a:ln w="9525">
            <a:solidFill>
              <a:schemeClr val="bg1"/>
            </a:solidFill>
          </a:ln>
          <a:extLst>
            <a:ext uri="{909E8E84-426E-40DD-AFC4-6F175D3DCCD1}">
              <a14:hiddenFill xmlns:a14="http://schemas.microsoft.com/office/drawing/2010/main">
                <a:solidFill>
                  <a:schemeClr val="accent1">
                    <a:alpha val="46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8" name="椭圆 17"/>
          <p:cNvSpPr/>
          <p:nvPr/>
        </p:nvSpPr>
        <p:spPr>
          <a:xfrm>
            <a:off x="207645" y="5374005"/>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1" name="椭圆 20"/>
          <p:cNvSpPr/>
          <p:nvPr>
            <p:custDataLst>
              <p:tags r:id="rId7"/>
            </p:custDataLst>
          </p:nvPr>
        </p:nvSpPr>
        <p:spPr>
          <a:xfrm>
            <a:off x="0" y="5103495"/>
            <a:ext cx="474980" cy="454660"/>
          </a:xfrm>
          <a:prstGeom prst="ellipse">
            <a:avLst/>
          </a:prstGeom>
          <a:solidFill>
            <a:srgbClr val="EFAD3A"/>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4" name="椭圆 23"/>
          <p:cNvSpPr/>
          <p:nvPr>
            <p:custDataLst>
              <p:tags r:id="rId8"/>
            </p:custDataLst>
          </p:nvPr>
        </p:nvSpPr>
        <p:spPr>
          <a:xfrm>
            <a:off x="11031855" y="1426845"/>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pic>
        <p:nvPicPr>
          <p:cNvPr id="3" name="Picture 69"/>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a:fillRect/>
          </a:stretch>
        </p:blipFill>
        <p:spPr>
          <a:xfrm rot="18760219">
            <a:off x="9686290" y="6017260"/>
            <a:ext cx="908050" cy="558165"/>
          </a:xfrm>
          <a:prstGeom prst="rect">
            <a:avLst/>
          </a:prstGeom>
        </p:spPr>
      </p:pic>
      <p:pic>
        <p:nvPicPr>
          <p:cNvPr id="16" name="Picture 68"/>
          <p:cNvPicPr>
            <a:picLocks noChangeAspect="1"/>
          </p:cNvPicPr>
          <p:nvPr>
            <p:custDataLst>
              <p:tags r:id="rId12"/>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r="45888" b="46718"/>
          <a:stretch>
            <a:fillRect/>
          </a:stretch>
        </p:blipFill>
        <p:spPr>
          <a:xfrm rot="5400000">
            <a:off x="30802" y="936143"/>
            <a:ext cx="758510" cy="820369"/>
          </a:xfrm>
          <a:prstGeom prst="rect">
            <a:avLst/>
          </a:prstGeom>
        </p:spPr>
      </p:pic>
      <p:pic>
        <p:nvPicPr>
          <p:cNvPr id="29" name="Picture 72"/>
          <p:cNvPicPr>
            <a:picLocks noChangeAspect="1"/>
          </p:cNvPicPr>
          <p:nvPr>
            <p:custDataLst>
              <p:tags r:id="rId15"/>
            </p:custDataLst>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a:stretch>
            <a:fillRect/>
          </a:stretch>
        </p:blipFill>
        <p:spPr>
          <a:xfrm rot="-1815464">
            <a:off x="26798" y="5772384"/>
            <a:ext cx="948074" cy="361623"/>
          </a:xfrm>
          <a:prstGeom prst="rect">
            <a:avLst/>
          </a:prstGeom>
        </p:spPr>
      </p:pic>
      <p:pic>
        <p:nvPicPr>
          <p:cNvPr id="33" name="Picture 2"/>
          <p:cNvPicPr>
            <a:picLocks noChangeAspect="1"/>
          </p:cNvPicPr>
          <p:nvPr>
            <p:custDataLst>
              <p:tags r:id="rId18"/>
            </p:custDataLst>
          </p:nvPr>
        </p:nvPicPr>
        <p:blipFill>
          <a:blip r:embed="rId19"/>
          <a:srcRect/>
          <a:stretch>
            <a:fillRect/>
          </a:stretch>
        </p:blipFill>
        <p:spPr>
          <a:xfrm flipH="1">
            <a:off x="227330" y="45085"/>
            <a:ext cx="1595755" cy="1377950"/>
          </a:xfrm>
          <a:prstGeom prst="rect">
            <a:avLst/>
          </a:prstGeom>
        </p:spPr>
      </p:pic>
      <p:pic>
        <p:nvPicPr>
          <p:cNvPr id="34" name="Picture 72"/>
          <p:cNvPicPr>
            <a:picLocks noChangeAspect="1"/>
          </p:cNvPicPr>
          <p:nvPr>
            <p:custDataLst>
              <p:tags r:id="rId20"/>
            </p:custDataLst>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rcRect/>
          <a:stretch>
            <a:fillRect/>
          </a:stretch>
        </p:blipFill>
        <p:spPr>
          <a:xfrm rot="5204533">
            <a:off x="1989583" y="302494"/>
            <a:ext cx="948074" cy="361623"/>
          </a:xfrm>
          <a:prstGeom prst="rect">
            <a:avLst/>
          </a:prstGeom>
        </p:spPr>
      </p:pic>
      <p:pic>
        <p:nvPicPr>
          <p:cNvPr id="14" name="Picture 5"/>
          <p:cNvPicPr>
            <a:picLocks noChangeAspect="1"/>
          </p:cNvPicPr>
          <p:nvPr>
            <p:custDataLst>
              <p:tags r:id="rId21"/>
            </p:custDataLst>
          </p:nvPr>
        </p:nvPicPr>
        <p:blipFill>
          <a:blip r:embed="rId22"/>
          <a:srcRect/>
          <a:stretch>
            <a:fillRect/>
          </a:stretch>
        </p:blipFill>
        <p:spPr>
          <a:xfrm>
            <a:off x="9732645" y="80645"/>
            <a:ext cx="331470" cy="359410"/>
          </a:xfrm>
          <a:prstGeom prst="rect">
            <a:avLst/>
          </a:prstGeom>
        </p:spPr>
      </p:pic>
      <p:sp>
        <p:nvSpPr>
          <p:cNvPr id="20" name="TextBox 20"/>
          <p:cNvSpPr txBox="1"/>
          <p:nvPr>
            <p:custDataLst>
              <p:tags r:id="rId23"/>
            </p:custDataLst>
          </p:nvPr>
        </p:nvSpPr>
        <p:spPr>
          <a:xfrm>
            <a:off x="10100310" y="142240"/>
            <a:ext cx="1920240" cy="379730"/>
          </a:xfrm>
          <a:prstGeom prst="rect">
            <a:avLst/>
          </a:prstGeom>
        </p:spPr>
        <p:txBody>
          <a:bodyPr lIns="0" tIns="0" rIns="0" bIns="0" rtlCol="0" anchor="t">
            <a:noAutofit/>
          </a:bodyPr>
          <a:p>
            <a:pPr indent="0" algn="ctr" fontAlgn="auto">
              <a:lnSpc>
                <a:spcPct val="100000"/>
              </a:lnSpc>
            </a:pPr>
            <a:r>
              <a:rPr lang="zh-CN" altLang="en-US" sz="2000">
                <a:solidFill>
                  <a:schemeClr val="tx1">
                    <a:lumMod val="65000"/>
                    <a:lumOff val="35000"/>
                  </a:schemeClr>
                </a:solidFill>
                <a:latin typeface="站酷快乐体2016修订版" panose="02010600030101010101" charset="-122"/>
                <a:ea typeface="站酷快乐体2016修订版" panose="02010600030101010101" charset="-122"/>
                <a:cs typeface="仓耳渔阳体 W04" panose="02020400000000000000" charset="-122"/>
              </a:rPr>
              <a:t>食品安全的标准</a:t>
            </a:r>
            <a:endParaRPr lang="zh-CN" altLang="en-US" sz="2000">
              <a:solidFill>
                <a:schemeClr val="tx1">
                  <a:lumMod val="65000"/>
                  <a:lumOff val="35000"/>
                </a:schemeClr>
              </a:solidFill>
              <a:latin typeface="站酷快乐体2016修订版" panose="02010600030101010101" charset="-122"/>
              <a:ea typeface="站酷快乐体2016修订版" panose="02010600030101010101" charset="-122"/>
              <a:cs typeface="仓耳渔阳体 W04" panose="02020400000000000000" charset="-122"/>
            </a:endParaRPr>
          </a:p>
        </p:txBody>
      </p:sp>
      <p:sp>
        <p:nvSpPr>
          <p:cNvPr id="27" name="TextBox 15"/>
          <p:cNvSpPr txBox="1"/>
          <p:nvPr>
            <p:custDataLst>
              <p:tags r:id="rId24"/>
            </p:custDataLst>
          </p:nvPr>
        </p:nvSpPr>
        <p:spPr>
          <a:xfrm>
            <a:off x="4267835" y="807326"/>
            <a:ext cx="6504721" cy="984250"/>
          </a:xfrm>
          <a:prstGeom prst="rect">
            <a:avLst/>
          </a:prstGeom>
        </p:spPr>
        <p:txBody>
          <a:bodyPr wrap="square" lIns="0" tIns="0" rIns="0" bIns="0" rtlCol="0" anchor="t">
            <a:spAutoFit/>
          </a:bodyPr>
          <a:p>
            <a:pPr algn="l">
              <a:lnSpc>
                <a:spcPts val="7675"/>
              </a:lnSpc>
              <a:spcBef>
                <a:spcPct val="0"/>
              </a:spcBef>
            </a:pPr>
            <a:r>
              <a:rPr lang="zh-CN" altLang="en-US" sz="4000">
                <a:solidFill>
                  <a:srgbClr val="9B5836"/>
                </a:solidFill>
                <a:latin typeface="站酷快乐体2016修订版" panose="02010600030101010101" charset="-122"/>
                <a:ea typeface="站酷快乐体2016修订版" panose="02010600030101010101" charset="-122"/>
                <a:cs typeface="仓耳渔阳体 W04" panose="02020400000000000000" charset="-122"/>
              </a:rPr>
              <a:t>安全标识</a:t>
            </a:r>
            <a:endParaRPr lang="zh-CN" altLang="en-US" sz="4000">
              <a:solidFill>
                <a:srgbClr val="9B5836"/>
              </a:solidFill>
              <a:latin typeface="站酷快乐体2016修订版" panose="02010600030101010101" charset="-122"/>
              <a:ea typeface="站酷快乐体2016修订版" panose="02010600030101010101" charset="-122"/>
              <a:cs typeface="仓耳渔阳体 W04" panose="02020400000000000000" charset="-122"/>
            </a:endParaRPr>
          </a:p>
        </p:txBody>
      </p:sp>
      <p:sp>
        <p:nvSpPr>
          <p:cNvPr id="44" name="TextBox 16"/>
          <p:cNvSpPr txBox="1"/>
          <p:nvPr>
            <p:custDataLst>
              <p:tags r:id="rId25"/>
            </p:custDataLst>
          </p:nvPr>
        </p:nvSpPr>
        <p:spPr>
          <a:xfrm>
            <a:off x="4267835" y="1972945"/>
            <a:ext cx="7058660" cy="3323590"/>
          </a:xfrm>
          <a:prstGeom prst="rect">
            <a:avLst/>
          </a:prstGeom>
        </p:spPr>
        <p:txBody>
          <a:bodyPr wrap="square" lIns="0" tIns="0" rIns="0" bIns="0" rtlCol="0" anchor="t">
            <a:spAutoFit/>
          </a:bodyPr>
          <a:p>
            <a:pPr indent="0" algn="just" fontAlgn="auto">
              <a:lnSpc>
                <a:spcPct val="150000"/>
              </a:lnSpc>
            </a:pPr>
            <a:r>
              <a:rPr lang="en-US"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QS是英文Quality Safety（质量安全）的缩写，获得食品质量安全生产许可证的企业，其生产加工的食品经出厂检验合格的，在出厂销售之前，必须在最小销售单元的食品包装上标注由国家统一制定的食品质量安全生产许可证编号并加印或者加贴食品质量安全市场准入标志“QS”。该标志由“QS”和“质量安全”中文字样组成。标志主色调为蓝色，字母“Q”与“质量安全”四个中文字样为蓝色，字母“S”为白色。加贴（印）有“QS”标志的食品，即意味着该食品符合了质量安全的基本要求。</a:t>
            </a:r>
            <a:endParaRPr lang="en-US"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p:txBody>
      </p:sp>
      <p:pic>
        <p:nvPicPr>
          <p:cNvPr id="68" name="Picture 68"/>
          <p:cNvPicPr>
            <a:picLocks noChangeAspect="1"/>
          </p:cNvPicPr>
          <p:nvPr>
            <p:custDataLst>
              <p:tags r:id="rId26"/>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rcRect r="45888" b="46718"/>
          <a:stretch>
            <a:fillRect/>
          </a:stretch>
        </p:blipFill>
        <p:spPr>
          <a:xfrm rot="1080000">
            <a:off x="145737" y="6124728"/>
            <a:ext cx="758510" cy="820369"/>
          </a:xfrm>
          <a:prstGeom prst="rect">
            <a:avLst/>
          </a:prstGeom>
        </p:spPr>
      </p:pic>
      <p:pic>
        <p:nvPicPr>
          <p:cNvPr id="71" name="Picture 71"/>
          <p:cNvPicPr>
            <a:picLocks noChangeAspect="1"/>
          </p:cNvPicPr>
          <p:nvPr>
            <p:custDataLst>
              <p:tags r:id="rId27"/>
            </p:custDataLst>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rcRect/>
          <a:stretch>
            <a:fillRect/>
          </a:stretch>
        </p:blipFill>
        <p:spPr>
          <a:xfrm rot="-1286584">
            <a:off x="1735398" y="6408197"/>
            <a:ext cx="883857" cy="450991"/>
          </a:xfrm>
          <a:prstGeom prst="rect">
            <a:avLst/>
          </a:prstGeom>
        </p:spPr>
      </p:pic>
      <p:grpSp>
        <p:nvGrpSpPr>
          <p:cNvPr id="7" name="组合 6"/>
          <p:cNvGrpSpPr/>
          <p:nvPr/>
        </p:nvGrpSpPr>
        <p:grpSpPr>
          <a:xfrm>
            <a:off x="6047740" y="969645"/>
            <a:ext cx="2800350" cy="720090"/>
            <a:chOff x="8123" y="3539"/>
            <a:chExt cx="4410" cy="1134"/>
          </a:xfrm>
        </p:grpSpPr>
        <p:sp>
          <p:nvSpPr>
            <p:cNvPr id="5" name="圆角矩形 4"/>
            <p:cNvSpPr/>
            <p:nvPr>
              <p:custDataLst>
                <p:tags r:id="rId30"/>
              </p:custDataLst>
            </p:nvPr>
          </p:nvSpPr>
          <p:spPr>
            <a:xfrm>
              <a:off x="8800" y="3786"/>
              <a:ext cx="3014" cy="879"/>
            </a:xfrm>
            <a:prstGeom prst="roundRect">
              <a:avLst>
                <a:gd name="adj" fmla="val 37864"/>
              </a:avLst>
            </a:prstGeom>
            <a:solidFill>
              <a:srgbClr val="EFA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6" name="TextBox 19"/>
            <p:cNvSpPr txBox="1"/>
            <p:nvPr>
              <p:custDataLst>
                <p:tags r:id="rId31"/>
              </p:custDataLst>
            </p:nvPr>
          </p:nvSpPr>
          <p:spPr>
            <a:xfrm>
              <a:off x="8123" y="3539"/>
              <a:ext cx="4411" cy="1134"/>
            </a:xfrm>
            <a:prstGeom prst="rect">
              <a:avLst/>
            </a:prstGeom>
          </p:spPr>
          <p:txBody>
            <a:bodyPr lIns="0" tIns="0" rIns="0" bIns="0" rtlCol="0" anchor="t">
              <a:noAutofit/>
            </a:bodyPr>
            <a:p>
              <a:pPr algn="ctr">
                <a:lnSpc>
                  <a:spcPts val="5105"/>
                </a:lnSpc>
              </a:pPr>
              <a:r>
                <a:rPr lang="zh-CN" sz="2000" spc="184">
                  <a:solidFill>
                    <a:schemeClr val="bg1"/>
                  </a:solidFill>
                  <a:latin typeface="仓耳渔阳体 W04" panose="02020400000000000000" charset="-122"/>
                  <a:ea typeface="仓耳渔阳体 W04" panose="02020400000000000000" charset="-122"/>
                  <a:cs typeface="仓耳渔阳体 W04" panose="02020400000000000000" charset="-122"/>
                </a:rPr>
                <a:t>质量安全标志</a:t>
              </a:r>
              <a:endParaRPr lang="zh-CN" sz="2000" spc="184">
                <a:solidFill>
                  <a:schemeClr val="bg1"/>
                </a:solidFill>
                <a:latin typeface="仓耳渔阳体 W04" panose="02020400000000000000" charset="-122"/>
                <a:ea typeface="仓耳渔阳体 W04" panose="02020400000000000000" charset="-122"/>
                <a:cs typeface="仓耳渔阳体 W04" panose="02020400000000000000" charset="-122"/>
              </a:endParaRPr>
            </a:p>
          </p:txBody>
        </p:sp>
      </p:grpSp>
      <p:pic>
        <p:nvPicPr>
          <p:cNvPr id="8" name="Picture 6"/>
          <p:cNvPicPr>
            <a:picLocks noChangeAspect="1"/>
          </p:cNvPicPr>
          <p:nvPr>
            <p:custDataLst>
              <p:tags r:id="rId32"/>
            </p:custDataLst>
          </p:nvPr>
        </p:nvPicPr>
        <p:blipFill>
          <a:blip r:embed="rId33"/>
          <a:srcRect/>
          <a:stretch>
            <a:fillRect/>
          </a:stretch>
        </p:blipFill>
        <p:spPr>
          <a:xfrm>
            <a:off x="820420" y="2240915"/>
            <a:ext cx="2870200" cy="2698115"/>
          </a:xfrm>
          <a:prstGeom prst="rect">
            <a:avLst/>
          </a:prstGeom>
          <a:effectLst>
            <a:outerShdw blurRad="152400" dist="139700" dir="2700000" algn="tl" rotWithShape="0">
              <a:srgbClr val="FFBD02">
                <a:alpha val="40000"/>
              </a:srgbClr>
            </a:outerShdw>
          </a:effectLst>
        </p:spPr>
      </p:pic>
    </p:spTree>
    <p:custDataLst>
      <p:tags r:id="rId34"/>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1EB"/>
        </a:solidFill>
        <a:effectLst/>
      </p:bgPr>
    </p:bg>
    <p:spTree>
      <p:nvGrpSpPr>
        <p:cNvPr id="1" name=""/>
        <p:cNvGrpSpPr/>
        <p:nvPr/>
      </p:nvGrpSpPr>
      <p:grpSpPr/>
      <p:sp>
        <p:nvSpPr>
          <p:cNvPr id="6" name="任意多边形 5"/>
          <p:cNvSpPr/>
          <p:nvPr>
            <p:custDataLst>
              <p:tags r:id="rId1"/>
            </p:custDataLst>
          </p:nvPr>
        </p:nvSpPr>
        <p:spPr>
          <a:xfrm>
            <a:off x="0" y="0"/>
            <a:ext cx="3523945" cy="3014657"/>
          </a:xfrm>
          <a:custGeom>
            <a:avLst/>
            <a:gdLst>
              <a:gd name="connsiteX0" fmla="*/ 5595 w 5640"/>
              <a:gd name="connsiteY0" fmla="*/ 203 h 4952"/>
              <a:gd name="connsiteX1" fmla="*/ 5070 w 5640"/>
              <a:gd name="connsiteY1" fmla="*/ 2031 h 4952"/>
              <a:gd name="connsiteX2" fmla="*/ 3162 w 5640"/>
              <a:gd name="connsiteY2" fmla="*/ 2750 h 4952"/>
              <a:gd name="connsiteX3" fmla="*/ 2032 w 5640"/>
              <a:gd name="connsiteY3" fmla="*/ 4349 h 4952"/>
              <a:gd name="connsiteX4" fmla="*/ 46 w 5640"/>
              <a:gd name="connsiteY4" fmla="*/ 4783 h 4952"/>
              <a:gd name="connsiteX5" fmla="*/ 0 w 5640"/>
              <a:gd name="connsiteY5" fmla="*/ 0 h 4952"/>
              <a:gd name="connsiteX6" fmla="*/ 5595 w 5640"/>
              <a:gd name="connsiteY6" fmla="*/ 203 h 4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0" h="4747">
                <a:moveTo>
                  <a:pt x="0" y="0"/>
                </a:moveTo>
                <a:lnTo>
                  <a:pt x="5505" y="0"/>
                </a:lnTo>
                <a:lnTo>
                  <a:pt x="5510" y="17"/>
                </a:lnTo>
                <a:cubicBezTo>
                  <a:pt x="5636" y="426"/>
                  <a:pt x="5458" y="1325"/>
                  <a:pt x="4979" y="1826"/>
                </a:cubicBezTo>
                <a:cubicBezTo>
                  <a:pt x="4492" y="2335"/>
                  <a:pt x="3506" y="2362"/>
                  <a:pt x="3071" y="2545"/>
                </a:cubicBezTo>
                <a:cubicBezTo>
                  <a:pt x="2636" y="2728"/>
                  <a:pt x="2546" y="3515"/>
                  <a:pt x="1941" y="4144"/>
                </a:cubicBezTo>
                <a:cubicBezTo>
                  <a:pt x="1374" y="4734"/>
                  <a:pt x="314" y="4880"/>
                  <a:pt x="6" y="4633"/>
                </a:cubicBezTo>
                <a:lnTo>
                  <a:pt x="0" y="4627"/>
                </a:lnTo>
                <a:lnTo>
                  <a:pt x="0" y="0"/>
                </a:lnTo>
                <a:close/>
              </a:path>
            </a:pathLst>
          </a:custGeom>
          <a:solidFill>
            <a:srgbClr val="EFD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9" name="任意多边形 8"/>
          <p:cNvSpPr/>
          <p:nvPr>
            <p:custDataLst>
              <p:tags r:id="rId2"/>
            </p:custDataLst>
          </p:nvPr>
        </p:nvSpPr>
        <p:spPr>
          <a:xfrm>
            <a:off x="-51359" y="-16510"/>
            <a:ext cx="3265805" cy="2891934"/>
          </a:xfrm>
          <a:custGeom>
            <a:avLst/>
            <a:gdLst>
              <a:gd name="connsiteX0" fmla="*/ 0 w 5143"/>
              <a:gd name="connsiteY0" fmla="*/ 0 h 4554"/>
              <a:gd name="connsiteX1" fmla="*/ 5143 w 5143"/>
              <a:gd name="connsiteY1" fmla="*/ 0 h 4554"/>
              <a:gd name="connsiteX2" fmla="*/ 5141 w 5143"/>
              <a:gd name="connsiteY2" fmla="*/ 11 h 4554"/>
              <a:gd name="connsiteX3" fmla="*/ 4681 w 5143"/>
              <a:gd name="connsiteY3" fmla="*/ 989 h 4554"/>
              <a:gd name="connsiteX4" fmla="*/ 3207 w 5143"/>
              <a:gd name="connsiteY4" fmla="*/ 1914 h 4554"/>
              <a:gd name="connsiteX5" fmla="*/ 2475 w 5143"/>
              <a:gd name="connsiteY5" fmla="*/ 4088 h 4554"/>
              <a:gd name="connsiteX6" fmla="*/ 922 w 5143"/>
              <a:gd name="connsiteY6" fmla="*/ 4545 h 4554"/>
              <a:gd name="connsiteX7" fmla="*/ 22 w 5143"/>
              <a:gd name="connsiteY7" fmla="*/ 4257 h 4554"/>
              <a:gd name="connsiteX8" fmla="*/ 0 w 5143"/>
              <a:gd name="connsiteY8" fmla="*/ 0 h 4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3" h="4554">
                <a:moveTo>
                  <a:pt x="0" y="0"/>
                </a:moveTo>
                <a:lnTo>
                  <a:pt x="5143" y="0"/>
                </a:lnTo>
                <a:lnTo>
                  <a:pt x="5141" y="11"/>
                </a:lnTo>
                <a:cubicBezTo>
                  <a:pt x="5110" y="197"/>
                  <a:pt x="5088" y="582"/>
                  <a:pt x="4681" y="989"/>
                </a:cubicBezTo>
                <a:cubicBezTo>
                  <a:pt x="4247" y="1423"/>
                  <a:pt x="3573" y="1617"/>
                  <a:pt x="3207" y="1914"/>
                </a:cubicBezTo>
                <a:cubicBezTo>
                  <a:pt x="2841" y="2211"/>
                  <a:pt x="2989" y="3585"/>
                  <a:pt x="2475" y="4088"/>
                </a:cubicBezTo>
                <a:cubicBezTo>
                  <a:pt x="1961" y="4591"/>
                  <a:pt x="1379" y="4567"/>
                  <a:pt x="922" y="4545"/>
                </a:cubicBezTo>
                <a:cubicBezTo>
                  <a:pt x="465" y="4523"/>
                  <a:pt x="375" y="4352"/>
                  <a:pt x="22" y="4257"/>
                </a:cubicBezTo>
                <a:lnTo>
                  <a:pt x="0" y="0"/>
                </a:lnTo>
                <a:close/>
              </a:path>
            </a:pathLst>
          </a:custGeom>
          <a:noFill/>
          <a:ln w="9525">
            <a:solidFill>
              <a:schemeClr val="bg1"/>
            </a:solidFill>
          </a:ln>
          <a:extLst>
            <a:ext uri="{909E8E84-426E-40DD-AFC4-6F175D3DCCD1}">
              <a14:hiddenFill xmlns:a14="http://schemas.microsoft.com/office/drawing/2010/main">
                <a:solidFill>
                  <a:schemeClr val="accent1">
                    <a:alpha val="46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2" name="任意多边形 11"/>
          <p:cNvSpPr/>
          <p:nvPr>
            <p:custDataLst>
              <p:tags r:id="rId3"/>
            </p:custDataLst>
          </p:nvPr>
        </p:nvSpPr>
        <p:spPr>
          <a:xfrm>
            <a:off x="9188153" y="0"/>
            <a:ext cx="3003847" cy="2196932"/>
          </a:xfrm>
          <a:custGeom>
            <a:avLst/>
            <a:gdLst>
              <a:gd name="connsiteX0" fmla="*/ 16 w 5020"/>
              <a:gd name="connsiteY0" fmla="*/ 206 h 3666"/>
              <a:gd name="connsiteX1" fmla="*/ 39 w 5020"/>
              <a:gd name="connsiteY1" fmla="*/ 684 h 3666"/>
              <a:gd name="connsiteX2" fmla="*/ 404 w 5020"/>
              <a:gd name="connsiteY2" fmla="*/ 1139 h 3666"/>
              <a:gd name="connsiteX3" fmla="*/ 231 w 5020"/>
              <a:gd name="connsiteY3" fmla="*/ 2544 h 3666"/>
              <a:gd name="connsiteX4" fmla="*/ 847 w 5020"/>
              <a:gd name="connsiteY4" fmla="*/ 3138 h 3666"/>
              <a:gd name="connsiteX5" fmla="*/ 2038 w 5020"/>
              <a:gd name="connsiteY5" fmla="*/ 3345 h 3666"/>
              <a:gd name="connsiteX6" fmla="*/ 3523 w 5020"/>
              <a:gd name="connsiteY6" fmla="*/ 3665 h 3666"/>
              <a:gd name="connsiteX7" fmla="*/ 4791 w 5020"/>
              <a:gd name="connsiteY7" fmla="*/ 3276 h 3666"/>
              <a:gd name="connsiteX8" fmla="*/ 4928 w 5020"/>
              <a:gd name="connsiteY8" fmla="*/ 0 h 3666"/>
              <a:gd name="connsiteX9" fmla="*/ 16 w 5020"/>
              <a:gd name="connsiteY9" fmla="*/ 206 h 3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30" h="3460">
                <a:moveTo>
                  <a:pt x="16" y="0"/>
                </a:moveTo>
                <a:lnTo>
                  <a:pt x="4730" y="0"/>
                </a:lnTo>
                <a:lnTo>
                  <a:pt x="4730" y="3100"/>
                </a:lnTo>
                <a:lnTo>
                  <a:pt x="4707" y="3112"/>
                </a:lnTo>
                <a:cubicBezTo>
                  <a:pt x="4294" y="3323"/>
                  <a:pt x="3957" y="3436"/>
                  <a:pt x="3523" y="3458"/>
                </a:cubicBezTo>
                <a:cubicBezTo>
                  <a:pt x="3060" y="3482"/>
                  <a:pt x="2320" y="3251"/>
                  <a:pt x="2038" y="3138"/>
                </a:cubicBezTo>
                <a:cubicBezTo>
                  <a:pt x="1756" y="3025"/>
                  <a:pt x="1167" y="3000"/>
                  <a:pt x="847" y="2931"/>
                </a:cubicBezTo>
                <a:cubicBezTo>
                  <a:pt x="527" y="2862"/>
                  <a:pt x="288" y="2634"/>
                  <a:pt x="231" y="2337"/>
                </a:cubicBezTo>
                <a:cubicBezTo>
                  <a:pt x="174" y="2040"/>
                  <a:pt x="489" y="1240"/>
                  <a:pt x="404" y="932"/>
                </a:cubicBezTo>
                <a:cubicBezTo>
                  <a:pt x="319" y="624"/>
                  <a:pt x="108" y="650"/>
                  <a:pt x="39" y="477"/>
                </a:cubicBezTo>
                <a:cubicBezTo>
                  <a:pt x="-28" y="309"/>
                  <a:pt x="11" y="101"/>
                  <a:pt x="15" y="8"/>
                </a:cubicBezTo>
                <a:lnTo>
                  <a:pt x="16" y="0"/>
                </a:lnTo>
                <a:close/>
              </a:path>
            </a:pathLst>
          </a:custGeom>
          <a:solidFill>
            <a:srgbClr val="E9BE8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5" name="任意多边形 14"/>
          <p:cNvSpPr/>
          <p:nvPr>
            <p:custDataLst>
              <p:tags r:id="rId4"/>
            </p:custDataLst>
          </p:nvPr>
        </p:nvSpPr>
        <p:spPr>
          <a:xfrm>
            <a:off x="8216265" y="-50800"/>
            <a:ext cx="3983990" cy="2359875"/>
          </a:xfrm>
          <a:custGeom>
            <a:avLst/>
            <a:gdLst>
              <a:gd name="connsiteX0" fmla="*/ 0 w 6373"/>
              <a:gd name="connsiteY0" fmla="*/ 226 h 3921"/>
              <a:gd name="connsiteX1" fmla="*/ 468 w 6373"/>
              <a:gd name="connsiteY1" fmla="*/ 797 h 3921"/>
              <a:gd name="connsiteX2" fmla="*/ 1748 w 6373"/>
              <a:gd name="connsiteY2" fmla="*/ 1122 h 3921"/>
              <a:gd name="connsiteX3" fmla="*/ 2193 w 6373"/>
              <a:gd name="connsiteY3" fmla="*/ 2161 h 3921"/>
              <a:gd name="connsiteX4" fmla="*/ 3175 w 6373"/>
              <a:gd name="connsiteY4" fmla="*/ 3315 h 3921"/>
              <a:gd name="connsiteX5" fmla="*/ 4980 w 6373"/>
              <a:gd name="connsiteY5" fmla="*/ 3909 h 3921"/>
              <a:gd name="connsiteX6" fmla="*/ 6294 w 6373"/>
              <a:gd name="connsiteY6" fmla="*/ 3687 h 3921"/>
              <a:gd name="connsiteX7" fmla="*/ 6373 w 6373"/>
              <a:gd name="connsiteY7" fmla="*/ 0 h 3921"/>
              <a:gd name="connsiteX8" fmla="*/ 0 w 6373"/>
              <a:gd name="connsiteY8" fmla="*/ 226 h 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74" h="3716">
                <a:moveTo>
                  <a:pt x="592" y="0"/>
                </a:moveTo>
                <a:lnTo>
                  <a:pt x="6202" y="0"/>
                </a:lnTo>
                <a:lnTo>
                  <a:pt x="6274" y="0"/>
                </a:lnTo>
                <a:lnTo>
                  <a:pt x="6274" y="3491"/>
                </a:lnTo>
                <a:lnTo>
                  <a:pt x="6257" y="3499"/>
                </a:lnTo>
                <a:cubicBezTo>
                  <a:pt x="5873" y="3675"/>
                  <a:pt x="5545" y="3748"/>
                  <a:pt x="4980" y="3704"/>
                </a:cubicBezTo>
                <a:cubicBezTo>
                  <a:pt x="4397" y="3659"/>
                  <a:pt x="3678" y="3419"/>
                  <a:pt x="3175" y="3110"/>
                </a:cubicBezTo>
                <a:cubicBezTo>
                  <a:pt x="2672" y="2801"/>
                  <a:pt x="2361" y="2326"/>
                  <a:pt x="2193" y="1956"/>
                </a:cubicBezTo>
                <a:cubicBezTo>
                  <a:pt x="2025" y="1586"/>
                  <a:pt x="1931" y="1082"/>
                  <a:pt x="1748" y="917"/>
                </a:cubicBezTo>
                <a:cubicBezTo>
                  <a:pt x="1565" y="752"/>
                  <a:pt x="813" y="754"/>
                  <a:pt x="468" y="592"/>
                </a:cubicBezTo>
                <a:cubicBezTo>
                  <a:pt x="123" y="430"/>
                  <a:pt x="80" y="289"/>
                  <a:pt x="0" y="21"/>
                </a:cubicBezTo>
                <a:lnTo>
                  <a:pt x="592" y="0"/>
                </a:lnTo>
                <a:close/>
              </a:path>
            </a:pathLst>
          </a:custGeom>
          <a:noFill/>
          <a:ln>
            <a:solidFill>
              <a:schemeClr val="bg1"/>
            </a:solidFill>
          </a:ln>
          <a:extLst>
            <a:ext uri="{909E8E84-426E-40DD-AFC4-6F175D3DCCD1}">
              <a14:hiddenFill xmlns:a14="http://schemas.microsoft.com/office/drawing/2010/main">
                <a:solidFill>
                  <a:schemeClr val="accent1">
                    <a:alpha val="28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9" name="任意多边形 18"/>
          <p:cNvSpPr/>
          <p:nvPr>
            <p:custDataLst>
              <p:tags r:id="rId5"/>
            </p:custDataLst>
          </p:nvPr>
        </p:nvSpPr>
        <p:spPr>
          <a:xfrm>
            <a:off x="0" y="5536411"/>
            <a:ext cx="5145144" cy="1338099"/>
          </a:xfrm>
          <a:custGeom>
            <a:avLst/>
            <a:gdLst>
              <a:gd name="connsiteX0" fmla="*/ 1712 w 8295"/>
              <a:gd name="connsiteY0" fmla="*/ 1303 h 3164"/>
              <a:gd name="connsiteX1" fmla="*/ 3081 w 8295"/>
              <a:gd name="connsiteY1" fmla="*/ 1634 h 3164"/>
              <a:gd name="connsiteX2" fmla="*/ 5390 w 8295"/>
              <a:gd name="connsiteY2" fmla="*/ 252 h 3164"/>
              <a:gd name="connsiteX3" fmla="*/ 7514 w 8295"/>
              <a:gd name="connsiteY3" fmla="*/ 903 h 3164"/>
              <a:gd name="connsiteX4" fmla="*/ 8256 w 8295"/>
              <a:gd name="connsiteY4" fmla="*/ 2228 h 3164"/>
              <a:gd name="connsiteX5" fmla="*/ 614 w 8295"/>
              <a:gd name="connsiteY5" fmla="*/ 3164 h 3164"/>
              <a:gd name="connsiteX6" fmla="*/ 0 w 8295"/>
              <a:gd name="connsiteY6" fmla="*/ 2159 h 3164"/>
              <a:gd name="connsiteX7" fmla="*/ 125 w 8295"/>
              <a:gd name="connsiteY7" fmla="*/ 0 h 3164"/>
              <a:gd name="connsiteX8" fmla="*/ 1712 w 8295"/>
              <a:gd name="connsiteY8" fmla="*/ 1303 h 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03" h="2107">
                <a:moveTo>
                  <a:pt x="0" y="0"/>
                </a:moveTo>
                <a:lnTo>
                  <a:pt x="20" y="6"/>
                </a:lnTo>
                <a:cubicBezTo>
                  <a:pt x="473" y="162"/>
                  <a:pt x="1102" y="966"/>
                  <a:pt x="1519" y="1287"/>
                </a:cubicBezTo>
                <a:cubicBezTo>
                  <a:pt x="1964" y="1630"/>
                  <a:pt x="2532" y="1686"/>
                  <a:pt x="2888" y="1618"/>
                </a:cubicBezTo>
                <a:cubicBezTo>
                  <a:pt x="3244" y="1550"/>
                  <a:pt x="4123" y="259"/>
                  <a:pt x="5197" y="236"/>
                </a:cubicBezTo>
                <a:cubicBezTo>
                  <a:pt x="6271" y="213"/>
                  <a:pt x="6658" y="305"/>
                  <a:pt x="7321" y="887"/>
                </a:cubicBezTo>
                <a:cubicBezTo>
                  <a:pt x="7922" y="1415"/>
                  <a:pt x="8156" y="1756"/>
                  <a:pt x="8092" y="2104"/>
                </a:cubicBezTo>
                <a:lnTo>
                  <a:pt x="8092" y="2107"/>
                </a:lnTo>
                <a:lnTo>
                  <a:pt x="0" y="2107"/>
                </a:lnTo>
                <a:lnTo>
                  <a:pt x="0" y="0"/>
                </a:lnTo>
                <a:close/>
              </a:path>
            </a:pathLst>
          </a:custGeom>
          <a:solidFill>
            <a:srgbClr val="E9BE8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22" name="任意多边形 21"/>
          <p:cNvSpPr/>
          <p:nvPr>
            <p:custDataLst>
              <p:tags r:id="rId6"/>
            </p:custDataLst>
          </p:nvPr>
        </p:nvSpPr>
        <p:spPr>
          <a:xfrm>
            <a:off x="-24765" y="5741969"/>
            <a:ext cx="4941970" cy="1140796"/>
          </a:xfrm>
          <a:custGeom>
            <a:avLst/>
            <a:gdLst>
              <a:gd name="connsiteX0" fmla="*/ 679 w 8465"/>
              <a:gd name="connsiteY0" fmla="*/ 4 h 2284"/>
              <a:gd name="connsiteX1" fmla="*/ 2269 w 8465"/>
              <a:gd name="connsiteY1" fmla="*/ 1424 h 2284"/>
              <a:gd name="connsiteX2" fmla="*/ 3882 w 8465"/>
              <a:gd name="connsiteY2" fmla="*/ 1211 h 2284"/>
              <a:gd name="connsiteX3" fmla="*/ 5692 w 8465"/>
              <a:gd name="connsiteY3" fmla="*/ 138 h 2284"/>
              <a:gd name="connsiteX4" fmla="*/ 7562 w 8465"/>
              <a:gd name="connsiteY4" fmla="*/ 679 h 2284"/>
              <a:gd name="connsiteX5" fmla="*/ 8465 w 8465"/>
              <a:gd name="connsiteY5" fmla="*/ 1844 h 2284"/>
              <a:gd name="connsiteX6" fmla="*/ 0 w 8465"/>
              <a:gd name="connsiteY6" fmla="*/ 2284 h 2284"/>
              <a:gd name="connsiteX7" fmla="*/ 679 w 8465"/>
              <a:gd name="connsiteY7" fmla="*/ 4 h 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83" h="1797">
                <a:moveTo>
                  <a:pt x="86" y="0"/>
                </a:moveTo>
                <a:cubicBezTo>
                  <a:pt x="760" y="-7"/>
                  <a:pt x="1032" y="1148"/>
                  <a:pt x="1610" y="1424"/>
                </a:cubicBezTo>
                <a:cubicBezTo>
                  <a:pt x="2207" y="1709"/>
                  <a:pt x="2699" y="1524"/>
                  <a:pt x="3223" y="1211"/>
                </a:cubicBezTo>
                <a:cubicBezTo>
                  <a:pt x="3747" y="898"/>
                  <a:pt x="4310" y="198"/>
                  <a:pt x="5033" y="138"/>
                </a:cubicBezTo>
                <a:cubicBezTo>
                  <a:pt x="5756" y="78"/>
                  <a:pt x="6209" y="213"/>
                  <a:pt x="6903" y="679"/>
                </a:cubicBezTo>
                <a:cubicBezTo>
                  <a:pt x="7554" y="1116"/>
                  <a:pt x="7645" y="1500"/>
                  <a:pt x="7779" y="1788"/>
                </a:cubicBezTo>
                <a:lnTo>
                  <a:pt x="7783" y="1797"/>
                </a:lnTo>
                <a:lnTo>
                  <a:pt x="0" y="1797"/>
                </a:lnTo>
                <a:lnTo>
                  <a:pt x="0" y="72"/>
                </a:lnTo>
                <a:lnTo>
                  <a:pt x="20" y="4"/>
                </a:lnTo>
                <a:cubicBezTo>
                  <a:pt x="43" y="2"/>
                  <a:pt x="65" y="0"/>
                  <a:pt x="86" y="0"/>
                </a:cubicBezTo>
                <a:close/>
              </a:path>
            </a:pathLst>
          </a:custGeom>
          <a:noFill/>
          <a:ln>
            <a:solidFill>
              <a:schemeClr val="bg1"/>
            </a:solidFill>
          </a:ln>
          <a:extLst>
            <a:ext uri="{909E8E84-426E-40DD-AFC4-6F175D3DCCD1}">
              <a14:hiddenFill xmlns:a14="http://schemas.microsoft.com/office/drawing/2010/main">
                <a:solidFill>
                  <a:schemeClr val="accent1">
                    <a:alpha val="24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25" name="任意多边形 24"/>
          <p:cNvSpPr/>
          <p:nvPr>
            <p:custDataLst>
              <p:tags r:id="rId7"/>
            </p:custDataLst>
          </p:nvPr>
        </p:nvSpPr>
        <p:spPr>
          <a:xfrm>
            <a:off x="8335010" y="5008807"/>
            <a:ext cx="3856990" cy="1849193"/>
          </a:xfrm>
          <a:custGeom>
            <a:avLst/>
            <a:gdLst>
              <a:gd name="connsiteX0" fmla="*/ 0 w 6333"/>
              <a:gd name="connsiteY0" fmla="*/ 2920 h 4147"/>
              <a:gd name="connsiteX1" fmla="*/ 1240 w 6333"/>
              <a:gd name="connsiteY1" fmla="*/ 773 h 4147"/>
              <a:gd name="connsiteX2" fmla="*/ 3253 w 6333"/>
              <a:gd name="connsiteY2" fmla="*/ 240 h 4147"/>
              <a:gd name="connsiteX3" fmla="*/ 5147 w 6333"/>
              <a:gd name="connsiteY3" fmla="*/ 506 h 4147"/>
              <a:gd name="connsiteX4" fmla="*/ 6160 w 6333"/>
              <a:gd name="connsiteY4" fmla="*/ 0 h 4147"/>
              <a:gd name="connsiteX5" fmla="*/ 6333 w 6333"/>
              <a:gd name="connsiteY5" fmla="*/ 4147 h 4147"/>
              <a:gd name="connsiteX6" fmla="*/ 0 w 6333"/>
              <a:gd name="connsiteY6" fmla="*/ 2920 h 4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4" h="2912">
                <a:moveTo>
                  <a:pt x="6074" y="0"/>
                </a:moveTo>
                <a:lnTo>
                  <a:pt x="6074" y="2912"/>
                </a:lnTo>
                <a:lnTo>
                  <a:pt x="5" y="2912"/>
                </a:lnTo>
                <a:lnTo>
                  <a:pt x="0" y="2911"/>
                </a:lnTo>
                <a:cubicBezTo>
                  <a:pt x="107" y="2257"/>
                  <a:pt x="461" y="1324"/>
                  <a:pt x="1240" y="764"/>
                </a:cubicBezTo>
                <a:cubicBezTo>
                  <a:pt x="2019" y="204"/>
                  <a:pt x="2599" y="271"/>
                  <a:pt x="3253" y="231"/>
                </a:cubicBezTo>
                <a:cubicBezTo>
                  <a:pt x="3907" y="191"/>
                  <a:pt x="4627" y="590"/>
                  <a:pt x="5147" y="497"/>
                </a:cubicBezTo>
                <a:cubicBezTo>
                  <a:pt x="5618" y="413"/>
                  <a:pt x="5782" y="66"/>
                  <a:pt x="6067" y="1"/>
                </a:cubicBezTo>
                <a:lnTo>
                  <a:pt x="6074" y="0"/>
                </a:lnTo>
                <a:close/>
              </a:path>
            </a:pathLst>
          </a:custGeom>
          <a:solidFill>
            <a:srgbClr val="EFD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4" name="任意多边形 3"/>
          <p:cNvSpPr/>
          <p:nvPr>
            <p:custDataLst>
              <p:tags r:id="rId8"/>
            </p:custDataLst>
          </p:nvPr>
        </p:nvSpPr>
        <p:spPr>
          <a:xfrm flipH="1" flipV="1">
            <a:off x="8675370" y="5008880"/>
            <a:ext cx="3648075" cy="1849755"/>
          </a:xfrm>
          <a:custGeom>
            <a:avLst/>
            <a:gdLst>
              <a:gd name="connsiteX0" fmla="*/ 0 w 5143"/>
              <a:gd name="connsiteY0" fmla="*/ 0 h 4554"/>
              <a:gd name="connsiteX1" fmla="*/ 5143 w 5143"/>
              <a:gd name="connsiteY1" fmla="*/ 0 h 4554"/>
              <a:gd name="connsiteX2" fmla="*/ 5141 w 5143"/>
              <a:gd name="connsiteY2" fmla="*/ 11 h 4554"/>
              <a:gd name="connsiteX3" fmla="*/ 4681 w 5143"/>
              <a:gd name="connsiteY3" fmla="*/ 989 h 4554"/>
              <a:gd name="connsiteX4" fmla="*/ 3207 w 5143"/>
              <a:gd name="connsiteY4" fmla="*/ 1914 h 4554"/>
              <a:gd name="connsiteX5" fmla="*/ 2475 w 5143"/>
              <a:gd name="connsiteY5" fmla="*/ 4088 h 4554"/>
              <a:gd name="connsiteX6" fmla="*/ 922 w 5143"/>
              <a:gd name="connsiteY6" fmla="*/ 4545 h 4554"/>
              <a:gd name="connsiteX7" fmla="*/ 22 w 5143"/>
              <a:gd name="connsiteY7" fmla="*/ 4257 h 4554"/>
              <a:gd name="connsiteX8" fmla="*/ 0 w 5143"/>
              <a:gd name="connsiteY8" fmla="*/ 0 h 4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3" h="4554">
                <a:moveTo>
                  <a:pt x="0" y="0"/>
                </a:moveTo>
                <a:lnTo>
                  <a:pt x="5143" y="0"/>
                </a:lnTo>
                <a:lnTo>
                  <a:pt x="5141" y="11"/>
                </a:lnTo>
                <a:cubicBezTo>
                  <a:pt x="5110" y="197"/>
                  <a:pt x="5088" y="582"/>
                  <a:pt x="4681" y="989"/>
                </a:cubicBezTo>
                <a:cubicBezTo>
                  <a:pt x="4247" y="1423"/>
                  <a:pt x="3573" y="1617"/>
                  <a:pt x="3207" y="1914"/>
                </a:cubicBezTo>
                <a:cubicBezTo>
                  <a:pt x="2841" y="2211"/>
                  <a:pt x="2989" y="3585"/>
                  <a:pt x="2475" y="4088"/>
                </a:cubicBezTo>
                <a:cubicBezTo>
                  <a:pt x="1961" y="4591"/>
                  <a:pt x="1379" y="4567"/>
                  <a:pt x="922" y="4545"/>
                </a:cubicBezTo>
                <a:cubicBezTo>
                  <a:pt x="465" y="4523"/>
                  <a:pt x="375" y="4352"/>
                  <a:pt x="22" y="4257"/>
                </a:cubicBezTo>
                <a:lnTo>
                  <a:pt x="0" y="0"/>
                </a:lnTo>
                <a:close/>
              </a:path>
            </a:pathLst>
          </a:custGeom>
          <a:noFill/>
          <a:ln w="9525">
            <a:solidFill>
              <a:schemeClr val="bg1"/>
            </a:solidFill>
          </a:ln>
          <a:extLst>
            <a:ext uri="{909E8E84-426E-40DD-AFC4-6F175D3DCCD1}">
              <a14:hiddenFill xmlns:a14="http://schemas.microsoft.com/office/drawing/2010/main">
                <a:solidFill>
                  <a:schemeClr val="accent1">
                    <a:alpha val="46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pic>
        <p:nvPicPr>
          <p:cNvPr id="10" name="Picture 10"/>
          <p:cNvPicPr>
            <a:picLocks noChangeAspect="1"/>
          </p:cNvPicPr>
          <p:nvPr>
            <p:custDataLst>
              <p:tags r:id="rId9"/>
            </p:custDataLst>
          </p:nvPr>
        </p:nvPicPr>
        <p:blipFill>
          <a:blip r:embed="rId10"/>
          <a:srcRect/>
          <a:stretch>
            <a:fillRect/>
          </a:stretch>
        </p:blipFill>
        <p:spPr>
          <a:xfrm>
            <a:off x="-630555" y="287020"/>
            <a:ext cx="2255520" cy="2021840"/>
          </a:xfrm>
          <a:prstGeom prst="rect">
            <a:avLst/>
          </a:prstGeom>
        </p:spPr>
      </p:pic>
      <p:pic>
        <p:nvPicPr>
          <p:cNvPr id="5" name="Picture 5"/>
          <p:cNvPicPr>
            <a:picLocks noChangeAspect="1"/>
          </p:cNvPicPr>
          <p:nvPr>
            <p:custDataLst>
              <p:tags r:id="rId11"/>
            </p:custDataLst>
          </p:nvPr>
        </p:nvPicPr>
        <p:blipFill>
          <a:blip r:embed="rId12"/>
          <a:srcRect/>
          <a:stretch>
            <a:fillRect/>
          </a:stretch>
        </p:blipFill>
        <p:spPr>
          <a:xfrm rot="9900000">
            <a:off x="974090" y="-474980"/>
            <a:ext cx="1394460" cy="1509395"/>
          </a:xfrm>
          <a:prstGeom prst="rect">
            <a:avLst/>
          </a:prstGeom>
        </p:spPr>
      </p:pic>
      <p:pic>
        <p:nvPicPr>
          <p:cNvPr id="7" name="Picture 2"/>
          <p:cNvPicPr>
            <a:picLocks noChangeAspect="1"/>
          </p:cNvPicPr>
          <p:nvPr>
            <p:custDataLst>
              <p:tags r:id="rId13"/>
            </p:custDataLst>
          </p:nvPr>
        </p:nvPicPr>
        <p:blipFill>
          <a:blip r:embed="rId14"/>
          <a:srcRect/>
          <a:stretch>
            <a:fillRect/>
          </a:stretch>
        </p:blipFill>
        <p:spPr>
          <a:xfrm>
            <a:off x="9835667" y="-903028"/>
            <a:ext cx="2780876" cy="2753067"/>
          </a:xfrm>
          <a:prstGeom prst="rect">
            <a:avLst/>
          </a:prstGeom>
        </p:spPr>
      </p:pic>
      <p:pic>
        <p:nvPicPr>
          <p:cNvPr id="13" name="Picture 13"/>
          <p:cNvPicPr>
            <a:picLocks noChangeAspect="1"/>
          </p:cNvPicPr>
          <p:nvPr>
            <p:custDataLst>
              <p:tags r:id="rId15"/>
            </p:custDataLst>
          </p:nvPr>
        </p:nvPicPr>
        <p:blipFill>
          <a:blip r:embed="rId16"/>
          <a:srcRect/>
          <a:stretch>
            <a:fillRect/>
          </a:stretch>
        </p:blipFill>
        <p:spPr>
          <a:xfrm>
            <a:off x="2688590" y="5935980"/>
            <a:ext cx="1720850" cy="1409065"/>
          </a:xfrm>
          <a:prstGeom prst="rect">
            <a:avLst/>
          </a:prstGeom>
        </p:spPr>
      </p:pic>
      <p:pic>
        <p:nvPicPr>
          <p:cNvPr id="8" name="Picture 5"/>
          <p:cNvPicPr>
            <a:picLocks noChangeAspect="1"/>
          </p:cNvPicPr>
          <p:nvPr>
            <p:custDataLst>
              <p:tags r:id="rId17"/>
            </p:custDataLst>
          </p:nvPr>
        </p:nvPicPr>
        <p:blipFill>
          <a:blip r:embed="rId18"/>
          <a:srcRect/>
          <a:stretch>
            <a:fillRect/>
          </a:stretch>
        </p:blipFill>
        <p:spPr>
          <a:xfrm>
            <a:off x="9260203" y="4902464"/>
            <a:ext cx="2860468" cy="2606602"/>
          </a:xfrm>
          <a:prstGeom prst="rect">
            <a:avLst/>
          </a:prstGeom>
        </p:spPr>
      </p:pic>
      <p:sp>
        <p:nvSpPr>
          <p:cNvPr id="14" name="任意多边形 13"/>
          <p:cNvSpPr/>
          <p:nvPr/>
        </p:nvSpPr>
        <p:spPr>
          <a:xfrm>
            <a:off x="1661795" y="1414780"/>
            <a:ext cx="1149985" cy="473710"/>
          </a:xfrm>
          <a:custGeom>
            <a:avLst/>
            <a:gdLst/>
            <a:ahLst/>
            <a:cxnLst>
              <a:cxn ang="3">
                <a:pos x="hc" y="t"/>
              </a:cxn>
              <a:cxn ang="cd2">
                <a:pos x="l" y="vc"/>
              </a:cxn>
              <a:cxn ang="cd4">
                <a:pos x="hc" y="b"/>
              </a:cxn>
              <a:cxn ang="0">
                <a:pos x="r" y="vc"/>
              </a:cxn>
            </a:cxnLst>
            <a:rect l="l" t="t" r="r" b="b"/>
            <a:pathLst>
              <a:path w="3665" h="746">
                <a:moveTo>
                  <a:pt x="0" y="0"/>
                </a:moveTo>
                <a:lnTo>
                  <a:pt x="3665" y="0"/>
                </a:lnTo>
                <a:lnTo>
                  <a:pt x="3665" y="746"/>
                </a:lnTo>
                <a:lnTo>
                  <a:pt x="0" y="746"/>
                </a:lnTo>
                <a:lnTo>
                  <a:pt x="555" y="373"/>
                </a:lnTo>
                <a:lnTo>
                  <a:pt x="0" y="0"/>
                </a:lnTo>
                <a:close/>
              </a:path>
            </a:pathLst>
          </a:custGeom>
          <a:solidFill>
            <a:srgbClr val="EFAD3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r>
              <a:rPr lang="en-US" altLang="zh-CN">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  FOOD</a:t>
            </a:r>
            <a:endParaRPr lang="en-US" altLang="zh-CN">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p:txBody>
      </p:sp>
      <p:sp>
        <p:nvSpPr>
          <p:cNvPr id="18" name="椭圆 17"/>
          <p:cNvSpPr/>
          <p:nvPr/>
        </p:nvSpPr>
        <p:spPr>
          <a:xfrm>
            <a:off x="448945" y="5008880"/>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1" name="椭圆 20"/>
          <p:cNvSpPr/>
          <p:nvPr>
            <p:custDataLst>
              <p:tags r:id="rId19"/>
            </p:custDataLst>
          </p:nvPr>
        </p:nvSpPr>
        <p:spPr>
          <a:xfrm>
            <a:off x="144780" y="4276090"/>
            <a:ext cx="474980" cy="454660"/>
          </a:xfrm>
          <a:prstGeom prst="ellipse">
            <a:avLst/>
          </a:prstGeom>
          <a:solidFill>
            <a:srgbClr val="EFAD3A"/>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3" name="椭圆 22"/>
          <p:cNvSpPr/>
          <p:nvPr>
            <p:custDataLst>
              <p:tags r:id="rId20"/>
            </p:custDataLst>
          </p:nvPr>
        </p:nvSpPr>
        <p:spPr>
          <a:xfrm>
            <a:off x="7620000" y="-478790"/>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4" name="椭圆 23"/>
          <p:cNvSpPr/>
          <p:nvPr>
            <p:custDataLst>
              <p:tags r:id="rId21"/>
            </p:custDataLst>
          </p:nvPr>
        </p:nvSpPr>
        <p:spPr>
          <a:xfrm>
            <a:off x="11031855" y="2022475"/>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pic>
        <p:nvPicPr>
          <p:cNvPr id="69" name="Picture 69"/>
          <p:cNvPicPr>
            <a:picLocks noChangeAspect="1"/>
          </p:cNvPicPr>
          <p:nvPr>
            <p:custDataLst>
              <p:tags r:id="rId22"/>
            </p:custDataLst>
          </p:nvPr>
        </p:nvPicPr>
        <p:blipFill>
          <a:blip r:embed="rId23">
            <a:extLst>
              <a:ext uri="{28A0092B-C50C-407E-A947-70E740481C1C}">
                <a14:useLocalDpi xmlns:a14="http://schemas.microsoft.com/office/drawing/2010/main" val="0"/>
              </a:ext>
            </a:extLst>
          </a:blip>
          <a:srcRect/>
          <a:stretch>
            <a:fillRect/>
          </a:stretch>
        </p:blipFill>
        <p:spPr>
          <a:xfrm rot="18760219">
            <a:off x="10956914" y="3963171"/>
            <a:ext cx="1257077" cy="772531"/>
          </a:xfrm>
          <a:prstGeom prst="rect">
            <a:avLst/>
          </a:prstGeom>
        </p:spPr>
      </p:pic>
      <p:pic>
        <p:nvPicPr>
          <p:cNvPr id="68" name="Picture 68"/>
          <p:cNvPicPr>
            <a:picLocks noChangeAspect="1"/>
          </p:cNvPicPr>
          <p:nvPr>
            <p:custDataLst>
              <p:tags r:id="rId24"/>
            </p:custDataLst>
          </p:nvPr>
        </p:nvPicPr>
        <p:blipFill>
          <a:blip r:embed="rId25">
            <a:extLst>
              <a:ext uri="{28A0092B-C50C-407E-A947-70E740481C1C}">
                <a14:useLocalDpi xmlns:a14="http://schemas.microsoft.com/office/drawing/2010/main" val="0"/>
              </a:ext>
            </a:extLst>
          </a:blip>
          <a:srcRect r="45888" b="46718"/>
          <a:stretch>
            <a:fillRect/>
          </a:stretch>
        </p:blipFill>
        <p:spPr>
          <a:xfrm rot="4260000">
            <a:off x="1382717" y="1731163"/>
            <a:ext cx="758510" cy="820369"/>
          </a:xfrm>
          <a:prstGeom prst="rect">
            <a:avLst/>
          </a:prstGeom>
        </p:spPr>
      </p:pic>
      <p:pic>
        <p:nvPicPr>
          <p:cNvPr id="72" name="Picture 72"/>
          <p:cNvPicPr>
            <a:picLocks noChangeAspect="1"/>
          </p:cNvPicPr>
          <p:nvPr>
            <p:custDataLst>
              <p:tags r:id="rId26"/>
            </p:custDataLst>
          </p:nvPr>
        </p:nvPicPr>
        <p:blipFill>
          <a:blip r:embed="rId27">
            <a:extLst>
              <a:ext uri="{28A0092B-C50C-407E-A947-70E740481C1C}">
                <a14:useLocalDpi xmlns:a14="http://schemas.microsoft.com/office/drawing/2010/main" val="0"/>
              </a:ext>
            </a:extLst>
          </a:blip>
          <a:srcRect/>
          <a:stretch>
            <a:fillRect/>
          </a:stretch>
        </p:blipFill>
        <p:spPr>
          <a:xfrm rot="-1815464">
            <a:off x="2098803" y="5452344"/>
            <a:ext cx="948074" cy="361623"/>
          </a:xfrm>
          <a:prstGeom prst="rect">
            <a:avLst/>
          </a:prstGeom>
        </p:spPr>
      </p:pic>
      <p:pic>
        <p:nvPicPr>
          <p:cNvPr id="2" name="Picture 69"/>
          <p:cNvPicPr>
            <a:picLocks noChangeAspect="1"/>
          </p:cNvPicPr>
          <p:nvPr>
            <p:custDataLst>
              <p:tags r:id="rId28"/>
            </p:custDataLst>
          </p:nvPr>
        </p:nvPicPr>
        <p:blipFill>
          <a:blip r:embed="rId23">
            <a:extLst>
              <a:ext uri="{28A0092B-C50C-407E-A947-70E740481C1C}">
                <a14:useLocalDpi xmlns:a14="http://schemas.microsoft.com/office/drawing/2010/main" val="0"/>
              </a:ext>
            </a:extLst>
          </a:blip>
          <a:srcRect/>
          <a:stretch>
            <a:fillRect/>
          </a:stretch>
        </p:blipFill>
        <p:spPr>
          <a:xfrm rot="6619779" flipH="1">
            <a:off x="3252459" y="417966"/>
            <a:ext cx="1257077" cy="772531"/>
          </a:xfrm>
          <a:prstGeom prst="rect">
            <a:avLst/>
          </a:prstGeom>
        </p:spPr>
      </p:pic>
      <p:grpSp>
        <p:nvGrpSpPr>
          <p:cNvPr id="28" name="组合 27"/>
          <p:cNvGrpSpPr/>
          <p:nvPr/>
        </p:nvGrpSpPr>
        <p:grpSpPr>
          <a:xfrm>
            <a:off x="4343400" y="2355215"/>
            <a:ext cx="3505200" cy="768350"/>
            <a:chOff x="6840" y="5271"/>
            <a:chExt cx="5520" cy="1210"/>
          </a:xfrm>
        </p:grpSpPr>
        <p:sp>
          <p:nvSpPr>
            <p:cNvPr id="3" name="圆角矩形 2"/>
            <p:cNvSpPr/>
            <p:nvPr>
              <p:custDataLst>
                <p:tags r:id="rId29"/>
              </p:custDataLst>
            </p:nvPr>
          </p:nvSpPr>
          <p:spPr>
            <a:xfrm>
              <a:off x="6840" y="5348"/>
              <a:ext cx="5520" cy="1133"/>
            </a:xfrm>
            <a:prstGeom prst="roundRect">
              <a:avLst>
                <a:gd name="adj" fmla="val 37864"/>
              </a:avLst>
            </a:prstGeom>
            <a:solidFill>
              <a:srgbClr val="EFA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16" name="TextBox 19"/>
            <p:cNvSpPr txBox="1"/>
            <p:nvPr>
              <p:custDataLst>
                <p:tags r:id="rId30"/>
              </p:custDataLst>
            </p:nvPr>
          </p:nvSpPr>
          <p:spPr>
            <a:xfrm>
              <a:off x="7395" y="5271"/>
              <a:ext cx="4411" cy="1211"/>
            </a:xfrm>
            <a:prstGeom prst="rect">
              <a:avLst/>
            </a:prstGeom>
          </p:spPr>
          <p:txBody>
            <a:bodyPr lIns="0" tIns="0" rIns="0" bIns="0" rtlCol="0" anchor="t">
              <a:noAutofit/>
            </a:bodyPr>
            <a:p>
              <a:pPr algn="ctr">
                <a:lnSpc>
                  <a:spcPts val="5105"/>
                </a:lnSpc>
              </a:pPr>
              <a:r>
                <a:rPr lang="zh-CN" sz="2400" spc="184">
                  <a:solidFill>
                    <a:schemeClr val="bg1"/>
                  </a:solidFill>
                  <a:latin typeface="仓耳渔阳体 W04" panose="02020400000000000000" charset="-122"/>
                  <a:ea typeface="仓耳渔阳体 W04" panose="02020400000000000000" charset="-122"/>
                  <a:cs typeface="仓耳渔阳体 W04" panose="02020400000000000000" charset="-122"/>
                </a:rPr>
                <a:t>第三部分</a:t>
              </a:r>
              <a:endParaRPr lang="zh-CN" sz="2400" spc="184">
                <a:solidFill>
                  <a:schemeClr val="tx1">
                    <a:lumMod val="50000"/>
                    <a:lumOff val="50000"/>
                  </a:schemeClr>
                </a:solidFill>
                <a:latin typeface="仓耳渔阳体 W04" panose="02020400000000000000" charset="-122"/>
                <a:ea typeface="仓耳渔阳体 W04" panose="02020400000000000000" charset="-122"/>
                <a:cs typeface="仓耳渔阳体 W04" panose="02020400000000000000" charset="-122"/>
              </a:endParaRPr>
            </a:p>
          </p:txBody>
        </p:sp>
      </p:grpSp>
      <p:sp>
        <p:nvSpPr>
          <p:cNvPr id="17" name="TextBox 20"/>
          <p:cNvSpPr txBox="1"/>
          <p:nvPr>
            <p:custDataLst>
              <p:tags r:id="rId31"/>
            </p:custDataLst>
          </p:nvPr>
        </p:nvSpPr>
        <p:spPr>
          <a:xfrm>
            <a:off x="1868170" y="3433445"/>
            <a:ext cx="8455660" cy="1318895"/>
          </a:xfrm>
          <a:prstGeom prst="rect">
            <a:avLst/>
          </a:prstGeom>
        </p:spPr>
        <p:txBody>
          <a:bodyPr lIns="0" tIns="0" rIns="0" bIns="0" rtlCol="0" anchor="t">
            <a:noAutofit/>
          </a:bodyPr>
          <a:p>
            <a:pPr indent="0" algn="ctr" fontAlgn="auto">
              <a:lnSpc>
                <a:spcPct val="100000"/>
              </a:lnSpc>
            </a:pPr>
            <a:r>
              <a:rPr lang="zh-CN" altLang="en-US" sz="4800">
                <a:solidFill>
                  <a:srgbClr val="9B5836"/>
                </a:solidFill>
                <a:latin typeface="站酷快乐体2016修订版" panose="02010600030101010101" charset="-122"/>
                <a:ea typeface="站酷快乐体2016修订版" panose="02010600030101010101" charset="-122"/>
                <a:cs typeface="仓耳渔阳体 W04" panose="02020400000000000000" charset="-122"/>
              </a:rPr>
              <a:t>不安全食品的危害</a:t>
            </a:r>
            <a:endParaRPr lang="zh-CN" altLang="en-US" sz="4800">
              <a:solidFill>
                <a:srgbClr val="9B5836"/>
              </a:solidFill>
              <a:latin typeface="站酷快乐体2016修订版" panose="02010600030101010101" charset="-122"/>
              <a:ea typeface="站酷快乐体2016修订版" panose="02010600030101010101" charset="-122"/>
              <a:cs typeface="仓耳渔阳体 W04" panose="02020400000000000000" charset="-122"/>
            </a:endParaRPr>
          </a:p>
        </p:txBody>
      </p:sp>
    </p:spTree>
    <p:custDataLst>
      <p:tags r:id="rId32"/>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1EB"/>
        </a:solidFill>
        <a:effectLst/>
      </p:bgPr>
    </p:bg>
    <p:spTree>
      <p:nvGrpSpPr>
        <p:cNvPr id="1" name=""/>
        <p:cNvGrpSpPr/>
        <p:nvPr/>
      </p:nvGrpSpPr>
      <p:grpSpPr/>
      <p:sp>
        <p:nvSpPr>
          <p:cNvPr id="12" name="任意多边形 11"/>
          <p:cNvSpPr/>
          <p:nvPr>
            <p:custDataLst>
              <p:tags r:id="rId1"/>
            </p:custDataLst>
          </p:nvPr>
        </p:nvSpPr>
        <p:spPr>
          <a:xfrm flipH="1">
            <a:off x="0" y="-13970"/>
            <a:ext cx="2139950" cy="1375410"/>
          </a:xfrm>
          <a:custGeom>
            <a:avLst/>
            <a:gdLst>
              <a:gd name="connsiteX0" fmla="*/ 16 w 5020"/>
              <a:gd name="connsiteY0" fmla="*/ 206 h 3666"/>
              <a:gd name="connsiteX1" fmla="*/ 39 w 5020"/>
              <a:gd name="connsiteY1" fmla="*/ 684 h 3666"/>
              <a:gd name="connsiteX2" fmla="*/ 404 w 5020"/>
              <a:gd name="connsiteY2" fmla="*/ 1139 h 3666"/>
              <a:gd name="connsiteX3" fmla="*/ 231 w 5020"/>
              <a:gd name="connsiteY3" fmla="*/ 2544 h 3666"/>
              <a:gd name="connsiteX4" fmla="*/ 847 w 5020"/>
              <a:gd name="connsiteY4" fmla="*/ 3138 h 3666"/>
              <a:gd name="connsiteX5" fmla="*/ 2038 w 5020"/>
              <a:gd name="connsiteY5" fmla="*/ 3345 h 3666"/>
              <a:gd name="connsiteX6" fmla="*/ 3523 w 5020"/>
              <a:gd name="connsiteY6" fmla="*/ 3665 h 3666"/>
              <a:gd name="connsiteX7" fmla="*/ 4791 w 5020"/>
              <a:gd name="connsiteY7" fmla="*/ 3276 h 3666"/>
              <a:gd name="connsiteX8" fmla="*/ 4928 w 5020"/>
              <a:gd name="connsiteY8" fmla="*/ 0 h 3666"/>
              <a:gd name="connsiteX9" fmla="*/ 16 w 5020"/>
              <a:gd name="connsiteY9" fmla="*/ 206 h 3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30" h="3460">
                <a:moveTo>
                  <a:pt x="16" y="0"/>
                </a:moveTo>
                <a:lnTo>
                  <a:pt x="4730" y="0"/>
                </a:lnTo>
                <a:lnTo>
                  <a:pt x="4730" y="3100"/>
                </a:lnTo>
                <a:lnTo>
                  <a:pt x="4707" y="3112"/>
                </a:lnTo>
                <a:cubicBezTo>
                  <a:pt x="4294" y="3323"/>
                  <a:pt x="3957" y="3436"/>
                  <a:pt x="3523" y="3458"/>
                </a:cubicBezTo>
                <a:cubicBezTo>
                  <a:pt x="3060" y="3482"/>
                  <a:pt x="2320" y="3251"/>
                  <a:pt x="2038" y="3138"/>
                </a:cubicBezTo>
                <a:cubicBezTo>
                  <a:pt x="1756" y="3025"/>
                  <a:pt x="1167" y="3000"/>
                  <a:pt x="847" y="2931"/>
                </a:cubicBezTo>
                <a:cubicBezTo>
                  <a:pt x="527" y="2862"/>
                  <a:pt x="288" y="2634"/>
                  <a:pt x="231" y="2337"/>
                </a:cubicBezTo>
                <a:cubicBezTo>
                  <a:pt x="174" y="2040"/>
                  <a:pt x="489" y="1240"/>
                  <a:pt x="404" y="932"/>
                </a:cubicBezTo>
                <a:cubicBezTo>
                  <a:pt x="319" y="624"/>
                  <a:pt x="108" y="650"/>
                  <a:pt x="39" y="477"/>
                </a:cubicBezTo>
                <a:cubicBezTo>
                  <a:pt x="-28" y="309"/>
                  <a:pt x="11" y="101"/>
                  <a:pt x="15" y="8"/>
                </a:cubicBezTo>
                <a:lnTo>
                  <a:pt x="16" y="0"/>
                </a:lnTo>
                <a:close/>
              </a:path>
            </a:pathLst>
          </a:custGeom>
          <a:solidFill>
            <a:srgbClr val="E9BE8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5" name="任意多边形 14"/>
          <p:cNvSpPr/>
          <p:nvPr>
            <p:custDataLst>
              <p:tags r:id="rId2"/>
            </p:custDataLst>
          </p:nvPr>
        </p:nvSpPr>
        <p:spPr>
          <a:xfrm flipH="1">
            <a:off x="-406400" y="-65405"/>
            <a:ext cx="2389505" cy="1477645"/>
          </a:xfrm>
          <a:custGeom>
            <a:avLst/>
            <a:gdLst>
              <a:gd name="connsiteX0" fmla="*/ 0 w 6373"/>
              <a:gd name="connsiteY0" fmla="*/ 226 h 3921"/>
              <a:gd name="connsiteX1" fmla="*/ 468 w 6373"/>
              <a:gd name="connsiteY1" fmla="*/ 797 h 3921"/>
              <a:gd name="connsiteX2" fmla="*/ 1748 w 6373"/>
              <a:gd name="connsiteY2" fmla="*/ 1122 h 3921"/>
              <a:gd name="connsiteX3" fmla="*/ 2193 w 6373"/>
              <a:gd name="connsiteY3" fmla="*/ 2161 h 3921"/>
              <a:gd name="connsiteX4" fmla="*/ 3175 w 6373"/>
              <a:gd name="connsiteY4" fmla="*/ 3315 h 3921"/>
              <a:gd name="connsiteX5" fmla="*/ 4980 w 6373"/>
              <a:gd name="connsiteY5" fmla="*/ 3909 h 3921"/>
              <a:gd name="connsiteX6" fmla="*/ 6294 w 6373"/>
              <a:gd name="connsiteY6" fmla="*/ 3687 h 3921"/>
              <a:gd name="connsiteX7" fmla="*/ 6373 w 6373"/>
              <a:gd name="connsiteY7" fmla="*/ 0 h 3921"/>
              <a:gd name="connsiteX8" fmla="*/ 0 w 6373"/>
              <a:gd name="connsiteY8" fmla="*/ 226 h 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74" h="3716">
                <a:moveTo>
                  <a:pt x="592" y="0"/>
                </a:moveTo>
                <a:lnTo>
                  <a:pt x="6202" y="0"/>
                </a:lnTo>
                <a:lnTo>
                  <a:pt x="6274" y="0"/>
                </a:lnTo>
                <a:lnTo>
                  <a:pt x="6274" y="3491"/>
                </a:lnTo>
                <a:lnTo>
                  <a:pt x="6257" y="3499"/>
                </a:lnTo>
                <a:cubicBezTo>
                  <a:pt x="5873" y="3675"/>
                  <a:pt x="5545" y="3748"/>
                  <a:pt x="4980" y="3704"/>
                </a:cubicBezTo>
                <a:cubicBezTo>
                  <a:pt x="4397" y="3659"/>
                  <a:pt x="3678" y="3419"/>
                  <a:pt x="3175" y="3110"/>
                </a:cubicBezTo>
                <a:cubicBezTo>
                  <a:pt x="2672" y="2801"/>
                  <a:pt x="2361" y="2326"/>
                  <a:pt x="2193" y="1956"/>
                </a:cubicBezTo>
                <a:cubicBezTo>
                  <a:pt x="2025" y="1586"/>
                  <a:pt x="1931" y="1082"/>
                  <a:pt x="1748" y="917"/>
                </a:cubicBezTo>
                <a:cubicBezTo>
                  <a:pt x="1565" y="752"/>
                  <a:pt x="813" y="754"/>
                  <a:pt x="468" y="592"/>
                </a:cubicBezTo>
                <a:cubicBezTo>
                  <a:pt x="123" y="430"/>
                  <a:pt x="80" y="289"/>
                  <a:pt x="0" y="21"/>
                </a:cubicBezTo>
                <a:lnTo>
                  <a:pt x="592" y="0"/>
                </a:lnTo>
                <a:close/>
              </a:path>
            </a:pathLst>
          </a:custGeom>
          <a:noFill/>
          <a:ln>
            <a:solidFill>
              <a:schemeClr val="bg1"/>
            </a:solidFill>
          </a:ln>
          <a:extLst>
            <a:ext uri="{909E8E84-426E-40DD-AFC4-6F175D3DCCD1}">
              <a14:hiddenFill xmlns:a14="http://schemas.microsoft.com/office/drawing/2010/main">
                <a:solidFill>
                  <a:schemeClr val="accent1">
                    <a:alpha val="28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9" name="任意多边形 18"/>
          <p:cNvSpPr/>
          <p:nvPr>
            <p:custDataLst>
              <p:tags r:id="rId3"/>
            </p:custDataLst>
          </p:nvPr>
        </p:nvSpPr>
        <p:spPr>
          <a:xfrm>
            <a:off x="-69850" y="6213102"/>
            <a:ext cx="2057063" cy="661408"/>
          </a:xfrm>
          <a:custGeom>
            <a:avLst/>
            <a:gdLst>
              <a:gd name="connsiteX0" fmla="*/ 1712 w 8295"/>
              <a:gd name="connsiteY0" fmla="*/ 1303 h 3164"/>
              <a:gd name="connsiteX1" fmla="*/ 3081 w 8295"/>
              <a:gd name="connsiteY1" fmla="*/ 1634 h 3164"/>
              <a:gd name="connsiteX2" fmla="*/ 5390 w 8295"/>
              <a:gd name="connsiteY2" fmla="*/ 252 h 3164"/>
              <a:gd name="connsiteX3" fmla="*/ 7514 w 8295"/>
              <a:gd name="connsiteY3" fmla="*/ 903 h 3164"/>
              <a:gd name="connsiteX4" fmla="*/ 8256 w 8295"/>
              <a:gd name="connsiteY4" fmla="*/ 2228 h 3164"/>
              <a:gd name="connsiteX5" fmla="*/ 614 w 8295"/>
              <a:gd name="connsiteY5" fmla="*/ 3164 h 3164"/>
              <a:gd name="connsiteX6" fmla="*/ 0 w 8295"/>
              <a:gd name="connsiteY6" fmla="*/ 2159 h 3164"/>
              <a:gd name="connsiteX7" fmla="*/ 125 w 8295"/>
              <a:gd name="connsiteY7" fmla="*/ 0 h 3164"/>
              <a:gd name="connsiteX8" fmla="*/ 1712 w 8295"/>
              <a:gd name="connsiteY8" fmla="*/ 1303 h 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39" h="1042">
                <a:moveTo>
                  <a:pt x="1445" y="0"/>
                </a:moveTo>
                <a:cubicBezTo>
                  <a:pt x="2037" y="1"/>
                  <a:pt x="2293" y="70"/>
                  <a:pt x="2704" y="364"/>
                </a:cubicBezTo>
                <a:cubicBezTo>
                  <a:pt x="3116" y="657"/>
                  <a:pt x="3276" y="847"/>
                  <a:pt x="3232" y="1040"/>
                </a:cubicBezTo>
                <a:lnTo>
                  <a:pt x="3232" y="1042"/>
                </a:lnTo>
                <a:lnTo>
                  <a:pt x="0" y="1042"/>
                </a:lnTo>
                <a:lnTo>
                  <a:pt x="0" y="574"/>
                </a:lnTo>
                <a:lnTo>
                  <a:pt x="16" y="562"/>
                </a:lnTo>
                <a:cubicBezTo>
                  <a:pt x="321" y="337"/>
                  <a:pt x="755" y="10"/>
                  <a:pt x="1250" y="2"/>
                </a:cubicBezTo>
                <a:cubicBezTo>
                  <a:pt x="1319" y="1"/>
                  <a:pt x="1383" y="0"/>
                  <a:pt x="1445" y="0"/>
                </a:cubicBezTo>
                <a:close/>
              </a:path>
            </a:pathLst>
          </a:custGeom>
          <a:solidFill>
            <a:srgbClr val="E9BE8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22" name="任意多边形 21"/>
          <p:cNvSpPr/>
          <p:nvPr>
            <p:custDataLst>
              <p:tags r:id="rId4"/>
            </p:custDataLst>
          </p:nvPr>
        </p:nvSpPr>
        <p:spPr>
          <a:xfrm>
            <a:off x="-51435" y="6292981"/>
            <a:ext cx="1874520" cy="589784"/>
          </a:xfrm>
          <a:custGeom>
            <a:avLst/>
            <a:gdLst>
              <a:gd name="connsiteX0" fmla="*/ 679 w 8465"/>
              <a:gd name="connsiteY0" fmla="*/ 4 h 2284"/>
              <a:gd name="connsiteX1" fmla="*/ 2269 w 8465"/>
              <a:gd name="connsiteY1" fmla="*/ 1424 h 2284"/>
              <a:gd name="connsiteX2" fmla="*/ 3882 w 8465"/>
              <a:gd name="connsiteY2" fmla="*/ 1211 h 2284"/>
              <a:gd name="connsiteX3" fmla="*/ 5692 w 8465"/>
              <a:gd name="connsiteY3" fmla="*/ 138 h 2284"/>
              <a:gd name="connsiteX4" fmla="*/ 7562 w 8465"/>
              <a:gd name="connsiteY4" fmla="*/ 679 h 2284"/>
              <a:gd name="connsiteX5" fmla="*/ 8465 w 8465"/>
              <a:gd name="connsiteY5" fmla="*/ 1844 h 2284"/>
              <a:gd name="connsiteX6" fmla="*/ 0 w 8465"/>
              <a:gd name="connsiteY6" fmla="*/ 2284 h 2284"/>
              <a:gd name="connsiteX7" fmla="*/ 679 w 8465"/>
              <a:gd name="connsiteY7" fmla="*/ 4 h 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2" h="929">
                <a:moveTo>
                  <a:pt x="1289" y="0"/>
                </a:moveTo>
                <a:cubicBezTo>
                  <a:pt x="1665" y="2"/>
                  <a:pt x="1948" y="90"/>
                  <a:pt x="2349" y="308"/>
                </a:cubicBezTo>
                <a:cubicBezTo>
                  <a:pt x="2795" y="551"/>
                  <a:pt x="2857" y="764"/>
                  <a:pt x="2949" y="924"/>
                </a:cubicBezTo>
                <a:lnTo>
                  <a:pt x="2952" y="929"/>
                </a:lnTo>
                <a:lnTo>
                  <a:pt x="0" y="929"/>
                </a:lnTo>
                <a:lnTo>
                  <a:pt x="0" y="508"/>
                </a:lnTo>
                <a:lnTo>
                  <a:pt x="34" y="487"/>
                </a:lnTo>
                <a:cubicBezTo>
                  <a:pt x="336" y="296"/>
                  <a:pt x="666" y="35"/>
                  <a:pt x="1069" y="7"/>
                </a:cubicBezTo>
                <a:cubicBezTo>
                  <a:pt x="1146" y="2"/>
                  <a:pt x="1219" y="0"/>
                  <a:pt x="1289" y="0"/>
                </a:cubicBezTo>
                <a:close/>
              </a:path>
            </a:pathLst>
          </a:custGeom>
          <a:noFill/>
          <a:ln>
            <a:solidFill>
              <a:schemeClr val="bg1"/>
            </a:solidFill>
          </a:ln>
          <a:extLst>
            <a:ext uri="{909E8E84-426E-40DD-AFC4-6F175D3DCCD1}">
              <a14:hiddenFill xmlns:a14="http://schemas.microsoft.com/office/drawing/2010/main">
                <a:solidFill>
                  <a:schemeClr val="accent1">
                    <a:alpha val="24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25" name="任意多边形 24"/>
          <p:cNvSpPr/>
          <p:nvPr>
            <p:custDataLst>
              <p:tags r:id="rId5"/>
            </p:custDataLst>
          </p:nvPr>
        </p:nvSpPr>
        <p:spPr>
          <a:xfrm>
            <a:off x="10253980" y="5824855"/>
            <a:ext cx="1938020" cy="1033145"/>
          </a:xfrm>
          <a:custGeom>
            <a:avLst/>
            <a:gdLst>
              <a:gd name="connsiteX0" fmla="*/ 0 w 6333"/>
              <a:gd name="connsiteY0" fmla="*/ 2920 h 4147"/>
              <a:gd name="connsiteX1" fmla="*/ 1240 w 6333"/>
              <a:gd name="connsiteY1" fmla="*/ 773 h 4147"/>
              <a:gd name="connsiteX2" fmla="*/ 3253 w 6333"/>
              <a:gd name="connsiteY2" fmla="*/ 240 h 4147"/>
              <a:gd name="connsiteX3" fmla="*/ 5147 w 6333"/>
              <a:gd name="connsiteY3" fmla="*/ 506 h 4147"/>
              <a:gd name="connsiteX4" fmla="*/ 6160 w 6333"/>
              <a:gd name="connsiteY4" fmla="*/ 0 h 4147"/>
              <a:gd name="connsiteX5" fmla="*/ 6333 w 6333"/>
              <a:gd name="connsiteY5" fmla="*/ 4147 h 4147"/>
              <a:gd name="connsiteX6" fmla="*/ 0 w 6333"/>
              <a:gd name="connsiteY6" fmla="*/ 2920 h 4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4" h="2912">
                <a:moveTo>
                  <a:pt x="6074" y="0"/>
                </a:moveTo>
                <a:lnTo>
                  <a:pt x="6074" y="2912"/>
                </a:lnTo>
                <a:lnTo>
                  <a:pt x="5" y="2912"/>
                </a:lnTo>
                <a:lnTo>
                  <a:pt x="0" y="2911"/>
                </a:lnTo>
                <a:cubicBezTo>
                  <a:pt x="107" y="2257"/>
                  <a:pt x="461" y="1324"/>
                  <a:pt x="1240" y="764"/>
                </a:cubicBezTo>
                <a:cubicBezTo>
                  <a:pt x="2019" y="204"/>
                  <a:pt x="2599" y="271"/>
                  <a:pt x="3253" y="231"/>
                </a:cubicBezTo>
                <a:cubicBezTo>
                  <a:pt x="3907" y="191"/>
                  <a:pt x="4627" y="590"/>
                  <a:pt x="5147" y="497"/>
                </a:cubicBezTo>
                <a:cubicBezTo>
                  <a:pt x="5618" y="413"/>
                  <a:pt x="5782" y="66"/>
                  <a:pt x="6067" y="1"/>
                </a:cubicBezTo>
                <a:lnTo>
                  <a:pt x="6074" y="0"/>
                </a:lnTo>
                <a:close/>
              </a:path>
            </a:pathLst>
          </a:custGeom>
          <a:solidFill>
            <a:srgbClr val="EFD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4" name="任意多边形 3"/>
          <p:cNvSpPr/>
          <p:nvPr>
            <p:custDataLst>
              <p:tags r:id="rId6"/>
            </p:custDataLst>
          </p:nvPr>
        </p:nvSpPr>
        <p:spPr>
          <a:xfrm flipH="1" flipV="1">
            <a:off x="10652760" y="6007735"/>
            <a:ext cx="1670685" cy="850900"/>
          </a:xfrm>
          <a:custGeom>
            <a:avLst/>
            <a:gdLst>
              <a:gd name="connsiteX0" fmla="*/ 0 w 5143"/>
              <a:gd name="connsiteY0" fmla="*/ 0 h 4554"/>
              <a:gd name="connsiteX1" fmla="*/ 5143 w 5143"/>
              <a:gd name="connsiteY1" fmla="*/ 0 h 4554"/>
              <a:gd name="connsiteX2" fmla="*/ 5141 w 5143"/>
              <a:gd name="connsiteY2" fmla="*/ 11 h 4554"/>
              <a:gd name="connsiteX3" fmla="*/ 4681 w 5143"/>
              <a:gd name="connsiteY3" fmla="*/ 989 h 4554"/>
              <a:gd name="connsiteX4" fmla="*/ 3207 w 5143"/>
              <a:gd name="connsiteY4" fmla="*/ 1914 h 4554"/>
              <a:gd name="connsiteX5" fmla="*/ 2475 w 5143"/>
              <a:gd name="connsiteY5" fmla="*/ 4088 h 4554"/>
              <a:gd name="connsiteX6" fmla="*/ 922 w 5143"/>
              <a:gd name="connsiteY6" fmla="*/ 4545 h 4554"/>
              <a:gd name="connsiteX7" fmla="*/ 22 w 5143"/>
              <a:gd name="connsiteY7" fmla="*/ 4257 h 4554"/>
              <a:gd name="connsiteX8" fmla="*/ 0 w 5143"/>
              <a:gd name="connsiteY8" fmla="*/ 0 h 4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3" h="4554">
                <a:moveTo>
                  <a:pt x="0" y="0"/>
                </a:moveTo>
                <a:lnTo>
                  <a:pt x="5143" y="0"/>
                </a:lnTo>
                <a:lnTo>
                  <a:pt x="5141" y="11"/>
                </a:lnTo>
                <a:cubicBezTo>
                  <a:pt x="5110" y="197"/>
                  <a:pt x="5088" y="582"/>
                  <a:pt x="4681" y="989"/>
                </a:cubicBezTo>
                <a:cubicBezTo>
                  <a:pt x="4247" y="1423"/>
                  <a:pt x="3573" y="1617"/>
                  <a:pt x="3207" y="1914"/>
                </a:cubicBezTo>
                <a:cubicBezTo>
                  <a:pt x="2841" y="2211"/>
                  <a:pt x="2989" y="3585"/>
                  <a:pt x="2475" y="4088"/>
                </a:cubicBezTo>
                <a:cubicBezTo>
                  <a:pt x="1961" y="4591"/>
                  <a:pt x="1379" y="4567"/>
                  <a:pt x="922" y="4545"/>
                </a:cubicBezTo>
                <a:cubicBezTo>
                  <a:pt x="465" y="4523"/>
                  <a:pt x="375" y="4352"/>
                  <a:pt x="22" y="4257"/>
                </a:cubicBezTo>
                <a:lnTo>
                  <a:pt x="0" y="0"/>
                </a:lnTo>
                <a:close/>
              </a:path>
            </a:pathLst>
          </a:custGeom>
          <a:noFill/>
          <a:ln w="9525">
            <a:solidFill>
              <a:schemeClr val="bg1"/>
            </a:solidFill>
          </a:ln>
          <a:extLst>
            <a:ext uri="{909E8E84-426E-40DD-AFC4-6F175D3DCCD1}">
              <a14:hiddenFill xmlns:a14="http://schemas.microsoft.com/office/drawing/2010/main">
                <a:solidFill>
                  <a:schemeClr val="accent1">
                    <a:alpha val="46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8" name="椭圆 17"/>
          <p:cNvSpPr/>
          <p:nvPr/>
        </p:nvSpPr>
        <p:spPr>
          <a:xfrm>
            <a:off x="207645" y="5374005"/>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1" name="椭圆 20"/>
          <p:cNvSpPr/>
          <p:nvPr>
            <p:custDataLst>
              <p:tags r:id="rId7"/>
            </p:custDataLst>
          </p:nvPr>
        </p:nvSpPr>
        <p:spPr>
          <a:xfrm>
            <a:off x="0" y="5103495"/>
            <a:ext cx="474980" cy="454660"/>
          </a:xfrm>
          <a:prstGeom prst="ellipse">
            <a:avLst/>
          </a:prstGeom>
          <a:solidFill>
            <a:srgbClr val="EFAD3A"/>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4" name="椭圆 23"/>
          <p:cNvSpPr/>
          <p:nvPr>
            <p:custDataLst>
              <p:tags r:id="rId8"/>
            </p:custDataLst>
          </p:nvPr>
        </p:nvSpPr>
        <p:spPr>
          <a:xfrm>
            <a:off x="11031855" y="1426845"/>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pic>
        <p:nvPicPr>
          <p:cNvPr id="3" name="Picture 69"/>
          <p:cNvPicPr>
            <a:picLocks noChangeAspect="1"/>
          </p:cNvPicPr>
          <p:nvPr>
            <p:custDataLst>
              <p:tags r:id="rId9"/>
            </p:custDataLst>
          </p:nvPr>
        </p:nvPicPr>
        <p:blipFill>
          <a:blip r:embed="rId10">
            <a:extLst>
              <a:ext uri="{28A0092B-C50C-407E-A947-70E740481C1C}">
                <a14:useLocalDpi xmlns:a14="http://schemas.microsoft.com/office/drawing/2010/main" val="0"/>
              </a:ext>
            </a:extLst>
          </a:blip>
          <a:srcRect/>
          <a:stretch>
            <a:fillRect/>
          </a:stretch>
        </p:blipFill>
        <p:spPr>
          <a:xfrm rot="18760219">
            <a:off x="9686290" y="6017260"/>
            <a:ext cx="908050" cy="558165"/>
          </a:xfrm>
          <a:prstGeom prst="rect">
            <a:avLst/>
          </a:prstGeom>
        </p:spPr>
      </p:pic>
      <p:pic>
        <p:nvPicPr>
          <p:cNvPr id="16" name="Picture 68"/>
          <p:cNvPicPr>
            <a:picLocks noChangeAspect="1"/>
          </p:cNvPicPr>
          <p:nvPr>
            <p:custDataLst>
              <p:tags r:id="rId11"/>
            </p:custDataLst>
          </p:nvPr>
        </p:nvPicPr>
        <p:blipFill>
          <a:blip r:embed="rId12">
            <a:extLst>
              <a:ext uri="{28A0092B-C50C-407E-A947-70E740481C1C}">
                <a14:useLocalDpi xmlns:a14="http://schemas.microsoft.com/office/drawing/2010/main" val="0"/>
              </a:ext>
            </a:extLst>
          </a:blip>
          <a:srcRect r="45888" b="46718"/>
          <a:stretch>
            <a:fillRect/>
          </a:stretch>
        </p:blipFill>
        <p:spPr>
          <a:xfrm rot="5400000">
            <a:off x="30802" y="936143"/>
            <a:ext cx="758510" cy="820369"/>
          </a:xfrm>
          <a:prstGeom prst="rect">
            <a:avLst/>
          </a:prstGeom>
        </p:spPr>
      </p:pic>
      <p:pic>
        <p:nvPicPr>
          <p:cNvPr id="29" name="Picture 72"/>
          <p:cNvPicPr>
            <a:picLocks noChangeAspect="1"/>
          </p:cNvPicPr>
          <p:nvPr>
            <p:custDataLst>
              <p:tags r:id="rId13"/>
            </p:custDataLst>
          </p:nvPr>
        </p:nvPicPr>
        <p:blipFill>
          <a:blip r:embed="rId14">
            <a:extLst>
              <a:ext uri="{28A0092B-C50C-407E-A947-70E740481C1C}">
                <a14:useLocalDpi xmlns:a14="http://schemas.microsoft.com/office/drawing/2010/main" val="0"/>
              </a:ext>
            </a:extLst>
          </a:blip>
          <a:srcRect/>
          <a:stretch>
            <a:fillRect/>
          </a:stretch>
        </p:blipFill>
        <p:spPr>
          <a:xfrm rot="-1815464">
            <a:off x="26798" y="5772384"/>
            <a:ext cx="948074" cy="361623"/>
          </a:xfrm>
          <a:prstGeom prst="rect">
            <a:avLst/>
          </a:prstGeom>
        </p:spPr>
      </p:pic>
      <p:pic>
        <p:nvPicPr>
          <p:cNvPr id="33" name="Picture 2"/>
          <p:cNvPicPr>
            <a:picLocks noChangeAspect="1"/>
          </p:cNvPicPr>
          <p:nvPr>
            <p:custDataLst>
              <p:tags r:id="rId15"/>
            </p:custDataLst>
          </p:nvPr>
        </p:nvPicPr>
        <p:blipFill>
          <a:blip r:embed="rId16"/>
          <a:srcRect/>
          <a:stretch>
            <a:fillRect/>
          </a:stretch>
        </p:blipFill>
        <p:spPr>
          <a:xfrm flipH="1">
            <a:off x="227330" y="45085"/>
            <a:ext cx="1595755" cy="1377950"/>
          </a:xfrm>
          <a:prstGeom prst="rect">
            <a:avLst/>
          </a:prstGeom>
        </p:spPr>
      </p:pic>
      <p:pic>
        <p:nvPicPr>
          <p:cNvPr id="34" name="Picture 72"/>
          <p:cNvPicPr>
            <a:picLocks noChangeAspect="1"/>
          </p:cNvPicPr>
          <p:nvPr>
            <p:custDataLst>
              <p:tags r:id="rId17"/>
            </p:custDataLst>
          </p:nvPr>
        </p:nvPicPr>
        <p:blipFill>
          <a:blip r:embed="rId14">
            <a:extLst>
              <a:ext uri="{28A0092B-C50C-407E-A947-70E740481C1C}">
                <a14:useLocalDpi xmlns:a14="http://schemas.microsoft.com/office/drawing/2010/main" val="0"/>
              </a:ext>
            </a:extLst>
          </a:blip>
          <a:srcRect/>
          <a:stretch>
            <a:fillRect/>
          </a:stretch>
        </p:blipFill>
        <p:spPr>
          <a:xfrm rot="5204533">
            <a:off x="1989583" y="302494"/>
            <a:ext cx="948074" cy="361623"/>
          </a:xfrm>
          <a:prstGeom prst="rect">
            <a:avLst/>
          </a:prstGeom>
        </p:spPr>
      </p:pic>
      <p:pic>
        <p:nvPicPr>
          <p:cNvPr id="14" name="Picture 5"/>
          <p:cNvPicPr>
            <a:picLocks noChangeAspect="1"/>
          </p:cNvPicPr>
          <p:nvPr>
            <p:custDataLst>
              <p:tags r:id="rId18"/>
            </p:custDataLst>
          </p:nvPr>
        </p:nvPicPr>
        <p:blipFill>
          <a:blip r:embed="rId19"/>
          <a:srcRect/>
          <a:stretch>
            <a:fillRect/>
          </a:stretch>
        </p:blipFill>
        <p:spPr>
          <a:xfrm>
            <a:off x="9484995" y="80645"/>
            <a:ext cx="331470" cy="359410"/>
          </a:xfrm>
          <a:prstGeom prst="rect">
            <a:avLst/>
          </a:prstGeom>
        </p:spPr>
      </p:pic>
      <p:sp>
        <p:nvSpPr>
          <p:cNvPr id="20" name="TextBox 20"/>
          <p:cNvSpPr txBox="1"/>
          <p:nvPr>
            <p:custDataLst>
              <p:tags r:id="rId20"/>
            </p:custDataLst>
          </p:nvPr>
        </p:nvSpPr>
        <p:spPr>
          <a:xfrm>
            <a:off x="9935210" y="142240"/>
            <a:ext cx="2092325" cy="379730"/>
          </a:xfrm>
          <a:prstGeom prst="rect">
            <a:avLst/>
          </a:prstGeom>
        </p:spPr>
        <p:txBody>
          <a:bodyPr lIns="0" tIns="0" rIns="0" bIns="0" rtlCol="0" anchor="t">
            <a:noAutofit/>
          </a:bodyPr>
          <a:p>
            <a:pPr indent="0" algn="ctr" fontAlgn="auto">
              <a:lnSpc>
                <a:spcPct val="100000"/>
              </a:lnSpc>
            </a:pPr>
            <a:r>
              <a:rPr lang="zh-CN" altLang="en-US" sz="2000">
                <a:solidFill>
                  <a:schemeClr val="tx1">
                    <a:lumMod val="65000"/>
                    <a:lumOff val="35000"/>
                  </a:schemeClr>
                </a:solidFill>
                <a:latin typeface="站酷快乐体2016修订版" panose="02010600030101010101" charset="-122"/>
                <a:ea typeface="站酷快乐体2016修订版" panose="02010600030101010101" charset="-122"/>
                <a:cs typeface="仓耳渔阳体 W04" panose="02020400000000000000" charset="-122"/>
              </a:rPr>
              <a:t>不安全食品的危害</a:t>
            </a:r>
            <a:endParaRPr lang="zh-CN" altLang="en-US" sz="2000">
              <a:solidFill>
                <a:schemeClr val="tx1">
                  <a:lumMod val="65000"/>
                  <a:lumOff val="35000"/>
                </a:schemeClr>
              </a:solidFill>
              <a:latin typeface="站酷快乐体2016修订版" panose="02010600030101010101" charset="-122"/>
              <a:ea typeface="站酷快乐体2016修订版" panose="02010600030101010101" charset="-122"/>
              <a:cs typeface="仓耳渔阳体 W04" panose="02020400000000000000" charset="-122"/>
            </a:endParaRPr>
          </a:p>
        </p:txBody>
      </p:sp>
      <p:sp>
        <p:nvSpPr>
          <p:cNvPr id="27" name="TextBox 15"/>
          <p:cNvSpPr txBox="1"/>
          <p:nvPr>
            <p:custDataLst>
              <p:tags r:id="rId21"/>
            </p:custDataLst>
          </p:nvPr>
        </p:nvSpPr>
        <p:spPr>
          <a:xfrm>
            <a:off x="3919855" y="952500"/>
            <a:ext cx="4352925" cy="991235"/>
          </a:xfrm>
          <a:prstGeom prst="rect">
            <a:avLst/>
          </a:prstGeom>
        </p:spPr>
        <p:txBody>
          <a:bodyPr wrap="square" lIns="0" tIns="0" rIns="0" bIns="0" rtlCol="0" anchor="t">
            <a:noAutofit/>
          </a:bodyPr>
          <a:p>
            <a:pPr algn="ctr">
              <a:lnSpc>
                <a:spcPts val="7675"/>
              </a:lnSpc>
              <a:spcBef>
                <a:spcPct val="0"/>
              </a:spcBef>
            </a:pPr>
            <a:r>
              <a:rPr lang="zh-CN" altLang="en-US" sz="4000">
                <a:solidFill>
                  <a:srgbClr val="9B5836"/>
                </a:solidFill>
                <a:latin typeface="站酷快乐体2016修订版" panose="02010600030101010101" charset="-122"/>
                <a:ea typeface="站酷快乐体2016修订版" panose="02010600030101010101" charset="-122"/>
                <a:cs typeface="仓耳渔阳体 W04" panose="02020400000000000000" charset="-122"/>
              </a:rPr>
              <a:t>不安全食品的定义</a:t>
            </a:r>
            <a:endParaRPr lang="zh-CN" altLang="en-US" sz="4000">
              <a:solidFill>
                <a:srgbClr val="9B5836"/>
              </a:solidFill>
              <a:latin typeface="站酷快乐体2016修订版" panose="02010600030101010101" charset="-122"/>
              <a:ea typeface="站酷快乐体2016修订版" panose="02010600030101010101" charset="-122"/>
              <a:cs typeface="仓耳渔阳体 W04" panose="02020400000000000000" charset="-122"/>
            </a:endParaRPr>
          </a:p>
        </p:txBody>
      </p:sp>
      <p:pic>
        <p:nvPicPr>
          <p:cNvPr id="68" name="Picture 68"/>
          <p:cNvPicPr>
            <a:picLocks noChangeAspect="1"/>
          </p:cNvPicPr>
          <p:nvPr>
            <p:custDataLst>
              <p:tags r:id="rId22"/>
            </p:custDataLst>
          </p:nvPr>
        </p:nvPicPr>
        <p:blipFill>
          <a:blip r:embed="rId12">
            <a:extLst>
              <a:ext uri="{28A0092B-C50C-407E-A947-70E740481C1C}">
                <a14:useLocalDpi xmlns:a14="http://schemas.microsoft.com/office/drawing/2010/main" val="0"/>
              </a:ext>
            </a:extLst>
          </a:blip>
          <a:srcRect r="45888" b="46718"/>
          <a:stretch>
            <a:fillRect/>
          </a:stretch>
        </p:blipFill>
        <p:spPr>
          <a:xfrm rot="1080000">
            <a:off x="145737" y="6124728"/>
            <a:ext cx="758510" cy="820369"/>
          </a:xfrm>
          <a:prstGeom prst="rect">
            <a:avLst/>
          </a:prstGeom>
        </p:spPr>
      </p:pic>
      <p:pic>
        <p:nvPicPr>
          <p:cNvPr id="71" name="Picture 71"/>
          <p:cNvPicPr>
            <a:picLocks noChangeAspect="1"/>
          </p:cNvPicPr>
          <p:nvPr>
            <p:custDataLst>
              <p:tags r:id="rId23"/>
            </p:custDataLst>
          </p:nvPr>
        </p:nvPicPr>
        <p:blipFill>
          <a:blip r:embed="rId24">
            <a:extLst>
              <a:ext uri="{28A0092B-C50C-407E-A947-70E740481C1C}">
                <a14:useLocalDpi xmlns:a14="http://schemas.microsoft.com/office/drawing/2010/main" val="0"/>
              </a:ext>
            </a:extLst>
          </a:blip>
          <a:srcRect/>
          <a:stretch>
            <a:fillRect/>
          </a:stretch>
        </p:blipFill>
        <p:spPr>
          <a:xfrm rot="-1286584">
            <a:off x="1735398" y="6408197"/>
            <a:ext cx="883857" cy="450991"/>
          </a:xfrm>
          <a:prstGeom prst="rect">
            <a:avLst/>
          </a:prstGeom>
        </p:spPr>
      </p:pic>
      <p:grpSp>
        <p:nvGrpSpPr>
          <p:cNvPr id="51" name="组合 50"/>
          <p:cNvGrpSpPr/>
          <p:nvPr/>
        </p:nvGrpSpPr>
        <p:grpSpPr>
          <a:xfrm>
            <a:off x="756285" y="2599690"/>
            <a:ext cx="10679430" cy="3036570"/>
            <a:chOff x="1152" y="4094"/>
            <a:chExt cx="16818" cy="4782"/>
          </a:xfrm>
        </p:grpSpPr>
        <p:grpSp>
          <p:nvGrpSpPr>
            <p:cNvPr id="26" name="组合 25"/>
            <p:cNvGrpSpPr/>
            <p:nvPr/>
          </p:nvGrpSpPr>
          <p:grpSpPr>
            <a:xfrm rot="0">
              <a:off x="1152" y="4094"/>
              <a:ext cx="3514" cy="4782"/>
              <a:chOff x="1313" y="4294"/>
              <a:chExt cx="3514" cy="4782"/>
            </a:xfrm>
          </p:grpSpPr>
          <p:sp>
            <p:nvSpPr>
              <p:cNvPr id="2" name="圆角矩形 1"/>
              <p:cNvSpPr/>
              <p:nvPr/>
            </p:nvSpPr>
            <p:spPr>
              <a:xfrm>
                <a:off x="1313" y="4294"/>
                <a:ext cx="3515" cy="4783"/>
              </a:xfrm>
              <a:prstGeom prst="roundRect">
                <a:avLst/>
              </a:prstGeom>
              <a:solidFill>
                <a:srgbClr val="FFDBC7"/>
              </a:solidFill>
              <a:ln>
                <a:solidFill>
                  <a:srgbClr val="E9BD83"/>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5" name="圆角矩形 4"/>
              <p:cNvSpPr/>
              <p:nvPr>
                <p:custDataLst>
                  <p:tags r:id="rId25"/>
                </p:custDataLst>
              </p:nvPr>
            </p:nvSpPr>
            <p:spPr>
              <a:xfrm>
                <a:off x="1477" y="5400"/>
                <a:ext cx="3187" cy="3477"/>
              </a:xfrm>
              <a:prstGeom prst="roundRect">
                <a:avLst/>
              </a:prstGeom>
              <a:solidFill>
                <a:srgbClr val="FFF7F0"/>
              </a:solidFill>
              <a:ln>
                <a:solidFill>
                  <a:srgbClr val="E9BD83"/>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6" name="TextBox 16"/>
              <p:cNvSpPr txBox="1"/>
              <p:nvPr>
                <p:custDataLst>
                  <p:tags r:id="rId26"/>
                </p:custDataLst>
              </p:nvPr>
            </p:nvSpPr>
            <p:spPr>
              <a:xfrm>
                <a:off x="1764" y="5446"/>
                <a:ext cx="2612" cy="3271"/>
              </a:xfrm>
              <a:prstGeom prst="rect">
                <a:avLst/>
              </a:prstGeom>
            </p:spPr>
            <p:txBody>
              <a:bodyPr wrap="square" lIns="0" tIns="0" rIns="0" bIns="0" rtlCol="0" anchor="t">
                <a:spAutoFit/>
              </a:bodyPr>
              <a:p>
                <a:pPr indent="0" algn="just" fontAlgn="auto">
                  <a:lnSpc>
                    <a:spcPct val="150000"/>
                  </a:lnSpc>
                  <a:buFont typeface="仓耳渔阳体 W04" panose="02020400000000000000" charset="-122"/>
                  <a:buNone/>
                </a:pPr>
                <a:r>
                  <a:rPr lang="en-US"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已诱发食品污染、食源性疾病或对人体健康造成危害甚至死亡的食品</a:t>
                </a:r>
                <a:endParaRPr lang="en-US"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p:txBody>
          </p:sp>
          <p:sp>
            <p:nvSpPr>
              <p:cNvPr id="7" name="矩形 6"/>
              <p:cNvSpPr/>
              <p:nvPr/>
            </p:nvSpPr>
            <p:spPr>
              <a:xfrm>
                <a:off x="1313" y="4653"/>
                <a:ext cx="808" cy="644"/>
              </a:xfrm>
              <a:prstGeom prst="rect">
                <a:avLst/>
              </a:prstGeom>
              <a:solidFill>
                <a:srgbClr val="F3A8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9" name="TextBox 16"/>
              <p:cNvSpPr txBox="1"/>
              <p:nvPr>
                <p:custDataLst>
                  <p:tags r:id="rId27"/>
                </p:custDataLst>
              </p:nvPr>
            </p:nvSpPr>
            <p:spPr>
              <a:xfrm>
                <a:off x="1456" y="4599"/>
                <a:ext cx="665" cy="654"/>
              </a:xfrm>
              <a:prstGeom prst="rect">
                <a:avLst/>
              </a:prstGeom>
            </p:spPr>
            <p:txBody>
              <a:bodyPr wrap="square" lIns="0" tIns="0" rIns="0" bIns="0" rtlCol="0" anchor="t">
                <a:spAutoFit/>
              </a:bodyPr>
              <a:p>
                <a:pPr indent="0" algn="just" fontAlgn="auto">
                  <a:lnSpc>
                    <a:spcPct val="150000"/>
                  </a:lnSpc>
                  <a:buFont typeface="仓耳渔阳体 W04" panose="02020400000000000000" charset="-122"/>
                  <a:buNone/>
                </a:pPr>
                <a:r>
                  <a:rPr lang="en-US" b="1" spc="156">
                    <a:solidFill>
                      <a:schemeClr val="bg1"/>
                    </a:solidFill>
                    <a:latin typeface="仓耳渔阳体 W04" panose="02020400000000000000" charset="-122"/>
                    <a:ea typeface="仓耳渔阳体 W04" panose="02020400000000000000" charset="-122"/>
                    <a:cs typeface="仓耳渔阳体 W04" panose="02020400000000000000" charset="-122"/>
                  </a:rPr>
                  <a:t>No</a:t>
                </a:r>
                <a:endParaRPr lang="en-US" b="1" spc="156">
                  <a:solidFill>
                    <a:schemeClr val="bg1"/>
                  </a:solidFill>
                  <a:latin typeface="仓耳渔阳体 W04" panose="02020400000000000000" charset="-122"/>
                  <a:ea typeface="仓耳渔阳体 W04" panose="02020400000000000000" charset="-122"/>
                  <a:cs typeface="仓耳渔阳体 W04" panose="02020400000000000000" charset="-122"/>
                </a:endParaRPr>
              </a:p>
            </p:txBody>
          </p:sp>
        </p:grpSp>
        <p:grpSp>
          <p:nvGrpSpPr>
            <p:cNvPr id="28" name="组合 27"/>
            <p:cNvGrpSpPr/>
            <p:nvPr/>
          </p:nvGrpSpPr>
          <p:grpSpPr>
            <a:xfrm rot="0">
              <a:off x="5586" y="4094"/>
              <a:ext cx="3515" cy="4783"/>
              <a:chOff x="1313" y="4294"/>
              <a:chExt cx="3515" cy="4783"/>
            </a:xfrm>
          </p:grpSpPr>
          <p:sp>
            <p:nvSpPr>
              <p:cNvPr id="30" name="圆角矩形 29"/>
              <p:cNvSpPr/>
              <p:nvPr>
                <p:custDataLst>
                  <p:tags r:id="rId28"/>
                </p:custDataLst>
              </p:nvPr>
            </p:nvSpPr>
            <p:spPr>
              <a:xfrm>
                <a:off x="1313" y="4294"/>
                <a:ext cx="3515" cy="4783"/>
              </a:xfrm>
              <a:prstGeom prst="roundRect">
                <a:avLst/>
              </a:prstGeom>
              <a:solidFill>
                <a:srgbClr val="FFDBC7"/>
              </a:solidFill>
              <a:ln>
                <a:solidFill>
                  <a:srgbClr val="E9BD83"/>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31" name="圆角矩形 30"/>
              <p:cNvSpPr/>
              <p:nvPr>
                <p:custDataLst>
                  <p:tags r:id="rId29"/>
                </p:custDataLst>
              </p:nvPr>
            </p:nvSpPr>
            <p:spPr>
              <a:xfrm>
                <a:off x="1477" y="5400"/>
                <a:ext cx="3187" cy="3477"/>
              </a:xfrm>
              <a:prstGeom prst="roundRect">
                <a:avLst/>
              </a:prstGeom>
              <a:solidFill>
                <a:srgbClr val="FFF7F0"/>
              </a:solidFill>
              <a:ln>
                <a:solidFill>
                  <a:srgbClr val="E9BD83"/>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32" name="TextBox 16"/>
              <p:cNvSpPr txBox="1"/>
              <p:nvPr>
                <p:custDataLst>
                  <p:tags r:id="rId30"/>
                </p:custDataLst>
              </p:nvPr>
            </p:nvSpPr>
            <p:spPr>
              <a:xfrm>
                <a:off x="1764" y="5446"/>
                <a:ext cx="2612" cy="3271"/>
              </a:xfrm>
              <a:prstGeom prst="rect">
                <a:avLst/>
              </a:prstGeom>
            </p:spPr>
            <p:txBody>
              <a:bodyPr wrap="square" lIns="0" tIns="0" rIns="0" bIns="0" rtlCol="0" anchor="t">
                <a:spAutoFit/>
              </a:bodyPr>
              <a:p>
                <a:pPr indent="0" algn="ctr" fontAlgn="auto">
                  <a:lnSpc>
                    <a:spcPct val="150000"/>
                  </a:lnSpc>
                  <a:buFont typeface="仓耳渔阳体 W04" panose="02020400000000000000" charset="-122"/>
                  <a:buNone/>
                </a:pPr>
                <a:r>
                  <a:rPr lang="en-US"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可能引发食品污染、食源性疾病或对人体健康造成危害的食品</a:t>
                </a:r>
                <a:endParaRPr lang="en-US"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p:txBody>
          </p:sp>
          <p:sp>
            <p:nvSpPr>
              <p:cNvPr id="35" name="矩形 34"/>
              <p:cNvSpPr/>
              <p:nvPr>
                <p:custDataLst>
                  <p:tags r:id="rId31"/>
                </p:custDataLst>
              </p:nvPr>
            </p:nvSpPr>
            <p:spPr>
              <a:xfrm>
                <a:off x="1313" y="4653"/>
                <a:ext cx="808" cy="644"/>
              </a:xfrm>
              <a:prstGeom prst="rect">
                <a:avLst/>
              </a:prstGeom>
              <a:solidFill>
                <a:srgbClr val="F3A8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36" name="TextBox 16"/>
              <p:cNvSpPr txBox="1"/>
              <p:nvPr>
                <p:custDataLst>
                  <p:tags r:id="rId32"/>
                </p:custDataLst>
              </p:nvPr>
            </p:nvSpPr>
            <p:spPr>
              <a:xfrm>
                <a:off x="1456" y="4599"/>
                <a:ext cx="665" cy="654"/>
              </a:xfrm>
              <a:prstGeom prst="rect">
                <a:avLst/>
              </a:prstGeom>
            </p:spPr>
            <p:txBody>
              <a:bodyPr wrap="square" lIns="0" tIns="0" rIns="0" bIns="0" rtlCol="0" anchor="t">
                <a:spAutoFit/>
              </a:bodyPr>
              <a:p>
                <a:pPr indent="0" algn="just" fontAlgn="auto">
                  <a:lnSpc>
                    <a:spcPct val="150000"/>
                  </a:lnSpc>
                  <a:buFont typeface="仓耳渔阳体 W04" panose="02020400000000000000" charset="-122"/>
                  <a:buNone/>
                </a:pPr>
                <a:r>
                  <a:rPr lang="en-US" b="1" spc="156">
                    <a:solidFill>
                      <a:schemeClr val="bg1"/>
                    </a:solidFill>
                    <a:latin typeface="仓耳渔阳体 W04" panose="02020400000000000000" charset="-122"/>
                    <a:ea typeface="仓耳渔阳体 W04" panose="02020400000000000000" charset="-122"/>
                    <a:cs typeface="仓耳渔阳体 W04" panose="02020400000000000000" charset="-122"/>
                  </a:rPr>
                  <a:t>No</a:t>
                </a:r>
                <a:endParaRPr lang="en-US" b="1" spc="156">
                  <a:solidFill>
                    <a:schemeClr val="bg1"/>
                  </a:solidFill>
                  <a:latin typeface="仓耳渔阳体 W04" panose="02020400000000000000" charset="-122"/>
                  <a:ea typeface="仓耳渔阳体 W04" panose="02020400000000000000" charset="-122"/>
                  <a:cs typeface="仓耳渔阳体 W04" panose="02020400000000000000" charset="-122"/>
                </a:endParaRPr>
              </a:p>
            </p:txBody>
          </p:sp>
        </p:grpSp>
        <p:grpSp>
          <p:nvGrpSpPr>
            <p:cNvPr id="37" name="组合 36"/>
            <p:cNvGrpSpPr/>
            <p:nvPr/>
          </p:nvGrpSpPr>
          <p:grpSpPr>
            <a:xfrm rot="0">
              <a:off x="10021" y="4094"/>
              <a:ext cx="3515" cy="4783"/>
              <a:chOff x="1313" y="4294"/>
              <a:chExt cx="3515" cy="4783"/>
            </a:xfrm>
          </p:grpSpPr>
          <p:sp>
            <p:nvSpPr>
              <p:cNvPr id="38" name="圆角矩形 37"/>
              <p:cNvSpPr/>
              <p:nvPr>
                <p:custDataLst>
                  <p:tags r:id="rId33"/>
                </p:custDataLst>
              </p:nvPr>
            </p:nvSpPr>
            <p:spPr>
              <a:xfrm>
                <a:off x="1313" y="4294"/>
                <a:ext cx="3515" cy="4783"/>
              </a:xfrm>
              <a:prstGeom prst="roundRect">
                <a:avLst/>
              </a:prstGeom>
              <a:solidFill>
                <a:srgbClr val="FFDBC7"/>
              </a:solidFill>
              <a:ln>
                <a:solidFill>
                  <a:srgbClr val="E9BD83"/>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39" name="圆角矩形 38"/>
              <p:cNvSpPr/>
              <p:nvPr>
                <p:custDataLst>
                  <p:tags r:id="rId34"/>
                </p:custDataLst>
              </p:nvPr>
            </p:nvSpPr>
            <p:spPr>
              <a:xfrm>
                <a:off x="1477" y="5400"/>
                <a:ext cx="3187" cy="3477"/>
              </a:xfrm>
              <a:prstGeom prst="roundRect">
                <a:avLst/>
              </a:prstGeom>
              <a:solidFill>
                <a:srgbClr val="FFF7F0"/>
              </a:solidFill>
              <a:ln>
                <a:solidFill>
                  <a:srgbClr val="E9BD83"/>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40" name="TextBox 16"/>
              <p:cNvSpPr txBox="1"/>
              <p:nvPr>
                <p:custDataLst>
                  <p:tags r:id="rId35"/>
                </p:custDataLst>
              </p:nvPr>
            </p:nvSpPr>
            <p:spPr>
              <a:xfrm>
                <a:off x="1764" y="5446"/>
                <a:ext cx="2612" cy="3271"/>
              </a:xfrm>
              <a:prstGeom prst="rect">
                <a:avLst/>
              </a:prstGeom>
            </p:spPr>
            <p:txBody>
              <a:bodyPr wrap="square" lIns="0" tIns="0" rIns="0" bIns="0" rtlCol="0" anchor="t">
                <a:spAutoFit/>
              </a:bodyPr>
              <a:p>
                <a:pPr indent="0" algn="just" fontAlgn="auto">
                  <a:lnSpc>
                    <a:spcPct val="150000"/>
                  </a:lnSpc>
                  <a:buFont typeface="仓耳渔阳体 W04" panose="02020400000000000000" charset="-122"/>
                  <a:buNone/>
                </a:pPr>
                <a:r>
                  <a:rPr lang="en-US"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含有可能引发健康危害的成份未予以标识，或标识不全、不明确的食品</a:t>
                </a:r>
                <a:endParaRPr lang="en-US"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p:txBody>
          </p:sp>
          <p:sp>
            <p:nvSpPr>
              <p:cNvPr id="41" name="矩形 40"/>
              <p:cNvSpPr/>
              <p:nvPr>
                <p:custDataLst>
                  <p:tags r:id="rId36"/>
                </p:custDataLst>
              </p:nvPr>
            </p:nvSpPr>
            <p:spPr>
              <a:xfrm>
                <a:off x="1313" y="4653"/>
                <a:ext cx="808" cy="644"/>
              </a:xfrm>
              <a:prstGeom prst="rect">
                <a:avLst/>
              </a:prstGeom>
              <a:solidFill>
                <a:srgbClr val="F3A8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42" name="TextBox 16"/>
              <p:cNvSpPr txBox="1"/>
              <p:nvPr>
                <p:custDataLst>
                  <p:tags r:id="rId37"/>
                </p:custDataLst>
              </p:nvPr>
            </p:nvSpPr>
            <p:spPr>
              <a:xfrm>
                <a:off x="1456" y="4599"/>
                <a:ext cx="665" cy="654"/>
              </a:xfrm>
              <a:prstGeom prst="rect">
                <a:avLst/>
              </a:prstGeom>
            </p:spPr>
            <p:txBody>
              <a:bodyPr wrap="square" lIns="0" tIns="0" rIns="0" bIns="0" rtlCol="0" anchor="t">
                <a:spAutoFit/>
              </a:bodyPr>
              <a:p>
                <a:pPr indent="0" algn="just" fontAlgn="auto">
                  <a:lnSpc>
                    <a:spcPct val="150000"/>
                  </a:lnSpc>
                  <a:buFont typeface="仓耳渔阳体 W04" panose="02020400000000000000" charset="-122"/>
                  <a:buNone/>
                </a:pPr>
                <a:r>
                  <a:rPr lang="en-US" b="1" spc="156">
                    <a:solidFill>
                      <a:schemeClr val="bg1"/>
                    </a:solidFill>
                    <a:latin typeface="仓耳渔阳体 W04" panose="02020400000000000000" charset="-122"/>
                    <a:ea typeface="仓耳渔阳体 W04" panose="02020400000000000000" charset="-122"/>
                    <a:cs typeface="仓耳渔阳体 W04" panose="02020400000000000000" charset="-122"/>
                  </a:rPr>
                  <a:t>No</a:t>
                </a:r>
                <a:endParaRPr lang="en-US" b="1" spc="156">
                  <a:solidFill>
                    <a:schemeClr val="bg1"/>
                  </a:solidFill>
                  <a:latin typeface="仓耳渔阳体 W04" panose="02020400000000000000" charset="-122"/>
                  <a:ea typeface="仓耳渔阳体 W04" panose="02020400000000000000" charset="-122"/>
                  <a:cs typeface="仓耳渔阳体 W04" panose="02020400000000000000" charset="-122"/>
                </a:endParaRPr>
              </a:p>
            </p:txBody>
          </p:sp>
        </p:grpSp>
        <p:grpSp>
          <p:nvGrpSpPr>
            <p:cNvPr id="43" name="组合 42"/>
            <p:cNvGrpSpPr/>
            <p:nvPr/>
          </p:nvGrpSpPr>
          <p:grpSpPr>
            <a:xfrm rot="0">
              <a:off x="14456" y="4094"/>
              <a:ext cx="3515" cy="4783"/>
              <a:chOff x="1313" y="4294"/>
              <a:chExt cx="3515" cy="4783"/>
            </a:xfrm>
          </p:grpSpPr>
          <p:sp>
            <p:nvSpPr>
              <p:cNvPr id="45" name="圆角矩形 44"/>
              <p:cNvSpPr/>
              <p:nvPr>
                <p:custDataLst>
                  <p:tags r:id="rId38"/>
                </p:custDataLst>
              </p:nvPr>
            </p:nvSpPr>
            <p:spPr>
              <a:xfrm>
                <a:off x="1313" y="4294"/>
                <a:ext cx="3515" cy="4783"/>
              </a:xfrm>
              <a:prstGeom prst="roundRect">
                <a:avLst/>
              </a:prstGeom>
              <a:solidFill>
                <a:srgbClr val="FFDBC7"/>
              </a:solidFill>
              <a:ln>
                <a:solidFill>
                  <a:srgbClr val="E9BD83"/>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46" name="圆角矩形 45"/>
              <p:cNvSpPr/>
              <p:nvPr>
                <p:custDataLst>
                  <p:tags r:id="rId39"/>
                </p:custDataLst>
              </p:nvPr>
            </p:nvSpPr>
            <p:spPr>
              <a:xfrm>
                <a:off x="1477" y="5400"/>
                <a:ext cx="3187" cy="3477"/>
              </a:xfrm>
              <a:prstGeom prst="roundRect">
                <a:avLst/>
              </a:prstGeom>
              <a:solidFill>
                <a:srgbClr val="FFF7F0"/>
              </a:solidFill>
              <a:ln>
                <a:solidFill>
                  <a:srgbClr val="E9BD83"/>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47" name="TextBox 16"/>
              <p:cNvSpPr txBox="1"/>
              <p:nvPr>
                <p:custDataLst>
                  <p:tags r:id="rId40"/>
                </p:custDataLst>
              </p:nvPr>
            </p:nvSpPr>
            <p:spPr>
              <a:xfrm>
                <a:off x="1764" y="5446"/>
                <a:ext cx="2612" cy="1963"/>
              </a:xfrm>
              <a:prstGeom prst="rect">
                <a:avLst/>
              </a:prstGeom>
            </p:spPr>
            <p:txBody>
              <a:bodyPr wrap="square" lIns="0" tIns="0" rIns="0" bIns="0" rtlCol="0" anchor="t">
                <a:spAutoFit/>
              </a:bodyPr>
              <a:p>
                <a:pPr indent="0" algn="ctr" fontAlgn="auto">
                  <a:lnSpc>
                    <a:spcPct val="150000"/>
                  </a:lnSpc>
                  <a:buFont typeface="仓耳渔阳体 W04" panose="02020400000000000000" charset="-122"/>
                  <a:buNone/>
                </a:pPr>
                <a:r>
                  <a:rPr lang="en-US"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有关法律、法规规定的其他不安全食品</a:t>
                </a:r>
                <a:endParaRPr lang="en-US"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p:txBody>
          </p:sp>
          <p:sp>
            <p:nvSpPr>
              <p:cNvPr id="48" name="矩形 47"/>
              <p:cNvSpPr/>
              <p:nvPr>
                <p:custDataLst>
                  <p:tags r:id="rId41"/>
                </p:custDataLst>
              </p:nvPr>
            </p:nvSpPr>
            <p:spPr>
              <a:xfrm>
                <a:off x="1313" y="4653"/>
                <a:ext cx="808" cy="644"/>
              </a:xfrm>
              <a:prstGeom prst="rect">
                <a:avLst/>
              </a:prstGeom>
              <a:solidFill>
                <a:srgbClr val="F3A8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49" name="TextBox 16"/>
              <p:cNvSpPr txBox="1"/>
              <p:nvPr>
                <p:custDataLst>
                  <p:tags r:id="rId42"/>
                </p:custDataLst>
              </p:nvPr>
            </p:nvSpPr>
            <p:spPr>
              <a:xfrm>
                <a:off x="1456" y="4599"/>
                <a:ext cx="665" cy="654"/>
              </a:xfrm>
              <a:prstGeom prst="rect">
                <a:avLst/>
              </a:prstGeom>
            </p:spPr>
            <p:txBody>
              <a:bodyPr wrap="square" lIns="0" tIns="0" rIns="0" bIns="0" rtlCol="0" anchor="t">
                <a:spAutoFit/>
              </a:bodyPr>
              <a:p>
                <a:pPr indent="0" algn="just" fontAlgn="auto">
                  <a:lnSpc>
                    <a:spcPct val="150000"/>
                  </a:lnSpc>
                  <a:buFont typeface="仓耳渔阳体 W04" panose="02020400000000000000" charset="-122"/>
                  <a:buNone/>
                </a:pPr>
                <a:r>
                  <a:rPr lang="en-US" b="1" spc="156">
                    <a:solidFill>
                      <a:schemeClr val="bg1"/>
                    </a:solidFill>
                    <a:latin typeface="仓耳渔阳体 W04" panose="02020400000000000000" charset="-122"/>
                    <a:ea typeface="仓耳渔阳体 W04" panose="02020400000000000000" charset="-122"/>
                    <a:cs typeface="仓耳渔阳体 W04" panose="02020400000000000000" charset="-122"/>
                  </a:rPr>
                  <a:t>No</a:t>
                </a:r>
                <a:endParaRPr lang="en-US" b="1" spc="156">
                  <a:solidFill>
                    <a:schemeClr val="bg1"/>
                  </a:solidFill>
                  <a:latin typeface="仓耳渔阳体 W04" panose="02020400000000000000" charset="-122"/>
                  <a:ea typeface="仓耳渔阳体 W04" panose="02020400000000000000" charset="-122"/>
                  <a:cs typeface="仓耳渔阳体 W04" panose="02020400000000000000" charset="-122"/>
                </a:endParaRPr>
              </a:p>
            </p:txBody>
          </p:sp>
        </p:grpSp>
      </p:grpSp>
      <p:pic>
        <p:nvPicPr>
          <p:cNvPr id="56" name="图片 55" descr="image42"/>
          <p:cNvPicPr>
            <a:picLocks noChangeAspect="1"/>
          </p:cNvPicPr>
          <p:nvPr/>
        </p:nvPicPr>
        <p:blipFill>
          <a:blip r:embed="rId43"/>
          <a:stretch>
            <a:fillRect/>
          </a:stretch>
        </p:blipFill>
        <p:spPr>
          <a:xfrm>
            <a:off x="10869930" y="2494280"/>
            <a:ext cx="706755" cy="612140"/>
          </a:xfrm>
          <a:prstGeom prst="rect">
            <a:avLst/>
          </a:prstGeom>
        </p:spPr>
      </p:pic>
      <p:pic>
        <p:nvPicPr>
          <p:cNvPr id="57" name="图片 56" descr="image9"/>
          <p:cNvPicPr>
            <a:picLocks noChangeAspect="1"/>
          </p:cNvPicPr>
          <p:nvPr/>
        </p:nvPicPr>
        <p:blipFill>
          <a:blip r:embed="rId44"/>
          <a:stretch>
            <a:fillRect/>
          </a:stretch>
        </p:blipFill>
        <p:spPr>
          <a:xfrm>
            <a:off x="8068945" y="2494280"/>
            <a:ext cx="721995" cy="591820"/>
          </a:xfrm>
          <a:prstGeom prst="rect">
            <a:avLst/>
          </a:prstGeom>
        </p:spPr>
      </p:pic>
      <p:pic>
        <p:nvPicPr>
          <p:cNvPr id="58" name="图片 57" descr="image15"/>
          <p:cNvPicPr>
            <a:picLocks noChangeAspect="1"/>
          </p:cNvPicPr>
          <p:nvPr/>
        </p:nvPicPr>
        <p:blipFill>
          <a:blip r:embed="rId45"/>
          <a:stretch>
            <a:fillRect/>
          </a:stretch>
        </p:blipFill>
        <p:spPr>
          <a:xfrm>
            <a:off x="5222875" y="2438400"/>
            <a:ext cx="739140" cy="678180"/>
          </a:xfrm>
          <a:prstGeom prst="rect">
            <a:avLst/>
          </a:prstGeom>
        </p:spPr>
      </p:pic>
      <p:pic>
        <p:nvPicPr>
          <p:cNvPr id="59" name="图片 58" descr="image17"/>
          <p:cNvPicPr>
            <a:picLocks noChangeAspect="1"/>
          </p:cNvPicPr>
          <p:nvPr/>
        </p:nvPicPr>
        <p:blipFill>
          <a:blip r:embed="rId46"/>
          <a:stretch>
            <a:fillRect/>
          </a:stretch>
        </p:blipFill>
        <p:spPr>
          <a:xfrm>
            <a:off x="2139950" y="2438400"/>
            <a:ext cx="770890" cy="656590"/>
          </a:xfrm>
          <a:prstGeom prst="rect">
            <a:avLst/>
          </a:prstGeom>
        </p:spPr>
      </p:pic>
    </p:spTree>
    <p:custDataLst>
      <p:tags r:id="rId47"/>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1EB"/>
        </a:solidFill>
        <a:effectLst/>
      </p:bgPr>
    </p:bg>
    <p:spTree>
      <p:nvGrpSpPr>
        <p:cNvPr id="1" name=""/>
        <p:cNvGrpSpPr/>
        <p:nvPr/>
      </p:nvGrpSpPr>
      <p:grpSpPr/>
      <p:sp>
        <p:nvSpPr>
          <p:cNvPr id="31" name="圆角矩形 30"/>
          <p:cNvSpPr/>
          <p:nvPr>
            <p:custDataLst>
              <p:tags r:id="rId1"/>
            </p:custDataLst>
          </p:nvPr>
        </p:nvSpPr>
        <p:spPr>
          <a:xfrm>
            <a:off x="8383905" y="4356100"/>
            <a:ext cx="2658745" cy="657225"/>
          </a:xfrm>
          <a:prstGeom prst="roundRect">
            <a:avLst>
              <a:gd name="adj" fmla="val 37864"/>
            </a:avLst>
          </a:prstGeom>
          <a:solidFill>
            <a:srgbClr val="EFA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30" name="圆角矩形 29"/>
          <p:cNvSpPr/>
          <p:nvPr>
            <p:custDataLst>
              <p:tags r:id="rId2"/>
            </p:custDataLst>
          </p:nvPr>
        </p:nvSpPr>
        <p:spPr>
          <a:xfrm>
            <a:off x="4766945" y="4356100"/>
            <a:ext cx="2658745" cy="657225"/>
          </a:xfrm>
          <a:prstGeom prst="roundRect">
            <a:avLst>
              <a:gd name="adj" fmla="val 37864"/>
            </a:avLst>
          </a:prstGeom>
          <a:solidFill>
            <a:srgbClr val="EFA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6" name="圆角矩形 25"/>
          <p:cNvSpPr/>
          <p:nvPr>
            <p:custDataLst>
              <p:tags r:id="rId3"/>
            </p:custDataLst>
          </p:nvPr>
        </p:nvSpPr>
        <p:spPr>
          <a:xfrm>
            <a:off x="1203325" y="4356100"/>
            <a:ext cx="2658745" cy="657225"/>
          </a:xfrm>
          <a:prstGeom prst="roundRect">
            <a:avLst>
              <a:gd name="adj" fmla="val 37864"/>
            </a:avLst>
          </a:prstGeom>
          <a:solidFill>
            <a:srgbClr val="EFA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3" name="圆角矩形 22"/>
          <p:cNvSpPr/>
          <p:nvPr>
            <p:custDataLst>
              <p:tags r:id="rId4"/>
            </p:custDataLst>
          </p:nvPr>
        </p:nvSpPr>
        <p:spPr>
          <a:xfrm>
            <a:off x="8383905" y="2773045"/>
            <a:ext cx="2658745" cy="657225"/>
          </a:xfrm>
          <a:prstGeom prst="roundRect">
            <a:avLst>
              <a:gd name="adj" fmla="val 37864"/>
            </a:avLst>
          </a:prstGeom>
          <a:solidFill>
            <a:srgbClr val="EFA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17" name="圆角矩形 16"/>
          <p:cNvSpPr/>
          <p:nvPr>
            <p:custDataLst>
              <p:tags r:id="rId5"/>
            </p:custDataLst>
          </p:nvPr>
        </p:nvSpPr>
        <p:spPr>
          <a:xfrm>
            <a:off x="4766945" y="2773045"/>
            <a:ext cx="2658745" cy="657225"/>
          </a:xfrm>
          <a:prstGeom prst="roundRect">
            <a:avLst>
              <a:gd name="adj" fmla="val 37864"/>
            </a:avLst>
          </a:prstGeom>
          <a:solidFill>
            <a:srgbClr val="EFA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11" name="圆角矩形 10"/>
          <p:cNvSpPr/>
          <p:nvPr>
            <p:custDataLst>
              <p:tags r:id="rId6"/>
            </p:custDataLst>
          </p:nvPr>
        </p:nvSpPr>
        <p:spPr>
          <a:xfrm>
            <a:off x="1203325" y="2773045"/>
            <a:ext cx="2658745" cy="657225"/>
          </a:xfrm>
          <a:prstGeom prst="roundRect">
            <a:avLst>
              <a:gd name="adj" fmla="val 37864"/>
            </a:avLst>
          </a:prstGeom>
          <a:solidFill>
            <a:srgbClr val="EFA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12" name="任意多边形 11"/>
          <p:cNvSpPr/>
          <p:nvPr>
            <p:custDataLst>
              <p:tags r:id="rId7"/>
            </p:custDataLst>
          </p:nvPr>
        </p:nvSpPr>
        <p:spPr>
          <a:xfrm flipH="1">
            <a:off x="0" y="-13970"/>
            <a:ext cx="2139950" cy="1375410"/>
          </a:xfrm>
          <a:custGeom>
            <a:avLst/>
            <a:gdLst>
              <a:gd name="connsiteX0" fmla="*/ 16 w 5020"/>
              <a:gd name="connsiteY0" fmla="*/ 206 h 3666"/>
              <a:gd name="connsiteX1" fmla="*/ 39 w 5020"/>
              <a:gd name="connsiteY1" fmla="*/ 684 h 3666"/>
              <a:gd name="connsiteX2" fmla="*/ 404 w 5020"/>
              <a:gd name="connsiteY2" fmla="*/ 1139 h 3666"/>
              <a:gd name="connsiteX3" fmla="*/ 231 w 5020"/>
              <a:gd name="connsiteY3" fmla="*/ 2544 h 3666"/>
              <a:gd name="connsiteX4" fmla="*/ 847 w 5020"/>
              <a:gd name="connsiteY4" fmla="*/ 3138 h 3666"/>
              <a:gd name="connsiteX5" fmla="*/ 2038 w 5020"/>
              <a:gd name="connsiteY5" fmla="*/ 3345 h 3666"/>
              <a:gd name="connsiteX6" fmla="*/ 3523 w 5020"/>
              <a:gd name="connsiteY6" fmla="*/ 3665 h 3666"/>
              <a:gd name="connsiteX7" fmla="*/ 4791 w 5020"/>
              <a:gd name="connsiteY7" fmla="*/ 3276 h 3666"/>
              <a:gd name="connsiteX8" fmla="*/ 4928 w 5020"/>
              <a:gd name="connsiteY8" fmla="*/ 0 h 3666"/>
              <a:gd name="connsiteX9" fmla="*/ 16 w 5020"/>
              <a:gd name="connsiteY9" fmla="*/ 206 h 3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30" h="3460">
                <a:moveTo>
                  <a:pt x="16" y="0"/>
                </a:moveTo>
                <a:lnTo>
                  <a:pt x="4730" y="0"/>
                </a:lnTo>
                <a:lnTo>
                  <a:pt x="4730" y="3100"/>
                </a:lnTo>
                <a:lnTo>
                  <a:pt x="4707" y="3112"/>
                </a:lnTo>
                <a:cubicBezTo>
                  <a:pt x="4294" y="3323"/>
                  <a:pt x="3957" y="3436"/>
                  <a:pt x="3523" y="3458"/>
                </a:cubicBezTo>
                <a:cubicBezTo>
                  <a:pt x="3060" y="3482"/>
                  <a:pt x="2320" y="3251"/>
                  <a:pt x="2038" y="3138"/>
                </a:cubicBezTo>
                <a:cubicBezTo>
                  <a:pt x="1756" y="3025"/>
                  <a:pt x="1167" y="3000"/>
                  <a:pt x="847" y="2931"/>
                </a:cubicBezTo>
                <a:cubicBezTo>
                  <a:pt x="527" y="2862"/>
                  <a:pt x="288" y="2634"/>
                  <a:pt x="231" y="2337"/>
                </a:cubicBezTo>
                <a:cubicBezTo>
                  <a:pt x="174" y="2040"/>
                  <a:pt x="489" y="1240"/>
                  <a:pt x="404" y="932"/>
                </a:cubicBezTo>
                <a:cubicBezTo>
                  <a:pt x="319" y="624"/>
                  <a:pt x="108" y="650"/>
                  <a:pt x="39" y="477"/>
                </a:cubicBezTo>
                <a:cubicBezTo>
                  <a:pt x="-28" y="309"/>
                  <a:pt x="11" y="101"/>
                  <a:pt x="15" y="8"/>
                </a:cubicBezTo>
                <a:lnTo>
                  <a:pt x="16" y="0"/>
                </a:lnTo>
                <a:close/>
              </a:path>
            </a:pathLst>
          </a:custGeom>
          <a:solidFill>
            <a:srgbClr val="E9BE8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5" name="任意多边形 14"/>
          <p:cNvSpPr/>
          <p:nvPr>
            <p:custDataLst>
              <p:tags r:id="rId8"/>
            </p:custDataLst>
          </p:nvPr>
        </p:nvSpPr>
        <p:spPr>
          <a:xfrm flipH="1">
            <a:off x="-406400" y="-65405"/>
            <a:ext cx="2389505" cy="1477645"/>
          </a:xfrm>
          <a:custGeom>
            <a:avLst/>
            <a:gdLst>
              <a:gd name="connsiteX0" fmla="*/ 0 w 6373"/>
              <a:gd name="connsiteY0" fmla="*/ 226 h 3921"/>
              <a:gd name="connsiteX1" fmla="*/ 468 w 6373"/>
              <a:gd name="connsiteY1" fmla="*/ 797 h 3921"/>
              <a:gd name="connsiteX2" fmla="*/ 1748 w 6373"/>
              <a:gd name="connsiteY2" fmla="*/ 1122 h 3921"/>
              <a:gd name="connsiteX3" fmla="*/ 2193 w 6373"/>
              <a:gd name="connsiteY3" fmla="*/ 2161 h 3921"/>
              <a:gd name="connsiteX4" fmla="*/ 3175 w 6373"/>
              <a:gd name="connsiteY4" fmla="*/ 3315 h 3921"/>
              <a:gd name="connsiteX5" fmla="*/ 4980 w 6373"/>
              <a:gd name="connsiteY5" fmla="*/ 3909 h 3921"/>
              <a:gd name="connsiteX6" fmla="*/ 6294 w 6373"/>
              <a:gd name="connsiteY6" fmla="*/ 3687 h 3921"/>
              <a:gd name="connsiteX7" fmla="*/ 6373 w 6373"/>
              <a:gd name="connsiteY7" fmla="*/ 0 h 3921"/>
              <a:gd name="connsiteX8" fmla="*/ 0 w 6373"/>
              <a:gd name="connsiteY8" fmla="*/ 226 h 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74" h="3716">
                <a:moveTo>
                  <a:pt x="592" y="0"/>
                </a:moveTo>
                <a:lnTo>
                  <a:pt x="6202" y="0"/>
                </a:lnTo>
                <a:lnTo>
                  <a:pt x="6274" y="0"/>
                </a:lnTo>
                <a:lnTo>
                  <a:pt x="6274" y="3491"/>
                </a:lnTo>
                <a:lnTo>
                  <a:pt x="6257" y="3499"/>
                </a:lnTo>
                <a:cubicBezTo>
                  <a:pt x="5873" y="3675"/>
                  <a:pt x="5545" y="3748"/>
                  <a:pt x="4980" y="3704"/>
                </a:cubicBezTo>
                <a:cubicBezTo>
                  <a:pt x="4397" y="3659"/>
                  <a:pt x="3678" y="3419"/>
                  <a:pt x="3175" y="3110"/>
                </a:cubicBezTo>
                <a:cubicBezTo>
                  <a:pt x="2672" y="2801"/>
                  <a:pt x="2361" y="2326"/>
                  <a:pt x="2193" y="1956"/>
                </a:cubicBezTo>
                <a:cubicBezTo>
                  <a:pt x="2025" y="1586"/>
                  <a:pt x="1931" y="1082"/>
                  <a:pt x="1748" y="917"/>
                </a:cubicBezTo>
                <a:cubicBezTo>
                  <a:pt x="1565" y="752"/>
                  <a:pt x="813" y="754"/>
                  <a:pt x="468" y="592"/>
                </a:cubicBezTo>
                <a:cubicBezTo>
                  <a:pt x="123" y="430"/>
                  <a:pt x="80" y="289"/>
                  <a:pt x="0" y="21"/>
                </a:cubicBezTo>
                <a:lnTo>
                  <a:pt x="592" y="0"/>
                </a:lnTo>
                <a:close/>
              </a:path>
            </a:pathLst>
          </a:custGeom>
          <a:noFill/>
          <a:ln>
            <a:solidFill>
              <a:schemeClr val="bg1"/>
            </a:solidFill>
          </a:ln>
          <a:extLst>
            <a:ext uri="{909E8E84-426E-40DD-AFC4-6F175D3DCCD1}">
              <a14:hiddenFill xmlns:a14="http://schemas.microsoft.com/office/drawing/2010/main">
                <a:solidFill>
                  <a:schemeClr val="accent1">
                    <a:alpha val="28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9" name="任意多边形 18"/>
          <p:cNvSpPr/>
          <p:nvPr>
            <p:custDataLst>
              <p:tags r:id="rId9"/>
            </p:custDataLst>
          </p:nvPr>
        </p:nvSpPr>
        <p:spPr>
          <a:xfrm>
            <a:off x="-69850" y="6213102"/>
            <a:ext cx="2057063" cy="661408"/>
          </a:xfrm>
          <a:custGeom>
            <a:avLst/>
            <a:gdLst>
              <a:gd name="connsiteX0" fmla="*/ 1712 w 8295"/>
              <a:gd name="connsiteY0" fmla="*/ 1303 h 3164"/>
              <a:gd name="connsiteX1" fmla="*/ 3081 w 8295"/>
              <a:gd name="connsiteY1" fmla="*/ 1634 h 3164"/>
              <a:gd name="connsiteX2" fmla="*/ 5390 w 8295"/>
              <a:gd name="connsiteY2" fmla="*/ 252 h 3164"/>
              <a:gd name="connsiteX3" fmla="*/ 7514 w 8295"/>
              <a:gd name="connsiteY3" fmla="*/ 903 h 3164"/>
              <a:gd name="connsiteX4" fmla="*/ 8256 w 8295"/>
              <a:gd name="connsiteY4" fmla="*/ 2228 h 3164"/>
              <a:gd name="connsiteX5" fmla="*/ 614 w 8295"/>
              <a:gd name="connsiteY5" fmla="*/ 3164 h 3164"/>
              <a:gd name="connsiteX6" fmla="*/ 0 w 8295"/>
              <a:gd name="connsiteY6" fmla="*/ 2159 h 3164"/>
              <a:gd name="connsiteX7" fmla="*/ 125 w 8295"/>
              <a:gd name="connsiteY7" fmla="*/ 0 h 3164"/>
              <a:gd name="connsiteX8" fmla="*/ 1712 w 8295"/>
              <a:gd name="connsiteY8" fmla="*/ 1303 h 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39" h="1042">
                <a:moveTo>
                  <a:pt x="1445" y="0"/>
                </a:moveTo>
                <a:cubicBezTo>
                  <a:pt x="2037" y="1"/>
                  <a:pt x="2293" y="70"/>
                  <a:pt x="2704" y="364"/>
                </a:cubicBezTo>
                <a:cubicBezTo>
                  <a:pt x="3116" y="657"/>
                  <a:pt x="3276" y="847"/>
                  <a:pt x="3232" y="1040"/>
                </a:cubicBezTo>
                <a:lnTo>
                  <a:pt x="3232" y="1042"/>
                </a:lnTo>
                <a:lnTo>
                  <a:pt x="0" y="1042"/>
                </a:lnTo>
                <a:lnTo>
                  <a:pt x="0" y="574"/>
                </a:lnTo>
                <a:lnTo>
                  <a:pt x="16" y="562"/>
                </a:lnTo>
                <a:cubicBezTo>
                  <a:pt x="321" y="337"/>
                  <a:pt x="755" y="10"/>
                  <a:pt x="1250" y="2"/>
                </a:cubicBezTo>
                <a:cubicBezTo>
                  <a:pt x="1319" y="1"/>
                  <a:pt x="1383" y="0"/>
                  <a:pt x="1445" y="0"/>
                </a:cubicBezTo>
                <a:close/>
              </a:path>
            </a:pathLst>
          </a:custGeom>
          <a:solidFill>
            <a:srgbClr val="E9BE8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22" name="任意多边形 21"/>
          <p:cNvSpPr/>
          <p:nvPr>
            <p:custDataLst>
              <p:tags r:id="rId10"/>
            </p:custDataLst>
          </p:nvPr>
        </p:nvSpPr>
        <p:spPr>
          <a:xfrm>
            <a:off x="-51435" y="6292981"/>
            <a:ext cx="1874520" cy="589784"/>
          </a:xfrm>
          <a:custGeom>
            <a:avLst/>
            <a:gdLst>
              <a:gd name="connsiteX0" fmla="*/ 679 w 8465"/>
              <a:gd name="connsiteY0" fmla="*/ 4 h 2284"/>
              <a:gd name="connsiteX1" fmla="*/ 2269 w 8465"/>
              <a:gd name="connsiteY1" fmla="*/ 1424 h 2284"/>
              <a:gd name="connsiteX2" fmla="*/ 3882 w 8465"/>
              <a:gd name="connsiteY2" fmla="*/ 1211 h 2284"/>
              <a:gd name="connsiteX3" fmla="*/ 5692 w 8465"/>
              <a:gd name="connsiteY3" fmla="*/ 138 h 2284"/>
              <a:gd name="connsiteX4" fmla="*/ 7562 w 8465"/>
              <a:gd name="connsiteY4" fmla="*/ 679 h 2284"/>
              <a:gd name="connsiteX5" fmla="*/ 8465 w 8465"/>
              <a:gd name="connsiteY5" fmla="*/ 1844 h 2284"/>
              <a:gd name="connsiteX6" fmla="*/ 0 w 8465"/>
              <a:gd name="connsiteY6" fmla="*/ 2284 h 2284"/>
              <a:gd name="connsiteX7" fmla="*/ 679 w 8465"/>
              <a:gd name="connsiteY7" fmla="*/ 4 h 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2" h="929">
                <a:moveTo>
                  <a:pt x="1289" y="0"/>
                </a:moveTo>
                <a:cubicBezTo>
                  <a:pt x="1665" y="2"/>
                  <a:pt x="1948" y="90"/>
                  <a:pt x="2349" y="308"/>
                </a:cubicBezTo>
                <a:cubicBezTo>
                  <a:pt x="2795" y="551"/>
                  <a:pt x="2857" y="764"/>
                  <a:pt x="2949" y="924"/>
                </a:cubicBezTo>
                <a:lnTo>
                  <a:pt x="2952" y="929"/>
                </a:lnTo>
                <a:lnTo>
                  <a:pt x="0" y="929"/>
                </a:lnTo>
                <a:lnTo>
                  <a:pt x="0" y="508"/>
                </a:lnTo>
                <a:lnTo>
                  <a:pt x="34" y="487"/>
                </a:lnTo>
                <a:cubicBezTo>
                  <a:pt x="336" y="296"/>
                  <a:pt x="666" y="35"/>
                  <a:pt x="1069" y="7"/>
                </a:cubicBezTo>
                <a:cubicBezTo>
                  <a:pt x="1146" y="2"/>
                  <a:pt x="1219" y="0"/>
                  <a:pt x="1289" y="0"/>
                </a:cubicBezTo>
                <a:close/>
              </a:path>
            </a:pathLst>
          </a:custGeom>
          <a:noFill/>
          <a:ln>
            <a:solidFill>
              <a:schemeClr val="bg1"/>
            </a:solidFill>
          </a:ln>
          <a:extLst>
            <a:ext uri="{909E8E84-426E-40DD-AFC4-6F175D3DCCD1}">
              <a14:hiddenFill xmlns:a14="http://schemas.microsoft.com/office/drawing/2010/main">
                <a:solidFill>
                  <a:schemeClr val="accent1">
                    <a:alpha val="24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25" name="任意多边形 24"/>
          <p:cNvSpPr/>
          <p:nvPr>
            <p:custDataLst>
              <p:tags r:id="rId11"/>
            </p:custDataLst>
          </p:nvPr>
        </p:nvSpPr>
        <p:spPr>
          <a:xfrm>
            <a:off x="10253980" y="5824855"/>
            <a:ext cx="1938020" cy="1033145"/>
          </a:xfrm>
          <a:custGeom>
            <a:avLst/>
            <a:gdLst>
              <a:gd name="connsiteX0" fmla="*/ 0 w 6333"/>
              <a:gd name="connsiteY0" fmla="*/ 2920 h 4147"/>
              <a:gd name="connsiteX1" fmla="*/ 1240 w 6333"/>
              <a:gd name="connsiteY1" fmla="*/ 773 h 4147"/>
              <a:gd name="connsiteX2" fmla="*/ 3253 w 6333"/>
              <a:gd name="connsiteY2" fmla="*/ 240 h 4147"/>
              <a:gd name="connsiteX3" fmla="*/ 5147 w 6333"/>
              <a:gd name="connsiteY3" fmla="*/ 506 h 4147"/>
              <a:gd name="connsiteX4" fmla="*/ 6160 w 6333"/>
              <a:gd name="connsiteY4" fmla="*/ 0 h 4147"/>
              <a:gd name="connsiteX5" fmla="*/ 6333 w 6333"/>
              <a:gd name="connsiteY5" fmla="*/ 4147 h 4147"/>
              <a:gd name="connsiteX6" fmla="*/ 0 w 6333"/>
              <a:gd name="connsiteY6" fmla="*/ 2920 h 4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4" h="2912">
                <a:moveTo>
                  <a:pt x="6074" y="0"/>
                </a:moveTo>
                <a:lnTo>
                  <a:pt x="6074" y="2912"/>
                </a:lnTo>
                <a:lnTo>
                  <a:pt x="5" y="2912"/>
                </a:lnTo>
                <a:lnTo>
                  <a:pt x="0" y="2911"/>
                </a:lnTo>
                <a:cubicBezTo>
                  <a:pt x="107" y="2257"/>
                  <a:pt x="461" y="1324"/>
                  <a:pt x="1240" y="764"/>
                </a:cubicBezTo>
                <a:cubicBezTo>
                  <a:pt x="2019" y="204"/>
                  <a:pt x="2599" y="271"/>
                  <a:pt x="3253" y="231"/>
                </a:cubicBezTo>
                <a:cubicBezTo>
                  <a:pt x="3907" y="191"/>
                  <a:pt x="4627" y="590"/>
                  <a:pt x="5147" y="497"/>
                </a:cubicBezTo>
                <a:cubicBezTo>
                  <a:pt x="5618" y="413"/>
                  <a:pt x="5782" y="66"/>
                  <a:pt x="6067" y="1"/>
                </a:cubicBezTo>
                <a:lnTo>
                  <a:pt x="6074" y="0"/>
                </a:lnTo>
                <a:close/>
              </a:path>
            </a:pathLst>
          </a:custGeom>
          <a:solidFill>
            <a:srgbClr val="EFD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4" name="任意多边形 3"/>
          <p:cNvSpPr/>
          <p:nvPr>
            <p:custDataLst>
              <p:tags r:id="rId12"/>
            </p:custDataLst>
          </p:nvPr>
        </p:nvSpPr>
        <p:spPr>
          <a:xfrm flipH="1" flipV="1">
            <a:off x="10652760" y="6007735"/>
            <a:ext cx="1670685" cy="850900"/>
          </a:xfrm>
          <a:custGeom>
            <a:avLst/>
            <a:gdLst>
              <a:gd name="connsiteX0" fmla="*/ 0 w 5143"/>
              <a:gd name="connsiteY0" fmla="*/ 0 h 4554"/>
              <a:gd name="connsiteX1" fmla="*/ 5143 w 5143"/>
              <a:gd name="connsiteY1" fmla="*/ 0 h 4554"/>
              <a:gd name="connsiteX2" fmla="*/ 5141 w 5143"/>
              <a:gd name="connsiteY2" fmla="*/ 11 h 4554"/>
              <a:gd name="connsiteX3" fmla="*/ 4681 w 5143"/>
              <a:gd name="connsiteY3" fmla="*/ 989 h 4554"/>
              <a:gd name="connsiteX4" fmla="*/ 3207 w 5143"/>
              <a:gd name="connsiteY4" fmla="*/ 1914 h 4554"/>
              <a:gd name="connsiteX5" fmla="*/ 2475 w 5143"/>
              <a:gd name="connsiteY5" fmla="*/ 4088 h 4554"/>
              <a:gd name="connsiteX6" fmla="*/ 922 w 5143"/>
              <a:gd name="connsiteY6" fmla="*/ 4545 h 4554"/>
              <a:gd name="connsiteX7" fmla="*/ 22 w 5143"/>
              <a:gd name="connsiteY7" fmla="*/ 4257 h 4554"/>
              <a:gd name="connsiteX8" fmla="*/ 0 w 5143"/>
              <a:gd name="connsiteY8" fmla="*/ 0 h 4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3" h="4554">
                <a:moveTo>
                  <a:pt x="0" y="0"/>
                </a:moveTo>
                <a:lnTo>
                  <a:pt x="5143" y="0"/>
                </a:lnTo>
                <a:lnTo>
                  <a:pt x="5141" y="11"/>
                </a:lnTo>
                <a:cubicBezTo>
                  <a:pt x="5110" y="197"/>
                  <a:pt x="5088" y="582"/>
                  <a:pt x="4681" y="989"/>
                </a:cubicBezTo>
                <a:cubicBezTo>
                  <a:pt x="4247" y="1423"/>
                  <a:pt x="3573" y="1617"/>
                  <a:pt x="3207" y="1914"/>
                </a:cubicBezTo>
                <a:cubicBezTo>
                  <a:pt x="2841" y="2211"/>
                  <a:pt x="2989" y="3585"/>
                  <a:pt x="2475" y="4088"/>
                </a:cubicBezTo>
                <a:cubicBezTo>
                  <a:pt x="1961" y="4591"/>
                  <a:pt x="1379" y="4567"/>
                  <a:pt x="922" y="4545"/>
                </a:cubicBezTo>
                <a:cubicBezTo>
                  <a:pt x="465" y="4523"/>
                  <a:pt x="375" y="4352"/>
                  <a:pt x="22" y="4257"/>
                </a:cubicBezTo>
                <a:lnTo>
                  <a:pt x="0" y="0"/>
                </a:lnTo>
                <a:close/>
              </a:path>
            </a:pathLst>
          </a:custGeom>
          <a:noFill/>
          <a:ln w="9525">
            <a:solidFill>
              <a:schemeClr val="bg1"/>
            </a:solidFill>
          </a:ln>
          <a:extLst>
            <a:ext uri="{909E8E84-426E-40DD-AFC4-6F175D3DCCD1}">
              <a14:hiddenFill xmlns:a14="http://schemas.microsoft.com/office/drawing/2010/main">
                <a:solidFill>
                  <a:schemeClr val="accent1">
                    <a:alpha val="46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8" name="椭圆 17"/>
          <p:cNvSpPr/>
          <p:nvPr/>
        </p:nvSpPr>
        <p:spPr>
          <a:xfrm>
            <a:off x="207645" y="5374005"/>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1" name="椭圆 20"/>
          <p:cNvSpPr/>
          <p:nvPr>
            <p:custDataLst>
              <p:tags r:id="rId13"/>
            </p:custDataLst>
          </p:nvPr>
        </p:nvSpPr>
        <p:spPr>
          <a:xfrm>
            <a:off x="0" y="4921885"/>
            <a:ext cx="474980" cy="454660"/>
          </a:xfrm>
          <a:prstGeom prst="ellipse">
            <a:avLst/>
          </a:prstGeom>
          <a:solidFill>
            <a:srgbClr val="EFAD3A"/>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4" name="椭圆 23"/>
          <p:cNvSpPr/>
          <p:nvPr>
            <p:custDataLst>
              <p:tags r:id="rId14"/>
            </p:custDataLst>
          </p:nvPr>
        </p:nvSpPr>
        <p:spPr>
          <a:xfrm>
            <a:off x="11031855" y="1426845"/>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pic>
        <p:nvPicPr>
          <p:cNvPr id="3" name="Picture 69"/>
          <p:cNvPicPr>
            <a:picLocks noChangeAspect="1"/>
          </p:cNvPicPr>
          <p:nvPr>
            <p:custDataLst>
              <p:tags r:id="rId15"/>
            </p:custDataLst>
          </p:nvPr>
        </p:nvPicPr>
        <p:blipFill>
          <a:blip r:embed="rId16">
            <a:extLst>
              <a:ext uri="{28A0092B-C50C-407E-A947-70E740481C1C}">
                <a14:useLocalDpi xmlns:a14="http://schemas.microsoft.com/office/drawing/2010/main" val="0"/>
              </a:ext>
            </a:extLst>
          </a:blip>
          <a:srcRect/>
          <a:stretch>
            <a:fillRect/>
          </a:stretch>
        </p:blipFill>
        <p:spPr>
          <a:xfrm rot="18760219">
            <a:off x="9686290" y="6017260"/>
            <a:ext cx="908050" cy="558165"/>
          </a:xfrm>
          <a:prstGeom prst="rect">
            <a:avLst/>
          </a:prstGeom>
        </p:spPr>
      </p:pic>
      <p:pic>
        <p:nvPicPr>
          <p:cNvPr id="16" name="Picture 68"/>
          <p:cNvPicPr>
            <a:picLocks noChangeAspect="1"/>
          </p:cNvPicPr>
          <p:nvPr>
            <p:custDataLst>
              <p:tags r:id="rId17"/>
            </p:custDataLst>
          </p:nvPr>
        </p:nvPicPr>
        <p:blipFill>
          <a:blip r:embed="rId18">
            <a:extLst>
              <a:ext uri="{28A0092B-C50C-407E-A947-70E740481C1C}">
                <a14:useLocalDpi xmlns:a14="http://schemas.microsoft.com/office/drawing/2010/main" val="0"/>
              </a:ext>
            </a:extLst>
          </a:blip>
          <a:srcRect r="45888" b="46718"/>
          <a:stretch>
            <a:fillRect/>
          </a:stretch>
        </p:blipFill>
        <p:spPr>
          <a:xfrm rot="5400000">
            <a:off x="30802" y="936143"/>
            <a:ext cx="758510" cy="820369"/>
          </a:xfrm>
          <a:prstGeom prst="rect">
            <a:avLst/>
          </a:prstGeom>
        </p:spPr>
      </p:pic>
      <p:pic>
        <p:nvPicPr>
          <p:cNvPr id="29" name="Picture 72"/>
          <p:cNvPicPr>
            <a:picLocks noChangeAspect="1"/>
          </p:cNvPicPr>
          <p:nvPr>
            <p:custDataLst>
              <p:tags r:id="rId19"/>
            </p:custDataLst>
          </p:nvPr>
        </p:nvPicPr>
        <p:blipFill>
          <a:blip r:embed="rId20">
            <a:extLst>
              <a:ext uri="{28A0092B-C50C-407E-A947-70E740481C1C}">
                <a14:useLocalDpi xmlns:a14="http://schemas.microsoft.com/office/drawing/2010/main" val="0"/>
              </a:ext>
            </a:extLst>
          </a:blip>
          <a:srcRect/>
          <a:stretch>
            <a:fillRect/>
          </a:stretch>
        </p:blipFill>
        <p:spPr>
          <a:xfrm rot="-1815464">
            <a:off x="26798" y="5772384"/>
            <a:ext cx="948074" cy="361623"/>
          </a:xfrm>
          <a:prstGeom prst="rect">
            <a:avLst/>
          </a:prstGeom>
        </p:spPr>
      </p:pic>
      <p:pic>
        <p:nvPicPr>
          <p:cNvPr id="33" name="Picture 2"/>
          <p:cNvPicPr>
            <a:picLocks noChangeAspect="1"/>
          </p:cNvPicPr>
          <p:nvPr>
            <p:custDataLst>
              <p:tags r:id="rId21"/>
            </p:custDataLst>
          </p:nvPr>
        </p:nvPicPr>
        <p:blipFill>
          <a:blip r:embed="rId22"/>
          <a:srcRect/>
          <a:stretch>
            <a:fillRect/>
          </a:stretch>
        </p:blipFill>
        <p:spPr>
          <a:xfrm flipH="1">
            <a:off x="227330" y="45085"/>
            <a:ext cx="1595755" cy="1377950"/>
          </a:xfrm>
          <a:prstGeom prst="rect">
            <a:avLst/>
          </a:prstGeom>
        </p:spPr>
      </p:pic>
      <p:pic>
        <p:nvPicPr>
          <p:cNvPr id="34" name="Picture 72"/>
          <p:cNvPicPr>
            <a:picLocks noChangeAspect="1"/>
          </p:cNvPicPr>
          <p:nvPr>
            <p:custDataLst>
              <p:tags r:id="rId23"/>
            </p:custDataLst>
          </p:nvPr>
        </p:nvPicPr>
        <p:blipFill>
          <a:blip r:embed="rId20">
            <a:extLst>
              <a:ext uri="{28A0092B-C50C-407E-A947-70E740481C1C}">
                <a14:useLocalDpi xmlns:a14="http://schemas.microsoft.com/office/drawing/2010/main" val="0"/>
              </a:ext>
            </a:extLst>
          </a:blip>
          <a:srcRect/>
          <a:stretch>
            <a:fillRect/>
          </a:stretch>
        </p:blipFill>
        <p:spPr>
          <a:xfrm rot="5204533">
            <a:off x="1989583" y="302494"/>
            <a:ext cx="948074" cy="361623"/>
          </a:xfrm>
          <a:prstGeom prst="rect">
            <a:avLst/>
          </a:prstGeom>
        </p:spPr>
      </p:pic>
      <p:pic>
        <p:nvPicPr>
          <p:cNvPr id="14" name="Picture 5"/>
          <p:cNvPicPr>
            <a:picLocks noChangeAspect="1"/>
          </p:cNvPicPr>
          <p:nvPr>
            <p:custDataLst>
              <p:tags r:id="rId24"/>
            </p:custDataLst>
          </p:nvPr>
        </p:nvPicPr>
        <p:blipFill>
          <a:blip r:embed="rId25"/>
          <a:srcRect/>
          <a:stretch>
            <a:fillRect/>
          </a:stretch>
        </p:blipFill>
        <p:spPr>
          <a:xfrm>
            <a:off x="9484995" y="80645"/>
            <a:ext cx="331470" cy="359410"/>
          </a:xfrm>
          <a:prstGeom prst="rect">
            <a:avLst/>
          </a:prstGeom>
        </p:spPr>
      </p:pic>
      <p:sp>
        <p:nvSpPr>
          <p:cNvPr id="20" name="TextBox 20"/>
          <p:cNvSpPr txBox="1"/>
          <p:nvPr>
            <p:custDataLst>
              <p:tags r:id="rId26"/>
            </p:custDataLst>
          </p:nvPr>
        </p:nvSpPr>
        <p:spPr>
          <a:xfrm>
            <a:off x="9935210" y="142240"/>
            <a:ext cx="2092325" cy="379730"/>
          </a:xfrm>
          <a:prstGeom prst="rect">
            <a:avLst/>
          </a:prstGeom>
        </p:spPr>
        <p:txBody>
          <a:bodyPr lIns="0" tIns="0" rIns="0" bIns="0" rtlCol="0" anchor="t">
            <a:noAutofit/>
          </a:bodyPr>
          <a:p>
            <a:pPr indent="0" algn="ctr" fontAlgn="auto">
              <a:lnSpc>
                <a:spcPct val="100000"/>
              </a:lnSpc>
            </a:pPr>
            <a:r>
              <a:rPr lang="zh-CN" altLang="en-US" sz="2000">
                <a:solidFill>
                  <a:schemeClr val="tx1">
                    <a:lumMod val="65000"/>
                    <a:lumOff val="35000"/>
                  </a:schemeClr>
                </a:solidFill>
                <a:latin typeface="站酷快乐体2016修订版" panose="02010600030101010101" charset="-122"/>
                <a:ea typeface="站酷快乐体2016修订版" panose="02010600030101010101" charset="-122"/>
                <a:cs typeface="仓耳渔阳体 W04" panose="02020400000000000000" charset="-122"/>
              </a:rPr>
              <a:t>不安全食品的危害</a:t>
            </a:r>
            <a:endParaRPr lang="zh-CN" altLang="en-US" sz="2000">
              <a:solidFill>
                <a:schemeClr val="tx1">
                  <a:lumMod val="65000"/>
                  <a:lumOff val="35000"/>
                </a:schemeClr>
              </a:solidFill>
              <a:latin typeface="站酷快乐体2016修订版" panose="02010600030101010101" charset="-122"/>
              <a:ea typeface="站酷快乐体2016修订版" panose="02010600030101010101" charset="-122"/>
              <a:cs typeface="仓耳渔阳体 W04" panose="02020400000000000000" charset="-122"/>
            </a:endParaRPr>
          </a:p>
        </p:txBody>
      </p:sp>
      <p:sp>
        <p:nvSpPr>
          <p:cNvPr id="27" name="TextBox 15"/>
          <p:cNvSpPr txBox="1"/>
          <p:nvPr>
            <p:custDataLst>
              <p:tags r:id="rId27"/>
            </p:custDataLst>
          </p:nvPr>
        </p:nvSpPr>
        <p:spPr>
          <a:xfrm>
            <a:off x="2843530" y="1200150"/>
            <a:ext cx="6504940" cy="965835"/>
          </a:xfrm>
          <a:prstGeom prst="rect">
            <a:avLst/>
          </a:prstGeom>
        </p:spPr>
        <p:txBody>
          <a:bodyPr wrap="square" lIns="0" tIns="0" rIns="0" bIns="0" rtlCol="0" anchor="t">
            <a:noAutofit/>
          </a:bodyPr>
          <a:p>
            <a:pPr algn="ctr">
              <a:lnSpc>
                <a:spcPts val="7675"/>
              </a:lnSpc>
              <a:spcBef>
                <a:spcPct val="0"/>
              </a:spcBef>
            </a:pPr>
            <a:r>
              <a:rPr lang="zh-CN" altLang="en-US" sz="4000">
                <a:solidFill>
                  <a:srgbClr val="9B5836"/>
                </a:solidFill>
                <a:latin typeface="站酷快乐体2016修订版" panose="02010600030101010101" charset="-122"/>
                <a:ea typeface="站酷快乐体2016修订版" panose="02010600030101010101" charset="-122"/>
                <a:cs typeface="仓耳渔阳体 W04" panose="02020400000000000000" charset="-122"/>
              </a:rPr>
              <a:t>六大危害</a:t>
            </a:r>
            <a:endParaRPr lang="zh-CN" altLang="en-US" sz="4000">
              <a:solidFill>
                <a:srgbClr val="9B5836"/>
              </a:solidFill>
              <a:latin typeface="站酷快乐体2016修订版" panose="02010600030101010101" charset="-122"/>
              <a:ea typeface="站酷快乐体2016修订版" panose="02010600030101010101" charset="-122"/>
              <a:cs typeface="仓耳渔阳体 W04" panose="02020400000000000000" charset="-122"/>
            </a:endParaRPr>
          </a:p>
        </p:txBody>
      </p:sp>
      <p:pic>
        <p:nvPicPr>
          <p:cNvPr id="68" name="Picture 68"/>
          <p:cNvPicPr>
            <a:picLocks noChangeAspect="1"/>
          </p:cNvPicPr>
          <p:nvPr>
            <p:custDataLst>
              <p:tags r:id="rId28"/>
            </p:custDataLst>
          </p:nvPr>
        </p:nvPicPr>
        <p:blipFill>
          <a:blip r:embed="rId18">
            <a:extLst>
              <a:ext uri="{28A0092B-C50C-407E-A947-70E740481C1C}">
                <a14:useLocalDpi xmlns:a14="http://schemas.microsoft.com/office/drawing/2010/main" val="0"/>
              </a:ext>
            </a:extLst>
          </a:blip>
          <a:srcRect r="45888" b="46718"/>
          <a:stretch>
            <a:fillRect/>
          </a:stretch>
        </p:blipFill>
        <p:spPr>
          <a:xfrm rot="1080000">
            <a:off x="145737" y="6124728"/>
            <a:ext cx="758510" cy="820369"/>
          </a:xfrm>
          <a:prstGeom prst="rect">
            <a:avLst/>
          </a:prstGeom>
        </p:spPr>
      </p:pic>
      <p:pic>
        <p:nvPicPr>
          <p:cNvPr id="71" name="Picture 71"/>
          <p:cNvPicPr>
            <a:picLocks noChangeAspect="1"/>
          </p:cNvPicPr>
          <p:nvPr>
            <p:custDataLst>
              <p:tags r:id="rId29"/>
            </p:custDataLst>
          </p:nvPr>
        </p:nvPicPr>
        <p:blipFill>
          <a:blip r:embed="rId30">
            <a:extLst>
              <a:ext uri="{28A0092B-C50C-407E-A947-70E740481C1C}">
                <a14:useLocalDpi xmlns:a14="http://schemas.microsoft.com/office/drawing/2010/main" val="0"/>
              </a:ext>
            </a:extLst>
          </a:blip>
          <a:srcRect/>
          <a:stretch>
            <a:fillRect/>
          </a:stretch>
        </p:blipFill>
        <p:spPr>
          <a:xfrm rot="-1286584">
            <a:off x="1735398" y="6408197"/>
            <a:ext cx="883857" cy="450991"/>
          </a:xfrm>
          <a:prstGeom prst="rect">
            <a:avLst/>
          </a:prstGeom>
        </p:spPr>
      </p:pic>
      <p:sp>
        <p:nvSpPr>
          <p:cNvPr id="44" name="TextBox 16"/>
          <p:cNvSpPr txBox="1"/>
          <p:nvPr>
            <p:custDataLst>
              <p:tags r:id="rId31"/>
            </p:custDataLst>
          </p:nvPr>
        </p:nvSpPr>
        <p:spPr>
          <a:xfrm>
            <a:off x="1343025" y="2847340"/>
            <a:ext cx="2284095" cy="576580"/>
          </a:xfrm>
          <a:prstGeom prst="rect">
            <a:avLst/>
          </a:prstGeom>
        </p:spPr>
        <p:txBody>
          <a:bodyPr wrap="square" lIns="0" tIns="0" rIns="0" bIns="0" rtlCol="0" anchor="t">
            <a:noAutofit/>
          </a:bodyPr>
          <a:p>
            <a:pPr indent="0" algn="ctr" fontAlgn="auto">
              <a:lnSpc>
                <a:spcPct val="150000"/>
              </a:lnSpc>
            </a:pPr>
            <a:r>
              <a:rPr lang="zh-CN" altLang="en-US" spc="156">
                <a:solidFill>
                  <a:schemeClr val="bg1"/>
                </a:solidFill>
                <a:latin typeface="仓耳渔阳体 W04" panose="02020400000000000000" charset="-122"/>
                <a:ea typeface="仓耳渔阳体 W04" panose="02020400000000000000" charset="-122"/>
                <a:cs typeface="仓耳渔阳体 W04" panose="02020400000000000000" charset="-122"/>
              </a:rPr>
              <a:t>破坏营养</a:t>
            </a:r>
            <a:endParaRPr lang="zh-CN" altLang="en-US" spc="156">
              <a:solidFill>
                <a:schemeClr val="bg1"/>
              </a:solidFill>
              <a:latin typeface="仓耳渔阳体 W04" panose="02020400000000000000" charset="-122"/>
              <a:ea typeface="仓耳渔阳体 W04" panose="02020400000000000000" charset="-122"/>
              <a:cs typeface="仓耳渔阳体 W04" panose="02020400000000000000" charset="-122"/>
            </a:endParaRPr>
          </a:p>
        </p:txBody>
      </p:sp>
      <p:sp>
        <p:nvSpPr>
          <p:cNvPr id="2" name="TextBox 16"/>
          <p:cNvSpPr txBox="1"/>
          <p:nvPr>
            <p:custDataLst>
              <p:tags r:id="rId32"/>
            </p:custDataLst>
          </p:nvPr>
        </p:nvSpPr>
        <p:spPr>
          <a:xfrm>
            <a:off x="4954270" y="2847340"/>
            <a:ext cx="2284095" cy="576580"/>
          </a:xfrm>
          <a:prstGeom prst="rect">
            <a:avLst/>
          </a:prstGeom>
        </p:spPr>
        <p:txBody>
          <a:bodyPr wrap="square" lIns="0" tIns="0" rIns="0" bIns="0" rtlCol="0" anchor="t">
            <a:noAutofit/>
          </a:bodyPr>
          <a:p>
            <a:pPr indent="0" algn="ctr" fontAlgn="auto">
              <a:lnSpc>
                <a:spcPct val="150000"/>
              </a:lnSpc>
            </a:pPr>
            <a:r>
              <a:rPr lang="zh-CN" altLang="en-US" spc="156">
                <a:solidFill>
                  <a:schemeClr val="bg1"/>
                </a:solidFill>
                <a:latin typeface="仓耳渔阳体 W04" panose="02020400000000000000" charset="-122"/>
                <a:ea typeface="仓耳渔阳体 W04" panose="02020400000000000000" charset="-122"/>
                <a:cs typeface="仓耳渔阳体 W04" panose="02020400000000000000" charset="-122"/>
              </a:rPr>
              <a:t>造成肥胖和地方病</a:t>
            </a:r>
            <a:endParaRPr lang="zh-CN" altLang="en-US" spc="156">
              <a:solidFill>
                <a:schemeClr val="bg1"/>
              </a:solidFill>
              <a:latin typeface="仓耳渔阳体 W04" panose="02020400000000000000" charset="-122"/>
              <a:ea typeface="仓耳渔阳体 W04" panose="02020400000000000000" charset="-122"/>
              <a:cs typeface="仓耳渔阳体 W04" panose="02020400000000000000" charset="-122"/>
            </a:endParaRPr>
          </a:p>
        </p:txBody>
      </p:sp>
      <p:sp>
        <p:nvSpPr>
          <p:cNvPr id="5" name="TextBox 16"/>
          <p:cNvSpPr txBox="1"/>
          <p:nvPr>
            <p:custDataLst>
              <p:tags r:id="rId33"/>
            </p:custDataLst>
          </p:nvPr>
        </p:nvSpPr>
        <p:spPr>
          <a:xfrm>
            <a:off x="8565515" y="2847340"/>
            <a:ext cx="2284095" cy="576580"/>
          </a:xfrm>
          <a:prstGeom prst="rect">
            <a:avLst/>
          </a:prstGeom>
        </p:spPr>
        <p:txBody>
          <a:bodyPr wrap="square" lIns="0" tIns="0" rIns="0" bIns="0" rtlCol="0" anchor="t">
            <a:noAutofit/>
          </a:bodyPr>
          <a:p>
            <a:pPr indent="0" algn="ctr" fontAlgn="auto">
              <a:lnSpc>
                <a:spcPct val="150000"/>
              </a:lnSpc>
            </a:pPr>
            <a:r>
              <a:rPr lang="zh-CN" altLang="en-US" spc="156">
                <a:solidFill>
                  <a:schemeClr val="bg1"/>
                </a:solidFill>
                <a:latin typeface="仓耳渔阳体 W04" panose="02020400000000000000" charset="-122"/>
                <a:ea typeface="仓耳渔阳体 W04" panose="02020400000000000000" charset="-122"/>
                <a:cs typeface="仓耳渔阳体 W04" panose="02020400000000000000" charset="-122"/>
              </a:rPr>
              <a:t>传染病与寄生虫病</a:t>
            </a:r>
            <a:endParaRPr lang="zh-CN" altLang="en-US" spc="156">
              <a:solidFill>
                <a:schemeClr val="bg1"/>
              </a:solidFill>
              <a:latin typeface="仓耳渔阳体 W04" panose="02020400000000000000" charset="-122"/>
              <a:ea typeface="仓耳渔阳体 W04" panose="02020400000000000000" charset="-122"/>
              <a:cs typeface="仓耳渔阳体 W04" panose="02020400000000000000" charset="-122"/>
            </a:endParaRPr>
          </a:p>
        </p:txBody>
      </p:sp>
      <p:sp>
        <p:nvSpPr>
          <p:cNvPr id="6" name="TextBox 16"/>
          <p:cNvSpPr txBox="1"/>
          <p:nvPr>
            <p:custDataLst>
              <p:tags r:id="rId34"/>
            </p:custDataLst>
          </p:nvPr>
        </p:nvSpPr>
        <p:spPr>
          <a:xfrm>
            <a:off x="1343025" y="4433570"/>
            <a:ext cx="2284095" cy="576580"/>
          </a:xfrm>
          <a:prstGeom prst="rect">
            <a:avLst/>
          </a:prstGeom>
        </p:spPr>
        <p:txBody>
          <a:bodyPr wrap="square" lIns="0" tIns="0" rIns="0" bIns="0" rtlCol="0" anchor="t">
            <a:noAutofit/>
          </a:bodyPr>
          <a:p>
            <a:pPr indent="0" algn="ctr" fontAlgn="auto">
              <a:lnSpc>
                <a:spcPct val="150000"/>
              </a:lnSpc>
            </a:pPr>
            <a:r>
              <a:rPr lang="zh-CN" altLang="en-US" spc="156">
                <a:solidFill>
                  <a:schemeClr val="bg1"/>
                </a:solidFill>
                <a:latin typeface="仓耳渔阳体 W04" panose="02020400000000000000" charset="-122"/>
                <a:ea typeface="仓耳渔阳体 W04" panose="02020400000000000000" charset="-122"/>
                <a:cs typeface="仓耳渔阳体 W04" panose="02020400000000000000" charset="-122"/>
              </a:rPr>
              <a:t>引起食物中毒 </a:t>
            </a:r>
            <a:endParaRPr lang="zh-CN" altLang="en-US" spc="156">
              <a:solidFill>
                <a:schemeClr val="bg1"/>
              </a:solidFill>
              <a:latin typeface="仓耳渔阳体 W04" panose="02020400000000000000" charset="-122"/>
              <a:ea typeface="仓耳渔阳体 W04" panose="02020400000000000000" charset="-122"/>
              <a:cs typeface="仓耳渔阳体 W04" panose="02020400000000000000" charset="-122"/>
            </a:endParaRPr>
          </a:p>
        </p:txBody>
      </p:sp>
      <p:sp>
        <p:nvSpPr>
          <p:cNvPr id="7" name="TextBox 16"/>
          <p:cNvSpPr txBox="1"/>
          <p:nvPr>
            <p:custDataLst>
              <p:tags r:id="rId35"/>
            </p:custDataLst>
          </p:nvPr>
        </p:nvSpPr>
        <p:spPr>
          <a:xfrm>
            <a:off x="4954270" y="4433570"/>
            <a:ext cx="2284095" cy="576580"/>
          </a:xfrm>
          <a:prstGeom prst="rect">
            <a:avLst/>
          </a:prstGeom>
        </p:spPr>
        <p:txBody>
          <a:bodyPr wrap="square" lIns="0" tIns="0" rIns="0" bIns="0" rtlCol="0" anchor="t">
            <a:noAutofit/>
          </a:bodyPr>
          <a:p>
            <a:pPr indent="0" algn="ctr" fontAlgn="auto">
              <a:lnSpc>
                <a:spcPct val="150000"/>
              </a:lnSpc>
            </a:pPr>
            <a:r>
              <a:rPr lang="zh-CN" altLang="en-US" spc="156">
                <a:solidFill>
                  <a:schemeClr val="bg1"/>
                </a:solidFill>
                <a:latin typeface="仓耳渔阳体 W04" panose="02020400000000000000" charset="-122"/>
                <a:ea typeface="仓耳渔阳体 W04" panose="02020400000000000000" charset="-122"/>
                <a:cs typeface="仓耳渔阳体 W04" panose="02020400000000000000" charset="-122"/>
              </a:rPr>
              <a:t>蓄积中毒</a:t>
            </a:r>
            <a:endParaRPr lang="zh-CN" altLang="en-US" spc="156">
              <a:solidFill>
                <a:schemeClr val="bg1"/>
              </a:solidFill>
              <a:latin typeface="仓耳渔阳体 W04" panose="02020400000000000000" charset="-122"/>
              <a:ea typeface="仓耳渔阳体 W04" panose="02020400000000000000" charset="-122"/>
              <a:cs typeface="仓耳渔阳体 W04" panose="02020400000000000000" charset="-122"/>
            </a:endParaRPr>
          </a:p>
        </p:txBody>
      </p:sp>
      <p:sp>
        <p:nvSpPr>
          <p:cNvPr id="9" name="TextBox 16"/>
          <p:cNvSpPr txBox="1"/>
          <p:nvPr>
            <p:custDataLst>
              <p:tags r:id="rId36"/>
            </p:custDataLst>
          </p:nvPr>
        </p:nvSpPr>
        <p:spPr>
          <a:xfrm>
            <a:off x="8758555" y="4433570"/>
            <a:ext cx="2091055" cy="576580"/>
          </a:xfrm>
          <a:prstGeom prst="rect">
            <a:avLst/>
          </a:prstGeom>
        </p:spPr>
        <p:txBody>
          <a:bodyPr wrap="square" lIns="0" tIns="0" rIns="0" bIns="0" rtlCol="0" anchor="t">
            <a:noAutofit/>
          </a:bodyPr>
          <a:p>
            <a:pPr indent="0" algn="ctr" fontAlgn="auto">
              <a:lnSpc>
                <a:spcPct val="150000"/>
              </a:lnSpc>
            </a:pPr>
            <a:r>
              <a:rPr lang="zh-CN" altLang="en-US" spc="156">
                <a:solidFill>
                  <a:schemeClr val="bg1"/>
                </a:solidFill>
                <a:latin typeface="仓耳渔阳体 W04" panose="02020400000000000000" charset="-122"/>
                <a:ea typeface="仓耳渔阳体 W04" panose="02020400000000000000" charset="-122"/>
                <a:cs typeface="仓耳渔阳体 W04" panose="02020400000000000000" charset="-122"/>
              </a:rPr>
              <a:t>致癌、致突变</a:t>
            </a:r>
            <a:endParaRPr lang="zh-CN" altLang="en-US" spc="156">
              <a:solidFill>
                <a:schemeClr val="bg1"/>
              </a:solidFill>
              <a:latin typeface="仓耳渔阳体 W04" panose="02020400000000000000" charset="-122"/>
              <a:ea typeface="仓耳渔阳体 W04" panose="02020400000000000000" charset="-122"/>
              <a:cs typeface="仓耳渔阳体 W04" panose="02020400000000000000" charset="-122"/>
            </a:endParaRPr>
          </a:p>
        </p:txBody>
      </p:sp>
      <p:pic>
        <p:nvPicPr>
          <p:cNvPr id="13" name="Picture 5"/>
          <p:cNvPicPr>
            <a:picLocks noChangeAspect="1"/>
          </p:cNvPicPr>
          <p:nvPr>
            <p:custDataLst>
              <p:tags r:id="rId37"/>
            </p:custDataLst>
          </p:nvPr>
        </p:nvPicPr>
        <p:blipFill>
          <a:blip r:embed="rId38"/>
          <a:srcRect/>
          <a:stretch>
            <a:fillRect/>
          </a:stretch>
        </p:blipFill>
        <p:spPr>
          <a:xfrm>
            <a:off x="3264535" y="2413635"/>
            <a:ext cx="597535" cy="603885"/>
          </a:xfrm>
          <a:prstGeom prst="rect">
            <a:avLst/>
          </a:prstGeom>
        </p:spPr>
      </p:pic>
      <p:pic>
        <p:nvPicPr>
          <p:cNvPr id="28" name="Picture 4"/>
          <p:cNvPicPr>
            <a:picLocks noChangeAspect="1"/>
          </p:cNvPicPr>
          <p:nvPr>
            <p:custDataLst>
              <p:tags r:id="rId39"/>
            </p:custDataLst>
          </p:nvPr>
        </p:nvPicPr>
        <p:blipFill>
          <a:blip r:embed="rId40"/>
          <a:srcRect/>
          <a:stretch>
            <a:fillRect/>
          </a:stretch>
        </p:blipFill>
        <p:spPr>
          <a:xfrm>
            <a:off x="7157720" y="2490470"/>
            <a:ext cx="577850" cy="527050"/>
          </a:xfrm>
          <a:prstGeom prst="rect">
            <a:avLst/>
          </a:prstGeom>
        </p:spPr>
      </p:pic>
      <p:pic>
        <p:nvPicPr>
          <p:cNvPr id="32" name="Picture 8"/>
          <p:cNvPicPr>
            <a:picLocks noChangeAspect="1"/>
          </p:cNvPicPr>
          <p:nvPr>
            <p:custDataLst>
              <p:tags r:id="rId41"/>
            </p:custDataLst>
          </p:nvPr>
        </p:nvPicPr>
        <p:blipFill>
          <a:blip r:embed="rId42"/>
          <a:srcRect/>
          <a:stretch>
            <a:fillRect/>
          </a:stretch>
        </p:blipFill>
        <p:spPr>
          <a:xfrm flipH="1">
            <a:off x="6969760" y="4116070"/>
            <a:ext cx="584835" cy="616585"/>
          </a:xfrm>
          <a:prstGeom prst="rect">
            <a:avLst/>
          </a:prstGeom>
        </p:spPr>
      </p:pic>
      <p:pic>
        <p:nvPicPr>
          <p:cNvPr id="35" name="Picture 7"/>
          <p:cNvPicPr>
            <a:picLocks noChangeAspect="1"/>
          </p:cNvPicPr>
          <p:nvPr>
            <p:custDataLst>
              <p:tags r:id="rId43"/>
            </p:custDataLst>
          </p:nvPr>
        </p:nvPicPr>
        <p:blipFill>
          <a:blip r:embed="rId44"/>
          <a:srcRect/>
          <a:stretch>
            <a:fillRect/>
          </a:stretch>
        </p:blipFill>
        <p:spPr>
          <a:xfrm rot="1080000" flipH="1">
            <a:off x="10786745" y="2433955"/>
            <a:ext cx="390525" cy="615315"/>
          </a:xfrm>
          <a:prstGeom prst="rect">
            <a:avLst/>
          </a:prstGeom>
        </p:spPr>
      </p:pic>
      <p:pic>
        <p:nvPicPr>
          <p:cNvPr id="36" name="Picture 4"/>
          <p:cNvPicPr>
            <a:picLocks noChangeAspect="1"/>
          </p:cNvPicPr>
          <p:nvPr>
            <p:custDataLst>
              <p:tags r:id="rId45"/>
            </p:custDataLst>
          </p:nvPr>
        </p:nvPicPr>
        <p:blipFill>
          <a:blip r:embed="rId46"/>
          <a:srcRect/>
          <a:stretch>
            <a:fillRect/>
          </a:stretch>
        </p:blipFill>
        <p:spPr>
          <a:xfrm rot="1800000">
            <a:off x="3383280" y="4032885"/>
            <a:ext cx="514350" cy="612140"/>
          </a:xfrm>
          <a:prstGeom prst="rect">
            <a:avLst/>
          </a:prstGeom>
        </p:spPr>
      </p:pic>
      <p:pic>
        <p:nvPicPr>
          <p:cNvPr id="37" name="Picture 7"/>
          <p:cNvPicPr>
            <a:picLocks noChangeAspect="1"/>
          </p:cNvPicPr>
          <p:nvPr>
            <p:custDataLst>
              <p:tags r:id="rId47"/>
            </p:custDataLst>
          </p:nvPr>
        </p:nvPicPr>
        <p:blipFill>
          <a:blip r:embed="rId48"/>
          <a:srcRect/>
          <a:stretch>
            <a:fillRect/>
          </a:stretch>
        </p:blipFill>
        <p:spPr>
          <a:xfrm rot="1200000">
            <a:off x="10626725" y="3999865"/>
            <a:ext cx="533400" cy="647065"/>
          </a:xfrm>
          <a:prstGeom prst="rect">
            <a:avLst/>
          </a:prstGeom>
        </p:spPr>
      </p:pic>
    </p:spTree>
    <p:custDataLst>
      <p:tags r:id="rId49"/>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1EB"/>
        </a:solidFill>
        <a:effectLst/>
      </p:bgPr>
    </p:bg>
    <p:spTree>
      <p:nvGrpSpPr>
        <p:cNvPr id="1" name=""/>
        <p:cNvGrpSpPr/>
        <p:nvPr/>
      </p:nvGrpSpPr>
      <p:grpSpPr/>
      <p:sp>
        <p:nvSpPr>
          <p:cNvPr id="12" name="任意多边形 11"/>
          <p:cNvSpPr/>
          <p:nvPr>
            <p:custDataLst>
              <p:tags r:id="rId1"/>
            </p:custDataLst>
          </p:nvPr>
        </p:nvSpPr>
        <p:spPr>
          <a:xfrm flipH="1">
            <a:off x="0" y="-13970"/>
            <a:ext cx="2139950" cy="1375410"/>
          </a:xfrm>
          <a:custGeom>
            <a:avLst/>
            <a:gdLst>
              <a:gd name="connsiteX0" fmla="*/ 16 w 5020"/>
              <a:gd name="connsiteY0" fmla="*/ 206 h 3666"/>
              <a:gd name="connsiteX1" fmla="*/ 39 w 5020"/>
              <a:gd name="connsiteY1" fmla="*/ 684 h 3666"/>
              <a:gd name="connsiteX2" fmla="*/ 404 w 5020"/>
              <a:gd name="connsiteY2" fmla="*/ 1139 h 3666"/>
              <a:gd name="connsiteX3" fmla="*/ 231 w 5020"/>
              <a:gd name="connsiteY3" fmla="*/ 2544 h 3666"/>
              <a:gd name="connsiteX4" fmla="*/ 847 w 5020"/>
              <a:gd name="connsiteY4" fmla="*/ 3138 h 3666"/>
              <a:gd name="connsiteX5" fmla="*/ 2038 w 5020"/>
              <a:gd name="connsiteY5" fmla="*/ 3345 h 3666"/>
              <a:gd name="connsiteX6" fmla="*/ 3523 w 5020"/>
              <a:gd name="connsiteY6" fmla="*/ 3665 h 3666"/>
              <a:gd name="connsiteX7" fmla="*/ 4791 w 5020"/>
              <a:gd name="connsiteY7" fmla="*/ 3276 h 3666"/>
              <a:gd name="connsiteX8" fmla="*/ 4928 w 5020"/>
              <a:gd name="connsiteY8" fmla="*/ 0 h 3666"/>
              <a:gd name="connsiteX9" fmla="*/ 16 w 5020"/>
              <a:gd name="connsiteY9" fmla="*/ 206 h 3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30" h="3460">
                <a:moveTo>
                  <a:pt x="16" y="0"/>
                </a:moveTo>
                <a:lnTo>
                  <a:pt x="4730" y="0"/>
                </a:lnTo>
                <a:lnTo>
                  <a:pt x="4730" y="3100"/>
                </a:lnTo>
                <a:lnTo>
                  <a:pt x="4707" y="3112"/>
                </a:lnTo>
                <a:cubicBezTo>
                  <a:pt x="4294" y="3323"/>
                  <a:pt x="3957" y="3436"/>
                  <a:pt x="3523" y="3458"/>
                </a:cubicBezTo>
                <a:cubicBezTo>
                  <a:pt x="3060" y="3482"/>
                  <a:pt x="2320" y="3251"/>
                  <a:pt x="2038" y="3138"/>
                </a:cubicBezTo>
                <a:cubicBezTo>
                  <a:pt x="1756" y="3025"/>
                  <a:pt x="1167" y="3000"/>
                  <a:pt x="847" y="2931"/>
                </a:cubicBezTo>
                <a:cubicBezTo>
                  <a:pt x="527" y="2862"/>
                  <a:pt x="288" y="2634"/>
                  <a:pt x="231" y="2337"/>
                </a:cubicBezTo>
                <a:cubicBezTo>
                  <a:pt x="174" y="2040"/>
                  <a:pt x="489" y="1240"/>
                  <a:pt x="404" y="932"/>
                </a:cubicBezTo>
                <a:cubicBezTo>
                  <a:pt x="319" y="624"/>
                  <a:pt x="108" y="650"/>
                  <a:pt x="39" y="477"/>
                </a:cubicBezTo>
                <a:cubicBezTo>
                  <a:pt x="-28" y="309"/>
                  <a:pt x="11" y="101"/>
                  <a:pt x="15" y="8"/>
                </a:cubicBezTo>
                <a:lnTo>
                  <a:pt x="16" y="0"/>
                </a:lnTo>
                <a:close/>
              </a:path>
            </a:pathLst>
          </a:custGeom>
          <a:solidFill>
            <a:srgbClr val="E9BE8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5" name="任意多边形 14"/>
          <p:cNvSpPr/>
          <p:nvPr>
            <p:custDataLst>
              <p:tags r:id="rId2"/>
            </p:custDataLst>
          </p:nvPr>
        </p:nvSpPr>
        <p:spPr>
          <a:xfrm flipH="1">
            <a:off x="-406400" y="-65405"/>
            <a:ext cx="2389505" cy="1477645"/>
          </a:xfrm>
          <a:custGeom>
            <a:avLst/>
            <a:gdLst>
              <a:gd name="connsiteX0" fmla="*/ 0 w 6373"/>
              <a:gd name="connsiteY0" fmla="*/ 226 h 3921"/>
              <a:gd name="connsiteX1" fmla="*/ 468 w 6373"/>
              <a:gd name="connsiteY1" fmla="*/ 797 h 3921"/>
              <a:gd name="connsiteX2" fmla="*/ 1748 w 6373"/>
              <a:gd name="connsiteY2" fmla="*/ 1122 h 3921"/>
              <a:gd name="connsiteX3" fmla="*/ 2193 w 6373"/>
              <a:gd name="connsiteY3" fmla="*/ 2161 h 3921"/>
              <a:gd name="connsiteX4" fmla="*/ 3175 w 6373"/>
              <a:gd name="connsiteY4" fmla="*/ 3315 h 3921"/>
              <a:gd name="connsiteX5" fmla="*/ 4980 w 6373"/>
              <a:gd name="connsiteY5" fmla="*/ 3909 h 3921"/>
              <a:gd name="connsiteX6" fmla="*/ 6294 w 6373"/>
              <a:gd name="connsiteY6" fmla="*/ 3687 h 3921"/>
              <a:gd name="connsiteX7" fmla="*/ 6373 w 6373"/>
              <a:gd name="connsiteY7" fmla="*/ 0 h 3921"/>
              <a:gd name="connsiteX8" fmla="*/ 0 w 6373"/>
              <a:gd name="connsiteY8" fmla="*/ 226 h 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74" h="3716">
                <a:moveTo>
                  <a:pt x="592" y="0"/>
                </a:moveTo>
                <a:lnTo>
                  <a:pt x="6202" y="0"/>
                </a:lnTo>
                <a:lnTo>
                  <a:pt x="6274" y="0"/>
                </a:lnTo>
                <a:lnTo>
                  <a:pt x="6274" y="3491"/>
                </a:lnTo>
                <a:lnTo>
                  <a:pt x="6257" y="3499"/>
                </a:lnTo>
                <a:cubicBezTo>
                  <a:pt x="5873" y="3675"/>
                  <a:pt x="5545" y="3748"/>
                  <a:pt x="4980" y="3704"/>
                </a:cubicBezTo>
                <a:cubicBezTo>
                  <a:pt x="4397" y="3659"/>
                  <a:pt x="3678" y="3419"/>
                  <a:pt x="3175" y="3110"/>
                </a:cubicBezTo>
                <a:cubicBezTo>
                  <a:pt x="2672" y="2801"/>
                  <a:pt x="2361" y="2326"/>
                  <a:pt x="2193" y="1956"/>
                </a:cubicBezTo>
                <a:cubicBezTo>
                  <a:pt x="2025" y="1586"/>
                  <a:pt x="1931" y="1082"/>
                  <a:pt x="1748" y="917"/>
                </a:cubicBezTo>
                <a:cubicBezTo>
                  <a:pt x="1565" y="752"/>
                  <a:pt x="813" y="754"/>
                  <a:pt x="468" y="592"/>
                </a:cubicBezTo>
                <a:cubicBezTo>
                  <a:pt x="123" y="430"/>
                  <a:pt x="80" y="289"/>
                  <a:pt x="0" y="21"/>
                </a:cubicBezTo>
                <a:lnTo>
                  <a:pt x="592" y="0"/>
                </a:lnTo>
                <a:close/>
              </a:path>
            </a:pathLst>
          </a:custGeom>
          <a:noFill/>
          <a:ln>
            <a:solidFill>
              <a:schemeClr val="bg1"/>
            </a:solidFill>
          </a:ln>
          <a:extLst>
            <a:ext uri="{909E8E84-426E-40DD-AFC4-6F175D3DCCD1}">
              <a14:hiddenFill xmlns:a14="http://schemas.microsoft.com/office/drawing/2010/main">
                <a:solidFill>
                  <a:schemeClr val="accent1">
                    <a:alpha val="28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9" name="任意多边形 18"/>
          <p:cNvSpPr/>
          <p:nvPr>
            <p:custDataLst>
              <p:tags r:id="rId3"/>
            </p:custDataLst>
          </p:nvPr>
        </p:nvSpPr>
        <p:spPr>
          <a:xfrm>
            <a:off x="-69850" y="6213102"/>
            <a:ext cx="2057063" cy="661408"/>
          </a:xfrm>
          <a:custGeom>
            <a:avLst/>
            <a:gdLst>
              <a:gd name="connsiteX0" fmla="*/ 1712 w 8295"/>
              <a:gd name="connsiteY0" fmla="*/ 1303 h 3164"/>
              <a:gd name="connsiteX1" fmla="*/ 3081 w 8295"/>
              <a:gd name="connsiteY1" fmla="*/ 1634 h 3164"/>
              <a:gd name="connsiteX2" fmla="*/ 5390 w 8295"/>
              <a:gd name="connsiteY2" fmla="*/ 252 h 3164"/>
              <a:gd name="connsiteX3" fmla="*/ 7514 w 8295"/>
              <a:gd name="connsiteY3" fmla="*/ 903 h 3164"/>
              <a:gd name="connsiteX4" fmla="*/ 8256 w 8295"/>
              <a:gd name="connsiteY4" fmla="*/ 2228 h 3164"/>
              <a:gd name="connsiteX5" fmla="*/ 614 w 8295"/>
              <a:gd name="connsiteY5" fmla="*/ 3164 h 3164"/>
              <a:gd name="connsiteX6" fmla="*/ 0 w 8295"/>
              <a:gd name="connsiteY6" fmla="*/ 2159 h 3164"/>
              <a:gd name="connsiteX7" fmla="*/ 125 w 8295"/>
              <a:gd name="connsiteY7" fmla="*/ 0 h 3164"/>
              <a:gd name="connsiteX8" fmla="*/ 1712 w 8295"/>
              <a:gd name="connsiteY8" fmla="*/ 1303 h 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39" h="1042">
                <a:moveTo>
                  <a:pt x="1445" y="0"/>
                </a:moveTo>
                <a:cubicBezTo>
                  <a:pt x="2037" y="1"/>
                  <a:pt x="2293" y="70"/>
                  <a:pt x="2704" y="364"/>
                </a:cubicBezTo>
                <a:cubicBezTo>
                  <a:pt x="3116" y="657"/>
                  <a:pt x="3276" y="847"/>
                  <a:pt x="3232" y="1040"/>
                </a:cubicBezTo>
                <a:lnTo>
                  <a:pt x="3232" y="1042"/>
                </a:lnTo>
                <a:lnTo>
                  <a:pt x="0" y="1042"/>
                </a:lnTo>
                <a:lnTo>
                  <a:pt x="0" y="574"/>
                </a:lnTo>
                <a:lnTo>
                  <a:pt x="16" y="562"/>
                </a:lnTo>
                <a:cubicBezTo>
                  <a:pt x="321" y="337"/>
                  <a:pt x="755" y="10"/>
                  <a:pt x="1250" y="2"/>
                </a:cubicBezTo>
                <a:cubicBezTo>
                  <a:pt x="1319" y="1"/>
                  <a:pt x="1383" y="0"/>
                  <a:pt x="1445" y="0"/>
                </a:cubicBezTo>
                <a:close/>
              </a:path>
            </a:pathLst>
          </a:custGeom>
          <a:solidFill>
            <a:srgbClr val="E9BE8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22" name="任意多边形 21"/>
          <p:cNvSpPr/>
          <p:nvPr>
            <p:custDataLst>
              <p:tags r:id="rId4"/>
            </p:custDataLst>
          </p:nvPr>
        </p:nvSpPr>
        <p:spPr>
          <a:xfrm>
            <a:off x="-51435" y="6292981"/>
            <a:ext cx="1874520" cy="589784"/>
          </a:xfrm>
          <a:custGeom>
            <a:avLst/>
            <a:gdLst>
              <a:gd name="connsiteX0" fmla="*/ 679 w 8465"/>
              <a:gd name="connsiteY0" fmla="*/ 4 h 2284"/>
              <a:gd name="connsiteX1" fmla="*/ 2269 w 8465"/>
              <a:gd name="connsiteY1" fmla="*/ 1424 h 2284"/>
              <a:gd name="connsiteX2" fmla="*/ 3882 w 8465"/>
              <a:gd name="connsiteY2" fmla="*/ 1211 h 2284"/>
              <a:gd name="connsiteX3" fmla="*/ 5692 w 8465"/>
              <a:gd name="connsiteY3" fmla="*/ 138 h 2284"/>
              <a:gd name="connsiteX4" fmla="*/ 7562 w 8465"/>
              <a:gd name="connsiteY4" fmla="*/ 679 h 2284"/>
              <a:gd name="connsiteX5" fmla="*/ 8465 w 8465"/>
              <a:gd name="connsiteY5" fmla="*/ 1844 h 2284"/>
              <a:gd name="connsiteX6" fmla="*/ 0 w 8465"/>
              <a:gd name="connsiteY6" fmla="*/ 2284 h 2284"/>
              <a:gd name="connsiteX7" fmla="*/ 679 w 8465"/>
              <a:gd name="connsiteY7" fmla="*/ 4 h 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2" h="929">
                <a:moveTo>
                  <a:pt x="1289" y="0"/>
                </a:moveTo>
                <a:cubicBezTo>
                  <a:pt x="1665" y="2"/>
                  <a:pt x="1948" y="90"/>
                  <a:pt x="2349" y="308"/>
                </a:cubicBezTo>
                <a:cubicBezTo>
                  <a:pt x="2795" y="551"/>
                  <a:pt x="2857" y="764"/>
                  <a:pt x="2949" y="924"/>
                </a:cubicBezTo>
                <a:lnTo>
                  <a:pt x="2952" y="929"/>
                </a:lnTo>
                <a:lnTo>
                  <a:pt x="0" y="929"/>
                </a:lnTo>
                <a:lnTo>
                  <a:pt x="0" y="508"/>
                </a:lnTo>
                <a:lnTo>
                  <a:pt x="34" y="487"/>
                </a:lnTo>
                <a:cubicBezTo>
                  <a:pt x="336" y="296"/>
                  <a:pt x="666" y="35"/>
                  <a:pt x="1069" y="7"/>
                </a:cubicBezTo>
                <a:cubicBezTo>
                  <a:pt x="1146" y="2"/>
                  <a:pt x="1219" y="0"/>
                  <a:pt x="1289" y="0"/>
                </a:cubicBezTo>
                <a:close/>
              </a:path>
            </a:pathLst>
          </a:custGeom>
          <a:noFill/>
          <a:ln>
            <a:solidFill>
              <a:schemeClr val="bg1"/>
            </a:solidFill>
          </a:ln>
          <a:extLst>
            <a:ext uri="{909E8E84-426E-40DD-AFC4-6F175D3DCCD1}">
              <a14:hiddenFill xmlns:a14="http://schemas.microsoft.com/office/drawing/2010/main">
                <a:solidFill>
                  <a:schemeClr val="accent1">
                    <a:alpha val="24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25" name="任意多边形 24"/>
          <p:cNvSpPr/>
          <p:nvPr>
            <p:custDataLst>
              <p:tags r:id="rId5"/>
            </p:custDataLst>
          </p:nvPr>
        </p:nvSpPr>
        <p:spPr>
          <a:xfrm>
            <a:off x="10253980" y="5824855"/>
            <a:ext cx="1938020" cy="1033145"/>
          </a:xfrm>
          <a:custGeom>
            <a:avLst/>
            <a:gdLst>
              <a:gd name="connsiteX0" fmla="*/ 0 w 6333"/>
              <a:gd name="connsiteY0" fmla="*/ 2920 h 4147"/>
              <a:gd name="connsiteX1" fmla="*/ 1240 w 6333"/>
              <a:gd name="connsiteY1" fmla="*/ 773 h 4147"/>
              <a:gd name="connsiteX2" fmla="*/ 3253 w 6333"/>
              <a:gd name="connsiteY2" fmla="*/ 240 h 4147"/>
              <a:gd name="connsiteX3" fmla="*/ 5147 w 6333"/>
              <a:gd name="connsiteY3" fmla="*/ 506 h 4147"/>
              <a:gd name="connsiteX4" fmla="*/ 6160 w 6333"/>
              <a:gd name="connsiteY4" fmla="*/ 0 h 4147"/>
              <a:gd name="connsiteX5" fmla="*/ 6333 w 6333"/>
              <a:gd name="connsiteY5" fmla="*/ 4147 h 4147"/>
              <a:gd name="connsiteX6" fmla="*/ 0 w 6333"/>
              <a:gd name="connsiteY6" fmla="*/ 2920 h 4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4" h="2912">
                <a:moveTo>
                  <a:pt x="6074" y="0"/>
                </a:moveTo>
                <a:lnTo>
                  <a:pt x="6074" y="2912"/>
                </a:lnTo>
                <a:lnTo>
                  <a:pt x="5" y="2912"/>
                </a:lnTo>
                <a:lnTo>
                  <a:pt x="0" y="2911"/>
                </a:lnTo>
                <a:cubicBezTo>
                  <a:pt x="107" y="2257"/>
                  <a:pt x="461" y="1324"/>
                  <a:pt x="1240" y="764"/>
                </a:cubicBezTo>
                <a:cubicBezTo>
                  <a:pt x="2019" y="204"/>
                  <a:pt x="2599" y="271"/>
                  <a:pt x="3253" y="231"/>
                </a:cubicBezTo>
                <a:cubicBezTo>
                  <a:pt x="3907" y="191"/>
                  <a:pt x="4627" y="590"/>
                  <a:pt x="5147" y="497"/>
                </a:cubicBezTo>
                <a:cubicBezTo>
                  <a:pt x="5618" y="413"/>
                  <a:pt x="5782" y="66"/>
                  <a:pt x="6067" y="1"/>
                </a:cubicBezTo>
                <a:lnTo>
                  <a:pt x="6074" y="0"/>
                </a:lnTo>
                <a:close/>
              </a:path>
            </a:pathLst>
          </a:custGeom>
          <a:solidFill>
            <a:srgbClr val="EFD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4" name="任意多边形 3"/>
          <p:cNvSpPr/>
          <p:nvPr>
            <p:custDataLst>
              <p:tags r:id="rId6"/>
            </p:custDataLst>
          </p:nvPr>
        </p:nvSpPr>
        <p:spPr>
          <a:xfrm flipH="1" flipV="1">
            <a:off x="10652760" y="6007735"/>
            <a:ext cx="1670685" cy="850900"/>
          </a:xfrm>
          <a:custGeom>
            <a:avLst/>
            <a:gdLst>
              <a:gd name="connsiteX0" fmla="*/ 0 w 5143"/>
              <a:gd name="connsiteY0" fmla="*/ 0 h 4554"/>
              <a:gd name="connsiteX1" fmla="*/ 5143 w 5143"/>
              <a:gd name="connsiteY1" fmla="*/ 0 h 4554"/>
              <a:gd name="connsiteX2" fmla="*/ 5141 w 5143"/>
              <a:gd name="connsiteY2" fmla="*/ 11 h 4554"/>
              <a:gd name="connsiteX3" fmla="*/ 4681 w 5143"/>
              <a:gd name="connsiteY3" fmla="*/ 989 h 4554"/>
              <a:gd name="connsiteX4" fmla="*/ 3207 w 5143"/>
              <a:gd name="connsiteY4" fmla="*/ 1914 h 4554"/>
              <a:gd name="connsiteX5" fmla="*/ 2475 w 5143"/>
              <a:gd name="connsiteY5" fmla="*/ 4088 h 4554"/>
              <a:gd name="connsiteX6" fmla="*/ 922 w 5143"/>
              <a:gd name="connsiteY6" fmla="*/ 4545 h 4554"/>
              <a:gd name="connsiteX7" fmla="*/ 22 w 5143"/>
              <a:gd name="connsiteY7" fmla="*/ 4257 h 4554"/>
              <a:gd name="connsiteX8" fmla="*/ 0 w 5143"/>
              <a:gd name="connsiteY8" fmla="*/ 0 h 4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3" h="4554">
                <a:moveTo>
                  <a:pt x="0" y="0"/>
                </a:moveTo>
                <a:lnTo>
                  <a:pt x="5143" y="0"/>
                </a:lnTo>
                <a:lnTo>
                  <a:pt x="5141" y="11"/>
                </a:lnTo>
                <a:cubicBezTo>
                  <a:pt x="5110" y="197"/>
                  <a:pt x="5088" y="582"/>
                  <a:pt x="4681" y="989"/>
                </a:cubicBezTo>
                <a:cubicBezTo>
                  <a:pt x="4247" y="1423"/>
                  <a:pt x="3573" y="1617"/>
                  <a:pt x="3207" y="1914"/>
                </a:cubicBezTo>
                <a:cubicBezTo>
                  <a:pt x="2841" y="2211"/>
                  <a:pt x="2989" y="3585"/>
                  <a:pt x="2475" y="4088"/>
                </a:cubicBezTo>
                <a:cubicBezTo>
                  <a:pt x="1961" y="4591"/>
                  <a:pt x="1379" y="4567"/>
                  <a:pt x="922" y="4545"/>
                </a:cubicBezTo>
                <a:cubicBezTo>
                  <a:pt x="465" y="4523"/>
                  <a:pt x="375" y="4352"/>
                  <a:pt x="22" y="4257"/>
                </a:cubicBezTo>
                <a:lnTo>
                  <a:pt x="0" y="0"/>
                </a:lnTo>
                <a:close/>
              </a:path>
            </a:pathLst>
          </a:custGeom>
          <a:noFill/>
          <a:ln w="9525">
            <a:solidFill>
              <a:schemeClr val="bg1"/>
            </a:solidFill>
          </a:ln>
          <a:extLst>
            <a:ext uri="{909E8E84-426E-40DD-AFC4-6F175D3DCCD1}">
              <a14:hiddenFill xmlns:a14="http://schemas.microsoft.com/office/drawing/2010/main">
                <a:solidFill>
                  <a:schemeClr val="accent1">
                    <a:alpha val="46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8" name="椭圆 17"/>
          <p:cNvSpPr/>
          <p:nvPr/>
        </p:nvSpPr>
        <p:spPr>
          <a:xfrm>
            <a:off x="207645" y="5374005"/>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1" name="椭圆 20"/>
          <p:cNvSpPr/>
          <p:nvPr>
            <p:custDataLst>
              <p:tags r:id="rId7"/>
            </p:custDataLst>
          </p:nvPr>
        </p:nvSpPr>
        <p:spPr>
          <a:xfrm>
            <a:off x="0" y="5103495"/>
            <a:ext cx="474980" cy="454660"/>
          </a:xfrm>
          <a:prstGeom prst="ellipse">
            <a:avLst/>
          </a:prstGeom>
          <a:solidFill>
            <a:srgbClr val="EFAD3A"/>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4" name="椭圆 23"/>
          <p:cNvSpPr/>
          <p:nvPr>
            <p:custDataLst>
              <p:tags r:id="rId8"/>
            </p:custDataLst>
          </p:nvPr>
        </p:nvSpPr>
        <p:spPr>
          <a:xfrm>
            <a:off x="11031855" y="1426845"/>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pic>
        <p:nvPicPr>
          <p:cNvPr id="3" name="Picture 69"/>
          <p:cNvPicPr>
            <a:picLocks noChangeAspect="1"/>
          </p:cNvPicPr>
          <p:nvPr>
            <p:custDataLst>
              <p:tags r:id="rId9"/>
            </p:custDataLst>
          </p:nvPr>
        </p:nvPicPr>
        <p:blipFill>
          <a:blip r:embed="rId10">
            <a:extLst>
              <a:ext uri="{28A0092B-C50C-407E-A947-70E740481C1C}">
                <a14:useLocalDpi xmlns:a14="http://schemas.microsoft.com/office/drawing/2010/main" val="0"/>
              </a:ext>
            </a:extLst>
          </a:blip>
          <a:srcRect/>
          <a:stretch>
            <a:fillRect/>
          </a:stretch>
        </p:blipFill>
        <p:spPr>
          <a:xfrm rot="18760219">
            <a:off x="9686290" y="6017260"/>
            <a:ext cx="908050" cy="558165"/>
          </a:xfrm>
          <a:prstGeom prst="rect">
            <a:avLst/>
          </a:prstGeom>
        </p:spPr>
      </p:pic>
      <p:pic>
        <p:nvPicPr>
          <p:cNvPr id="16" name="Picture 68"/>
          <p:cNvPicPr>
            <a:picLocks noChangeAspect="1"/>
          </p:cNvPicPr>
          <p:nvPr>
            <p:custDataLst>
              <p:tags r:id="rId11"/>
            </p:custDataLst>
          </p:nvPr>
        </p:nvPicPr>
        <p:blipFill>
          <a:blip r:embed="rId12">
            <a:extLst>
              <a:ext uri="{28A0092B-C50C-407E-A947-70E740481C1C}">
                <a14:useLocalDpi xmlns:a14="http://schemas.microsoft.com/office/drawing/2010/main" val="0"/>
              </a:ext>
            </a:extLst>
          </a:blip>
          <a:srcRect r="45888" b="46718"/>
          <a:stretch>
            <a:fillRect/>
          </a:stretch>
        </p:blipFill>
        <p:spPr>
          <a:xfrm rot="5400000">
            <a:off x="30802" y="936143"/>
            <a:ext cx="758510" cy="820369"/>
          </a:xfrm>
          <a:prstGeom prst="rect">
            <a:avLst/>
          </a:prstGeom>
        </p:spPr>
      </p:pic>
      <p:pic>
        <p:nvPicPr>
          <p:cNvPr id="29" name="Picture 72"/>
          <p:cNvPicPr>
            <a:picLocks noChangeAspect="1"/>
          </p:cNvPicPr>
          <p:nvPr>
            <p:custDataLst>
              <p:tags r:id="rId13"/>
            </p:custDataLst>
          </p:nvPr>
        </p:nvPicPr>
        <p:blipFill>
          <a:blip r:embed="rId14">
            <a:extLst>
              <a:ext uri="{28A0092B-C50C-407E-A947-70E740481C1C}">
                <a14:useLocalDpi xmlns:a14="http://schemas.microsoft.com/office/drawing/2010/main" val="0"/>
              </a:ext>
            </a:extLst>
          </a:blip>
          <a:srcRect/>
          <a:stretch>
            <a:fillRect/>
          </a:stretch>
        </p:blipFill>
        <p:spPr>
          <a:xfrm rot="-1815464">
            <a:off x="26798" y="5772384"/>
            <a:ext cx="948074" cy="361623"/>
          </a:xfrm>
          <a:prstGeom prst="rect">
            <a:avLst/>
          </a:prstGeom>
        </p:spPr>
      </p:pic>
      <p:pic>
        <p:nvPicPr>
          <p:cNvPr id="33" name="Picture 2"/>
          <p:cNvPicPr>
            <a:picLocks noChangeAspect="1"/>
          </p:cNvPicPr>
          <p:nvPr>
            <p:custDataLst>
              <p:tags r:id="rId15"/>
            </p:custDataLst>
          </p:nvPr>
        </p:nvPicPr>
        <p:blipFill>
          <a:blip r:embed="rId16"/>
          <a:srcRect/>
          <a:stretch>
            <a:fillRect/>
          </a:stretch>
        </p:blipFill>
        <p:spPr>
          <a:xfrm flipH="1">
            <a:off x="227330" y="45085"/>
            <a:ext cx="1595755" cy="1377950"/>
          </a:xfrm>
          <a:prstGeom prst="rect">
            <a:avLst/>
          </a:prstGeom>
        </p:spPr>
      </p:pic>
      <p:pic>
        <p:nvPicPr>
          <p:cNvPr id="34" name="Picture 72"/>
          <p:cNvPicPr>
            <a:picLocks noChangeAspect="1"/>
          </p:cNvPicPr>
          <p:nvPr>
            <p:custDataLst>
              <p:tags r:id="rId17"/>
            </p:custDataLst>
          </p:nvPr>
        </p:nvPicPr>
        <p:blipFill>
          <a:blip r:embed="rId14">
            <a:extLst>
              <a:ext uri="{28A0092B-C50C-407E-A947-70E740481C1C}">
                <a14:useLocalDpi xmlns:a14="http://schemas.microsoft.com/office/drawing/2010/main" val="0"/>
              </a:ext>
            </a:extLst>
          </a:blip>
          <a:srcRect/>
          <a:stretch>
            <a:fillRect/>
          </a:stretch>
        </p:blipFill>
        <p:spPr>
          <a:xfrm rot="5204533">
            <a:off x="1989583" y="302494"/>
            <a:ext cx="948074" cy="361623"/>
          </a:xfrm>
          <a:prstGeom prst="rect">
            <a:avLst/>
          </a:prstGeom>
        </p:spPr>
      </p:pic>
      <p:pic>
        <p:nvPicPr>
          <p:cNvPr id="14" name="Picture 5"/>
          <p:cNvPicPr>
            <a:picLocks noChangeAspect="1"/>
          </p:cNvPicPr>
          <p:nvPr>
            <p:custDataLst>
              <p:tags r:id="rId18"/>
            </p:custDataLst>
          </p:nvPr>
        </p:nvPicPr>
        <p:blipFill>
          <a:blip r:embed="rId19"/>
          <a:srcRect/>
          <a:stretch>
            <a:fillRect/>
          </a:stretch>
        </p:blipFill>
        <p:spPr>
          <a:xfrm>
            <a:off x="9484995" y="80645"/>
            <a:ext cx="331470" cy="359410"/>
          </a:xfrm>
          <a:prstGeom prst="rect">
            <a:avLst/>
          </a:prstGeom>
        </p:spPr>
      </p:pic>
      <p:sp>
        <p:nvSpPr>
          <p:cNvPr id="20" name="TextBox 20"/>
          <p:cNvSpPr txBox="1"/>
          <p:nvPr>
            <p:custDataLst>
              <p:tags r:id="rId20"/>
            </p:custDataLst>
          </p:nvPr>
        </p:nvSpPr>
        <p:spPr>
          <a:xfrm>
            <a:off x="9935210" y="142240"/>
            <a:ext cx="2092325" cy="379730"/>
          </a:xfrm>
          <a:prstGeom prst="rect">
            <a:avLst/>
          </a:prstGeom>
        </p:spPr>
        <p:txBody>
          <a:bodyPr lIns="0" tIns="0" rIns="0" bIns="0" rtlCol="0" anchor="t">
            <a:noAutofit/>
          </a:bodyPr>
          <a:p>
            <a:pPr indent="0" algn="ctr" fontAlgn="auto">
              <a:lnSpc>
                <a:spcPct val="100000"/>
              </a:lnSpc>
            </a:pPr>
            <a:r>
              <a:rPr lang="zh-CN" altLang="en-US" sz="2000">
                <a:solidFill>
                  <a:schemeClr val="tx1">
                    <a:lumMod val="65000"/>
                    <a:lumOff val="35000"/>
                  </a:schemeClr>
                </a:solidFill>
                <a:latin typeface="站酷快乐体2016修订版" panose="02010600030101010101" charset="-122"/>
                <a:ea typeface="站酷快乐体2016修订版" panose="02010600030101010101" charset="-122"/>
                <a:cs typeface="仓耳渔阳体 W04" panose="02020400000000000000" charset="-122"/>
              </a:rPr>
              <a:t>不安全食品的危害</a:t>
            </a:r>
            <a:endParaRPr lang="zh-CN" altLang="en-US" sz="2000">
              <a:solidFill>
                <a:schemeClr val="tx1">
                  <a:lumMod val="65000"/>
                  <a:lumOff val="35000"/>
                </a:schemeClr>
              </a:solidFill>
              <a:latin typeface="站酷快乐体2016修订版" panose="02010600030101010101" charset="-122"/>
              <a:ea typeface="站酷快乐体2016修订版" panose="02010600030101010101" charset="-122"/>
              <a:cs typeface="仓耳渔阳体 W04" panose="02020400000000000000" charset="-122"/>
            </a:endParaRPr>
          </a:p>
        </p:txBody>
      </p:sp>
      <p:sp>
        <p:nvSpPr>
          <p:cNvPr id="27" name="TextBox 15"/>
          <p:cNvSpPr txBox="1"/>
          <p:nvPr>
            <p:custDataLst>
              <p:tags r:id="rId21"/>
            </p:custDataLst>
          </p:nvPr>
        </p:nvSpPr>
        <p:spPr>
          <a:xfrm>
            <a:off x="4405630" y="645160"/>
            <a:ext cx="3380740" cy="984250"/>
          </a:xfrm>
          <a:prstGeom prst="rect">
            <a:avLst/>
          </a:prstGeom>
        </p:spPr>
        <p:txBody>
          <a:bodyPr wrap="square" lIns="0" tIns="0" rIns="0" bIns="0" rtlCol="0" anchor="t">
            <a:spAutoFit/>
          </a:bodyPr>
          <a:p>
            <a:pPr algn="l">
              <a:lnSpc>
                <a:spcPts val="7675"/>
              </a:lnSpc>
              <a:spcBef>
                <a:spcPct val="0"/>
              </a:spcBef>
            </a:pPr>
            <a:r>
              <a:rPr lang="zh-CN" altLang="en-US" sz="4000">
                <a:solidFill>
                  <a:srgbClr val="9B5836"/>
                </a:solidFill>
                <a:latin typeface="站酷快乐体2016修订版" panose="02010600030101010101" charset="-122"/>
                <a:ea typeface="站酷快乐体2016修订版" panose="02010600030101010101" charset="-122"/>
                <a:cs typeface="仓耳渔阳体 W04" panose="02020400000000000000" charset="-122"/>
              </a:rPr>
              <a:t>辨别变质食物</a:t>
            </a:r>
            <a:endParaRPr lang="zh-CN" altLang="en-US" sz="4000">
              <a:solidFill>
                <a:srgbClr val="9B5836"/>
              </a:solidFill>
              <a:latin typeface="站酷快乐体2016修订版" panose="02010600030101010101" charset="-122"/>
              <a:ea typeface="站酷快乐体2016修订版" panose="02010600030101010101" charset="-122"/>
              <a:cs typeface="仓耳渔阳体 W04" panose="02020400000000000000" charset="-122"/>
            </a:endParaRPr>
          </a:p>
        </p:txBody>
      </p:sp>
      <p:pic>
        <p:nvPicPr>
          <p:cNvPr id="68" name="Picture 68"/>
          <p:cNvPicPr>
            <a:picLocks noChangeAspect="1"/>
          </p:cNvPicPr>
          <p:nvPr>
            <p:custDataLst>
              <p:tags r:id="rId22"/>
            </p:custDataLst>
          </p:nvPr>
        </p:nvPicPr>
        <p:blipFill>
          <a:blip r:embed="rId12">
            <a:extLst>
              <a:ext uri="{28A0092B-C50C-407E-A947-70E740481C1C}">
                <a14:useLocalDpi xmlns:a14="http://schemas.microsoft.com/office/drawing/2010/main" val="0"/>
              </a:ext>
            </a:extLst>
          </a:blip>
          <a:srcRect r="45888" b="46718"/>
          <a:stretch>
            <a:fillRect/>
          </a:stretch>
        </p:blipFill>
        <p:spPr>
          <a:xfrm rot="1080000">
            <a:off x="145737" y="6124728"/>
            <a:ext cx="758510" cy="820369"/>
          </a:xfrm>
          <a:prstGeom prst="rect">
            <a:avLst/>
          </a:prstGeom>
        </p:spPr>
      </p:pic>
      <p:pic>
        <p:nvPicPr>
          <p:cNvPr id="71" name="Picture 71"/>
          <p:cNvPicPr>
            <a:picLocks noChangeAspect="1"/>
          </p:cNvPicPr>
          <p:nvPr>
            <p:custDataLst>
              <p:tags r:id="rId23"/>
            </p:custDataLst>
          </p:nvPr>
        </p:nvPicPr>
        <p:blipFill>
          <a:blip r:embed="rId24">
            <a:extLst>
              <a:ext uri="{28A0092B-C50C-407E-A947-70E740481C1C}">
                <a14:useLocalDpi xmlns:a14="http://schemas.microsoft.com/office/drawing/2010/main" val="0"/>
              </a:ext>
            </a:extLst>
          </a:blip>
          <a:srcRect/>
          <a:stretch>
            <a:fillRect/>
          </a:stretch>
        </p:blipFill>
        <p:spPr>
          <a:xfrm rot="-1286584">
            <a:off x="1735398" y="6408197"/>
            <a:ext cx="883857" cy="450991"/>
          </a:xfrm>
          <a:prstGeom prst="rect">
            <a:avLst/>
          </a:prstGeom>
        </p:spPr>
      </p:pic>
      <p:grpSp>
        <p:nvGrpSpPr>
          <p:cNvPr id="7" name="组合 6"/>
          <p:cNvGrpSpPr/>
          <p:nvPr/>
        </p:nvGrpSpPr>
        <p:grpSpPr>
          <a:xfrm>
            <a:off x="4589780" y="2078355"/>
            <a:ext cx="2912745" cy="720090"/>
            <a:chOff x="8123" y="3539"/>
            <a:chExt cx="4410" cy="1134"/>
          </a:xfrm>
        </p:grpSpPr>
        <p:sp>
          <p:nvSpPr>
            <p:cNvPr id="6" name="圆角矩形 5"/>
            <p:cNvSpPr/>
            <p:nvPr>
              <p:custDataLst>
                <p:tags r:id="rId25"/>
              </p:custDataLst>
            </p:nvPr>
          </p:nvSpPr>
          <p:spPr>
            <a:xfrm>
              <a:off x="8800" y="3786"/>
              <a:ext cx="3014" cy="879"/>
            </a:xfrm>
            <a:prstGeom prst="roundRect">
              <a:avLst>
                <a:gd name="adj" fmla="val 37864"/>
              </a:avLst>
            </a:prstGeom>
            <a:solidFill>
              <a:srgbClr val="EFA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9" name="TextBox 19"/>
            <p:cNvSpPr txBox="1"/>
            <p:nvPr>
              <p:custDataLst>
                <p:tags r:id="rId26"/>
              </p:custDataLst>
            </p:nvPr>
          </p:nvSpPr>
          <p:spPr>
            <a:xfrm>
              <a:off x="8123" y="3539"/>
              <a:ext cx="4411" cy="1134"/>
            </a:xfrm>
            <a:prstGeom prst="rect">
              <a:avLst/>
            </a:prstGeom>
          </p:spPr>
          <p:txBody>
            <a:bodyPr lIns="0" tIns="0" rIns="0" bIns="0" rtlCol="0" anchor="t">
              <a:noAutofit/>
            </a:bodyPr>
            <a:p>
              <a:pPr algn="ctr">
                <a:lnSpc>
                  <a:spcPts val="5105"/>
                </a:lnSpc>
              </a:pPr>
              <a:r>
                <a:rPr lang="zh-CN" sz="2000" spc="184">
                  <a:solidFill>
                    <a:schemeClr val="bg1"/>
                  </a:solidFill>
                  <a:latin typeface="仓耳渔阳体 W04" panose="02020400000000000000" charset="-122"/>
                  <a:ea typeface="仓耳渔阳体 W04" panose="02020400000000000000" charset="-122"/>
                  <a:cs typeface="仓耳渔阳体 W04" panose="02020400000000000000" charset="-122"/>
                </a:rPr>
                <a:t>气味</a:t>
              </a:r>
              <a:endParaRPr lang="zh-CN" sz="2000" spc="184">
                <a:solidFill>
                  <a:schemeClr val="bg1"/>
                </a:solidFill>
                <a:latin typeface="仓耳渔阳体 W04" panose="02020400000000000000" charset="-122"/>
                <a:ea typeface="仓耳渔阳体 W04" panose="02020400000000000000" charset="-122"/>
                <a:cs typeface="仓耳渔阳体 W04" panose="02020400000000000000" charset="-122"/>
              </a:endParaRPr>
            </a:p>
          </p:txBody>
        </p:sp>
      </p:grpSp>
      <p:grpSp>
        <p:nvGrpSpPr>
          <p:cNvPr id="10" name="组合 9"/>
          <p:cNvGrpSpPr/>
          <p:nvPr/>
        </p:nvGrpSpPr>
        <p:grpSpPr>
          <a:xfrm>
            <a:off x="7562215" y="2078355"/>
            <a:ext cx="3162935" cy="720090"/>
            <a:chOff x="8123" y="3539"/>
            <a:chExt cx="4410" cy="1134"/>
          </a:xfrm>
        </p:grpSpPr>
        <p:sp>
          <p:nvSpPr>
            <p:cNvPr id="11" name="圆角矩形 10"/>
            <p:cNvSpPr/>
            <p:nvPr>
              <p:custDataLst>
                <p:tags r:id="rId27"/>
              </p:custDataLst>
            </p:nvPr>
          </p:nvSpPr>
          <p:spPr>
            <a:xfrm>
              <a:off x="8800" y="3786"/>
              <a:ext cx="3014" cy="879"/>
            </a:xfrm>
            <a:prstGeom prst="roundRect">
              <a:avLst>
                <a:gd name="adj" fmla="val 37864"/>
              </a:avLst>
            </a:prstGeom>
            <a:solidFill>
              <a:srgbClr val="EFA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13" name="TextBox 19"/>
            <p:cNvSpPr txBox="1"/>
            <p:nvPr>
              <p:custDataLst>
                <p:tags r:id="rId28"/>
              </p:custDataLst>
            </p:nvPr>
          </p:nvSpPr>
          <p:spPr>
            <a:xfrm>
              <a:off x="8123" y="3539"/>
              <a:ext cx="4411" cy="1134"/>
            </a:xfrm>
            <a:prstGeom prst="rect">
              <a:avLst/>
            </a:prstGeom>
          </p:spPr>
          <p:txBody>
            <a:bodyPr lIns="0" tIns="0" rIns="0" bIns="0" rtlCol="0" anchor="t">
              <a:noAutofit/>
            </a:bodyPr>
            <a:p>
              <a:pPr algn="ctr">
                <a:lnSpc>
                  <a:spcPts val="5105"/>
                </a:lnSpc>
              </a:pPr>
              <a:r>
                <a:rPr lang="zh-CN" sz="2000" spc="184">
                  <a:solidFill>
                    <a:schemeClr val="bg1"/>
                  </a:solidFill>
                  <a:latin typeface="仓耳渔阳体 W04" panose="02020400000000000000" charset="-122"/>
                  <a:ea typeface="仓耳渔阳体 W04" panose="02020400000000000000" charset="-122"/>
                  <a:cs typeface="仓耳渔阳体 W04" panose="02020400000000000000" charset="-122"/>
                </a:rPr>
                <a:t>颜色</a:t>
              </a:r>
              <a:endParaRPr lang="zh-CN" sz="2000" spc="184">
                <a:solidFill>
                  <a:schemeClr val="bg1"/>
                </a:solidFill>
                <a:latin typeface="仓耳渔阳体 W04" panose="02020400000000000000" charset="-122"/>
                <a:ea typeface="仓耳渔阳体 W04" panose="02020400000000000000" charset="-122"/>
                <a:cs typeface="仓耳渔阳体 W04" panose="02020400000000000000" charset="-122"/>
              </a:endParaRPr>
            </a:p>
          </p:txBody>
        </p:sp>
      </p:grpSp>
      <p:sp>
        <p:nvSpPr>
          <p:cNvPr id="17" name="TextBox 16"/>
          <p:cNvSpPr txBox="1"/>
          <p:nvPr>
            <p:custDataLst>
              <p:tags r:id="rId29"/>
            </p:custDataLst>
          </p:nvPr>
        </p:nvSpPr>
        <p:spPr>
          <a:xfrm>
            <a:off x="5309870" y="3001645"/>
            <a:ext cx="1335405" cy="2077085"/>
          </a:xfrm>
          <a:prstGeom prst="rect">
            <a:avLst/>
          </a:prstGeom>
        </p:spPr>
        <p:txBody>
          <a:bodyPr wrap="square" lIns="0" tIns="0" rIns="0" bIns="0" rtlCol="0" anchor="t">
            <a:spAutoFit/>
          </a:bodyPr>
          <a:p>
            <a:pPr marL="342900" indent="-342900" algn="just" fontAlgn="auto">
              <a:lnSpc>
                <a:spcPct val="150000"/>
              </a:lnSpc>
              <a:buFont typeface="仓耳渔阳体 W04" panose="02020400000000000000" charset="-122"/>
              <a:buChar char="•"/>
            </a:pPr>
            <a:r>
              <a:rPr lang="en-US"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哈喇味</a:t>
            </a:r>
            <a:endParaRPr lang="en-US"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a:p>
            <a:pPr marL="342900" indent="-342900" algn="just" fontAlgn="auto">
              <a:lnSpc>
                <a:spcPct val="150000"/>
              </a:lnSpc>
              <a:buFont typeface="仓耳渔阳体 W04" panose="02020400000000000000" charset="-122"/>
              <a:buChar char="•"/>
            </a:pPr>
            <a:r>
              <a:rPr lang="en-US"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腐臭味 </a:t>
            </a:r>
            <a:endParaRPr lang="en-US"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a:p>
            <a:pPr marL="342900" indent="-342900" algn="just" fontAlgn="auto">
              <a:lnSpc>
                <a:spcPct val="150000"/>
              </a:lnSpc>
              <a:buFont typeface="仓耳渔阳体 W04" panose="02020400000000000000" charset="-122"/>
              <a:buChar char="•"/>
            </a:pPr>
            <a:r>
              <a:rPr lang="en-US"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酸味</a:t>
            </a:r>
            <a:endParaRPr lang="en-US"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a:p>
            <a:pPr marL="342900" indent="-342900" algn="just" fontAlgn="auto">
              <a:lnSpc>
                <a:spcPct val="150000"/>
              </a:lnSpc>
              <a:buFont typeface="仓耳渔阳体 W04" panose="02020400000000000000" charset="-122"/>
              <a:buChar char="•"/>
            </a:pPr>
            <a:r>
              <a:rPr lang="en-US"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霉味 </a:t>
            </a:r>
            <a:endParaRPr lang="en-US"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a:p>
            <a:pPr marL="342900" indent="-342900" algn="just" fontAlgn="auto">
              <a:lnSpc>
                <a:spcPct val="150000"/>
              </a:lnSpc>
              <a:buFont typeface="仓耳渔阳体 W04" panose="02020400000000000000" charset="-122"/>
              <a:buChar char="•"/>
            </a:pPr>
            <a:r>
              <a:rPr lang="en-US"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氨水味</a:t>
            </a:r>
            <a:endParaRPr lang="en-US"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p:txBody>
      </p:sp>
      <p:sp>
        <p:nvSpPr>
          <p:cNvPr id="23" name="TextBox 16"/>
          <p:cNvSpPr txBox="1"/>
          <p:nvPr>
            <p:custDataLst>
              <p:tags r:id="rId30"/>
            </p:custDataLst>
          </p:nvPr>
        </p:nvSpPr>
        <p:spPr>
          <a:xfrm>
            <a:off x="7880985" y="3001645"/>
            <a:ext cx="2497455" cy="2077085"/>
          </a:xfrm>
          <a:prstGeom prst="rect">
            <a:avLst/>
          </a:prstGeom>
        </p:spPr>
        <p:txBody>
          <a:bodyPr wrap="square" lIns="0" tIns="0" rIns="0" bIns="0" rtlCol="0" anchor="t">
            <a:spAutoFit/>
          </a:bodyPr>
          <a:p>
            <a:pPr indent="0" algn="just" fontAlgn="auto">
              <a:lnSpc>
                <a:spcPct val="150000"/>
              </a:lnSpc>
            </a:pPr>
            <a:r>
              <a:rPr lang="en-US"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食物变质之后通常会呈现出黄色紫色或者褐色片状斑点，严重变质后会出现黑色以至于食物会完全变色。</a:t>
            </a:r>
            <a:endParaRPr lang="en-US" spc="156">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p:txBody>
      </p:sp>
      <p:pic>
        <p:nvPicPr>
          <p:cNvPr id="5" name="Picture 3"/>
          <p:cNvPicPr>
            <a:picLocks noChangeAspect="1"/>
          </p:cNvPicPr>
          <p:nvPr>
            <p:custDataLst>
              <p:tags r:id="rId31"/>
            </p:custDataLst>
          </p:nvPr>
        </p:nvPicPr>
        <p:blipFill>
          <a:blip r:embed="rId32"/>
          <a:srcRect/>
          <a:stretch>
            <a:fillRect/>
          </a:stretch>
        </p:blipFill>
        <p:spPr>
          <a:xfrm>
            <a:off x="1612900" y="2313305"/>
            <a:ext cx="2267585" cy="2602865"/>
          </a:xfrm>
          <a:prstGeom prst="rect">
            <a:avLst/>
          </a:prstGeom>
          <a:effectLst>
            <a:outerShdw blurRad="152400" dist="114300" dir="2700000" algn="tl" rotWithShape="0">
              <a:srgbClr val="B7D34F">
                <a:alpha val="40000"/>
              </a:srgbClr>
            </a:outerShdw>
          </a:effectLst>
        </p:spPr>
      </p:pic>
      <p:pic>
        <p:nvPicPr>
          <p:cNvPr id="8" name="Picture 7"/>
          <p:cNvPicPr>
            <a:picLocks noChangeAspect="1"/>
          </p:cNvPicPr>
          <p:nvPr>
            <p:custDataLst>
              <p:tags r:id="rId33"/>
            </p:custDataLst>
          </p:nvPr>
        </p:nvPicPr>
        <p:blipFill>
          <a:blip r:embed="rId34"/>
          <a:srcRect/>
          <a:stretch>
            <a:fillRect/>
          </a:stretch>
        </p:blipFill>
        <p:spPr>
          <a:xfrm>
            <a:off x="3366770" y="3502025"/>
            <a:ext cx="1165860" cy="1413510"/>
          </a:xfrm>
          <a:prstGeom prst="rect">
            <a:avLst/>
          </a:prstGeom>
          <a:effectLst>
            <a:outerShdw blurRad="139700" dist="88900" dir="2700000" algn="tl" rotWithShape="0">
              <a:srgbClr val="A16836">
                <a:alpha val="40000"/>
              </a:srgbClr>
            </a:outerShdw>
          </a:effectLst>
        </p:spPr>
      </p:pic>
    </p:spTree>
    <p:custDataLst>
      <p:tags r:id="rId35"/>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1EB"/>
        </a:solidFill>
        <a:effectLst/>
      </p:bgPr>
    </p:bg>
    <p:spTree>
      <p:nvGrpSpPr>
        <p:cNvPr id="1" name=""/>
        <p:cNvGrpSpPr/>
        <p:nvPr/>
      </p:nvGrpSpPr>
      <p:grpSpPr/>
      <p:sp>
        <p:nvSpPr>
          <p:cNvPr id="6" name="任意多边形 5"/>
          <p:cNvSpPr/>
          <p:nvPr>
            <p:custDataLst>
              <p:tags r:id="rId1"/>
            </p:custDataLst>
          </p:nvPr>
        </p:nvSpPr>
        <p:spPr>
          <a:xfrm>
            <a:off x="0" y="0"/>
            <a:ext cx="3523945" cy="3014657"/>
          </a:xfrm>
          <a:custGeom>
            <a:avLst/>
            <a:gdLst>
              <a:gd name="connsiteX0" fmla="*/ 5595 w 5640"/>
              <a:gd name="connsiteY0" fmla="*/ 203 h 4952"/>
              <a:gd name="connsiteX1" fmla="*/ 5070 w 5640"/>
              <a:gd name="connsiteY1" fmla="*/ 2031 h 4952"/>
              <a:gd name="connsiteX2" fmla="*/ 3162 w 5640"/>
              <a:gd name="connsiteY2" fmla="*/ 2750 h 4952"/>
              <a:gd name="connsiteX3" fmla="*/ 2032 w 5640"/>
              <a:gd name="connsiteY3" fmla="*/ 4349 h 4952"/>
              <a:gd name="connsiteX4" fmla="*/ 46 w 5640"/>
              <a:gd name="connsiteY4" fmla="*/ 4783 h 4952"/>
              <a:gd name="connsiteX5" fmla="*/ 0 w 5640"/>
              <a:gd name="connsiteY5" fmla="*/ 0 h 4952"/>
              <a:gd name="connsiteX6" fmla="*/ 5595 w 5640"/>
              <a:gd name="connsiteY6" fmla="*/ 203 h 4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0" h="4747">
                <a:moveTo>
                  <a:pt x="0" y="0"/>
                </a:moveTo>
                <a:lnTo>
                  <a:pt x="5505" y="0"/>
                </a:lnTo>
                <a:lnTo>
                  <a:pt x="5510" y="17"/>
                </a:lnTo>
                <a:cubicBezTo>
                  <a:pt x="5636" y="426"/>
                  <a:pt x="5458" y="1325"/>
                  <a:pt x="4979" y="1826"/>
                </a:cubicBezTo>
                <a:cubicBezTo>
                  <a:pt x="4492" y="2335"/>
                  <a:pt x="3506" y="2362"/>
                  <a:pt x="3071" y="2545"/>
                </a:cubicBezTo>
                <a:cubicBezTo>
                  <a:pt x="2636" y="2728"/>
                  <a:pt x="2546" y="3515"/>
                  <a:pt x="1941" y="4144"/>
                </a:cubicBezTo>
                <a:cubicBezTo>
                  <a:pt x="1374" y="4734"/>
                  <a:pt x="314" y="4880"/>
                  <a:pt x="6" y="4633"/>
                </a:cubicBezTo>
                <a:lnTo>
                  <a:pt x="0" y="4627"/>
                </a:lnTo>
                <a:lnTo>
                  <a:pt x="0" y="0"/>
                </a:lnTo>
                <a:close/>
              </a:path>
            </a:pathLst>
          </a:custGeom>
          <a:solidFill>
            <a:srgbClr val="EFD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9" name="任意多边形 8"/>
          <p:cNvSpPr/>
          <p:nvPr>
            <p:custDataLst>
              <p:tags r:id="rId2"/>
            </p:custDataLst>
          </p:nvPr>
        </p:nvSpPr>
        <p:spPr>
          <a:xfrm>
            <a:off x="-51359" y="-16510"/>
            <a:ext cx="3265805" cy="2891934"/>
          </a:xfrm>
          <a:custGeom>
            <a:avLst/>
            <a:gdLst>
              <a:gd name="connsiteX0" fmla="*/ 0 w 5143"/>
              <a:gd name="connsiteY0" fmla="*/ 0 h 4554"/>
              <a:gd name="connsiteX1" fmla="*/ 5143 w 5143"/>
              <a:gd name="connsiteY1" fmla="*/ 0 h 4554"/>
              <a:gd name="connsiteX2" fmla="*/ 5141 w 5143"/>
              <a:gd name="connsiteY2" fmla="*/ 11 h 4554"/>
              <a:gd name="connsiteX3" fmla="*/ 4681 w 5143"/>
              <a:gd name="connsiteY3" fmla="*/ 989 h 4554"/>
              <a:gd name="connsiteX4" fmla="*/ 3207 w 5143"/>
              <a:gd name="connsiteY4" fmla="*/ 1914 h 4554"/>
              <a:gd name="connsiteX5" fmla="*/ 2475 w 5143"/>
              <a:gd name="connsiteY5" fmla="*/ 4088 h 4554"/>
              <a:gd name="connsiteX6" fmla="*/ 922 w 5143"/>
              <a:gd name="connsiteY6" fmla="*/ 4545 h 4554"/>
              <a:gd name="connsiteX7" fmla="*/ 22 w 5143"/>
              <a:gd name="connsiteY7" fmla="*/ 4257 h 4554"/>
              <a:gd name="connsiteX8" fmla="*/ 0 w 5143"/>
              <a:gd name="connsiteY8" fmla="*/ 0 h 4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3" h="4554">
                <a:moveTo>
                  <a:pt x="0" y="0"/>
                </a:moveTo>
                <a:lnTo>
                  <a:pt x="5143" y="0"/>
                </a:lnTo>
                <a:lnTo>
                  <a:pt x="5141" y="11"/>
                </a:lnTo>
                <a:cubicBezTo>
                  <a:pt x="5110" y="197"/>
                  <a:pt x="5088" y="582"/>
                  <a:pt x="4681" y="989"/>
                </a:cubicBezTo>
                <a:cubicBezTo>
                  <a:pt x="4247" y="1423"/>
                  <a:pt x="3573" y="1617"/>
                  <a:pt x="3207" y="1914"/>
                </a:cubicBezTo>
                <a:cubicBezTo>
                  <a:pt x="2841" y="2211"/>
                  <a:pt x="2989" y="3585"/>
                  <a:pt x="2475" y="4088"/>
                </a:cubicBezTo>
                <a:cubicBezTo>
                  <a:pt x="1961" y="4591"/>
                  <a:pt x="1379" y="4567"/>
                  <a:pt x="922" y="4545"/>
                </a:cubicBezTo>
                <a:cubicBezTo>
                  <a:pt x="465" y="4523"/>
                  <a:pt x="375" y="4352"/>
                  <a:pt x="22" y="4257"/>
                </a:cubicBezTo>
                <a:lnTo>
                  <a:pt x="0" y="0"/>
                </a:lnTo>
                <a:close/>
              </a:path>
            </a:pathLst>
          </a:custGeom>
          <a:noFill/>
          <a:ln w="9525">
            <a:solidFill>
              <a:schemeClr val="bg1"/>
            </a:solidFill>
          </a:ln>
          <a:extLst>
            <a:ext uri="{909E8E84-426E-40DD-AFC4-6F175D3DCCD1}">
              <a14:hiddenFill xmlns:a14="http://schemas.microsoft.com/office/drawing/2010/main">
                <a:solidFill>
                  <a:schemeClr val="accent1">
                    <a:alpha val="46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2" name="任意多边形 11"/>
          <p:cNvSpPr/>
          <p:nvPr>
            <p:custDataLst>
              <p:tags r:id="rId3"/>
            </p:custDataLst>
          </p:nvPr>
        </p:nvSpPr>
        <p:spPr>
          <a:xfrm>
            <a:off x="9188153" y="0"/>
            <a:ext cx="3003847" cy="2196932"/>
          </a:xfrm>
          <a:custGeom>
            <a:avLst/>
            <a:gdLst>
              <a:gd name="connsiteX0" fmla="*/ 16 w 5020"/>
              <a:gd name="connsiteY0" fmla="*/ 206 h 3666"/>
              <a:gd name="connsiteX1" fmla="*/ 39 w 5020"/>
              <a:gd name="connsiteY1" fmla="*/ 684 h 3666"/>
              <a:gd name="connsiteX2" fmla="*/ 404 w 5020"/>
              <a:gd name="connsiteY2" fmla="*/ 1139 h 3666"/>
              <a:gd name="connsiteX3" fmla="*/ 231 w 5020"/>
              <a:gd name="connsiteY3" fmla="*/ 2544 h 3666"/>
              <a:gd name="connsiteX4" fmla="*/ 847 w 5020"/>
              <a:gd name="connsiteY4" fmla="*/ 3138 h 3666"/>
              <a:gd name="connsiteX5" fmla="*/ 2038 w 5020"/>
              <a:gd name="connsiteY5" fmla="*/ 3345 h 3666"/>
              <a:gd name="connsiteX6" fmla="*/ 3523 w 5020"/>
              <a:gd name="connsiteY6" fmla="*/ 3665 h 3666"/>
              <a:gd name="connsiteX7" fmla="*/ 4791 w 5020"/>
              <a:gd name="connsiteY7" fmla="*/ 3276 h 3666"/>
              <a:gd name="connsiteX8" fmla="*/ 4928 w 5020"/>
              <a:gd name="connsiteY8" fmla="*/ 0 h 3666"/>
              <a:gd name="connsiteX9" fmla="*/ 16 w 5020"/>
              <a:gd name="connsiteY9" fmla="*/ 206 h 3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30" h="3460">
                <a:moveTo>
                  <a:pt x="16" y="0"/>
                </a:moveTo>
                <a:lnTo>
                  <a:pt x="4730" y="0"/>
                </a:lnTo>
                <a:lnTo>
                  <a:pt x="4730" y="3100"/>
                </a:lnTo>
                <a:lnTo>
                  <a:pt x="4707" y="3112"/>
                </a:lnTo>
                <a:cubicBezTo>
                  <a:pt x="4294" y="3323"/>
                  <a:pt x="3957" y="3436"/>
                  <a:pt x="3523" y="3458"/>
                </a:cubicBezTo>
                <a:cubicBezTo>
                  <a:pt x="3060" y="3482"/>
                  <a:pt x="2320" y="3251"/>
                  <a:pt x="2038" y="3138"/>
                </a:cubicBezTo>
                <a:cubicBezTo>
                  <a:pt x="1756" y="3025"/>
                  <a:pt x="1167" y="3000"/>
                  <a:pt x="847" y="2931"/>
                </a:cubicBezTo>
                <a:cubicBezTo>
                  <a:pt x="527" y="2862"/>
                  <a:pt x="288" y="2634"/>
                  <a:pt x="231" y="2337"/>
                </a:cubicBezTo>
                <a:cubicBezTo>
                  <a:pt x="174" y="2040"/>
                  <a:pt x="489" y="1240"/>
                  <a:pt x="404" y="932"/>
                </a:cubicBezTo>
                <a:cubicBezTo>
                  <a:pt x="319" y="624"/>
                  <a:pt x="108" y="650"/>
                  <a:pt x="39" y="477"/>
                </a:cubicBezTo>
                <a:cubicBezTo>
                  <a:pt x="-28" y="309"/>
                  <a:pt x="11" y="101"/>
                  <a:pt x="15" y="8"/>
                </a:cubicBezTo>
                <a:lnTo>
                  <a:pt x="16" y="0"/>
                </a:lnTo>
                <a:close/>
              </a:path>
            </a:pathLst>
          </a:custGeom>
          <a:solidFill>
            <a:srgbClr val="E9BE8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5" name="任意多边形 14"/>
          <p:cNvSpPr/>
          <p:nvPr>
            <p:custDataLst>
              <p:tags r:id="rId4"/>
            </p:custDataLst>
          </p:nvPr>
        </p:nvSpPr>
        <p:spPr>
          <a:xfrm>
            <a:off x="8216265" y="-50800"/>
            <a:ext cx="3983990" cy="2359875"/>
          </a:xfrm>
          <a:custGeom>
            <a:avLst/>
            <a:gdLst>
              <a:gd name="connsiteX0" fmla="*/ 0 w 6373"/>
              <a:gd name="connsiteY0" fmla="*/ 226 h 3921"/>
              <a:gd name="connsiteX1" fmla="*/ 468 w 6373"/>
              <a:gd name="connsiteY1" fmla="*/ 797 h 3921"/>
              <a:gd name="connsiteX2" fmla="*/ 1748 w 6373"/>
              <a:gd name="connsiteY2" fmla="*/ 1122 h 3921"/>
              <a:gd name="connsiteX3" fmla="*/ 2193 w 6373"/>
              <a:gd name="connsiteY3" fmla="*/ 2161 h 3921"/>
              <a:gd name="connsiteX4" fmla="*/ 3175 w 6373"/>
              <a:gd name="connsiteY4" fmla="*/ 3315 h 3921"/>
              <a:gd name="connsiteX5" fmla="*/ 4980 w 6373"/>
              <a:gd name="connsiteY5" fmla="*/ 3909 h 3921"/>
              <a:gd name="connsiteX6" fmla="*/ 6294 w 6373"/>
              <a:gd name="connsiteY6" fmla="*/ 3687 h 3921"/>
              <a:gd name="connsiteX7" fmla="*/ 6373 w 6373"/>
              <a:gd name="connsiteY7" fmla="*/ 0 h 3921"/>
              <a:gd name="connsiteX8" fmla="*/ 0 w 6373"/>
              <a:gd name="connsiteY8" fmla="*/ 226 h 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74" h="3716">
                <a:moveTo>
                  <a:pt x="592" y="0"/>
                </a:moveTo>
                <a:lnTo>
                  <a:pt x="6202" y="0"/>
                </a:lnTo>
                <a:lnTo>
                  <a:pt x="6274" y="0"/>
                </a:lnTo>
                <a:lnTo>
                  <a:pt x="6274" y="3491"/>
                </a:lnTo>
                <a:lnTo>
                  <a:pt x="6257" y="3499"/>
                </a:lnTo>
                <a:cubicBezTo>
                  <a:pt x="5873" y="3675"/>
                  <a:pt x="5545" y="3748"/>
                  <a:pt x="4980" y="3704"/>
                </a:cubicBezTo>
                <a:cubicBezTo>
                  <a:pt x="4397" y="3659"/>
                  <a:pt x="3678" y="3419"/>
                  <a:pt x="3175" y="3110"/>
                </a:cubicBezTo>
                <a:cubicBezTo>
                  <a:pt x="2672" y="2801"/>
                  <a:pt x="2361" y="2326"/>
                  <a:pt x="2193" y="1956"/>
                </a:cubicBezTo>
                <a:cubicBezTo>
                  <a:pt x="2025" y="1586"/>
                  <a:pt x="1931" y="1082"/>
                  <a:pt x="1748" y="917"/>
                </a:cubicBezTo>
                <a:cubicBezTo>
                  <a:pt x="1565" y="752"/>
                  <a:pt x="813" y="754"/>
                  <a:pt x="468" y="592"/>
                </a:cubicBezTo>
                <a:cubicBezTo>
                  <a:pt x="123" y="430"/>
                  <a:pt x="80" y="289"/>
                  <a:pt x="0" y="21"/>
                </a:cubicBezTo>
                <a:lnTo>
                  <a:pt x="592" y="0"/>
                </a:lnTo>
                <a:close/>
              </a:path>
            </a:pathLst>
          </a:custGeom>
          <a:noFill/>
          <a:ln>
            <a:solidFill>
              <a:schemeClr val="bg1"/>
            </a:solidFill>
          </a:ln>
          <a:extLst>
            <a:ext uri="{909E8E84-426E-40DD-AFC4-6F175D3DCCD1}">
              <a14:hiddenFill xmlns:a14="http://schemas.microsoft.com/office/drawing/2010/main">
                <a:solidFill>
                  <a:schemeClr val="accent1">
                    <a:alpha val="28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9" name="任意多边形 18"/>
          <p:cNvSpPr/>
          <p:nvPr>
            <p:custDataLst>
              <p:tags r:id="rId5"/>
            </p:custDataLst>
          </p:nvPr>
        </p:nvSpPr>
        <p:spPr>
          <a:xfrm>
            <a:off x="0" y="5536411"/>
            <a:ext cx="5145144" cy="1338099"/>
          </a:xfrm>
          <a:custGeom>
            <a:avLst/>
            <a:gdLst>
              <a:gd name="connsiteX0" fmla="*/ 1712 w 8295"/>
              <a:gd name="connsiteY0" fmla="*/ 1303 h 3164"/>
              <a:gd name="connsiteX1" fmla="*/ 3081 w 8295"/>
              <a:gd name="connsiteY1" fmla="*/ 1634 h 3164"/>
              <a:gd name="connsiteX2" fmla="*/ 5390 w 8295"/>
              <a:gd name="connsiteY2" fmla="*/ 252 h 3164"/>
              <a:gd name="connsiteX3" fmla="*/ 7514 w 8295"/>
              <a:gd name="connsiteY3" fmla="*/ 903 h 3164"/>
              <a:gd name="connsiteX4" fmla="*/ 8256 w 8295"/>
              <a:gd name="connsiteY4" fmla="*/ 2228 h 3164"/>
              <a:gd name="connsiteX5" fmla="*/ 614 w 8295"/>
              <a:gd name="connsiteY5" fmla="*/ 3164 h 3164"/>
              <a:gd name="connsiteX6" fmla="*/ 0 w 8295"/>
              <a:gd name="connsiteY6" fmla="*/ 2159 h 3164"/>
              <a:gd name="connsiteX7" fmla="*/ 125 w 8295"/>
              <a:gd name="connsiteY7" fmla="*/ 0 h 3164"/>
              <a:gd name="connsiteX8" fmla="*/ 1712 w 8295"/>
              <a:gd name="connsiteY8" fmla="*/ 1303 h 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03" h="2107">
                <a:moveTo>
                  <a:pt x="0" y="0"/>
                </a:moveTo>
                <a:lnTo>
                  <a:pt x="20" y="6"/>
                </a:lnTo>
                <a:cubicBezTo>
                  <a:pt x="473" y="162"/>
                  <a:pt x="1102" y="966"/>
                  <a:pt x="1519" y="1287"/>
                </a:cubicBezTo>
                <a:cubicBezTo>
                  <a:pt x="1964" y="1630"/>
                  <a:pt x="2532" y="1686"/>
                  <a:pt x="2888" y="1618"/>
                </a:cubicBezTo>
                <a:cubicBezTo>
                  <a:pt x="3244" y="1550"/>
                  <a:pt x="4123" y="259"/>
                  <a:pt x="5197" y="236"/>
                </a:cubicBezTo>
                <a:cubicBezTo>
                  <a:pt x="6271" y="213"/>
                  <a:pt x="6658" y="305"/>
                  <a:pt x="7321" y="887"/>
                </a:cubicBezTo>
                <a:cubicBezTo>
                  <a:pt x="7922" y="1415"/>
                  <a:pt x="8156" y="1756"/>
                  <a:pt x="8092" y="2104"/>
                </a:cubicBezTo>
                <a:lnTo>
                  <a:pt x="8092" y="2107"/>
                </a:lnTo>
                <a:lnTo>
                  <a:pt x="0" y="2107"/>
                </a:lnTo>
                <a:lnTo>
                  <a:pt x="0" y="0"/>
                </a:lnTo>
                <a:close/>
              </a:path>
            </a:pathLst>
          </a:custGeom>
          <a:solidFill>
            <a:srgbClr val="E9BE8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22" name="任意多边形 21"/>
          <p:cNvSpPr/>
          <p:nvPr>
            <p:custDataLst>
              <p:tags r:id="rId6"/>
            </p:custDataLst>
          </p:nvPr>
        </p:nvSpPr>
        <p:spPr>
          <a:xfrm>
            <a:off x="-24765" y="5741969"/>
            <a:ext cx="4941970" cy="1140796"/>
          </a:xfrm>
          <a:custGeom>
            <a:avLst/>
            <a:gdLst>
              <a:gd name="connsiteX0" fmla="*/ 679 w 8465"/>
              <a:gd name="connsiteY0" fmla="*/ 4 h 2284"/>
              <a:gd name="connsiteX1" fmla="*/ 2269 w 8465"/>
              <a:gd name="connsiteY1" fmla="*/ 1424 h 2284"/>
              <a:gd name="connsiteX2" fmla="*/ 3882 w 8465"/>
              <a:gd name="connsiteY2" fmla="*/ 1211 h 2284"/>
              <a:gd name="connsiteX3" fmla="*/ 5692 w 8465"/>
              <a:gd name="connsiteY3" fmla="*/ 138 h 2284"/>
              <a:gd name="connsiteX4" fmla="*/ 7562 w 8465"/>
              <a:gd name="connsiteY4" fmla="*/ 679 h 2284"/>
              <a:gd name="connsiteX5" fmla="*/ 8465 w 8465"/>
              <a:gd name="connsiteY5" fmla="*/ 1844 h 2284"/>
              <a:gd name="connsiteX6" fmla="*/ 0 w 8465"/>
              <a:gd name="connsiteY6" fmla="*/ 2284 h 2284"/>
              <a:gd name="connsiteX7" fmla="*/ 679 w 8465"/>
              <a:gd name="connsiteY7" fmla="*/ 4 h 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83" h="1797">
                <a:moveTo>
                  <a:pt x="86" y="0"/>
                </a:moveTo>
                <a:cubicBezTo>
                  <a:pt x="760" y="-7"/>
                  <a:pt x="1032" y="1148"/>
                  <a:pt x="1610" y="1424"/>
                </a:cubicBezTo>
                <a:cubicBezTo>
                  <a:pt x="2207" y="1709"/>
                  <a:pt x="2699" y="1524"/>
                  <a:pt x="3223" y="1211"/>
                </a:cubicBezTo>
                <a:cubicBezTo>
                  <a:pt x="3747" y="898"/>
                  <a:pt x="4310" y="198"/>
                  <a:pt x="5033" y="138"/>
                </a:cubicBezTo>
                <a:cubicBezTo>
                  <a:pt x="5756" y="78"/>
                  <a:pt x="6209" y="213"/>
                  <a:pt x="6903" y="679"/>
                </a:cubicBezTo>
                <a:cubicBezTo>
                  <a:pt x="7554" y="1116"/>
                  <a:pt x="7645" y="1500"/>
                  <a:pt x="7779" y="1788"/>
                </a:cubicBezTo>
                <a:lnTo>
                  <a:pt x="7783" y="1797"/>
                </a:lnTo>
                <a:lnTo>
                  <a:pt x="0" y="1797"/>
                </a:lnTo>
                <a:lnTo>
                  <a:pt x="0" y="72"/>
                </a:lnTo>
                <a:lnTo>
                  <a:pt x="20" y="4"/>
                </a:lnTo>
                <a:cubicBezTo>
                  <a:pt x="43" y="2"/>
                  <a:pt x="65" y="0"/>
                  <a:pt x="86" y="0"/>
                </a:cubicBezTo>
                <a:close/>
              </a:path>
            </a:pathLst>
          </a:custGeom>
          <a:noFill/>
          <a:ln>
            <a:solidFill>
              <a:schemeClr val="bg1"/>
            </a:solidFill>
          </a:ln>
          <a:extLst>
            <a:ext uri="{909E8E84-426E-40DD-AFC4-6F175D3DCCD1}">
              <a14:hiddenFill xmlns:a14="http://schemas.microsoft.com/office/drawing/2010/main">
                <a:solidFill>
                  <a:schemeClr val="accent1">
                    <a:alpha val="24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25" name="任意多边形 24"/>
          <p:cNvSpPr/>
          <p:nvPr>
            <p:custDataLst>
              <p:tags r:id="rId7"/>
            </p:custDataLst>
          </p:nvPr>
        </p:nvSpPr>
        <p:spPr>
          <a:xfrm>
            <a:off x="8335010" y="5008807"/>
            <a:ext cx="3856990" cy="1849193"/>
          </a:xfrm>
          <a:custGeom>
            <a:avLst/>
            <a:gdLst>
              <a:gd name="connsiteX0" fmla="*/ 0 w 6333"/>
              <a:gd name="connsiteY0" fmla="*/ 2920 h 4147"/>
              <a:gd name="connsiteX1" fmla="*/ 1240 w 6333"/>
              <a:gd name="connsiteY1" fmla="*/ 773 h 4147"/>
              <a:gd name="connsiteX2" fmla="*/ 3253 w 6333"/>
              <a:gd name="connsiteY2" fmla="*/ 240 h 4147"/>
              <a:gd name="connsiteX3" fmla="*/ 5147 w 6333"/>
              <a:gd name="connsiteY3" fmla="*/ 506 h 4147"/>
              <a:gd name="connsiteX4" fmla="*/ 6160 w 6333"/>
              <a:gd name="connsiteY4" fmla="*/ 0 h 4147"/>
              <a:gd name="connsiteX5" fmla="*/ 6333 w 6333"/>
              <a:gd name="connsiteY5" fmla="*/ 4147 h 4147"/>
              <a:gd name="connsiteX6" fmla="*/ 0 w 6333"/>
              <a:gd name="connsiteY6" fmla="*/ 2920 h 4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4" h="2912">
                <a:moveTo>
                  <a:pt x="6074" y="0"/>
                </a:moveTo>
                <a:lnTo>
                  <a:pt x="6074" y="2912"/>
                </a:lnTo>
                <a:lnTo>
                  <a:pt x="5" y="2912"/>
                </a:lnTo>
                <a:lnTo>
                  <a:pt x="0" y="2911"/>
                </a:lnTo>
                <a:cubicBezTo>
                  <a:pt x="107" y="2257"/>
                  <a:pt x="461" y="1324"/>
                  <a:pt x="1240" y="764"/>
                </a:cubicBezTo>
                <a:cubicBezTo>
                  <a:pt x="2019" y="204"/>
                  <a:pt x="2599" y="271"/>
                  <a:pt x="3253" y="231"/>
                </a:cubicBezTo>
                <a:cubicBezTo>
                  <a:pt x="3907" y="191"/>
                  <a:pt x="4627" y="590"/>
                  <a:pt x="5147" y="497"/>
                </a:cubicBezTo>
                <a:cubicBezTo>
                  <a:pt x="5618" y="413"/>
                  <a:pt x="5782" y="66"/>
                  <a:pt x="6067" y="1"/>
                </a:cubicBezTo>
                <a:lnTo>
                  <a:pt x="6074" y="0"/>
                </a:lnTo>
                <a:close/>
              </a:path>
            </a:pathLst>
          </a:custGeom>
          <a:solidFill>
            <a:srgbClr val="EFD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4" name="任意多边形 3"/>
          <p:cNvSpPr/>
          <p:nvPr>
            <p:custDataLst>
              <p:tags r:id="rId8"/>
            </p:custDataLst>
          </p:nvPr>
        </p:nvSpPr>
        <p:spPr>
          <a:xfrm flipH="1" flipV="1">
            <a:off x="8675370" y="5008880"/>
            <a:ext cx="3648075" cy="1849755"/>
          </a:xfrm>
          <a:custGeom>
            <a:avLst/>
            <a:gdLst>
              <a:gd name="connsiteX0" fmla="*/ 0 w 5143"/>
              <a:gd name="connsiteY0" fmla="*/ 0 h 4554"/>
              <a:gd name="connsiteX1" fmla="*/ 5143 w 5143"/>
              <a:gd name="connsiteY1" fmla="*/ 0 h 4554"/>
              <a:gd name="connsiteX2" fmla="*/ 5141 w 5143"/>
              <a:gd name="connsiteY2" fmla="*/ 11 h 4554"/>
              <a:gd name="connsiteX3" fmla="*/ 4681 w 5143"/>
              <a:gd name="connsiteY3" fmla="*/ 989 h 4554"/>
              <a:gd name="connsiteX4" fmla="*/ 3207 w 5143"/>
              <a:gd name="connsiteY4" fmla="*/ 1914 h 4554"/>
              <a:gd name="connsiteX5" fmla="*/ 2475 w 5143"/>
              <a:gd name="connsiteY5" fmla="*/ 4088 h 4554"/>
              <a:gd name="connsiteX6" fmla="*/ 922 w 5143"/>
              <a:gd name="connsiteY6" fmla="*/ 4545 h 4554"/>
              <a:gd name="connsiteX7" fmla="*/ 22 w 5143"/>
              <a:gd name="connsiteY7" fmla="*/ 4257 h 4554"/>
              <a:gd name="connsiteX8" fmla="*/ 0 w 5143"/>
              <a:gd name="connsiteY8" fmla="*/ 0 h 4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3" h="4554">
                <a:moveTo>
                  <a:pt x="0" y="0"/>
                </a:moveTo>
                <a:lnTo>
                  <a:pt x="5143" y="0"/>
                </a:lnTo>
                <a:lnTo>
                  <a:pt x="5141" y="11"/>
                </a:lnTo>
                <a:cubicBezTo>
                  <a:pt x="5110" y="197"/>
                  <a:pt x="5088" y="582"/>
                  <a:pt x="4681" y="989"/>
                </a:cubicBezTo>
                <a:cubicBezTo>
                  <a:pt x="4247" y="1423"/>
                  <a:pt x="3573" y="1617"/>
                  <a:pt x="3207" y="1914"/>
                </a:cubicBezTo>
                <a:cubicBezTo>
                  <a:pt x="2841" y="2211"/>
                  <a:pt x="2989" y="3585"/>
                  <a:pt x="2475" y="4088"/>
                </a:cubicBezTo>
                <a:cubicBezTo>
                  <a:pt x="1961" y="4591"/>
                  <a:pt x="1379" y="4567"/>
                  <a:pt x="922" y="4545"/>
                </a:cubicBezTo>
                <a:cubicBezTo>
                  <a:pt x="465" y="4523"/>
                  <a:pt x="375" y="4352"/>
                  <a:pt x="22" y="4257"/>
                </a:cubicBezTo>
                <a:lnTo>
                  <a:pt x="0" y="0"/>
                </a:lnTo>
                <a:close/>
              </a:path>
            </a:pathLst>
          </a:custGeom>
          <a:noFill/>
          <a:ln w="9525">
            <a:solidFill>
              <a:schemeClr val="bg1"/>
            </a:solidFill>
          </a:ln>
          <a:extLst>
            <a:ext uri="{909E8E84-426E-40DD-AFC4-6F175D3DCCD1}">
              <a14:hiddenFill xmlns:a14="http://schemas.microsoft.com/office/drawing/2010/main">
                <a:solidFill>
                  <a:schemeClr val="accent1">
                    <a:alpha val="46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pic>
        <p:nvPicPr>
          <p:cNvPr id="10" name="Picture 10"/>
          <p:cNvPicPr>
            <a:picLocks noChangeAspect="1"/>
          </p:cNvPicPr>
          <p:nvPr>
            <p:custDataLst>
              <p:tags r:id="rId9"/>
            </p:custDataLst>
          </p:nvPr>
        </p:nvPicPr>
        <p:blipFill>
          <a:blip r:embed="rId10"/>
          <a:srcRect/>
          <a:stretch>
            <a:fillRect/>
          </a:stretch>
        </p:blipFill>
        <p:spPr>
          <a:xfrm>
            <a:off x="-630555" y="287020"/>
            <a:ext cx="2255520" cy="2021840"/>
          </a:xfrm>
          <a:prstGeom prst="rect">
            <a:avLst/>
          </a:prstGeom>
        </p:spPr>
      </p:pic>
      <p:pic>
        <p:nvPicPr>
          <p:cNvPr id="5" name="Picture 5"/>
          <p:cNvPicPr>
            <a:picLocks noChangeAspect="1"/>
          </p:cNvPicPr>
          <p:nvPr>
            <p:custDataLst>
              <p:tags r:id="rId11"/>
            </p:custDataLst>
          </p:nvPr>
        </p:nvPicPr>
        <p:blipFill>
          <a:blip r:embed="rId12"/>
          <a:srcRect/>
          <a:stretch>
            <a:fillRect/>
          </a:stretch>
        </p:blipFill>
        <p:spPr>
          <a:xfrm rot="9900000">
            <a:off x="974090" y="-474980"/>
            <a:ext cx="1394460" cy="1509395"/>
          </a:xfrm>
          <a:prstGeom prst="rect">
            <a:avLst/>
          </a:prstGeom>
        </p:spPr>
      </p:pic>
      <p:pic>
        <p:nvPicPr>
          <p:cNvPr id="7" name="Picture 2"/>
          <p:cNvPicPr>
            <a:picLocks noChangeAspect="1"/>
          </p:cNvPicPr>
          <p:nvPr>
            <p:custDataLst>
              <p:tags r:id="rId13"/>
            </p:custDataLst>
          </p:nvPr>
        </p:nvPicPr>
        <p:blipFill>
          <a:blip r:embed="rId14"/>
          <a:srcRect/>
          <a:stretch>
            <a:fillRect/>
          </a:stretch>
        </p:blipFill>
        <p:spPr>
          <a:xfrm>
            <a:off x="9835667" y="-903028"/>
            <a:ext cx="2780876" cy="2753067"/>
          </a:xfrm>
          <a:prstGeom prst="rect">
            <a:avLst/>
          </a:prstGeom>
        </p:spPr>
      </p:pic>
      <p:pic>
        <p:nvPicPr>
          <p:cNvPr id="13" name="Picture 13"/>
          <p:cNvPicPr>
            <a:picLocks noChangeAspect="1"/>
          </p:cNvPicPr>
          <p:nvPr>
            <p:custDataLst>
              <p:tags r:id="rId15"/>
            </p:custDataLst>
          </p:nvPr>
        </p:nvPicPr>
        <p:blipFill>
          <a:blip r:embed="rId16"/>
          <a:srcRect/>
          <a:stretch>
            <a:fillRect/>
          </a:stretch>
        </p:blipFill>
        <p:spPr>
          <a:xfrm>
            <a:off x="2688590" y="5935980"/>
            <a:ext cx="1720850" cy="1409065"/>
          </a:xfrm>
          <a:prstGeom prst="rect">
            <a:avLst/>
          </a:prstGeom>
        </p:spPr>
      </p:pic>
      <p:pic>
        <p:nvPicPr>
          <p:cNvPr id="8" name="Picture 5"/>
          <p:cNvPicPr>
            <a:picLocks noChangeAspect="1"/>
          </p:cNvPicPr>
          <p:nvPr>
            <p:custDataLst>
              <p:tags r:id="rId17"/>
            </p:custDataLst>
          </p:nvPr>
        </p:nvPicPr>
        <p:blipFill>
          <a:blip r:embed="rId18"/>
          <a:srcRect/>
          <a:stretch>
            <a:fillRect/>
          </a:stretch>
        </p:blipFill>
        <p:spPr>
          <a:xfrm>
            <a:off x="9260203" y="4902464"/>
            <a:ext cx="2860468" cy="2606602"/>
          </a:xfrm>
          <a:prstGeom prst="rect">
            <a:avLst/>
          </a:prstGeom>
        </p:spPr>
      </p:pic>
      <p:sp>
        <p:nvSpPr>
          <p:cNvPr id="14" name="任意多边形 13"/>
          <p:cNvSpPr/>
          <p:nvPr/>
        </p:nvSpPr>
        <p:spPr>
          <a:xfrm>
            <a:off x="1661795" y="1414780"/>
            <a:ext cx="1149985" cy="473710"/>
          </a:xfrm>
          <a:custGeom>
            <a:avLst/>
            <a:gdLst/>
            <a:ahLst/>
            <a:cxnLst>
              <a:cxn ang="3">
                <a:pos x="hc" y="t"/>
              </a:cxn>
              <a:cxn ang="cd2">
                <a:pos x="l" y="vc"/>
              </a:cxn>
              <a:cxn ang="cd4">
                <a:pos x="hc" y="b"/>
              </a:cxn>
              <a:cxn ang="0">
                <a:pos x="r" y="vc"/>
              </a:cxn>
            </a:cxnLst>
            <a:rect l="l" t="t" r="r" b="b"/>
            <a:pathLst>
              <a:path w="3665" h="746">
                <a:moveTo>
                  <a:pt x="0" y="0"/>
                </a:moveTo>
                <a:lnTo>
                  <a:pt x="3665" y="0"/>
                </a:lnTo>
                <a:lnTo>
                  <a:pt x="3665" y="746"/>
                </a:lnTo>
                <a:lnTo>
                  <a:pt x="0" y="746"/>
                </a:lnTo>
                <a:lnTo>
                  <a:pt x="555" y="373"/>
                </a:lnTo>
                <a:lnTo>
                  <a:pt x="0" y="0"/>
                </a:lnTo>
                <a:close/>
              </a:path>
            </a:pathLst>
          </a:custGeom>
          <a:solidFill>
            <a:srgbClr val="EFAD3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r>
              <a:rPr lang="en-US" altLang="zh-CN">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  FOOD</a:t>
            </a:r>
            <a:endParaRPr lang="en-US" altLang="zh-CN">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p:txBody>
      </p:sp>
      <p:sp>
        <p:nvSpPr>
          <p:cNvPr id="18" name="椭圆 17"/>
          <p:cNvSpPr/>
          <p:nvPr/>
        </p:nvSpPr>
        <p:spPr>
          <a:xfrm>
            <a:off x="448945" y="5008880"/>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1" name="椭圆 20"/>
          <p:cNvSpPr/>
          <p:nvPr>
            <p:custDataLst>
              <p:tags r:id="rId19"/>
            </p:custDataLst>
          </p:nvPr>
        </p:nvSpPr>
        <p:spPr>
          <a:xfrm>
            <a:off x="144780" y="4276090"/>
            <a:ext cx="474980" cy="454660"/>
          </a:xfrm>
          <a:prstGeom prst="ellipse">
            <a:avLst/>
          </a:prstGeom>
          <a:solidFill>
            <a:srgbClr val="EFAD3A"/>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3" name="椭圆 22"/>
          <p:cNvSpPr/>
          <p:nvPr>
            <p:custDataLst>
              <p:tags r:id="rId20"/>
            </p:custDataLst>
          </p:nvPr>
        </p:nvSpPr>
        <p:spPr>
          <a:xfrm>
            <a:off x="7620000" y="-478790"/>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4" name="椭圆 23"/>
          <p:cNvSpPr/>
          <p:nvPr>
            <p:custDataLst>
              <p:tags r:id="rId21"/>
            </p:custDataLst>
          </p:nvPr>
        </p:nvSpPr>
        <p:spPr>
          <a:xfrm>
            <a:off x="11031855" y="2022475"/>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pic>
        <p:nvPicPr>
          <p:cNvPr id="69" name="Picture 69"/>
          <p:cNvPicPr>
            <a:picLocks noChangeAspect="1"/>
          </p:cNvPicPr>
          <p:nvPr>
            <p:custDataLst>
              <p:tags r:id="rId22"/>
            </p:custDataLst>
          </p:nvPr>
        </p:nvPicPr>
        <p:blipFill>
          <a:blip r:embed="rId23">
            <a:extLst>
              <a:ext uri="{28A0092B-C50C-407E-A947-70E740481C1C}">
                <a14:useLocalDpi xmlns:a14="http://schemas.microsoft.com/office/drawing/2010/main" val="0"/>
              </a:ext>
            </a:extLst>
          </a:blip>
          <a:srcRect/>
          <a:stretch>
            <a:fillRect/>
          </a:stretch>
        </p:blipFill>
        <p:spPr>
          <a:xfrm rot="18760219">
            <a:off x="10956914" y="3963171"/>
            <a:ext cx="1257077" cy="772531"/>
          </a:xfrm>
          <a:prstGeom prst="rect">
            <a:avLst/>
          </a:prstGeom>
        </p:spPr>
      </p:pic>
      <p:pic>
        <p:nvPicPr>
          <p:cNvPr id="68" name="Picture 68"/>
          <p:cNvPicPr>
            <a:picLocks noChangeAspect="1"/>
          </p:cNvPicPr>
          <p:nvPr>
            <p:custDataLst>
              <p:tags r:id="rId24"/>
            </p:custDataLst>
          </p:nvPr>
        </p:nvPicPr>
        <p:blipFill>
          <a:blip r:embed="rId25">
            <a:extLst>
              <a:ext uri="{28A0092B-C50C-407E-A947-70E740481C1C}">
                <a14:useLocalDpi xmlns:a14="http://schemas.microsoft.com/office/drawing/2010/main" val="0"/>
              </a:ext>
            </a:extLst>
          </a:blip>
          <a:srcRect r="45888" b="46718"/>
          <a:stretch>
            <a:fillRect/>
          </a:stretch>
        </p:blipFill>
        <p:spPr>
          <a:xfrm rot="4260000">
            <a:off x="1382717" y="1731163"/>
            <a:ext cx="758510" cy="820369"/>
          </a:xfrm>
          <a:prstGeom prst="rect">
            <a:avLst/>
          </a:prstGeom>
        </p:spPr>
      </p:pic>
      <p:pic>
        <p:nvPicPr>
          <p:cNvPr id="72" name="Picture 72"/>
          <p:cNvPicPr>
            <a:picLocks noChangeAspect="1"/>
          </p:cNvPicPr>
          <p:nvPr>
            <p:custDataLst>
              <p:tags r:id="rId26"/>
            </p:custDataLst>
          </p:nvPr>
        </p:nvPicPr>
        <p:blipFill>
          <a:blip r:embed="rId27">
            <a:extLst>
              <a:ext uri="{28A0092B-C50C-407E-A947-70E740481C1C}">
                <a14:useLocalDpi xmlns:a14="http://schemas.microsoft.com/office/drawing/2010/main" val="0"/>
              </a:ext>
            </a:extLst>
          </a:blip>
          <a:srcRect/>
          <a:stretch>
            <a:fillRect/>
          </a:stretch>
        </p:blipFill>
        <p:spPr>
          <a:xfrm rot="-1815464">
            <a:off x="2098803" y="5452344"/>
            <a:ext cx="948074" cy="361623"/>
          </a:xfrm>
          <a:prstGeom prst="rect">
            <a:avLst/>
          </a:prstGeom>
        </p:spPr>
      </p:pic>
      <p:pic>
        <p:nvPicPr>
          <p:cNvPr id="2" name="Picture 69"/>
          <p:cNvPicPr>
            <a:picLocks noChangeAspect="1"/>
          </p:cNvPicPr>
          <p:nvPr>
            <p:custDataLst>
              <p:tags r:id="rId28"/>
            </p:custDataLst>
          </p:nvPr>
        </p:nvPicPr>
        <p:blipFill>
          <a:blip r:embed="rId23">
            <a:extLst>
              <a:ext uri="{28A0092B-C50C-407E-A947-70E740481C1C}">
                <a14:useLocalDpi xmlns:a14="http://schemas.microsoft.com/office/drawing/2010/main" val="0"/>
              </a:ext>
            </a:extLst>
          </a:blip>
          <a:srcRect/>
          <a:stretch>
            <a:fillRect/>
          </a:stretch>
        </p:blipFill>
        <p:spPr>
          <a:xfrm rot="6619779" flipH="1">
            <a:off x="3252459" y="417966"/>
            <a:ext cx="1257077" cy="772531"/>
          </a:xfrm>
          <a:prstGeom prst="rect">
            <a:avLst/>
          </a:prstGeom>
        </p:spPr>
      </p:pic>
      <p:grpSp>
        <p:nvGrpSpPr>
          <p:cNvPr id="28" name="组合 27"/>
          <p:cNvGrpSpPr/>
          <p:nvPr/>
        </p:nvGrpSpPr>
        <p:grpSpPr>
          <a:xfrm>
            <a:off x="4343400" y="2355215"/>
            <a:ext cx="3505200" cy="768350"/>
            <a:chOff x="6840" y="5271"/>
            <a:chExt cx="5520" cy="1210"/>
          </a:xfrm>
        </p:grpSpPr>
        <p:sp>
          <p:nvSpPr>
            <p:cNvPr id="3" name="圆角矩形 2"/>
            <p:cNvSpPr/>
            <p:nvPr>
              <p:custDataLst>
                <p:tags r:id="rId29"/>
              </p:custDataLst>
            </p:nvPr>
          </p:nvSpPr>
          <p:spPr>
            <a:xfrm>
              <a:off x="6840" y="5348"/>
              <a:ext cx="5520" cy="1133"/>
            </a:xfrm>
            <a:prstGeom prst="roundRect">
              <a:avLst>
                <a:gd name="adj" fmla="val 37864"/>
              </a:avLst>
            </a:prstGeom>
            <a:solidFill>
              <a:srgbClr val="EFA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16" name="TextBox 19"/>
            <p:cNvSpPr txBox="1"/>
            <p:nvPr>
              <p:custDataLst>
                <p:tags r:id="rId30"/>
              </p:custDataLst>
            </p:nvPr>
          </p:nvSpPr>
          <p:spPr>
            <a:xfrm>
              <a:off x="7395" y="5271"/>
              <a:ext cx="4411" cy="1211"/>
            </a:xfrm>
            <a:prstGeom prst="rect">
              <a:avLst/>
            </a:prstGeom>
          </p:spPr>
          <p:txBody>
            <a:bodyPr lIns="0" tIns="0" rIns="0" bIns="0" rtlCol="0" anchor="t">
              <a:noAutofit/>
            </a:bodyPr>
            <a:p>
              <a:pPr algn="ctr">
                <a:lnSpc>
                  <a:spcPts val="5105"/>
                </a:lnSpc>
              </a:pPr>
              <a:r>
                <a:rPr lang="zh-CN" sz="2400" spc="184">
                  <a:solidFill>
                    <a:schemeClr val="bg1"/>
                  </a:solidFill>
                  <a:latin typeface="仓耳渔阳体 W04" panose="02020400000000000000" charset="-122"/>
                  <a:ea typeface="仓耳渔阳体 W04" panose="02020400000000000000" charset="-122"/>
                  <a:cs typeface="仓耳渔阳体 W04" panose="02020400000000000000" charset="-122"/>
                </a:rPr>
                <a:t>第四部分</a:t>
              </a:r>
              <a:endParaRPr lang="zh-CN" sz="2400" spc="184">
                <a:solidFill>
                  <a:schemeClr val="tx1">
                    <a:lumMod val="50000"/>
                    <a:lumOff val="50000"/>
                  </a:schemeClr>
                </a:solidFill>
                <a:latin typeface="仓耳渔阳体 W04" panose="02020400000000000000" charset="-122"/>
                <a:ea typeface="仓耳渔阳体 W04" panose="02020400000000000000" charset="-122"/>
                <a:cs typeface="仓耳渔阳体 W04" panose="02020400000000000000" charset="-122"/>
              </a:endParaRPr>
            </a:p>
          </p:txBody>
        </p:sp>
      </p:grpSp>
      <p:sp>
        <p:nvSpPr>
          <p:cNvPr id="17" name="TextBox 20"/>
          <p:cNvSpPr txBox="1"/>
          <p:nvPr>
            <p:custDataLst>
              <p:tags r:id="rId31"/>
            </p:custDataLst>
          </p:nvPr>
        </p:nvSpPr>
        <p:spPr>
          <a:xfrm>
            <a:off x="1868170" y="3433445"/>
            <a:ext cx="8455660" cy="1318895"/>
          </a:xfrm>
          <a:prstGeom prst="rect">
            <a:avLst/>
          </a:prstGeom>
        </p:spPr>
        <p:txBody>
          <a:bodyPr lIns="0" tIns="0" rIns="0" bIns="0" rtlCol="0" anchor="t">
            <a:noAutofit/>
          </a:bodyPr>
          <a:p>
            <a:pPr indent="0" algn="ctr" fontAlgn="auto">
              <a:lnSpc>
                <a:spcPct val="100000"/>
              </a:lnSpc>
            </a:pPr>
            <a:r>
              <a:rPr lang="zh-CN" altLang="en-US" sz="4800">
                <a:solidFill>
                  <a:srgbClr val="9B5836"/>
                </a:solidFill>
                <a:latin typeface="站酷快乐体2016修订版" panose="02010600030101010101" charset="-122"/>
                <a:ea typeface="站酷快乐体2016修订版" panose="02010600030101010101" charset="-122"/>
                <a:cs typeface="仓耳渔阳体 W04" panose="02020400000000000000" charset="-122"/>
              </a:rPr>
              <a:t>提高食品安全意识</a:t>
            </a:r>
            <a:endParaRPr lang="zh-CN" altLang="en-US" sz="4800">
              <a:solidFill>
                <a:srgbClr val="9B5836"/>
              </a:solidFill>
              <a:latin typeface="站酷快乐体2016修订版" panose="02010600030101010101" charset="-122"/>
              <a:ea typeface="站酷快乐体2016修订版" panose="02010600030101010101" charset="-122"/>
              <a:cs typeface="仓耳渔阳体 W04" panose="02020400000000000000" charset="-122"/>
            </a:endParaRPr>
          </a:p>
        </p:txBody>
      </p:sp>
    </p:spTree>
    <p:custDataLst>
      <p:tags r:id="rId32"/>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1EB"/>
        </a:solidFill>
        <a:effectLst/>
      </p:bgPr>
    </p:bg>
    <p:spTree>
      <p:nvGrpSpPr>
        <p:cNvPr id="1" name=""/>
        <p:cNvGrpSpPr/>
        <p:nvPr/>
      </p:nvGrpSpPr>
      <p:grpSpPr/>
      <p:sp>
        <p:nvSpPr>
          <p:cNvPr id="12" name="任意多边形 11"/>
          <p:cNvSpPr/>
          <p:nvPr>
            <p:custDataLst>
              <p:tags r:id="rId1"/>
            </p:custDataLst>
          </p:nvPr>
        </p:nvSpPr>
        <p:spPr>
          <a:xfrm flipH="1">
            <a:off x="0" y="-13970"/>
            <a:ext cx="2139950" cy="1375410"/>
          </a:xfrm>
          <a:custGeom>
            <a:avLst/>
            <a:gdLst>
              <a:gd name="connsiteX0" fmla="*/ 16 w 5020"/>
              <a:gd name="connsiteY0" fmla="*/ 206 h 3666"/>
              <a:gd name="connsiteX1" fmla="*/ 39 w 5020"/>
              <a:gd name="connsiteY1" fmla="*/ 684 h 3666"/>
              <a:gd name="connsiteX2" fmla="*/ 404 w 5020"/>
              <a:gd name="connsiteY2" fmla="*/ 1139 h 3666"/>
              <a:gd name="connsiteX3" fmla="*/ 231 w 5020"/>
              <a:gd name="connsiteY3" fmla="*/ 2544 h 3666"/>
              <a:gd name="connsiteX4" fmla="*/ 847 w 5020"/>
              <a:gd name="connsiteY4" fmla="*/ 3138 h 3666"/>
              <a:gd name="connsiteX5" fmla="*/ 2038 w 5020"/>
              <a:gd name="connsiteY5" fmla="*/ 3345 h 3666"/>
              <a:gd name="connsiteX6" fmla="*/ 3523 w 5020"/>
              <a:gd name="connsiteY6" fmla="*/ 3665 h 3666"/>
              <a:gd name="connsiteX7" fmla="*/ 4791 w 5020"/>
              <a:gd name="connsiteY7" fmla="*/ 3276 h 3666"/>
              <a:gd name="connsiteX8" fmla="*/ 4928 w 5020"/>
              <a:gd name="connsiteY8" fmla="*/ 0 h 3666"/>
              <a:gd name="connsiteX9" fmla="*/ 16 w 5020"/>
              <a:gd name="connsiteY9" fmla="*/ 206 h 3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30" h="3460">
                <a:moveTo>
                  <a:pt x="16" y="0"/>
                </a:moveTo>
                <a:lnTo>
                  <a:pt x="4730" y="0"/>
                </a:lnTo>
                <a:lnTo>
                  <a:pt x="4730" y="3100"/>
                </a:lnTo>
                <a:lnTo>
                  <a:pt x="4707" y="3112"/>
                </a:lnTo>
                <a:cubicBezTo>
                  <a:pt x="4294" y="3323"/>
                  <a:pt x="3957" y="3436"/>
                  <a:pt x="3523" y="3458"/>
                </a:cubicBezTo>
                <a:cubicBezTo>
                  <a:pt x="3060" y="3482"/>
                  <a:pt x="2320" y="3251"/>
                  <a:pt x="2038" y="3138"/>
                </a:cubicBezTo>
                <a:cubicBezTo>
                  <a:pt x="1756" y="3025"/>
                  <a:pt x="1167" y="3000"/>
                  <a:pt x="847" y="2931"/>
                </a:cubicBezTo>
                <a:cubicBezTo>
                  <a:pt x="527" y="2862"/>
                  <a:pt x="288" y="2634"/>
                  <a:pt x="231" y="2337"/>
                </a:cubicBezTo>
                <a:cubicBezTo>
                  <a:pt x="174" y="2040"/>
                  <a:pt x="489" y="1240"/>
                  <a:pt x="404" y="932"/>
                </a:cubicBezTo>
                <a:cubicBezTo>
                  <a:pt x="319" y="624"/>
                  <a:pt x="108" y="650"/>
                  <a:pt x="39" y="477"/>
                </a:cubicBezTo>
                <a:cubicBezTo>
                  <a:pt x="-28" y="309"/>
                  <a:pt x="11" y="101"/>
                  <a:pt x="15" y="8"/>
                </a:cubicBezTo>
                <a:lnTo>
                  <a:pt x="16" y="0"/>
                </a:lnTo>
                <a:close/>
              </a:path>
            </a:pathLst>
          </a:custGeom>
          <a:solidFill>
            <a:srgbClr val="E9BE8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5" name="任意多边形 14"/>
          <p:cNvSpPr/>
          <p:nvPr>
            <p:custDataLst>
              <p:tags r:id="rId2"/>
            </p:custDataLst>
          </p:nvPr>
        </p:nvSpPr>
        <p:spPr>
          <a:xfrm flipH="1">
            <a:off x="-406400" y="-65405"/>
            <a:ext cx="2389505" cy="1477645"/>
          </a:xfrm>
          <a:custGeom>
            <a:avLst/>
            <a:gdLst>
              <a:gd name="connsiteX0" fmla="*/ 0 w 6373"/>
              <a:gd name="connsiteY0" fmla="*/ 226 h 3921"/>
              <a:gd name="connsiteX1" fmla="*/ 468 w 6373"/>
              <a:gd name="connsiteY1" fmla="*/ 797 h 3921"/>
              <a:gd name="connsiteX2" fmla="*/ 1748 w 6373"/>
              <a:gd name="connsiteY2" fmla="*/ 1122 h 3921"/>
              <a:gd name="connsiteX3" fmla="*/ 2193 w 6373"/>
              <a:gd name="connsiteY3" fmla="*/ 2161 h 3921"/>
              <a:gd name="connsiteX4" fmla="*/ 3175 w 6373"/>
              <a:gd name="connsiteY4" fmla="*/ 3315 h 3921"/>
              <a:gd name="connsiteX5" fmla="*/ 4980 w 6373"/>
              <a:gd name="connsiteY5" fmla="*/ 3909 h 3921"/>
              <a:gd name="connsiteX6" fmla="*/ 6294 w 6373"/>
              <a:gd name="connsiteY6" fmla="*/ 3687 h 3921"/>
              <a:gd name="connsiteX7" fmla="*/ 6373 w 6373"/>
              <a:gd name="connsiteY7" fmla="*/ 0 h 3921"/>
              <a:gd name="connsiteX8" fmla="*/ 0 w 6373"/>
              <a:gd name="connsiteY8" fmla="*/ 226 h 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74" h="3716">
                <a:moveTo>
                  <a:pt x="592" y="0"/>
                </a:moveTo>
                <a:lnTo>
                  <a:pt x="6202" y="0"/>
                </a:lnTo>
                <a:lnTo>
                  <a:pt x="6274" y="0"/>
                </a:lnTo>
                <a:lnTo>
                  <a:pt x="6274" y="3491"/>
                </a:lnTo>
                <a:lnTo>
                  <a:pt x="6257" y="3499"/>
                </a:lnTo>
                <a:cubicBezTo>
                  <a:pt x="5873" y="3675"/>
                  <a:pt x="5545" y="3748"/>
                  <a:pt x="4980" y="3704"/>
                </a:cubicBezTo>
                <a:cubicBezTo>
                  <a:pt x="4397" y="3659"/>
                  <a:pt x="3678" y="3419"/>
                  <a:pt x="3175" y="3110"/>
                </a:cubicBezTo>
                <a:cubicBezTo>
                  <a:pt x="2672" y="2801"/>
                  <a:pt x="2361" y="2326"/>
                  <a:pt x="2193" y="1956"/>
                </a:cubicBezTo>
                <a:cubicBezTo>
                  <a:pt x="2025" y="1586"/>
                  <a:pt x="1931" y="1082"/>
                  <a:pt x="1748" y="917"/>
                </a:cubicBezTo>
                <a:cubicBezTo>
                  <a:pt x="1565" y="752"/>
                  <a:pt x="813" y="754"/>
                  <a:pt x="468" y="592"/>
                </a:cubicBezTo>
                <a:cubicBezTo>
                  <a:pt x="123" y="430"/>
                  <a:pt x="80" y="289"/>
                  <a:pt x="0" y="21"/>
                </a:cubicBezTo>
                <a:lnTo>
                  <a:pt x="592" y="0"/>
                </a:lnTo>
                <a:close/>
              </a:path>
            </a:pathLst>
          </a:custGeom>
          <a:noFill/>
          <a:ln>
            <a:solidFill>
              <a:schemeClr val="bg1"/>
            </a:solidFill>
          </a:ln>
          <a:extLst>
            <a:ext uri="{909E8E84-426E-40DD-AFC4-6F175D3DCCD1}">
              <a14:hiddenFill xmlns:a14="http://schemas.microsoft.com/office/drawing/2010/main">
                <a:solidFill>
                  <a:schemeClr val="accent1">
                    <a:alpha val="28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9" name="任意多边形 18"/>
          <p:cNvSpPr/>
          <p:nvPr>
            <p:custDataLst>
              <p:tags r:id="rId3"/>
            </p:custDataLst>
          </p:nvPr>
        </p:nvSpPr>
        <p:spPr>
          <a:xfrm>
            <a:off x="-69850" y="6213102"/>
            <a:ext cx="2057063" cy="661408"/>
          </a:xfrm>
          <a:custGeom>
            <a:avLst/>
            <a:gdLst>
              <a:gd name="connsiteX0" fmla="*/ 1712 w 8295"/>
              <a:gd name="connsiteY0" fmla="*/ 1303 h 3164"/>
              <a:gd name="connsiteX1" fmla="*/ 3081 w 8295"/>
              <a:gd name="connsiteY1" fmla="*/ 1634 h 3164"/>
              <a:gd name="connsiteX2" fmla="*/ 5390 w 8295"/>
              <a:gd name="connsiteY2" fmla="*/ 252 h 3164"/>
              <a:gd name="connsiteX3" fmla="*/ 7514 w 8295"/>
              <a:gd name="connsiteY3" fmla="*/ 903 h 3164"/>
              <a:gd name="connsiteX4" fmla="*/ 8256 w 8295"/>
              <a:gd name="connsiteY4" fmla="*/ 2228 h 3164"/>
              <a:gd name="connsiteX5" fmla="*/ 614 w 8295"/>
              <a:gd name="connsiteY5" fmla="*/ 3164 h 3164"/>
              <a:gd name="connsiteX6" fmla="*/ 0 w 8295"/>
              <a:gd name="connsiteY6" fmla="*/ 2159 h 3164"/>
              <a:gd name="connsiteX7" fmla="*/ 125 w 8295"/>
              <a:gd name="connsiteY7" fmla="*/ 0 h 3164"/>
              <a:gd name="connsiteX8" fmla="*/ 1712 w 8295"/>
              <a:gd name="connsiteY8" fmla="*/ 1303 h 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39" h="1042">
                <a:moveTo>
                  <a:pt x="1445" y="0"/>
                </a:moveTo>
                <a:cubicBezTo>
                  <a:pt x="2037" y="1"/>
                  <a:pt x="2293" y="70"/>
                  <a:pt x="2704" y="364"/>
                </a:cubicBezTo>
                <a:cubicBezTo>
                  <a:pt x="3116" y="657"/>
                  <a:pt x="3276" y="847"/>
                  <a:pt x="3232" y="1040"/>
                </a:cubicBezTo>
                <a:lnTo>
                  <a:pt x="3232" y="1042"/>
                </a:lnTo>
                <a:lnTo>
                  <a:pt x="0" y="1042"/>
                </a:lnTo>
                <a:lnTo>
                  <a:pt x="0" y="574"/>
                </a:lnTo>
                <a:lnTo>
                  <a:pt x="16" y="562"/>
                </a:lnTo>
                <a:cubicBezTo>
                  <a:pt x="321" y="337"/>
                  <a:pt x="755" y="10"/>
                  <a:pt x="1250" y="2"/>
                </a:cubicBezTo>
                <a:cubicBezTo>
                  <a:pt x="1319" y="1"/>
                  <a:pt x="1383" y="0"/>
                  <a:pt x="1445" y="0"/>
                </a:cubicBezTo>
                <a:close/>
              </a:path>
            </a:pathLst>
          </a:custGeom>
          <a:solidFill>
            <a:srgbClr val="E9BE8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22" name="任意多边形 21"/>
          <p:cNvSpPr/>
          <p:nvPr>
            <p:custDataLst>
              <p:tags r:id="rId4"/>
            </p:custDataLst>
          </p:nvPr>
        </p:nvSpPr>
        <p:spPr>
          <a:xfrm>
            <a:off x="-51435" y="6292981"/>
            <a:ext cx="1874520" cy="589784"/>
          </a:xfrm>
          <a:custGeom>
            <a:avLst/>
            <a:gdLst>
              <a:gd name="connsiteX0" fmla="*/ 679 w 8465"/>
              <a:gd name="connsiteY0" fmla="*/ 4 h 2284"/>
              <a:gd name="connsiteX1" fmla="*/ 2269 w 8465"/>
              <a:gd name="connsiteY1" fmla="*/ 1424 h 2284"/>
              <a:gd name="connsiteX2" fmla="*/ 3882 w 8465"/>
              <a:gd name="connsiteY2" fmla="*/ 1211 h 2284"/>
              <a:gd name="connsiteX3" fmla="*/ 5692 w 8465"/>
              <a:gd name="connsiteY3" fmla="*/ 138 h 2284"/>
              <a:gd name="connsiteX4" fmla="*/ 7562 w 8465"/>
              <a:gd name="connsiteY4" fmla="*/ 679 h 2284"/>
              <a:gd name="connsiteX5" fmla="*/ 8465 w 8465"/>
              <a:gd name="connsiteY5" fmla="*/ 1844 h 2284"/>
              <a:gd name="connsiteX6" fmla="*/ 0 w 8465"/>
              <a:gd name="connsiteY6" fmla="*/ 2284 h 2284"/>
              <a:gd name="connsiteX7" fmla="*/ 679 w 8465"/>
              <a:gd name="connsiteY7" fmla="*/ 4 h 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2" h="929">
                <a:moveTo>
                  <a:pt x="1289" y="0"/>
                </a:moveTo>
                <a:cubicBezTo>
                  <a:pt x="1665" y="2"/>
                  <a:pt x="1948" y="90"/>
                  <a:pt x="2349" y="308"/>
                </a:cubicBezTo>
                <a:cubicBezTo>
                  <a:pt x="2795" y="551"/>
                  <a:pt x="2857" y="764"/>
                  <a:pt x="2949" y="924"/>
                </a:cubicBezTo>
                <a:lnTo>
                  <a:pt x="2952" y="929"/>
                </a:lnTo>
                <a:lnTo>
                  <a:pt x="0" y="929"/>
                </a:lnTo>
                <a:lnTo>
                  <a:pt x="0" y="508"/>
                </a:lnTo>
                <a:lnTo>
                  <a:pt x="34" y="487"/>
                </a:lnTo>
                <a:cubicBezTo>
                  <a:pt x="336" y="296"/>
                  <a:pt x="666" y="35"/>
                  <a:pt x="1069" y="7"/>
                </a:cubicBezTo>
                <a:cubicBezTo>
                  <a:pt x="1146" y="2"/>
                  <a:pt x="1219" y="0"/>
                  <a:pt x="1289" y="0"/>
                </a:cubicBezTo>
                <a:close/>
              </a:path>
            </a:pathLst>
          </a:custGeom>
          <a:noFill/>
          <a:ln>
            <a:solidFill>
              <a:schemeClr val="bg1"/>
            </a:solidFill>
          </a:ln>
          <a:extLst>
            <a:ext uri="{909E8E84-426E-40DD-AFC4-6F175D3DCCD1}">
              <a14:hiddenFill xmlns:a14="http://schemas.microsoft.com/office/drawing/2010/main">
                <a:solidFill>
                  <a:schemeClr val="accent1">
                    <a:alpha val="24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25" name="任意多边形 24"/>
          <p:cNvSpPr/>
          <p:nvPr>
            <p:custDataLst>
              <p:tags r:id="rId5"/>
            </p:custDataLst>
          </p:nvPr>
        </p:nvSpPr>
        <p:spPr>
          <a:xfrm>
            <a:off x="10253980" y="5824855"/>
            <a:ext cx="1938020" cy="1033145"/>
          </a:xfrm>
          <a:custGeom>
            <a:avLst/>
            <a:gdLst>
              <a:gd name="connsiteX0" fmla="*/ 0 w 6333"/>
              <a:gd name="connsiteY0" fmla="*/ 2920 h 4147"/>
              <a:gd name="connsiteX1" fmla="*/ 1240 w 6333"/>
              <a:gd name="connsiteY1" fmla="*/ 773 h 4147"/>
              <a:gd name="connsiteX2" fmla="*/ 3253 w 6333"/>
              <a:gd name="connsiteY2" fmla="*/ 240 h 4147"/>
              <a:gd name="connsiteX3" fmla="*/ 5147 w 6333"/>
              <a:gd name="connsiteY3" fmla="*/ 506 h 4147"/>
              <a:gd name="connsiteX4" fmla="*/ 6160 w 6333"/>
              <a:gd name="connsiteY4" fmla="*/ 0 h 4147"/>
              <a:gd name="connsiteX5" fmla="*/ 6333 w 6333"/>
              <a:gd name="connsiteY5" fmla="*/ 4147 h 4147"/>
              <a:gd name="connsiteX6" fmla="*/ 0 w 6333"/>
              <a:gd name="connsiteY6" fmla="*/ 2920 h 4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4" h="2912">
                <a:moveTo>
                  <a:pt x="6074" y="0"/>
                </a:moveTo>
                <a:lnTo>
                  <a:pt x="6074" y="2912"/>
                </a:lnTo>
                <a:lnTo>
                  <a:pt x="5" y="2912"/>
                </a:lnTo>
                <a:lnTo>
                  <a:pt x="0" y="2911"/>
                </a:lnTo>
                <a:cubicBezTo>
                  <a:pt x="107" y="2257"/>
                  <a:pt x="461" y="1324"/>
                  <a:pt x="1240" y="764"/>
                </a:cubicBezTo>
                <a:cubicBezTo>
                  <a:pt x="2019" y="204"/>
                  <a:pt x="2599" y="271"/>
                  <a:pt x="3253" y="231"/>
                </a:cubicBezTo>
                <a:cubicBezTo>
                  <a:pt x="3907" y="191"/>
                  <a:pt x="4627" y="590"/>
                  <a:pt x="5147" y="497"/>
                </a:cubicBezTo>
                <a:cubicBezTo>
                  <a:pt x="5618" y="413"/>
                  <a:pt x="5782" y="66"/>
                  <a:pt x="6067" y="1"/>
                </a:cubicBezTo>
                <a:lnTo>
                  <a:pt x="6074" y="0"/>
                </a:lnTo>
                <a:close/>
              </a:path>
            </a:pathLst>
          </a:custGeom>
          <a:solidFill>
            <a:srgbClr val="EFD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4" name="任意多边形 3"/>
          <p:cNvSpPr/>
          <p:nvPr>
            <p:custDataLst>
              <p:tags r:id="rId6"/>
            </p:custDataLst>
          </p:nvPr>
        </p:nvSpPr>
        <p:spPr>
          <a:xfrm flipH="1" flipV="1">
            <a:off x="10652760" y="6007735"/>
            <a:ext cx="1670685" cy="850900"/>
          </a:xfrm>
          <a:custGeom>
            <a:avLst/>
            <a:gdLst>
              <a:gd name="connsiteX0" fmla="*/ 0 w 5143"/>
              <a:gd name="connsiteY0" fmla="*/ 0 h 4554"/>
              <a:gd name="connsiteX1" fmla="*/ 5143 w 5143"/>
              <a:gd name="connsiteY1" fmla="*/ 0 h 4554"/>
              <a:gd name="connsiteX2" fmla="*/ 5141 w 5143"/>
              <a:gd name="connsiteY2" fmla="*/ 11 h 4554"/>
              <a:gd name="connsiteX3" fmla="*/ 4681 w 5143"/>
              <a:gd name="connsiteY3" fmla="*/ 989 h 4554"/>
              <a:gd name="connsiteX4" fmla="*/ 3207 w 5143"/>
              <a:gd name="connsiteY4" fmla="*/ 1914 h 4554"/>
              <a:gd name="connsiteX5" fmla="*/ 2475 w 5143"/>
              <a:gd name="connsiteY5" fmla="*/ 4088 h 4554"/>
              <a:gd name="connsiteX6" fmla="*/ 922 w 5143"/>
              <a:gd name="connsiteY6" fmla="*/ 4545 h 4554"/>
              <a:gd name="connsiteX7" fmla="*/ 22 w 5143"/>
              <a:gd name="connsiteY7" fmla="*/ 4257 h 4554"/>
              <a:gd name="connsiteX8" fmla="*/ 0 w 5143"/>
              <a:gd name="connsiteY8" fmla="*/ 0 h 4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3" h="4554">
                <a:moveTo>
                  <a:pt x="0" y="0"/>
                </a:moveTo>
                <a:lnTo>
                  <a:pt x="5143" y="0"/>
                </a:lnTo>
                <a:lnTo>
                  <a:pt x="5141" y="11"/>
                </a:lnTo>
                <a:cubicBezTo>
                  <a:pt x="5110" y="197"/>
                  <a:pt x="5088" y="582"/>
                  <a:pt x="4681" y="989"/>
                </a:cubicBezTo>
                <a:cubicBezTo>
                  <a:pt x="4247" y="1423"/>
                  <a:pt x="3573" y="1617"/>
                  <a:pt x="3207" y="1914"/>
                </a:cubicBezTo>
                <a:cubicBezTo>
                  <a:pt x="2841" y="2211"/>
                  <a:pt x="2989" y="3585"/>
                  <a:pt x="2475" y="4088"/>
                </a:cubicBezTo>
                <a:cubicBezTo>
                  <a:pt x="1961" y="4591"/>
                  <a:pt x="1379" y="4567"/>
                  <a:pt x="922" y="4545"/>
                </a:cubicBezTo>
                <a:cubicBezTo>
                  <a:pt x="465" y="4523"/>
                  <a:pt x="375" y="4352"/>
                  <a:pt x="22" y="4257"/>
                </a:cubicBezTo>
                <a:lnTo>
                  <a:pt x="0" y="0"/>
                </a:lnTo>
                <a:close/>
              </a:path>
            </a:pathLst>
          </a:custGeom>
          <a:noFill/>
          <a:ln w="9525">
            <a:solidFill>
              <a:schemeClr val="bg1"/>
            </a:solidFill>
          </a:ln>
          <a:extLst>
            <a:ext uri="{909E8E84-426E-40DD-AFC4-6F175D3DCCD1}">
              <a14:hiddenFill xmlns:a14="http://schemas.microsoft.com/office/drawing/2010/main">
                <a:solidFill>
                  <a:schemeClr val="accent1">
                    <a:alpha val="46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8" name="椭圆 17"/>
          <p:cNvSpPr/>
          <p:nvPr/>
        </p:nvSpPr>
        <p:spPr>
          <a:xfrm>
            <a:off x="207645" y="5374005"/>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1" name="椭圆 20"/>
          <p:cNvSpPr/>
          <p:nvPr>
            <p:custDataLst>
              <p:tags r:id="rId7"/>
            </p:custDataLst>
          </p:nvPr>
        </p:nvSpPr>
        <p:spPr>
          <a:xfrm>
            <a:off x="0" y="5103495"/>
            <a:ext cx="474980" cy="454660"/>
          </a:xfrm>
          <a:prstGeom prst="ellipse">
            <a:avLst/>
          </a:prstGeom>
          <a:solidFill>
            <a:srgbClr val="EFAD3A"/>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4" name="椭圆 23"/>
          <p:cNvSpPr/>
          <p:nvPr>
            <p:custDataLst>
              <p:tags r:id="rId8"/>
            </p:custDataLst>
          </p:nvPr>
        </p:nvSpPr>
        <p:spPr>
          <a:xfrm>
            <a:off x="11031855" y="1426845"/>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pic>
        <p:nvPicPr>
          <p:cNvPr id="3" name="Picture 69"/>
          <p:cNvPicPr>
            <a:picLocks noChangeAspect="1"/>
          </p:cNvPicPr>
          <p:nvPr>
            <p:custDataLst>
              <p:tags r:id="rId9"/>
            </p:custDataLst>
          </p:nvPr>
        </p:nvPicPr>
        <p:blipFill>
          <a:blip r:embed="rId10">
            <a:extLst>
              <a:ext uri="{28A0092B-C50C-407E-A947-70E740481C1C}">
                <a14:useLocalDpi xmlns:a14="http://schemas.microsoft.com/office/drawing/2010/main" val="0"/>
              </a:ext>
            </a:extLst>
          </a:blip>
          <a:srcRect/>
          <a:stretch>
            <a:fillRect/>
          </a:stretch>
        </p:blipFill>
        <p:spPr>
          <a:xfrm rot="18760219">
            <a:off x="9686290" y="6017260"/>
            <a:ext cx="908050" cy="558165"/>
          </a:xfrm>
          <a:prstGeom prst="rect">
            <a:avLst/>
          </a:prstGeom>
        </p:spPr>
      </p:pic>
      <p:pic>
        <p:nvPicPr>
          <p:cNvPr id="16" name="Picture 68"/>
          <p:cNvPicPr>
            <a:picLocks noChangeAspect="1"/>
          </p:cNvPicPr>
          <p:nvPr>
            <p:custDataLst>
              <p:tags r:id="rId11"/>
            </p:custDataLst>
          </p:nvPr>
        </p:nvPicPr>
        <p:blipFill>
          <a:blip r:embed="rId12">
            <a:extLst>
              <a:ext uri="{28A0092B-C50C-407E-A947-70E740481C1C}">
                <a14:useLocalDpi xmlns:a14="http://schemas.microsoft.com/office/drawing/2010/main" val="0"/>
              </a:ext>
            </a:extLst>
          </a:blip>
          <a:srcRect r="45888" b="46718"/>
          <a:stretch>
            <a:fillRect/>
          </a:stretch>
        </p:blipFill>
        <p:spPr>
          <a:xfrm rot="5400000">
            <a:off x="30802" y="936143"/>
            <a:ext cx="758510" cy="820369"/>
          </a:xfrm>
          <a:prstGeom prst="rect">
            <a:avLst/>
          </a:prstGeom>
        </p:spPr>
      </p:pic>
      <p:pic>
        <p:nvPicPr>
          <p:cNvPr id="29" name="Picture 72"/>
          <p:cNvPicPr>
            <a:picLocks noChangeAspect="1"/>
          </p:cNvPicPr>
          <p:nvPr>
            <p:custDataLst>
              <p:tags r:id="rId13"/>
            </p:custDataLst>
          </p:nvPr>
        </p:nvPicPr>
        <p:blipFill>
          <a:blip r:embed="rId14">
            <a:extLst>
              <a:ext uri="{28A0092B-C50C-407E-A947-70E740481C1C}">
                <a14:useLocalDpi xmlns:a14="http://schemas.microsoft.com/office/drawing/2010/main" val="0"/>
              </a:ext>
            </a:extLst>
          </a:blip>
          <a:srcRect/>
          <a:stretch>
            <a:fillRect/>
          </a:stretch>
        </p:blipFill>
        <p:spPr>
          <a:xfrm rot="-1815464">
            <a:off x="-18415" y="5912485"/>
            <a:ext cx="771525" cy="294005"/>
          </a:xfrm>
          <a:prstGeom prst="rect">
            <a:avLst/>
          </a:prstGeom>
        </p:spPr>
      </p:pic>
      <p:pic>
        <p:nvPicPr>
          <p:cNvPr id="33" name="Picture 2"/>
          <p:cNvPicPr>
            <a:picLocks noChangeAspect="1"/>
          </p:cNvPicPr>
          <p:nvPr>
            <p:custDataLst>
              <p:tags r:id="rId15"/>
            </p:custDataLst>
          </p:nvPr>
        </p:nvPicPr>
        <p:blipFill>
          <a:blip r:embed="rId16"/>
          <a:srcRect/>
          <a:stretch>
            <a:fillRect/>
          </a:stretch>
        </p:blipFill>
        <p:spPr>
          <a:xfrm flipH="1">
            <a:off x="227330" y="45085"/>
            <a:ext cx="1595755" cy="1377950"/>
          </a:xfrm>
          <a:prstGeom prst="rect">
            <a:avLst/>
          </a:prstGeom>
        </p:spPr>
      </p:pic>
      <p:pic>
        <p:nvPicPr>
          <p:cNvPr id="34" name="Picture 72"/>
          <p:cNvPicPr>
            <a:picLocks noChangeAspect="1"/>
          </p:cNvPicPr>
          <p:nvPr>
            <p:custDataLst>
              <p:tags r:id="rId17"/>
            </p:custDataLst>
          </p:nvPr>
        </p:nvPicPr>
        <p:blipFill>
          <a:blip r:embed="rId14">
            <a:extLst>
              <a:ext uri="{28A0092B-C50C-407E-A947-70E740481C1C}">
                <a14:useLocalDpi xmlns:a14="http://schemas.microsoft.com/office/drawing/2010/main" val="0"/>
              </a:ext>
            </a:extLst>
          </a:blip>
          <a:srcRect/>
          <a:stretch>
            <a:fillRect/>
          </a:stretch>
        </p:blipFill>
        <p:spPr>
          <a:xfrm rot="5204533">
            <a:off x="1989583" y="302494"/>
            <a:ext cx="948074" cy="361623"/>
          </a:xfrm>
          <a:prstGeom prst="rect">
            <a:avLst/>
          </a:prstGeom>
        </p:spPr>
      </p:pic>
      <p:pic>
        <p:nvPicPr>
          <p:cNvPr id="14" name="Picture 5"/>
          <p:cNvPicPr>
            <a:picLocks noChangeAspect="1"/>
          </p:cNvPicPr>
          <p:nvPr>
            <p:custDataLst>
              <p:tags r:id="rId18"/>
            </p:custDataLst>
          </p:nvPr>
        </p:nvPicPr>
        <p:blipFill>
          <a:blip r:embed="rId19"/>
          <a:srcRect/>
          <a:stretch>
            <a:fillRect/>
          </a:stretch>
        </p:blipFill>
        <p:spPr>
          <a:xfrm>
            <a:off x="9484995" y="80645"/>
            <a:ext cx="331470" cy="359410"/>
          </a:xfrm>
          <a:prstGeom prst="rect">
            <a:avLst/>
          </a:prstGeom>
        </p:spPr>
      </p:pic>
      <p:sp>
        <p:nvSpPr>
          <p:cNvPr id="20" name="TextBox 20"/>
          <p:cNvSpPr txBox="1"/>
          <p:nvPr>
            <p:custDataLst>
              <p:tags r:id="rId20"/>
            </p:custDataLst>
          </p:nvPr>
        </p:nvSpPr>
        <p:spPr>
          <a:xfrm>
            <a:off x="9935210" y="142240"/>
            <a:ext cx="2092325" cy="379730"/>
          </a:xfrm>
          <a:prstGeom prst="rect">
            <a:avLst/>
          </a:prstGeom>
        </p:spPr>
        <p:txBody>
          <a:bodyPr lIns="0" tIns="0" rIns="0" bIns="0" rtlCol="0" anchor="t">
            <a:noAutofit/>
          </a:bodyPr>
          <a:p>
            <a:pPr indent="0" algn="ctr" fontAlgn="auto">
              <a:lnSpc>
                <a:spcPct val="100000"/>
              </a:lnSpc>
            </a:pPr>
            <a:r>
              <a:rPr lang="zh-CN" altLang="en-US" sz="2000">
                <a:solidFill>
                  <a:schemeClr val="tx1">
                    <a:lumMod val="65000"/>
                    <a:lumOff val="35000"/>
                  </a:schemeClr>
                </a:solidFill>
                <a:latin typeface="站酷快乐体2016修订版" panose="02010600030101010101" charset="-122"/>
                <a:ea typeface="站酷快乐体2016修订版" panose="02010600030101010101" charset="-122"/>
                <a:cs typeface="仓耳渔阳体 W04" panose="02020400000000000000" charset="-122"/>
              </a:rPr>
              <a:t>提高食品安全意识</a:t>
            </a:r>
            <a:endParaRPr lang="zh-CN" altLang="en-US" sz="2000">
              <a:solidFill>
                <a:schemeClr val="tx1">
                  <a:lumMod val="65000"/>
                  <a:lumOff val="35000"/>
                </a:schemeClr>
              </a:solidFill>
              <a:latin typeface="站酷快乐体2016修订版" panose="02010600030101010101" charset="-122"/>
              <a:ea typeface="站酷快乐体2016修订版" panose="02010600030101010101" charset="-122"/>
              <a:cs typeface="仓耳渔阳体 W04" panose="02020400000000000000" charset="-122"/>
            </a:endParaRPr>
          </a:p>
        </p:txBody>
      </p:sp>
      <p:sp>
        <p:nvSpPr>
          <p:cNvPr id="27" name="TextBox 15"/>
          <p:cNvSpPr txBox="1"/>
          <p:nvPr>
            <p:custDataLst>
              <p:tags r:id="rId21"/>
            </p:custDataLst>
          </p:nvPr>
        </p:nvSpPr>
        <p:spPr>
          <a:xfrm>
            <a:off x="4405630" y="694690"/>
            <a:ext cx="3380740" cy="984250"/>
          </a:xfrm>
          <a:prstGeom prst="rect">
            <a:avLst/>
          </a:prstGeom>
        </p:spPr>
        <p:txBody>
          <a:bodyPr wrap="square" lIns="0" tIns="0" rIns="0" bIns="0" rtlCol="0" anchor="t">
            <a:spAutoFit/>
          </a:bodyPr>
          <a:p>
            <a:pPr algn="ctr">
              <a:lnSpc>
                <a:spcPts val="7675"/>
              </a:lnSpc>
              <a:spcBef>
                <a:spcPct val="0"/>
              </a:spcBef>
            </a:pPr>
            <a:r>
              <a:rPr lang="zh-CN" altLang="en-US" sz="4000">
                <a:solidFill>
                  <a:srgbClr val="9B5836"/>
                </a:solidFill>
                <a:latin typeface="站酷快乐体2016修订版" panose="02010600030101010101" charset="-122"/>
                <a:ea typeface="站酷快乐体2016修订版" panose="02010600030101010101" charset="-122"/>
                <a:cs typeface="仓耳渔阳体 W04" panose="02020400000000000000" charset="-122"/>
              </a:rPr>
              <a:t>注意饮食卫生</a:t>
            </a:r>
            <a:endParaRPr lang="zh-CN" altLang="en-US" sz="4000">
              <a:solidFill>
                <a:srgbClr val="9B5836"/>
              </a:solidFill>
              <a:latin typeface="站酷快乐体2016修订版" panose="02010600030101010101" charset="-122"/>
              <a:ea typeface="站酷快乐体2016修订版" panose="02010600030101010101" charset="-122"/>
              <a:cs typeface="仓耳渔阳体 W04" panose="02020400000000000000" charset="-122"/>
            </a:endParaRPr>
          </a:p>
        </p:txBody>
      </p:sp>
      <p:pic>
        <p:nvPicPr>
          <p:cNvPr id="68" name="Picture 68"/>
          <p:cNvPicPr>
            <a:picLocks noChangeAspect="1"/>
          </p:cNvPicPr>
          <p:nvPr>
            <p:custDataLst>
              <p:tags r:id="rId22"/>
            </p:custDataLst>
          </p:nvPr>
        </p:nvPicPr>
        <p:blipFill>
          <a:blip r:embed="rId12">
            <a:extLst>
              <a:ext uri="{28A0092B-C50C-407E-A947-70E740481C1C}">
                <a14:useLocalDpi xmlns:a14="http://schemas.microsoft.com/office/drawing/2010/main" val="0"/>
              </a:ext>
            </a:extLst>
          </a:blip>
          <a:srcRect r="45888" b="46718"/>
          <a:stretch>
            <a:fillRect/>
          </a:stretch>
        </p:blipFill>
        <p:spPr>
          <a:xfrm rot="1080000">
            <a:off x="145737" y="6124728"/>
            <a:ext cx="758510" cy="820369"/>
          </a:xfrm>
          <a:prstGeom prst="rect">
            <a:avLst/>
          </a:prstGeom>
        </p:spPr>
      </p:pic>
      <p:grpSp>
        <p:nvGrpSpPr>
          <p:cNvPr id="49" name="组合 48"/>
          <p:cNvGrpSpPr/>
          <p:nvPr/>
        </p:nvGrpSpPr>
        <p:grpSpPr>
          <a:xfrm>
            <a:off x="2428558" y="2252345"/>
            <a:ext cx="7335520" cy="3135630"/>
            <a:chOff x="3973" y="3036"/>
            <a:chExt cx="11552" cy="4938"/>
          </a:xfrm>
        </p:grpSpPr>
        <p:grpSp>
          <p:nvGrpSpPr>
            <p:cNvPr id="5" name="组合 4"/>
            <p:cNvGrpSpPr/>
            <p:nvPr/>
          </p:nvGrpSpPr>
          <p:grpSpPr>
            <a:xfrm rot="0">
              <a:off x="3973" y="4982"/>
              <a:ext cx="4187" cy="1024"/>
              <a:chOff x="3090" y="2960"/>
              <a:chExt cx="4187" cy="1024"/>
            </a:xfrm>
          </p:grpSpPr>
          <p:sp>
            <p:nvSpPr>
              <p:cNvPr id="11" name="圆角矩形 10"/>
              <p:cNvSpPr/>
              <p:nvPr>
                <p:custDataLst>
                  <p:tags r:id="rId23"/>
                </p:custDataLst>
              </p:nvPr>
            </p:nvSpPr>
            <p:spPr>
              <a:xfrm>
                <a:off x="3090" y="2960"/>
                <a:ext cx="4187" cy="1024"/>
              </a:xfrm>
              <a:prstGeom prst="roundRect">
                <a:avLst>
                  <a:gd name="adj" fmla="val 37864"/>
                </a:avLst>
              </a:prstGeom>
              <a:solidFill>
                <a:srgbClr val="EFA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 name="TextBox 16"/>
              <p:cNvSpPr txBox="1"/>
              <p:nvPr>
                <p:custDataLst>
                  <p:tags r:id="rId24"/>
                </p:custDataLst>
              </p:nvPr>
            </p:nvSpPr>
            <p:spPr>
              <a:xfrm>
                <a:off x="3392" y="3102"/>
                <a:ext cx="3599" cy="654"/>
              </a:xfrm>
              <a:prstGeom prst="rect">
                <a:avLst/>
              </a:prstGeom>
            </p:spPr>
            <p:txBody>
              <a:bodyPr wrap="square" lIns="0" tIns="0" rIns="0" bIns="0" rtlCol="0" anchor="t">
                <a:spAutoFit/>
              </a:bodyPr>
              <a:p>
                <a:pPr indent="0" algn="ctr" fontAlgn="auto">
                  <a:lnSpc>
                    <a:spcPct val="150000"/>
                  </a:lnSpc>
                </a:pPr>
                <a:r>
                  <a:rPr lang="zh-CN" altLang="en-US" spc="156">
                    <a:solidFill>
                      <a:schemeClr val="bg1"/>
                    </a:solidFill>
                    <a:latin typeface="仓耳渔阳体 W04" panose="02020400000000000000" charset="-122"/>
                    <a:ea typeface="仓耳渔阳体 W04" panose="02020400000000000000" charset="-122"/>
                    <a:cs typeface="仓耳渔阳体 W04" panose="02020400000000000000" charset="-122"/>
                  </a:rPr>
                  <a:t>不随便吃野菜野果</a:t>
                </a:r>
                <a:endParaRPr lang="zh-CN" altLang="en-US" spc="156">
                  <a:solidFill>
                    <a:schemeClr val="bg1"/>
                  </a:solidFill>
                  <a:latin typeface="仓耳渔阳体 W04" panose="02020400000000000000" charset="-122"/>
                  <a:ea typeface="仓耳渔阳体 W04" panose="02020400000000000000" charset="-122"/>
                  <a:cs typeface="仓耳渔阳体 W04" panose="02020400000000000000" charset="-122"/>
                </a:endParaRPr>
              </a:p>
            </p:txBody>
          </p:sp>
        </p:grpSp>
        <p:grpSp>
          <p:nvGrpSpPr>
            <p:cNvPr id="6" name="组合 5"/>
            <p:cNvGrpSpPr/>
            <p:nvPr/>
          </p:nvGrpSpPr>
          <p:grpSpPr>
            <a:xfrm rot="0">
              <a:off x="3973" y="3036"/>
              <a:ext cx="4187" cy="1024"/>
              <a:chOff x="3090" y="3356"/>
              <a:chExt cx="4187" cy="1024"/>
            </a:xfrm>
          </p:grpSpPr>
          <p:sp>
            <p:nvSpPr>
              <p:cNvPr id="7" name="圆角矩形 6"/>
              <p:cNvSpPr/>
              <p:nvPr>
                <p:custDataLst>
                  <p:tags r:id="rId25"/>
                </p:custDataLst>
              </p:nvPr>
            </p:nvSpPr>
            <p:spPr>
              <a:xfrm>
                <a:off x="3090" y="3356"/>
                <a:ext cx="4187" cy="1024"/>
              </a:xfrm>
              <a:prstGeom prst="roundRect">
                <a:avLst>
                  <a:gd name="adj" fmla="val 37864"/>
                </a:avLst>
              </a:prstGeom>
              <a:solidFill>
                <a:srgbClr val="EFA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8" name="TextBox 16"/>
              <p:cNvSpPr txBox="1"/>
              <p:nvPr>
                <p:custDataLst>
                  <p:tags r:id="rId26"/>
                </p:custDataLst>
              </p:nvPr>
            </p:nvSpPr>
            <p:spPr>
              <a:xfrm>
                <a:off x="3392" y="3498"/>
                <a:ext cx="3599" cy="654"/>
              </a:xfrm>
              <a:prstGeom prst="rect">
                <a:avLst/>
              </a:prstGeom>
            </p:spPr>
            <p:txBody>
              <a:bodyPr wrap="square" lIns="0" tIns="0" rIns="0" bIns="0" rtlCol="0" anchor="t">
                <a:spAutoFit/>
              </a:bodyPr>
              <a:p>
                <a:pPr indent="0" algn="ctr" fontAlgn="auto">
                  <a:lnSpc>
                    <a:spcPct val="150000"/>
                  </a:lnSpc>
                </a:pPr>
                <a:r>
                  <a:rPr lang="zh-CN" altLang="en-US" spc="156">
                    <a:solidFill>
                      <a:schemeClr val="bg1"/>
                    </a:solidFill>
                    <a:latin typeface="仓耳渔阳体 W04" panose="02020400000000000000" charset="-122"/>
                    <a:ea typeface="仓耳渔阳体 W04" panose="02020400000000000000" charset="-122"/>
                    <a:cs typeface="仓耳渔阳体 W04" panose="02020400000000000000" charset="-122"/>
                  </a:rPr>
                  <a:t>吃东西前需要洗手</a:t>
                </a:r>
                <a:endParaRPr lang="zh-CN" altLang="en-US" spc="156">
                  <a:solidFill>
                    <a:schemeClr val="bg1"/>
                  </a:solidFill>
                  <a:latin typeface="仓耳渔阳体 W04" panose="02020400000000000000" charset="-122"/>
                  <a:ea typeface="仓耳渔阳体 W04" panose="02020400000000000000" charset="-122"/>
                  <a:cs typeface="仓耳渔阳体 W04" panose="02020400000000000000" charset="-122"/>
                </a:endParaRPr>
              </a:p>
            </p:txBody>
          </p:sp>
        </p:grpSp>
        <p:grpSp>
          <p:nvGrpSpPr>
            <p:cNvPr id="9" name="组合 8"/>
            <p:cNvGrpSpPr/>
            <p:nvPr/>
          </p:nvGrpSpPr>
          <p:grpSpPr>
            <a:xfrm rot="0">
              <a:off x="3973" y="6950"/>
              <a:ext cx="4187" cy="1024"/>
              <a:chOff x="3090" y="2586"/>
              <a:chExt cx="4187" cy="1024"/>
            </a:xfrm>
          </p:grpSpPr>
          <p:sp>
            <p:nvSpPr>
              <p:cNvPr id="10" name="圆角矩形 9"/>
              <p:cNvSpPr/>
              <p:nvPr>
                <p:custDataLst>
                  <p:tags r:id="rId27"/>
                </p:custDataLst>
              </p:nvPr>
            </p:nvSpPr>
            <p:spPr>
              <a:xfrm>
                <a:off x="3090" y="2586"/>
                <a:ext cx="4187" cy="1024"/>
              </a:xfrm>
              <a:prstGeom prst="roundRect">
                <a:avLst>
                  <a:gd name="adj" fmla="val 37864"/>
                </a:avLst>
              </a:prstGeom>
              <a:solidFill>
                <a:srgbClr val="EFA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13" name="TextBox 16"/>
              <p:cNvSpPr txBox="1"/>
              <p:nvPr>
                <p:custDataLst>
                  <p:tags r:id="rId28"/>
                </p:custDataLst>
              </p:nvPr>
            </p:nvSpPr>
            <p:spPr>
              <a:xfrm>
                <a:off x="3392" y="2728"/>
                <a:ext cx="3599" cy="654"/>
              </a:xfrm>
              <a:prstGeom prst="rect">
                <a:avLst/>
              </a:prstGeom>
            </p:spPr>
            <p:txBody>
              <a:bodyPr wrap="square" lIns="0" tIns="0" rIns="0" bIns="0" rtlCol="0" anchor="t">
                <a:spAutoFit/>
              </a:bodyPr>
              <a:p>
                <a:pPr indent="0" algn="ctr" fontAlgn="auto">
                  <a:lnSpc>
                    <a:spcPct val="150000"/>
                  </a:lnSpc>
                </a:pPr>
                <a:r>
                  <a:rPr lang="zh-CN" altLang="en-US" spc="156">
                    <a:solidFill>
                      <a:schemeClr val="bg1"/>
                    </a:solidFill>
                    <a:latin typeface="仓耳渔阳体 W04" panose="02020400000000000000" charset="-122"/>
                    <a:ea typeface="仓耳渔阳体 W04" panose="02020400000000000000" charset="-122"/>
                    <a:cs typeface="仓耳渔阳体 W04" panose="02020400000000000000" charset="-122"/>
                  </a:rPr>
                  <a:t>不食劣质食品饮料</a:t>
                </a:r>
                <a:endParaRPr lang="zh-CN" altLang="en-US" spc="156">
                  <a:solidFill>
                    <a:schemeClr val="bg1"/>
                  </a:solidFill>
                  <a:latin typeface="仓耳渔阳体 W04" panose="02020400000000000000" charset="-122"/>
                  <a:ea typeface="仓耳渔阳体 W04" panose="02020400000000000000" charset="-122"/>
                  <a:cs typeface="仓耳渔阳体 W04" panose="02020400000000000000" charset="-122"/>
                </a:endParaRPr>
              </a:p>
            </p:txBody>
          </p:sp>
        </p:grpSp>
        <p:grpSp>
          <p:nvGrpSpPr>
            <p:cNvPr id="17" name="组合 16"/>
            <p:cNvGrpSpPr/>
            <p:nvPr/>
          </p:nvGrpSpPr>
          <p:grpSpPr>
            <a:xfrm rot="0">
              <a:off x="11338" y="3036"/>
              <a:ext cx="4187" cy="1024"/>
              <a:chOff x="3090" y="3356"/>
              <a:chExt cx="4187" cy="1024"/>
            </a:xfrm>
          </p:grpSpPr>
          <p:sp>
            <p:nvSpPr>
              <p:cNvPr id="23" name="圆角矩形 22"/>
              <p:cNvSpPr/>
              <p:nvPr>
                <p:custDataLst>
                  <p:tags r:id="rId29"/>
                </p:custDataLst>
              </p:nvPr>
            </p:nvSpPr>
            <p:spPr>
              <a:xfrm>
                <a:off x="3090" y="3356"/>
                <a:ext cx="4187" cy="1024"/>
              </a:xfrm>
              <a:prstGeom prst="roundRect">
                <a:avLst>
                  <a:gd name="adj" fmla="val 37864"/>
                </a:avLst>
              </a:prstGeom>
              <a:solidFill>
                <a:srgbClr val="EFA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6" name="TextBox 16"/>
              <p:cNvSpPr txBox="1"/>
              <p:nvPr>
                <p:custDataLst>
                  <p:tags r:id="rId30"/>
                </p:custDataLst>
              </p:nvPr>
            </p:nvSpPr>
            <p:spPr>
              <a:xfrm>
                <a:off x="3392" y="3498"/>
                <a:ext cx="3599" cy="654"/>
              </a:xfrm>
              <a:prstGeom prst="rect">
                <a:avLst/>
              </a:prstGeom>
            </p:spPr>
            <p:txBody>
              <a:bodyPr wrap="square" lIns="0" tIns="0" rIns="0" bIns="0" rtlCol="0" anchor="t">
                <a:spAutoFit/>
              </a:bodyPr>
              <a:p>
                <a:pPr indent="0" algn="ctr" fontAlgn="auto">
                  <a:lnSpc>
                    <a:spcPct val="150000"/>
                  </a:lnSpc>
                </a:pPr>
                <a:r>
                  <a:rPr lang="zh-CN" altLang="en-US" spc="156">
                    <a:solidFill>
                      <a:schemeClr val="bg1"/>
                    </a:solidFill>
                    <a:latin typeface="仓耳渔阳体 W04" panose="02020400000000000000" charset="-122"/>
                    <a:ea typeface="仓耳渔阳体 W04" panose="02020400000000000000" charset="-122"/>
                    <a:cs typeface="仓耳渔阳体 W04" panose="02020400000000000000" charset="-122"/>
                  </a:rPr>
                  <a:t>生吃瓜果需要洗净</a:t>
                </a:r>
                <a:endParaRPr lang="zh-CN" altLang="en-US" spc="156">
                  <a:solidFill>
                    <a:schemeClr val="bg1"/>
                  </a:solidFill>
                  <a:latin typeface="仓耳渔阳体 W04" panose="02020400000000000000" charset="-122"/>
                  <a:ea typeface="仓耳渔阳体 W04" panose="02020400000000000000" charset="-122"/>
                  <a:cs typeface="仓耳渔阳体 W04" panose="02020400000000000000" charset="-122"/>
                </a:endParaRPr>
              </a:p>
            </p:txBody>
          </p:sp>
        </p:grpSp>
        <p:grpSp>
          <p:nvGrpSpPr>
            <p:cNvPr id="28" name="组合 27"/>
            <p:cNvGrpSpPr/>
            <p:nvPr/>
          </p:nvGrpSpPr>
          <p:grpSpPr>
            <a:xfrm rot="0">
              <a:off x="11338" y="4982"/>
              <a:ext cx="4187" cy="1024"/>
              <a:chOff x="3090" y="2960"/>
              <a:chExt cx="4187" cy="1024"/>
            </a:xfrm>
          </p:grpSpPr>
          <p:sp>
            <p:nvSpPr>
              <p:cNvPr id="30" name="圆角矩形 29"/>
              <p:cNvSpPr/>
              <p:nvPr>
                <p:custDataLst>
                  <p:tags r:id="rId31"/>
                </p:custDataLst>
              </p:nvPr>
            </p:nvSpPr>
            <p:spPr>
              <a:xfrm>
                <a:off x="3090" y="2960"/>
                <a:ext cx="4187" cy="1024"/>
              </a:xfrm>
              <a:prstGeom prst="roundRect">
                <a:avLst>
                  <a:gd name="adj" fmla="val 37864"/>
                </a:avLst>
              </a:prstGeom>
              <a:solidFill>
                <a:srgbClr val="EFA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31" name="TextBox 16"/>
              <p:cNvSpPr txBox="1"/>
              <p:nvPr>
                <p:custDataLst>
                  <p:tags r:id="rId32"/>
                </p:custDataLst>
              </p:nvPr>
            </p:nvSpPr>
            <p:spPr>
              <a:xfrm>
                <a:off x="3392" y="3102"/>
                <a:ext cx="3599" cy="654"/>
              </a:xfrm>
              <a:prstGeom prst="rect">
                <a:avLst/>
              </a:prstGeom>
            </p:spPr>
            <p:txBody>
              <a:bodyPr wrap="square" lIns="0" tIns="0" rIns="0" bIns="0" rtlCol="0" anchor="t">
                <a:spAutoFit/>
              </a:bodyPr>
              <a:p>
                <a:pPr indent="0" algn="ctr" fontAlgn="auto">
                  <a:lnSpc>
                    <a:spcPct val="150000"/>
                  </a:lnSpc>
                </a:pPr>
                <a:r>
                  <a:rPr lang="zh-CN" altLang="en-US" spc="156">
                    <a:solidFill>
                      <a:schemeClr val="bg1"/>
                    </a:solidFill>
                    <a:latin typeface="仓耳渔阳体 W04" panose="02020400000000000000" charset="-122"/>
                    <a:ea typeface="仓耳渔阳体 W04" panose="02020400000000000000" charset="-122"/>
                    <a:cs typeface="仓耳渔阳体 W04" panose="02020400000000000000" charset="-122"/>
                  </a:rPr>
                  <a:t>不吃腐烂变质食物</a:t>
                </a:r>
                <a:endParaRPr lang="zh-CN" altLang="en-US" spc="156">
                  <a:solidFill>
                    <a:schemeClr val="bg1"/>
                  </a:solidFill>
                  <a:latin typeface="仓耳渔阳体 W04" panose="02020400000000000000" charset="-122"/>
                  <a:ea typeface="仓耳渔阳体 W04" panose="02020400000000000000" charset="-122"/>
                  <a:cs typeface="仓耳渔阳体 W04" panose="02020400000000000000" charset="-122"/>
                </a:endParaRPr>
              </a:p>
            </p:txBody>
          </p:sp>
        </p:grpSp>
        <p:grpSp>
          <p:nvGrpSpPr>
            <p:cNvPr id="32" name="组合 31"/>
            <p:cNvGrpSpPr/>
            <p:nvPr/>
          </p:nvGrpSpPr>
          <p:grpSpPr>
            <a:xfrm rot="0">
              <a:off x="11338" y="6950"/>
              <a:ext cx="4187" cy="1024"/>
              <a:chOff x="3090" y="2586"/>
              <a:chExt cx="4187" cy="1024"/>
            </a:xfrm>
          </p:grpSpPr>
          <p:sp>
            <p:nvSpPr>
              <p:cNvPr id="35" name="圆角矩形 34"/>
              <p:cNvSpPr/>
              <p:nvPr>
                <p:custDataLst>
                  <p:tags r:id="rId33"/>
                </p:custDataLst>
              </p:nvPr>
            </p:nvSpPr>
            <p:spPr>
              <a:xfrm>
                <a:off x="3090" y="2586"/>
                <a:ext cx="4187" cy="1024"/>
              </a:xfrm>
              <a:prstGeom prst="roundRect">
                <a:avLst>
                  <a:gd name="adj" fmla="val 37864"/>
                </a:avLst>
              </a:prstGeom>
              <a:solidFill>
                <a:srgbClr val="EFA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36" name="TextBox 16"/>
              <p:cNvSpPr txBox="1"/>
              <p:nvPr>
                <p:custDataLst>
                  <p:tags r:id="rId34"/>
                </p:custDataLst>
              </p:nvPr>
            </p:nvSpPr>
            <p:spPr>
              <a:xfrm>
                <a:off x="3392" y="2728"/>
                <a:ext cx="3599" cy="654"/>
              </a:xfrm>
              <a:prstGeom prst="rect">
                <a:avLst/>
              </a:prstGeom>
            </p:spPr>
            <p:txBody>
              <a:bodyPr wrap="square" lIns="0" tIns="0" rIns="0" bIns="0" rtlCol="0" anchor="t">
                <a:spAutoFit/>
              </a:bodyPr>
              <a:p>
                <a:pPr indent="0" algn="ctr" fontAlgn="auto">
                  <a:lnSpc>
                    <a:spcPct val="150000"/>
                  </a:lnSpc>
                </a:pPr>
                <a:r>
                  <a:rPr lang="zh-CN" altLang="en-US" spc="156">
                    <a:solidFill>
                      <a:schemeClr val="bg1"/>
                    </a:solidFill>
                    <a:latin typeface="仓耳渔阳体 W04" panose="02020400000000000000" charset="-122"/>
                    <a:ea typeface="仓耳渔阳体 W04" panose="02020400000000000000" charset="-122"/>
                    <a:cs typeface="仓耳渔阳体 W04" panose="02020400000000000000" charset="-122"/>
                  </a:rPr>
                  <a:t>不喝未经加热生水</a:t>
                </a:r>
                <a:endParaRPr lang="zh-CN" altLang="en-US" spc="156">
                  <a:solidFill>
                    <a:schemeClr val="bg1"/>
                  </a:solidFill>
                  <a:latin typeface="仓耳渔阳体 W04" panose="02020400000000000000" charset="-122"/>
                  <a:ea typeface="仓耳渔阳体 W04" panose="02020400000000000000" charset="-122"/>
                  <a:cs typeface="仓耳渔阳体 W04" panose="02020400000000000000" charset="-122"/>
                </a:endParaRPr>
              </a:p>
            </p:txBody>
          </p:sp>
        </p:grpSp>
      </p:grpSp>
      <p:pic>
        <p:nvPicPr>
          <p:cNvPr id="50" name="Picture 71"/>
          <p:cNvPicPr>
            <a:picLocks noChangeAspect="1"/>
          </p:cNvPicPr>
          <p:nvPr>
            <p:custDataLst>
              <p:tags r:id="rId35"/>
            </p:custDataLst>
          </p:nvPr>
        </p:nvPicPr>
        <p:blipFill>
          <a:blip r:embed="rId36">
            <a:extLst>
              <a:ext uri="{28A0092B-C50C-407E-A947-70E740481C1C}">
                <a14:useLocalDpi xmlns:a14="http://schemas.microsoft.com/office/drawing/2010/main" val="0"/>
              </a:ext>
            </a:extLst>
          </a:blip>
          <a:srcRect/>
          <a:stretch>
            <a:fillRect/>
          </a:stretch>
        </p:blipFill>
        <p:spPr>
          <a:xfrm rot="-1286584">
            <a:off x="1735398" y="6408197"/>
            <a:ext cx="883857" cy="450991"/>
          </a:xfrm>
          <a:prstGeom prst="rect">
            <a:avLst/>
          </a:prstGeom>
        </p:spPr>
      </p:pic>
      <p:pic>
        <p:nvPicPr>
          <p:cNvPr id="52" name="Picture 69"/>
          <p:cNvPicPr>
            <a:picLocks noChangeAspect="1"/>
          </p:cNvPicPr>
          <p:nvPr>
            <p:custDataLst>
              <p:tags r:id="rId37"/>
            </p:custDataLst>
          </p:nvPr>
        </p:nvPicPr>
        <p:blipFill>
          <a:blip r:embed="rId10">
            <a:extLst>
              <a:ext uri="{28A0092B-C50C-407E-A947-70E740481C1C}">
                <a14:useLocalDpi xmlns:a14="http://schemas.microsoft.com/office/drawing/2010/main" val="0"/>
              </a:ext>
            </a:extLst>
          </a:blip>
          <a:srcRect/>
          <a:stretch>
            <a:fillRect/>
          </a:stretch>
        </p:blipFill>
        <p:spPr>
          <a:xfrm rot="18760219">
            <a:off x="1882140" y="1913890"/>
            <a:ext cx="908050" cy="558165"/>
          </a:xfrm>
          <a:prstGeom prst="rect">
            <a:avLst/>
          </a:prstGeom>
        </p:spPr>
      </p:pic>
      <p:pic>
        <p:nvPicPr>
          <p:cNvPr id="53" name="Picture 69"/>
          <p:cNvPicPr>
            <a:picLocks noChangeAspect="1"/>
          </p:cNvPicPr>
          <p:nvPr>
            <p:custDataLst>
              <p:tags r:id="rId38"/>
            </p:custDataLst>
          </p:nvPr>
        </p:nvPicPr>
        <p:blipFill>
          <a:blip r:embed="rId10">
            <a:extLst>
              <a:ext uri="{28A0092B-C50C-407E-A947-70E740481C1C}">
                <a14:useLocalDpi xmlns:a14="http://schemas.microsoft.com/office/drawing/2010/main" val="0"/>
              </a:ext>
            </a:extLst>
          </a:blip>
          <a:srcRect/>
          <a:stretch>
            <a:fillRect/>
          </a:stretch>
        </p:blipFill>
        <p:spPr>
          <a:xfrm rot="18760219">
            <a:off x="6486525" y="1965325"/>
            <a:ext cx="908050" cy="558165"/>
          </a:xfrm>
          <a:prstGeom prst="rect">
            <a:avLst/>
          </a:prstGeom>
        </p:spPr>
      </p:pic>
      <p:pic>
        <p:nvPicPr>
          <p:cNvPr id="54" name="Picture 69"/>
          <p:cNvPicPr>
            <a:picLocks noChangeAspect="1"/>
          </p:cNvPicPr>
          <p:nvPr>
            <p:custDataLst>
              <p:tags r:id="rId39"/>
            </p:custDataLst>
          </p:nvPr>
        </p:nvPicPr>
        <p:blipFill>
          <a:blip r:embed="rId10">
            <a:extLst>
              <a:ext uri="{28A0092B-C50C-407E-A947-70E740481C1C}">
                <a14:useLocalDpi xmlns:a14="http://schemas.microsoft.com/office/drawing/2010/main" val="0"/>
              </a:ext>
            </a:extLst>
          </a:blip>
          <a:srcRect/>
          <a:stretch>
            <a:fillRect/>
          </a:stretch>
        </p:blipFill>
        <p:spPr>
          <a:xfrm rot="18760219">
            <a:off x="1837055" y="3119755"/>
            <a:ext cx="908050" cy="558165"/>
          </a:xfrm>
          <a:prstGeom prst="rect">
            <a:avLst/>
          </a:prstGeom>
        </p:spPr>
      </p:pic>
      <p:pic>
        <p:nvPicPr>
          <p:cNvPr id="55" name="Picture 69"/>
          <p:cNvPicPr>
            <a:picLocks noChangeAspect="1"/>
          </p:cNvPicPr>
          <p:nvPr>
            <p:custDataLst>
              <p:tags r:id="rId40"/>
            </p:custDataLst>
          </p:nvPr>
        </p:nvPicPr>
        <p:blipFill>
          <a:blip r:embed="rId10">
            <a:extLst>
              <a:ext uri="{28A0092B-C50C-407E-A947-70E740481C1C}">
                <a14:useLocalDpi xmlns:a14="http://schemas.microsoft.com/office/drawing/2010/main" val="0"/>
              </a:ext>
            </a:extLst>
          </a:blip>
          <a:srcRect/>
          <a:stretch>
            <a:fillRect/>
          </a:stretch>
        </p:blipFill>
        <p:spPr>
          <a:xfrm rot="18760219">
            <a:off x="6486525" y="3246755"/>
            <a:ext cx="908050" cy="558165"/>
          </a:xfrm>
          <a:prstGeom prst="rect">
            <a:avLst/>
          </a:prstGeom>
        </p:spPr>
      </p:pic>
      <p:pic>
        <p:nvPicPr>
          <p:cNvPr id="56" name="Picture 69"/>
          <p:cNvPicPr>
            <a:picLocks noChangeAspect="1"/>
          </p:cNvPicPr>
          <p:nvPr>
            <p:custDataLst>
              <p:tags r:id="rId41"/>
            </p:custDataLst>
          </p:nvPr>
        </p:nvPicPr>
        <p:blipFill>
          <a:blip r:embed="rId10">
            <a:extLst>
              <a:ext uri="{28A0092B-C50C-407E-A947-70E740481C1C}">
                <a14:useLocalDpi xmlns:a14="http://schemas.microsoft.com/office/drawing/2010/main" val="0"/>
              </a:ext>
            </a:extLst>
          </a:blip>
          <a:srcRect/>
          <a:stretch>
            <a:fillRect/>
          </a:stretch>
        </p:blipFill>
        <p:spPr>
          <a:xfrm rot="18760219">
            <a:off x="6486525" y="4392930"/>
            <a:ext cx="908050" cy="558165"/>
          </a:xfrm>
          <a:prstGeom prst="rect">
            <a:avLst/>
          </a:prstGeom>
        </p:spPr>
      </p:pic>
      <p:pic>
        <p:nvPicPr>
          <p:cNvPr id="57" name="Picture 69"/>
          <p:cNvPicPr>
            <a:picLocks noChangeAspect="1"/>
          </p:cNvPicPr>
          <p:nvPr>
            <p:custDataLst>
              <p:tags r:id="rId42"/>
            </p:custDataLst>
          </p:nvPr>
        </p:nvPicPr>
        <p:blipFill>
          <a:blip r:embed="rId10">
            <a:extLst>
              <a:ext uri="{28A0092B-C50C-407E-A947-70E740481C1C}">
                <a14:useLocalDpi xmlns:a14="http://schemas.microsoft.com/office/drawing/2010/main" val="0"/>
              </a:ext>
            </a:extLst>
          </a:blip>
          <a:srcRect/>
          <a:stretch>
            <a:fillRect/>
          </a:stretch>
        </p:blipFill>
        <p:spPr>
          <a:xfrm rot="18760219">
            <a:off x="1837055" y="4368800"/>
            <a:ext cx="908050" cy="558165"/>
          </a:xfrm>
          <a:prstGeom prst="rect">
            <a:avLst/>
          </a:prstGeom>
        </p:spPr>
      </p:pic>
    </p:spTree>
    <p:custDataLst>
      <p:tags r:id="rId4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1EB"/>
        </a:solidFill>
        <a:effectLst/>
      </p:bgPr>
    </p:bg>
    <p:spTree>
      <p:nvGrpSpPr>
        <p:cNvPr id="1" name=""/>
        <p:cNvGrpSpPr/>
        <p:nvPr/>
      </p:nvGrpSpPr>
      <p:grpSpPr/>
      <p:sp>
        <p:nvSpPr>
          <p:cNvPr id="12" name="任意多边形 11"/>
          <p:cNvSpPr/>
          <p:nvPr>
            <p:custDataLst>
              <p:tags r:id="rId1"/>
            </p:custDataLst>
          </p:nvPr>
        </p:nvSpPr>
        <p:spPr>
          <a:xfrm flipH="1">
            <a:off x="0" y="-13970"/>
            <a:ext cx="2139950" cy="1375410"/>
          </a:xfrm>
          <a:custGeom>
            <a:avLst/>
            <a:gdLst>
              <a:gd name="connsiteX0" fmla="*/ 16 w 5020"/>
              <a:gd name="connsiteY0" fmla="*/ 206 h 3666"/>
              <a:gd name="connsiteX1" fmla="*/ 39 w 5020"/>
              <a:gd name="connsiteY1" fmla="*/ 684 h 3666"/>
              <a:gd name="connsiteX2" fmla="*/ 404 w 5020"/>
              <a:gd name="connsiteY2" fmla="*/ 1139 h 3666"/>
              <a:gd name="connsiteX3" fmla="*/ 231 w 5020"/>
              <a:gd name="connsiteY3" fmla="*/ 2544 h 3666"/>
              <a:gd name="connsiteX4" fmla="*/ 847 w 5020"/>
              <a:gd name="connsiteY4" fmla="*/ 3138 h 3666"/>
              <a:gd name="connsiteX5" fmla="*/ 2038 w 5020"/>
              <a:gd name="connsiteY5" fmla="*/ 3345 h 3666"/>
              <a:gd name="connsiteX6" fmla="*/ 3523 w 5020"/>
              <a:gd name="connsiteY6" fmla="*/ 3665 h 3666"/>
              <a:gd name="connsiteX7" fmla="*/ 4791 w 5020"/>
              <a:gd name="connsiteY7" fmla="*/ 3276 h 3666"/>
              <a:gd name="connsiteX8" fmla="*/ 4928 w 5020"/>
              <a:gd name="connsiteY8" fmla="*/ 0 h 3666"/>
              <a:gd name="connsiteX9" fmla="*/ 16 w 5020"/>
              <a:gd name="connsiteY9" fmla="*/ 206 h 3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30" h="3460">
                <a:moveTo>
                  <a:pt x="16" y="0"/>
                </a:moveTo>
                <a:lnTo>
                  <a:pt x="4730" y="0"/>
                </a:lnTo>
                <a:lnTo>
                  <a:pt x="4730" y="3100"/>
                </a:lnTo>
                <a:lnTo>
                  <a:pt x="4707" y="3112"/>
                </a:lnTo>
                <a:cubicBezTo>
                  <a:pt x="4294" y="3323"/>
                  <a:pt x="3957" y="3436"/>
                  <a:pt x="3523" y="3458"/>
                </a:cubicBezTo>
                <a:cubicBezTo>
                  <a:pt x="3060" y="3482"/>
                  <a:pt x="2320" y="3251"/>
                  <a:pt x="2038" y="3138"/>
                </a:cubicBezTo>
                <a:cubicBezTo>
                  <a:pt x="1756" y="3025"/>
                  <a:pt x="1167" y="3000"/>
                  <a:pt x="847" y="2931"/>
                </a:cubicBezTo>
                <a:cubicBezTo>
                  <a:pt x="527" y="2862"/>
                  <a:pt x="288" y="2634"/>
                  <a:pt x="231" y="2337"/>
                </a:cubicBezTo>
                <a:cubicBezTo>
                  <a:pt x="174" y="2040"/>
                  <a:pt x="489" y="1240"/>
                  <a:pt x="404" y="932"/>
                </a:cubicBezTo>
                <a:cubicBezTo>
                  <a:pt x="319" y="624"/>
                  <a:pt x="108" y="650"/>
                  <a:pt x="39" y="477"/>
                </a:cubicBezTo>
                <a:cubicBezTo>
                  <a:pt x="-28" y="309"/>
                  <a:pt x="11" y="101"/>
                  <a:pt x="15" y="8"/>
                </a:cubicBezTo>
                <a:lnTo>
                  <a:pt x="16" y="0"/>
                </a:lnTo>
                <a:close/>
              </a:path>
            </a:pathLst>
          </a:custGeom>
          <a:solidFill>
            <a:srgbClr val="E9BE8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5" name="任意多边形 14"/>
          <p:cNvSpPr/>
          <p:nvPr>
            <p:custDataLst>
              <p:tags r:id="rId2"/>
            </p:custDataLst>
          </p:nvPr>
        </p:nvSpPr>
        <p:spPr>
          <a:xfrm flipH="1">
            <a:off x="-406400" y="-65405"/>
            <a:ext cx="2389505" cy="1477645"/>
          </a:xfrm>
          <a:custGeom>
            <a:avLst/>
            <a:gdLst>
              <a:gd name="connsiteX0" fmla="*/ 0 w 6373"/>
              <a:gd name="connsiteY0" fmla="*/ 226 h 3921"/>
              <a:gd name="connsiteX1" fmla="*/ 468 w 6373"/>
              <a:gd name="connsiteY1" fmla="*/ 797 h 3921"/>
              <a:gd name="connsiteX2" fmla="*/ 1748 w 6373"/>
              <a:gd name="connsiteY2" fmla="*/ 1122 h 3921"/>
              <a:gd name="connsiteX3" fmla="*/ 2193 w 6373"/>
              <a:gd name="connsiteY3" fmla="*/ 2161 h 3921"/>
              <a:gd name="connsiteX4" fmla="*/ 3175 w 6373"/>
              <a:gd name="connsiteY4" fmla="*/ 3315 h 3921"/>
              <a:gd name="connsiteX5" fmla="*/ 4980 w 6373"/>
              <a:gd name="connsiteY5" fmla="*/ 3909 h 3921"/>
              <a:gd name="connsiteX6" fmla="*/ 6294 w 6373"/>
              <a:gd name="connsiteY6" fmla="*/ 3687 h 3921"/>
              <a:gd name="connsiteX7" fmla="*/ 6373 w 6373"/>
              <a:gd name="connsiteY7" fmla="*/ 0 h 3921"/>
              <a:gd name="connsiteX8" fmla="*/ 0 w 6373"/>
              <a:gd name="connsiteY8" fmla="*/ 226 h 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74" h="3716">
                <a:moveTo>
                  <a:pt x="592" y="0"/>
                </a:moveTo>
                <a:lnTo>
                  <a:pt x="6202" y="0"/>
                </a:lnTo>
                <a:lnTo>
                  <a:pt x="6274" y="0"/>
                </a:lnTo>
                <a:lnTo>
                  <a:pt x="6274" y="3491"/>
                </a:lnTo>
                <a:lnTo>
                  <a:pt x="6257" y="3499"/>
                </a:lnTo>
                <a:cubicBezTo>
                  <a:pt x="5873" y="3675"/>
                  <a:pt x="5545" y="3748"/>
                  <a:pt x="4980" y="3704"/>
                </a:cubicBezTo>
                <a:cubicBezTo>
                  <a:pt x="4397" y="3659"/>
                  <a:pt x="3678" y="3419"/>
                  <a:pt x="3175" y="3110"/>
                </a:cubicBezTo>
                <a:cubicBezTo>
                  <a:pt x="2672" y="2801"/>
                  <a:pt x="2361" y="2326"/>
                  <a:pt x="2193" y="1956"/>
                </a:cubicBezTo>
                <a:cubicBezTo>
                  <a:pt x="2025" y="1586"/>
                  <a:pt x="1931" y="1082"/>
                  <a:pt x="1748" y="917"/>
                </a:cubicBezTo>
                <a:cubicBezTo>
                  <a:pt x="1565" y="752"/>
                  <a:pt x="813" y="754"/>
                  <a:pt x="468" y="592"/>
                </a:cubicBezTo>
                <a:cubicBezTo>
                  <a:pt x="123" y="430"/>
                  <a:pt x="80" y="289"/>
                  <a:pt x="0" y="21"/>
                </a:cubicBezTo>
                <a:lnTo>
                  <a:pt x="592" y="0"/>
                </a:lnTo>
                <a:close/>
              </a:path>
            </a:pathLst>
          </a:custGeom>
          <a:noFill/>
          <a:ln>
            <a:solidFill>
              <a:schemeClr val="bg1"/>
            </a:solidFill>
          </a:ln>
          <a:extLst>
            <a:ext uri="{909E8E84-426E-40DD-AFC4-6F175D3DCCD1}">
              <a14:hiddenFill xmlns:a14="http://schemas.microsoft.com/office/drawing/2010/main">
                <a:solidFill>
                  <a:schemeClr val="accent1">
                    <a:alpha val="28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9" name="任意多边形 18"/>
          <p:cNvSpPr/>
          <p:nvPr>
            <p:custDataLst>
              <p:tags r:id="rId3"/>
            </p:custDataLst>
          </p:nvPr>
        </p:nvSpPr>
        <p:spPr>
          <a:xfrm>
            <a:off x="-69850" y="6213102"/>
            <a:ext cx="2057063" cy="661408"/>
          </a:xfrm>
          <a:custGeom>
            <a:avLst/>
            <a:gdLst>
              <a:gd name="connsiteX0" fmla="*/ 1712 w 8295"/>
              <a:gd name="connsiteY0" fmla="*/ 1303 h 3164"/>
              <a:gd name="connsiteX1" fmla="*/ 3081 w 8295"/>
              <a:gd name="connsiteY1" fmla="*/ 1634 h 3164"/>
              <a:gd name="connsiteX2" fmla="*/ 5390 w 8295"/>
              <a:gd name="connsiteY2" fmla="*/ 252 h 3164"/>
              <a:gd name="connsiteX3" fmla="*/ 7514 w 8295"/>
              <a:gd name="connsiteY3" fmla="*/ 903 h 3164"/>
              <a:gd name="connsiteX4" fmla="*/ 8256 w 8295"/>
              <a:gd name="connsiteY4" fmla="*/ 2228 h 3164"/>
              <a:gd name="connsiteX5" fmla="*/ 614 w 8295"/>
              <a:gd name="connsiteY5" fmla="*/ 3164 h 3164"/>
              <a:gd name="connsiteX6" fmla="*/ 0 w 8295"/>
              <a:gd name="connsiteY6" fmla="*/ 2159 h 3164"/>
              <a:gd name="connsiteX7" fmla="*/ 125 w 8295"/>
              <a:gd name="connsiteY7" fmla="*/ 0 h 3164"/>
              <a:gd name="connsiteX8" fmla="*/ 1712 w 8295"/>
              <a:gd name="connsiteY8" fmla="*/ 1303 h 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39" h="1042">
                <a:moveTo>
                  <a:pt x="1445" y="0"/>
                </a:moveTo>
                <a:cubicBezTo>
                  <a:pt x="2037" y="1"/>
                  <a:pt x="2293" y="70"/>
                  <a:pt x="2704" y="364"/>
                </a:cubicBezTo>
                <a:cubicBezTo>
                  <a:pt x="3116" y="657"/>
                  <a:pt x="3276" y="847"/>
                  <a:pt x="3232" y="1040"/>
                </a:cubicBezTo>
                <a:lnTo>
                  <a:pt x="3232" y="1042"/>
                </a:lnTo>
                <a:lnTo>
                  <a:pt x="0" y="1042"/>
                </a:lnTo>
                <a:lnTo>
                  <a:pt x="0" y="574"/>
                </a:lnTo>
                <a:lnTo>
                  <a:pt x="16" y="562"/>
                </a:lnTo>
                <a:cubicBezTo>
                  <a:pt x="321" y="337"/>
                  <a:pt x="755" y="10"/>
                  <a:pt x="1250" y="2"/>
                </a:cubicBezTo>
                <a:cubicBezTo>
                  <a:pt x="1319" y="1"/>
                  <a:pt x="1383" y="0"/>
                  <a:pt x="1445" y="0"/>
                </a:cubicBezTo>
                <a:close/>
              </a:path>
            </a:pathLst>
          </a:custGeom>
          <a:solidFill>
            <a:srgbClr val="E9BE8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22" name="任意多边形 21"/>
          <p:cNvSpPr/>
          <p:nvPr>
            <p:custDataLst>
              <p:tags r:id="rId4"/>
            </p:custDataLst>
          </p:nvPr>
        </p:nvSpPr>
        <p:spPr>
          <a:xfrm>
            <a:off x="-51435" y="6292981"/>
            <a:ext cx="1874520" cy="589784"/>
          </a:xfrm>
          <a:custGeom>
            <a:avLst/>
            <a:gdLst>
              <a:gd name="connsiteX0" fmla="*/ 679 w 8465"/>
              <a:gd name="connsiteY0" fmla="*/ 4 h 2284"/>
              <a:gd name="connsiteX1" fmla="*/ 2269 w 8465"/>
              <a:gd name="connsiteY1" fmla="*/ 1424 h 2284"/>
              <a:gd name="connsiteX2" fmla="*/ 3882 w 8465"/>
              <a:gd name="connsiteY2" fmla="*/ 1211 h 2284"/>
              <a:gd name="connsiteX3" fmla="*/ 5692 w 8465"/>
              <a:gd name="connsiteY3" fmla="*/ 138 h 2284"/>
              <a:gd name="connsiteX4" fmla="*/ 7562 w 8465"/>
              <a:gd name="connsiteY4" fmla="*/ 679 h 2284"/>
              <a:gd name="connsiteX5" fmla="*/ 8465 w 8465"/>
              <a:gd name="connsiteY5" fmla="*/ 1844 h 2284"/>
              <a:gd name="connsiteX6" fmla="*/ 0 w 8465"/>
              <a:gd name="connsiteY6" fmla="*/ 2284 h 2284"/>
              <a:gd name="connsiteX7" fmla="*/ 679 w 8465"/>
              <a:gd name="connsiteY7" fmla="*/ 4 h 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2" h="929">
                <a:moveTo>
                  <a:pt x="1289" y="0"/>
                </a:moveTo>
                <a:cubicBezTo>
                  <a:pt x="1665" y="2"/>
                  <a:pt x="1948" y="90"/>
                  <a:pt x="2349" y="308"/>
                </a:cubicBezTo>
                <a:cubicBezTo>
                  <a:pt x="2795" y="551"/>
                  <a:pt x="2857" y="764"/>
                  <a:pt x="2949" y="924"/>
                </a:cubicBezTo>
                <a:lnTo>
                  <a:pt x="2952" y="929"/>
                </a:lnTo>
                <a:lnTo>
                  <a:pt x="0" y="929"/>
                </a:lnTo>
                <a:lnTo>
                  <a:pt x="0" y="508"/>
                </a:lnTo>
                <a:lnTo>
                  <a:pt x="34" y="487"/>
                </a:lnTo>
                <a:cubicBezTo>
                  <a:pt x="336" y="296"/>
                  <a:pt x="666" y="35"/>
                  <a:pt x="1069" y="7"/>
                </a:cubicBezTo>
                <a:cubicBezTo>
                  <a:pt x="1146" y="2"/>
                  <a:pt x="1219" y="0"/>
                  <a:pt x="1289" y="0"/>
                </a:cubicBezTo>
                <a:close/>
              </a:path>
            </a:pathLst>
          </a:custGeom>
          <a:noFill/>
          <a:ln>
            <a:solidFill>
              <a:schemeClr val="bg1"/>
            </a:solidFill>
          </a:ln>
          <a:extLst>
            <a:ext uri="{909E8E84-426E-40DD-AFC4-6F175D3DCCD1}">
              <a14:hiddenFill xmlns:a14="http://schemas.microsoft.com/office/drawing/2010/main">
                <a:solidFill>
                  <a:schemeClr val="accent1">
                    <a:alpha val="24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25" name="任意多边形 24"/>
          <p:cNvSpPr/>
          <p:nvPr>
            <p:custDataLst>
              <p:tags r:id="rId5"/>
            </p:custDataLst>
          </p:nvPr>
        </p:nvSpPr>
        <p:spPr>
          <a:xfrm>
            <a:off x="10253980" y="5824855"/>
            <a:ext cx="1938020" cy="1033145"/>
          </a:xfrm>
          <a:custGeom>
            <a:avLst/>
            <a:gdLst>
              <a:gd name="connsiteX0" fmla="*/ 0 w 6333"/>
              <a:gd name="connsiteY0" fmla="*/ 2920 h 4147"/>
              <a:gd name="connsiteX1" fmla="*/ 1240 w 6333"/>
              <a:gd name="connsiteY1" fmla="*/ 773 h 4147"/>
              <a:gd name="connsiteX2" fmla="*/ 3253 w 6333"/>
              <a:gd name="connsiteY2" fmla="*/ 240 h 4147"/>
              <a:gd name="connsiteX3" fmla="*/ 5147 w 6333"/>
              <a:gd name="connsiteY3" fmla="*/ 506 h 4147"/>
              <a:gd name="connsiteX4" fmla="*/ 6160 w 6333"/>
              <a:gd name="connsiteY4" fmla="*/ 0 h 4147"/>
              <a:gd name="connsiteX5" fmla="*/ 6333 w 6333"/>
              <a:gd name="connsiteY5" fmla="*/ 4147 h 4147"/>
              <a:gd name="connsiteX6" fmla="*/ 0 w 6333"/>
              <a:gd name="connsiteY6" fmla="*/ 2920 h 4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4" h="2912">
                <a:moveTo>
                  <a:pt x="6074" y="0"/>
                </a:moveTo>
                <a:lnTo>
                  <a:pt x="6074" y="2912"/>
                </a:lnTo>
                <a:lnTo>
                  <a:pt x="5" y="2912"/>
                </a:lnTo>
                <a:lnTo>
                  <a:pt x="0" y="2911"/>
                </a:lnTo>
                <a:cubicBezTo>
                  <a:pt x="107" y="2257"/>
                  <a:pt x="461" y="1324"/>
                  <a:pt x="1240" y="764"/>
                </a:cubicBezTo>
                <a:cubicBezTo>
                  <a:pt x="2019" y="204"/>
                  <a:pt x="2599" y="271"/>
                  <a:pt x="3253" y="231"/>
                </a:cubicBezTo>
                <a:cubicBezTo>
                  <a:pt x="3907" y="191"/>
                  <a:pt x="4627" y="590"/>
                  <a:pt x="5147" y="497"/>
                </a:cubicBezTo>
                <a:cubicBezTo>
                  <a:pt x="5618" y="413"/>
                  <a:pt x="5782" y="66"/>
                  <a:pt x="6067" y="1"/>
                </a:cubicBezTo>
                <a:lnTo>
                  <a:pt x="6074" y="0"/>
                </a:lnTo>
                <a:close/>
              </a:path>
            </a:pathLst>
          </a:custGeom>
          <a:solidFill>
            <a:srgbClr val="EFD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4" name="任意多边形 3"/>
          <p:cNvSpPr/>
          <p:nvPr>
            <p:custDataLst>
              <p:tags r:id="rId6"/>
            </p:custDataLst>
          </p:nvPr>
        </p:nvSpPr>
        <p:spPr>
          <a:xfrm flipH="1" flipV="1">
            <a:off x="10652760" y="6007735"/>
            <a:ext cx="1670685" cy="850900"/>
          </a:xfrm>
          <a:custGeom>
            <a:avLst/>
            <a:gdLst>
              <a:gd name="connsiteX0" fmla="*/ 0 w 5143"/>
              <a:gd name="connsiteY0" fmla="*/ 0 h 4554"/>
              <a:gd name="connsiteX1" fmla="*/ 5143 w 5143"/>
              <a:gd name="connsiteY1" fmla="*/ 0 h 4554"/>
              <a:gd name="connsiteX2" fmla="*/ 5141 w 5143"/>
              <a:gd name="connsiteY2" fmla="*/ 11 h 4554"/>
              <a:gd name="connsiteX3" fmla="*/ 4681 w 5143"/>
              <a:gd name="connsiteY3" fmla="*/ 989 h 4554"/>
              <a:gd name="connsiteX4" fmla="*/ 3207 w 5143"/>
              <a:gd name="connsiteY4" fmla="*/ 1914 h 4554"/>
              <a:gd name="connsiteX5" fmla="*/ 2475 w 5143"/>
              <a:gd name="connsiteY5" fmla="*/ 4088 h 4554"/>
              <a:gd name="connsiteX6" fmla="*/ 922 w 5143"/>
              <a:gd name="connsiteY6" fmla="*/ 4545 h 4554"/>
              <a:gd name="connsiteX7" fmla="*/ 22 w 5143"/>
              <a:gd name="connsiteY7" fmla="*/ 4257 h 4554"/>
              <a:gd name="connsiteX8" fmla="*/ 0 w 5143"/>
              <a:gd name="connsiteY8" fmla="*/ 0 h 4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3" h="4554">
                <a:moveTo>
                  <a:pt x="0" y="0"/>
                </a:moveTo>
                <a:lnTo>
                  <a:pt x="5143" y="0"/>
                </a:lnTo>
                <a:lnTo>
                  <a:pt x="5141" y="11"/>
                </a:lnTo>
                <a:cubicBezTo>
                  <a:pt x="5110" y="197"/>
                  <a:pt x="5088" y="582"/>
                  <a:pt x="4681" y="989"/>
                </a:cubicBezTo>
                <a:cubicBezTo>
                  <a:pt x="4247" y="1423"/>
                  <a:pt x="3573" y="1617"/>
                  <a:pt x="3207" y="1914"/>
                </a:cubicBezTo>
                <a:cubicBezTo>
                  <a:pt x="2841" y="2211"/>
                  <a:pt x="2989" y="3585"/>
                  <a:pt x="2475" y="4088"/>
                </a:cubicBezTo>
                <a:cubicBezTo>
                  <a:pt x="1961" y="4591"/>
                  <a:pt x="1379" y="4567"/>
                  <a:pt x="922" y="4545"/>
                </a:cubicBezTo>
                <a:cubicBezTo>
                  <a:pt x="465" y="4523"/>
                  <a:pt x="375" y="4352"/>
                  <a:pt x="22" y="4257"/>
                </a:cubicBezTo>
                <a:lnTo>
                  <a:pt x="0" y="0"/>
                </a:lnTo>
                <a:close/>
              </a:path>
            </a:pathLst>
          </a:custGeom>
          <a:noFill/>
          <a:ln w="9525">
            <a:solidFill>
              <a:schemeClr val="bg1"/>
            </a:solidFill>
          </a:ln>
          <a:extLst>
            <a:ext uri="{909E8E84-426E-40DD-AFC4-6F175D3DCCD1}">
              <a14:hiddenFill xmlns:a14="http://schemas.microsoft.com/office/drawing/2010/main">
                <a:solidFill>
                  <a:schemeClr val="accent1">
                    <a:alpha val="46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8" name="椭圆 17"/>
          <p:cNvSpPr/>
          <p:nvPr/>
        </p:nvSpPr>
        <p:spPr>
          <a:xfrm>
            <a:off x="207645" y="5374005"/>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1" name="椭圆 20"/>
          <p:cNvSpPr/>
          <p:nvPr>
            <p:custDataLst>
              <p:tags r:id="rId7"/>
            </p:custDataLst>
          </p:nvPr>
        </p:nvSpPr>
        <p:spPr>
          <a:xfrm>
            <a:off x="0" y="5103495"/>
            <a:ext cx="474980" cy="454660"/>
          </a:xfrm>
          <a:prstGeom prst="ellipse">
            <a:avLst/>
          </a:prstGeom>
          <a:solidFill>
            <a:srgbClr val="EFAD3A"/>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4" name="椭圆 23"/>
          <p:cNvSpPr/>
          <p:nvPr>
            <p:custDataLst>
              <p:tags r:id="rId8"/>
            </p:custDataLst>
          </p:nvPr>
        </p:nvSpPr>
        <p:spPr>
          <a:xfrm>
            <a:off x="11031855" y="1426845"/>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pic>
        <p:nvPicPr>
          <p:cNvPr id="3" name="Picture 69"/>
          <p:cNvPicPr>
            <a:picLocks noChangeAspect="1"/>
          </p:cNvPicPr>
          <p:nvPr>
            <p:custDataLst>
              <p:tags r:id="rId9"/>
            </p:custDataLst>
          </p:nvPr>
        </p:nvPicPr>
        <p:blipFill>
          <a:blip r:embed="rId10">
            <a:extLst>
              <a:ext uri="{28A0092B-C50C-407E-A947-70E740481C1C}">
                <a14:useLocalDpi xmlns:a14="http://schemas.microsoft.com/office/drawing/2010/main" val="0"/>
              </a:ext>
            </a:extLst>
          </a:blip>
          <a:srcRect/>
          <a:stretch>
            <a:fillRect/>
          </a:stretch>
        </p:blipFill>
        <p:spPr>
          <a:xfrm rot="18760219">
            <a:off x="9686290" y="6017260"/>
            <a:ext cx="908050" cy="558165"/>
          </a:xfrm>
          <a:prstGeom prst="rect">
            <a:avLst/>
          </a:prstGeom>
        </p:spPr>
      </p:pic>
      <p:pic>
        <p:nvPicPr>
          <p:cNvPr id="16" name="Picture 68"/>
          <p:cNvPicPr>
            <a:picLocks noChangeAspect="1"/>
          </p:cNvPicPr>
          <p:nvPr>
            <p:custDataLst>
              <p:tags r:id="rId11"/>
            </p:custDataLst>
          </p:nvPr>
        </p:nvPicPr>
        <p:blipFill>
          <a:blip r:embed="rId12">
            <a:extLst>
              <a:ext uri="{28A0092B-C50C-407E-A947-70E740481C1C}">
                <a14:useLocalDpi xmlns:a14="http://schemas.microsoft.com/office/drawing/2010/main" val="0"/>
              </a:ext>
            </a:extLst>
          </a:blip>
          <a:srcRect r="45888" b="46718"/>
          <a:stretch>
            <a:fillRect/>
          </a:stretch>
        </p:blipFill>
        <p:spPr>
          <a:xfrm rot="5400000">
            <a:off x="30802" y="936143"/>
            <a:ext cx="758510" cy="820369"/>
          </a:xfrm>
          <a:prstGeom prst="rect">
            <a:avLst/>
          </a:prstGeom>
        </p:spPr>
      </p:pic>
      <p:pic>
        <p:nvPicPr>
          <p:cNvPr id="29" name="Picture 72"/>
          <p:cNvPicPr>
            <a:picLocks noChangeAspect="1"/>
          </p:cNvPicPr>
          <p:nvPr>
            <p:custDataLst>
              <p:tags r:id="rId13"/>
            </p:custDataLst>
          </p:nvPr>
        </p:nvPicPr>
        <p:blipFill>
          <a:blip r:embed="rId14">
            <a:extLst>
              <a:ext uri="{28A0092B-C50C-407E-A947-70E740481C1C}">
                <a14:useLocalDpi xmlns:a14="http://schemas.microsoft.com/office/drawing/2010/main" val="0"/>
              </a:ext>
            </a:extLst>
          </a:blip>
          <a:srcRect/>
          <a:stretch>
            <a:fillRect/>
          </a:stretch>
        </p:blipFill>
        <p:spPr>
          <a:xfrm rot="-1815464">
            <a:off x="26798" y="5772384"/>
            <a:ext cx="948074" cy="361623"/>
          </a:xfrm>
          <a:prstGeom prst="rect">
            <a:avLst/>
          </a:prstGeom>
        </p:spPr>
      </p:pic>
      <p:pic>
        <p:nvPicPr>
          <p:cNvPr id="33" name="Picture 2"/>
          <p:cNvPicPr>
            <a:picLocks noChangeAspect="1"/>
          </p:cNvPicPr>
          <p:nvPr>
            <p:custDataLst>
              <p:tags r:id="rId15"/>
            </p:custDataLst>
          </p:nvPr>
        </p:nvPicPr>
        <p:blipFill>
          <a:blip r:embed="rId16"/>
          <a:srcRect/>
          <a:stretch>
            <a:fillRect/>
          </a:stretch>
        </p:blipFill>
        <p:spPr>
          <a:xfrm flipH="1">
            <a:off x="227330" y="45085"/>
            <a:ext cx="1595755" cy="1377950"/>
          </a:xfrm>
          <a:prstGeom prst="rect">
            <a:avLst/>
          </a:prstGeom>
        </p:spPr>
      </p:pic>
      <p:pic>
        <p:nvPicPr>
          <p:cNvPr id="34" name="Picture 72"/>
          <p:cNvPicPr>
            <a:picLocks noChangeAspect="1"/>
          </p:cNvPicPr>
          <p:nvPr>
            <p:custDataLst>
              <p:tags r:id="rId17"/>
            </p:custDataLst>
          </p:nvPr>
        </p:nvPicPr>
        <p:blipFill>
          <a:blip r:embed="rId14">
            <a:extLst>
              <a:ext uri="{28A0092B-C50C-407E-A947-70E740481C1C}">
                <a14:useLocalDpi xmlns:a14="http://schemas.microsoft.com/office/drawing/2010/main" val="0"/>
              </a:ext>
            </a:extLst>
          </a:blip>
          <a:srcRect/>
          <a:stretch>
            <a:fillRect/>
          </a:stretch>
        </p:blipFill>
        <p:spPr>
          <a:xfrm rot="5204533">
            <a:off x="1989583" y="302494"/>
            <a:ext cx="948074" cy="361623"/>
          </a:xfrm>
          <a:prstGeom prst="rect">
            <a:avLst/>
          </a:prstGeom>
        </p:spPr>
      </p:pic>
      <p:pic>
        <p:nvPicPr>
          <p:cNvPr id="14" name="Picture 5"/>
          <p:cNvPicPr>
            <a:picLocks noChangeAspect="1"/>
          </p:cNvPicPr>
          <p:nvPr>
            <p:custDataLst>
              <p:tags r:id="rId18"/>
            </p:custDataLst>
          </p:nvPr>
        </p:nvPicPr>
        <p:blipFill>
          <a:blip r:embed="rId19"/>
          <a:srcRect/>
          <a:stretch>
            <a:fillRect/>
          </a:stretch>
        </p:blipFill>
        <p:spPr>
          <a:xfrm>
            <a:off x="9484995" y="80645"/>
            <a:ext cx="331470" cy="359410"/>
          </a:xfrm>
          <a:prstGeom prst="rect">
            <a:avLst/>
          </a:prstGeom>
        </p:spPr>
      </p:pic>
      <p:sp>
        <p:nvSpPr>
          <p:cNvPr id="20" name="TextBox 20"/>
          <p:cNvSpPr txBox="1"/>
          <p:nvPr>
            <p:custDataLst>
              <p:tags r:id="rId20"/>
            </p:custDataLst>
          </p:nvPr>
        </p:nvSpPr>
        <p:spPr>
          <a:xfrm>
            <a:off x="9935210" y="142240"/>
            <a:ext cx="2092325" cy="379730"/>
          </a:xfrm>
          <a:prstGeom prst="rect">
            <a:avLst/>
          </a:prstGeom>
        </p:spPr>
        <p:txBody>
          <a:bodyPr lIns="0" tIns="0" rIns="0" bIns="0" rtlCol="0" anchor="t">
            <a:noAutofit/>
          </a:bodyPr>
          <a:p>
            <a:pPr indent="0" algn="ctr" fontAlgn="auto">
              <a:lnSpc>
                <a:spcPct val="100000"/>
              </a:lnSpc>
            </a:pPr>
            <a:r>
              <a:rPr lang="zh-CN" altLang="en-US" sz="2000">
                <a:solidFill>
                  <a:schemeClr val="tx1">
                    <a:lumMod val="65000"/>
                    <a:lumOff val="35000"/>
                  </a:schemeClr>
                </a:solidFill>
                <a:latin typeface="站酷快乐体2016修订版" panose="02010600030101010101" charset="-122"/>
                <a:ea typeface="站酷快乐体2016修订版" panose="02010600030101010101" charset="-122"/>
                <a:cs typeface="仓耳渔阳体 W04" panose="02020400000000000000" charset="-122"/>
              </a:rPr>
              <a:t>提高食品安全意识</a:t>
            </a:r>
            <a:endParaRPr lang="zh-CN" altLang="en-US" sz="2000">
              <a:solidFill>
                <a:schemeClr val="tx1">
                  <a:lumMod val="65000"/>
                  <a:lumOff val="35000"/>
                </a:schemeClr>
              </a:solidFill>
              <a:latin typeface="站酷快乐体2016修订版" panose="02010600030101010101" charset="-122"/>
              <a:ea typeface="站酷快乐体2016修订版" panose="02010600030101010101" charset="-122"/>
              <a:cs typeface="仓耳渔阳体 W04" panose="02020400000000000000" charset="-122"/>
            </a:endParaRPr>
          </a:p>
        </p:txBody>
      </p:sp>
      <p:sp>
        <p:nvSpPr>
          <p:cNvPr id="27" name="TextBox 15"/>
          <p:cNvSpPr txBox="1"/>
          <p:nvPr>
            <p:custDataLst>
              <p:tags r:id="rId21"/>
            </p:custDataLst>
          </p:nvPr>
        </p:nvSpPr>
        <p:spPr>
          <a:xfrm>
            <a:off x="3673793" y="645160"/>
            <a:ext cx="4844415" cy="984250"/>
          </a:xfrm>
          <a:prstGeom prst="rect">
            <a:avLst/>
          </a:prstGeom>
        </p:spPr>
        <p:txBody>
          <a:bodyPr wrap="square" lIns="0" tIns="0" rIns="0" bIns="0" rtlCol="0" anchor="t">
            <a:spAutoFit/>
          </a:bodyPr>
          <a:p>
            <a:pPr algn="l">
              <a:lnSpc>
                <a:spcPts val="7675"/>
              </a:lnSpc>
              <a:spcBef>
                <a:spcPct val="0"/>
              </a:spcBef>
            </a:pPr>
            <a:r>
              <a:rPr lang="zh-CN" altLang="en-US" sz="4000">
                <a:solidFill>
                  <a:srgbClr val="9B5836"/>
                </a:solidFill>
                <a:latin typeface="站酷快乐体2016修订版" panose="02010600030101010101" charset="-122"/>
                <a:ea typeface="站酷快乐体2016修订版" panose="02010600030101010101" charset="-122"/>
                <a:cs typeface="仓耳渔阳体 W04" panose="02020400000000000000" charset="-122"/>
              </a:rPr>
              <a:t>养成良好的饮食习惯</a:t>
            </a:r>
            <a:endParaRPr lang="zh-CN" altLang="en-US" sz="4000">
              <a:solidFill>
                <a:srgbClr val="9B5836"/>
              </a:solidFill>
              <a:latin typeface="站酷快乐体2016修订版" panose="02010600030101010101" charset="-122"/>
              <a:ea typeface="站酷快乐体2016修订版" panose="02010600030101010101" charset="-122"/>
              <a:cs typeface="仓耳渔阳体 W04" panose="02020400000000000000" charset="-122"/>
            </a:endParaRPr>
          </a:p>
        </p:txBody>
      </p:sp>
      <p:pic>
        <p:nvPicPr>
          <p:cNvPr id="68" name="Picture 68"/>
          <p:cNvPicPr>
            <a:picLocks noChangeAspect="1"/>
          </p:cNvPicPr>
          <p:nvPr>
            <p:custDataLst>
              <p:tags r:id="rId22"/>
            </p:custDataLst>
          </p:nvPr>
        </p:nvPicPr>
        <p:blipFill>
          <a:blip r:embed="rId12">
            <a:extLst>
              <a:ext uri="{28A0092B-C50C-407E-A947-70E740481C1C}">
                <a14:useLocalDpi xmlns:a14="http://schemas.microsoft.com/office/drawing/2010/main" val="0"/>
              </a:ext>
            </a:extLst>
          </a:blip>
          <a:srcRect r="45888" b="46718"/>
          <a:stretch>
            <a:fillRect/>
          </a:stretch>
        </p:blipFill>
        <p:spPr>
          <a:xfrm rot="1080000">
            <a:off x="145737" y="6124728"/>
            <a:ext cx="758510" cy="820369"/>
          </a:xfrm>
          <a:prstGeom prst="rect">
            <a:avLst/>
          </a:prstGeom>
        </p:spPr>
      </p:pic>
      <p:pic>
        <p:nvPicPr>
          <p:cNvPr id="71" name="Picture 71"/>
          <p:cNvPicPr>
            <a:picLocks noChangeAspect="1"/>
          </p:cNvPicPr>
          <p:nvPr>
            <p:custDataLst>
              <p:tags r:id="rId23"/>
            </p:custDataLst>
          </p:nvPr>
        </p:nvPicPr>
        <p:blipFill>
          <a:blip r:embed="rId24">
            <a:extLst>
              <a:ext uri="{28A0092B-C50C-407E-A947-70E740481C1C}">
                <a14:useLocalDpi xmlns:a14="http://schemas.microsoft.com/office/drawing/2010/main" val="0"/>
              </a:ext>
            </a:extLst>
          </a:blip>
          <a:srcRect/>
          <a:stretch>
            <a:fillRect/>
          </a:stretch>
        </p:blipFill>
        <p:spPr>
          <a:xfrm rot="-1286584">
            <a:off x="1735398" y="6408197"/>
            <a:ext cx="883857" cy="450991"/>
          </a:xfrm>
          <a:prstGeom prst="rect">
            <a:avLst/>
          </a:prstGeom>
        </p:spPr>
      </p:pic>
      <p:grpSp>
        <p:nvGrpSpPr>
          <p:cNvPr id="5" name="组合 4"/>
          <p:cNvGrpSpPr/>
          <p:nvPr/>
        </p:nvGrpSpPr>
        <p:grpSpPr>
          <a:xfrm>
            <a:off x="1807528" y="2355215"/>
            <a:ext cx="8674735" cy="430530"/>
            <a:chOff x="3890" y="3385"/>
            <a:chExt cx="13661" cy="678"/>
          </a:xfrm>
        </p:grpSpPr>
        <p:sp>
          <p:nvSpPr>
            <p:cNvPr id="2" name="TextBox 24"/>
            <p:cNvSpPr txBox="1"/>
            <p:nvPr>
              <p:custDataLst>
                <p:tags r:id="rId25"/>
              </p:custDataLst>
            </p:nvPr>
          </p:nvSpPr>
          <p:spPr>
            <a:xfrm>
              <a:off x="3890" y="3385"/>
              <a:ext cx="3315" cy="678"/>
            </a:xfrm>
            <a:prstGeom prst="rect">
              <a:avLst/>
            </a:prstGeom>
          </p:spPr>
          <p:txBody>
            <a:bodyPr wrap="square" lIns="0" tIns="0" rIns="0" bIns="0" rtlCol="0" anchor="t">
              <a:spAutoFit/>
            </a:bodyPr>
            <a:p>
              <a:pPr algn="ctr">
                <a:lnSpc>
                  <a:spcPts val="3360"/>
                </a:lnSpc>
                <a:spcBef>
                  <a:spcPct val="0"/>
                </a:spcBef>
              </a:pPr>
              <a:r>
                <a:rPr lang="en-US">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合理安排三餐</a:t>
              </a:r>
              <a:endParaRPr lang="en-US">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p:txBody>
        </p:sp>
        <p:sp>
          <p:nvSpPr>
            <p:cNvPr id="40" name="TextBox 40"/>
            <p:cNvSpPr txBox="1"/>
            <p:nvPr>
              <p:custDataLst>
                <p:tags r:id="rId26"/>
              </p:custDataLst>
            </p:nvPr>
          </p:nvSpPr>
          <p:spPr>
            <a:xfrm>
              <a:off x="9371" y="3385"/>
              <a:ext cx="3315" cy="678"/>
            </a:xfrm>
            <a:prstGeom prst="rect">
              <a:avLst/>
            </a:prstGeom>
          </p:spPr>
          <p:txBody>
            <a:bodyPr wrap="square" lIns="0" tIns="0" rIns="0" bIns="0" rtlCol="0" anchor="t">
              <a:spAutoFit/>
            </a:bodyPr>
            <a:p>
              <a:pPr algn="ctr">
                <a:lnSpc>
                  <a:spcPts val="3360"/>
                </a:lnSpc>
                <a:spcBef>
                  <a:spcPct val="0"/>
                </a:spcBef>
              </a:pPr>
              <a:r>
                <a:rPr lang="en-US">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饮食清淡少吃咸</a:t>
              </a:r>
              <a:endParaRPr lang="en-US">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p:txBody>
        </p:sp>
        <p:sp>
          <p:nvSpPr>
            <p:cNvPr id="56" name="TextBox 56"/>
            <p:cNvSpPr txBox="1"/>
            <p:nvPr>
              <p:custDataLst>
                <p:tags r:id="rId27"/>
              </p:custDataLst>
            </p:nvPr>
          </p:nvSpPr>
          <p:spPr>
            <a:xfrm>
              <a:off x="14236" y="3385"/>
              <a:ext cx="3315" cy="678"/>
            </a:xfrm>
            <a:prstGeom prst="rect">
              <a:avLst/>
            </a:prstGeom>
          </p:spPr>
          <p:txBody>
            <a:bodyPr wrap="square" lIns="0" tIns="0" rIns="0" bIns="0" rtlCol="0" anchor="t">
              <a:spAutoFit/>
            </a:bodyPr>
            <a:p>
              <a:pPr algn="ctr">
                <a:lnSpc>
                  <a:spcPts val="3360"/>
                </a:lnSpc>
                <a:spcBef>
                  <a:spcPct val="0"/>
                </a:spcBef>
              </a:pPr>
              <a:r>
                <a:rPr lang="en-US">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饭前先喝点汤</a:t>
              </a:r>
              <a:endParaRPr lang="en-US">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p:txBody>
        </p:sp>
      </p:grpSp>
      <p:grpSp>
        <p:nvGrpSpPr>
          <p:cNvPr id="6" name="组合 5"/>
          <p:cNvGrpSpPr/>
          <p:nvPr/>
        </p:nvGrpSpPr>
        <p:grpSpPr>
          <a:xfrm>
            <a:off x="425768" y="4520565"/>
            <a:ext cx="11438255" cy="430530"/>
            <a:chOff x="2149" y="6460"/>
            <a:chExt cx="18013" cy="678"/>
          </a:xfrm>
        </p:grpSpPr>
        <p:sp>
          <p:nvSpPr>
            <p:cNvPr id="48" name="TextBox 48"/>
            <p:cNvSpPr txBox="1"/>
            <p:nvPr>
              <p:custDataLst>
                <p:tags r:id="rId28"/>
              </p:custDataLst>
            </p:nvPr>
          </p:nvSpPr>
          <p:spPr>
            <a:xfrm>
              <a:off x="7140" y="6460"/>
              <a:ext cx="3315" cy="678"/>
            </a:xfrm>
            <a:prstGeom prst="rect">
              <a:avLst/>
            </a:prstGeom>
          </p:spPr>
          <p:txBody>
            <a:bodyPr wrap="square" lIns="0" tIns="0" rIns="0" bIns="0" rtlCol="0" anchor="t">
              <a:spAutoFit/>
            </a:bodyPr>
            <a:p>
              <a:pPr algn="ctr">
                <a:lnSpc>
                  <a:spcPts val="3360"/>
                </a:lnSpc>
                <a:spcBef>
                  <a:spcPct val="0"/>
                </a:spcBef>
              </a:pPr>
              <a:r>
                <a:rPr lang="en-US">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避免吃得过饱 </a:t>
              </a:r>
              <a:endParaRPr lang="en-US">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p:txBody>
        </p:sp>
        <p:sp>
          <p:nvSpPr>
            <p:cNvPr id="64" name="TextBox 64"/>
            <p:cNvSpPr txBox="1"/>
            <p:nvPr>
              <p:custDataLst>
                <p:tags r:id="rId29"/>
              </p:custDataLst>
            </p:nvPr>
          </p:nvSpPr>
          <p:spPr>
            <a:xfrm>
              <a:off x="11955" y="6460"/>
              <a:ext cx="3315" cy="678"/>
            </a:xfrm>
            <a:prstGeom prst="rect">
              <a:avLst/>
            </a:prstGeom>
          </p:spPr>
          <p:txBody>
            <a:bodyPr wrap="square" lIns="0" tIns="0" rIns="0" bIns="0" rtlCol="0" anchor="t">
              <a:spAutoFit/>
            </a:bodyPr>
            <a:p>
              <a:pPr algn="ctr">
                <a:lnSpc>
                  <a:spcPts val="3360"/>
                </a:lnSpc>
                <a:spcBef>
                  <a:spcPct val="0"/>
                </a:spcBef>
              </a:pPr>
              <a:r>
                <a:rPr lang="en-US">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每天一杯牛奶 </a:t>
              </a:r>
              <a:endParaRPr lang="en-US">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p:txBody>
        </p:sp>
        <p:sp>
          <p:nvSpPr>
            <p:cNvPr id="72" name="TextBox 72"/>
            <p:cNvSpPr txBox="1"/>
            <p:nvPr>
              <p:custDataLst>
                <p:tags r:id="rId30"/>
              </p:custDataLst>
            </p:nvPr>
          </p:nvSpPr>
          <p:spPr>
            <a:xfrm>
              <a:off x="16847" y="6460"/>
              <a:ext cx="3315" cy="678"/>
            </a:xfrm>
            <a:prstGeom prst="rect">
              <a:avLst/>
            </a:prstGeom>
          </p:spPr>
          <p:txBody>
            <a:bodyPr wrap="square" lIns="0" tIns="0" rIns="0" bIns="0" rtlCol="0" anchor="t">
              <a:spAutoFit/>
            </a:bodyPr>
            <a:p>
              <a:pPr algn="ctr">
                <a:lnSpc>
                  <a:spcPts val="3360"/>
                </a:lnSpc>
                <a:spcBef>
                  <a:spcPct val="0"/>
                </a:spcBef>
              </a:pPr>
              <a:r>
                <a:rPr lang="en-US">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多吃深绿色蔬菜</a:t>
              </a:r>
              <a:endParaRPr lang="en-US">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p:txBody>
        </p:sp>
        <p:sp>
          <p:nvSpPr>
            <p:cNvPr id="32" name="TextBox 32"/>
            <p:cNvSpPr txBox="1"/>
            <p:nvPr>
              <p:custDataLst>
                <p:tags r:id="rId31"/>
              </p:custDataLst>
            </p:nvPr>
          </p:nvSpPr>
          <p:spPr>
            <a:xfrm>
              <a:off x="2149" y="6460"/>
              <a:ext cx="3315" cy="678"/>
            </a:xfrm>
            <a:prstGeom prst="rect">
              <a:avLst/>
            </a:prstGeom>
          </p:spPr>
          <p:txBody>
            <a:bodyPr wrap="square" lIns="0" tIns="0" rIns="0" bIns="0" rtlCol="0" anchor="t">
              <a:spAutoFit/>
            </a:bodyPr>
            <a:p>
              <a:pPr algn="ctr">
                <a:lnSpc>
                  <a:spcPts val="3360"/>
                </a:lnSpc>
                <a:spcBef>
                  <a:spcPct val="0"/>
                </a:spcBef>
              </a:pPr>
              <a:r>
                <a:rPr lang="en-US">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多吃全谷食物 </a:t>
              </a:r>
              <a:endParaRPr lang="en-US">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p:txBody>
        </p:sp>
      </p:grpSp>
      <p:sp>
        <p:nvSpPr>
          <p:cNvPr id="10" name="任意多边形 9"/>
          <p:cNvSpPr/>
          <p:nvPr/>
        </p:nvSpPr>
        <p:spPr>
          <a:xfrm>
            <a:off x="1515745" y="3297555"/>
            <a:ext cx="9389110" cy="808990"/>
          </a:xfrm>
          <a:custGeom>
            <a:avLst/>
            <a:gdLst>
              <a:gd name="connsiteX0" fmla="*/ 0 w 14786"/>
              <a:gd name="connsiteY0" fmla="*/ 1742 h 1741"/>
              <a:gd name="connsiteX1" fmla="*/ 2613 w 14786"/>
              <a:gd name="connsiteY1" fmla="*/ 114 h 1741"/>
              <a:gd name="connsiteX2" fmla="*/ 5146 w 14786"/>
              <a:gd name="connsiteY2" fmla="*/ 1541 h 1741"/>
              <a:gd name="connsiteX3" fmla="*/ 7586 w 14786"/>
              <a:gd name="connsiteY3" fmla="*/ 154 h 1741"/>
              <a:gd name="connsiteX4" fmla="*/ 10053 w 14786"/>
              <a:gd name="connsiteY4" fmla="*/ 1447 h 1741"/>
              <a:gd name="connsiteX5" fmla="*/ 12173 w 14786"/>
              <a:gd name="connsiteY5" fmla="*/ 7 h 1741"/>
              <a:gd name="connsiteX6" fmla="*/ 14786 w 14786"/>
              <a:gd name="connsiteY6" fmla="*/ 1489 h 1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786" h="1742">
                <a:moveTo>
                  <a:pt x="0" y="1742"/>
                </a:moveTo>
                <a:cubicBezTo>
                  <a:pt x="571" y="1515"/>
                  <a:pt x="1266" y="19"/>
                  <a:pt x="2613" y="114"/>
                </a:cubicBezTo>
                <a:cubicBezTo>
                  <a:pt x="3960" y="209"/>
                  <a:pt x="4279" y="1528"/>
                  <a:pt x="5146" y="1541"/>
                </a:cubicBezTo>
                <a:cubicBezTo>
                  <a:pt x="6013" y="1554"/>
                  <a:pt x="6532" y="87"/>
                  <a:pt x="7586" y="154"/>
                </a:cubicBezTo>
                <a:cubicBezTo>
                  <a:pt x="8640" y="221"/>
                  <a:pt x="9160" y="1434"/>
                  <a:pt x="10053" y="1447"/>
                </a:cubicBezTo>
                <a:cubicBezTo>
                  <a:pt x="10946" y="1460"/>
                  <a:pt x="11119" y="101"/>
                  <a:pt x="12173" y="7"/>
                </a:cubicBezTo>
                <a:cubicBezTo>
                  <a:pt x="13227" y="-87"/>
                  <a:pt x="13960" y="809"/>
                  <a:pt x="14786" y="1489"/>
                </a:cubicBezTo>
              </a:path>
            </a:pathLst>
          </a:custGeom>
          <a:noFill/>
          <a:ln w="0">
            <a:solidFill>
              <a:srgbClr val="9B58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pic>
        <p:nvPicPr>
          <p:cNvPr id="11" name="Picture 2"/>
          <p:cNvPicPr>
            <a:picLocks noChangeAspect="1"/>
          </p:cNvPicPr>
          <p:nvPr>
            <p:custDataLst>
              <p:tags r:id="rId32"/>
            </p:custDataLst>
          </p:nvPr>
        </p:nvPicPr>
        <p:blipFill>
          <a:blip r:embed="rId33"/>
          <a:srcRect/>
          <a:stretch>
            <a:fillRect/>
          </a:stretch>
        </p:blipFill>
        <p:spPr>
          <a:xfrm>
            <a:off x="4411980" y="3577590"/>
            <a:ext cx="571500" cy="594995"/>
          </a:xfrm>
          <a:prstGeom prst="rect">
            <a:avLst/>
          </a:prstGeom>
        </p:spPr>
      </p:pic>
      <p:pic>
        <p:nvPicPr>
          <p:cNvPr id="13" name="Picture 3"/>
          <p:cNvPicPr>
            <a:picLocks noChangeAspect="1"/>
          </p:cNvPicPr>
          <p:nvPr>
            <p:custDataLst>
              <p:tags r:id="rId34"/>
            </p:custDataLst>
          </p:nvPr>
        </p:nvPicPr>
        <p:blipFill>
          <a:blip r:embed="rId35"/>
          <a:srcRect/>
          <a:stretch>
            <a:fillRect/>
          </a:stretch>
        </p:blipFill>
        <p:spPr>
          <a:xfrm>
            <a:off x="7602220" y="3577590"/>
            <a:ext cx="477520" cy="598805"/>
          </a:xfrm>
          <a:prstGeom prst="rect">
            <a:avLst/>
          </a:prstGeom>
        </p:spPr>
      </p:pic>
      <p:pic>
        <p:nvPicPr>
          <p:cNvPr id="17" name="Picture 8"/>
          <p:cNvPicPr>
            <a:picLocks noChangeAspect="1"/>
          </p:cNvPicPr>
          <p:nvPr>
            <p:custDataLst>
              <p:tags r:id="rId36"/>
            </p:custDataLst>
          </p:nvPr>
        </p:nvPicPr>
        <p:blipFill>
          <a:blip r:embed="rId37"/>
          <a:srcRect/>
          <a:stretch>
            <a:fillRect/>
          </a:stretch>
        </p:blipFill>
        <p:spPr>
          <a:xfrm>
            <a:off x="2586990" y="3166110"/>
            <a:ext cx="508635" cy="411480"/>
          </a:xfrm>
          <a:prstGeom prst="rect">
            <a:avLst/>
          </a:prstGeom>
        </p:spPr>
      </p:pic>
      <p:pic>
        <p:nvPicPr>
          <p:cNvPr id="23" name="Picture 9"/>
          <p:cNvPicPr>
            <a:picLocks noChangeAspect="1"/>
          </p:cNvPicPr>
          <p:nvPr>
            <p:custDataLst>
              <p:tags r:id="rId38"/>
            </p:custDataLst>
          </p:nvPr>
        </p:nvPicPr>
        <p:blipFill>
          <a:blip r:embed="rId39"/>
          <a:srcRect/>
          <a:stretch>
            <a:fillRect/>
          </a:stretch>
        </p:blipFill>
        <p:spPr>
          <a:xfrm>
            <a:off x="10563225" y="3754120"/>
            <a:ext cx="683895" cy="570865"/>
          </a:xfrm>
          <a:prstGeom prst="rect">
            <a:avLst/>
          </a:prstGeom>
        </p:spPr>
      </p:pic>
      <p:pic>
        <p:nvPicPr>
          <p:cNvPr id="26" name="Picture 8"/>
          <p:cNvPicPr>
            <a:picLocks noChangeAspect="1"/>
          </p:cNvPicPr>
          <p:nvPr>
            <p:custDataLst>
              <p:tags r:id="rId40"/>
            </p:custDataLst>
          </p:nvPr>
        </p:nvPicPr>
        <p:blipFill>
          <a:blip r:embed="rId41"/>
          <a:srcRect/>
          <a:stretch>
            <a:fillRect/>
          </a:stretch>
        </p:blipFill>
        <p:spPr>
          <a:xfrm>
            <a:off x="1191260" y="3820160"/>
            <a:ext cx="636905" cy="583565"/>
          </a:xfrm>
          <a:prstGeom prst="rect">
            <a:avLst/>
          </a:prstGeom>
        </p:spPr>
      </p:pic>
      <p:pic>
        <p:nvPicPr>
          <p:cNvPr id="28" name="Picture 9"/>
          <p:cNvPicPr>
            <a:picLocks noChangeAspect="1"/>
          </p:cNvPicPr>
          <p:nvPr>
            <p:custDataLst>
              <p:tags r:id="rId42"/>
            </p:custDataLst>
          </p:nvPr>
        </p:nvPicPr>
        <p:blipFill>
          <a:blip r:embed="rId43"/>
          <a:srcRect/>
          <a:stretch>
            <a:fillRect/>
          </a:stretch>
        </p:blipFill>
        <p:spPr>
          <a:xfrm>
            <a:off x="6022340" y="3094990"/>
            <a:ext cx="540385" cy="581660"/>
          </a:xfrm>
          <a:prstGeom prst="rect">
            <a:avLst/>
          </a:prstGeom>
        </p:spPr>
      </p:pic>
      <p:pic>
        <p:nvPicPr>
          <p:cNvPr id="30" name="Picture 9"/>
          <p:cNvPicPr>
            <a:picLocks noChangeAspect="1"/>
          </p:cNvPicPr>
          <p:nvPr>
            <p:custDataLst>
              <p:tags r:id="rId44"/>
            </p:custDataLst>
          </p:nvPr>
        </p:nvPicPr>
        <p:blipFill>
          <a:blip r:embed="rId45"/>
          <a:srcRect/>
          <a:stretch>
            <a:fillRect/>
          </a:stretch>
        </p:blipFill>
        <p:spPr>
          <a:xfrm>
            <a:off x="9011920" y="3009265"/>
            <a:ext cx="749300" cy="756920"/>
          </a:xfrm>
          <a:prstGeom prst="rect">
            <a:avLst/>
          </a:prstGeom>
        </p:spPr>
      </p:pic>
    </p:spTree>
    <p:custDataLst>
      <p:tags r:id="rId46"/>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6F1EB"/>
        </a:solidFill>
        <a:effectLst/>
      </p:bgPr>
    </p:bg>
    <p:spTree>
      <p:nvGrpSpPr>
        <p:cNvPr id="1" name=""/>
        <p:cNvGrpSpPr/>
        <p:nvPr/>
      </p:nvGrpSpPr>
      <p:grpSpPr/>
      <p:sp>
        <p:nvSpPr>
          <p:cNvPr id="12" name="任意多边形 11"/>
          <p:cNvSpPr/>
          <p:nvPr>
            <p:custDataLst>
              <p:tags r:id="rId1"/>
            </p:custDataLst>
          </p:nvPr>
        </p:nvSpPr>
        <p:spPr>
          <a:xfrm flipH="1">
            <a:off x="0" y="-13970"/>
            <a:ext cx="2139950" cy="1375410"/>
          </a:xfrm>
          <a:custGeom>
            <a:avLst/>
            <a:gdLst>
              <a:gd name="connsiteX0" fmla="*/ 16 w 5020"/>
              <a:gd name="connsiteY0" fmla="*/ 206 h 3666"/>
              <a:gd name="connsiteX1" fmla="*/ 39 w 5020"/>
              <a:gd name="connsiteY1" fmla="*/ 684 h 3666"/>
              <a:gd name="connsiteX2" fmla="*/ 404 w 5020"/>
              <a:gd name="connsiteY2" fmla="*/ 1139 h 3666"/>
              <a:gd name="connsiteX3" fmla="*/ 231 w 5020"/>
              <a:gd name="connsiteY3" fmla="*/ 2544 h 3666"/>
              <a:gd name="connsiteX4" fmla="*/ 847 w 5020"/>
              <a:gd name="connsiteY4" fmla="*/ 3138 h 3666"/>
              <a:gd name="connsiteX5" fmla="*/ 2038 w 5020"/>
              <a:gd name="connsiteY5" fmla="*/ 3345 h 3666"/>
              <a:gd name="connsiteX6" fmla="*/ 3523 w 5020"/>
              <a:gd name="connsiteY6" fmla="*/ 3665 h 3666"/>
              <a:gd name="connsiteX7" fmla="*/ 4791 w 5020"/>
              <a:gd name="connsiteY7" fmla="*/ 3276 h 3666"/>
              <a:gd name="connsiteX8" fmla="*/ 4928 w 5020"/>
              <a:gd name="connsiteY8" fmla="*/ 0 h 3666"/>
              <a:gd name="connsiteX9" fmla="*/ 16 w 5020"/>
              <a:gd name="connsiteY9" fmla="*/ 206 h 3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30" h="3460">
                <a:moveTo>
                  <a:pt x="16" y="0"/>
                </a:moveTo>
                <a:lnTo>
                  <a:pt x="4730" y="0"/>
                </a:lnTo>
                <a:lnTo>
                  <a:pt x="4730" y="3100"/>
                </a:lnTo>
                <a:lnTo>
                  <a:pt x="4707" y="3112"/>
                </a:lnTo>
                <a:cubicBezTo>
                  <a:pt x="4294" y="3323"/>
                  <a:pt x="3957" y="3436"/>
                  <a:pt x="3523" y="3458"/>
                </a:cubicBezTo>
                <a:cubicBezTo>
                  <a:pt x="3060" y="3482"/>
                  <a:pt x="2320" y="3251"/>
                  <a:pt x="2038" y="3138"/>
                </a:cubicBezTo>
                <a:cubicBezTo>
                  <a:pt x="1756" y="3025"/>
                  <a:pt x="1167" y="3000"/>
                  <a:pt x="847" y="2931"/>
                </a:cubicBezTo>
                <a:cubicBezTo>
                  <a:pt x="527" y="2862"/>
                  <a:pt x="288" y="2634"/>
                  <a:pt x="231" y="2337"/>
                </a:cubicBezTo>
                <a:cubicBezTo>
                  <a:pt x="174" y="2040"/>
                  <a:pt x="489" y="1240"/>
                  <a:pt x="404" y="932"/>
                </a:cubicBezTo>
                <a:cubicBezTo>
                  <a:pt x="319" y="624"/>
                  <a:pt x="108" y="650"/>
                  <a:pt x="39" y="477"/>
                </a:cubicBezTo>
                <a:cubicBezTo>
                  <a:pt x="-28" y="309"/>
                  <a:pt x="11" y="101"/>
                  <a:pt x="15" y="8"/>
                </a:cubicBezTo>
                <a:lnTo>
                  <a:pt x="16" y="0"/>
                </a:lnTo>
                <a:close/>
              </a:path>
            </a:pathLst>
          </a:custGeom>
          <a:solidFill>
            <a:srgbClr val="E9BE8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5" name="任意多边形 14"/>
          <p:cNvSpPr/>
          <p:nvPr>
            <p:custDataLst>
              <p:tags r:id="rId2"/>
            </p:custDataLst>
          </p:nvPr>
        </p:nvSpPr>
        <p:spPr>
          <a:xfrm flipH="1">
            <a:off x="-406400" y="-65405"/>
            <a:ext cx="2389505" cy="1477645"/>
          </a:xfrm>
          <a:custGeom>
            <a:avLst/>
            <a:gdLst>
              <a:gd name="connsiteX0" fmla="*/ 0 w 6373"/>
              <a:gd name="connsiteY0" fmla="*/ 226 h 3921"/>
              <a:gd name="connsiteX1" fmla="*/ 468 w 6373"/>
              <a:gd name="connsiteY1" fmla="*/ 797 h 3921"/>
              <a:gd name="connsiteX2" fmla="*/ 1748 w 6373"/>
              <a:gd name="connsiteY2" fmla="*/ 1122 h 3921"/>
              <a:gd name="connsiteX3" fmla="*/ 2193 w 6373"/>
              <a:gd name="connsiteY3" fmla="*/ 2161 h 3921"/>
              <a:gd name="connsiteX4" fmla="*/ 3175 w 6373"/>
              <a:gd name="connsiteY4" fmla="*/ 3315 h 3921"/>
              <a:gd name="connsiteX5" fmla="*/ 4980 w 6373"/>
              <a:gd name="connsiteY5" fmla="*/ 3909 h 3921"/>
              <a:gd name="connsiteX6" fmla="*/ 6294 w 6373"/>
              <a:gd name="connsiteY6" fmla="*/ 3687 h 3921"/>
              <a:gd name="connsiteX7" fmla="*/ 6373 w 6373"/>
              <a:gd name="connsiteY7" fmla="*/ 0 h 3921"/>
              <a:gd name="connsiteX8" fmla="*/ 0 w 6373"/>
              <a:gd name="connsiteY8" fmla="*/ 226 h 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74" h="3716">
                <a:moveTo>
                  <a:pt x="592" y="0"/>
                </a:moveTo>
                <a:lnTo>
                  <a:pt x="6202" y="0"/>
                </a:lnTo>
                <a:lnTo>
                  <a:pt x="6274" y="0"/>
                </a:lnTo>
                <a:lnTo>
                  <a:pt x="6274" y="3491"/>
                </a:lnTo>
                <a:lnTo>
                  <a:pt x="6257" y="3499"/>
                </a:lnTo>
                <a:cubicBezTo>
                  <a:pt x="5873" y="3675"/>
                  <a:pt x="5545" y="3748"/>
                  <a:pt x="4980" y="3704"/>
                </a:cubicBezTo>
                <a:cubicBezTo>
                  <a:pt x="4397" y="3659"/>
                  <a:pt x="3678" y="3419"/>
                  <a:pt x="3175" y="3110"/>
                </a:cubicBezTo>
                <a:cubicBezTo>
                  <a:pt x="2672" y="2801"/>
                  <a:pt x="2361" y="2326"/>
                  <a:pt x="2193" y="1956"/>
                </a:cubicBezTo>
                <a:cubicBezTo>
                  <a:pt x="2025" y="1586"/>
                  <a:pt x="1931" y="1082"/>
                  <a:pt x="1748" y="917"/>
                </a:cubicBezTo>
                <a:cubicBezTo>
                  <a:pt x="1565" y="752"/>
                  <a:pt x="813" y="754"/>
                  <a:pt x="468" y="592"/>
                </a:cubicBezTo>
                <a:cubicBezTo>
                  <a:pt x="123" y="430"/>
                  <a:pt x="80" y="289"/>
                  <a:pt x="0" y="21"/>
                </a:cubicBezTo>
                <a:lnTo>
                  <a:pt x="592" y="0"/>
                </a:lnTo>
                <a:close/>
              </a:path>
            </a:pathLst>
          </a:custGeom>
          <a:noFill/>
          <a:ln>
            <a:solidFill>
              <a:schemeClr val="bg1"/>
            </a:solidFill>
          </a:ln>
          <a:extLst>
            <a:ext uri="{909E8E84-426E-40DD-AFC4-6F175D3DCCD1}">
              <a14:hiddenFill xmlns:a14="http://schemas.microsoft.com/office/drawing/2010/main">
                <a:solidFill>
                  <a:schemeClr val="accent1">
                    <a:alpha val="28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9" name="任意多边形 18"/>
          <p:cNvSpPr/>
          <p:nvPr>
            <p:custDataLst>
              <p:tags r:id="rId3"/>
            </p:custDataLst>
          </p:nvPr>
        </p:nvSpPr>
        <p:spPr>
          <a:xfrm>
            <a:off x="-69850" y="6213102"/>
            <a:ext cx="2057063" cy="661408"/>
          </a:xfrm>
          <a:custGeom>
            <a:avLst/>
            <a:gdLst>
              <a:gd name="connsiteX0" fmla="*/ 1712 w 8295"/>
              <a:gd name="connsiteY0" fmla="*/ 1303 h 3164"/>
              <a:gd name="connsiteX1" fmla="*/ 3081 w 8295"/>
              <a:gd name="connsiteY1" fmla="*/ 1634 h 3164"/>
              <a:gd name="connsiteX2" fmla="*/ 5390 w 8295"/>
              <a:gd name="connsiteY2" fmla="*/ 252 h 3164"/>
              <a:gd name="connsiteX3" fmla="*/ 7514 w 8295"/>
              <a:gd name="connsiteY3" fmla="*/ 903 h 3164"/>
              <a:gd name="connsiteX4" fmla="*/ 8256 w 8295"/>
              <a:gd name="connsiteY4" fmla="*/ 2228 h 3164"/>
              <a:gd name="connsiteX5" fmla="*/ 614 w 8295"/>
              <a:gd name="connsiteY5" fmla="*/ 3164 h 3164"/>
              <a:gd name="connsiteX6" fmla="*/ 0 w 8295"/>
              <a:gd name="connsiteY6" fmla="*/ 2159 h 3164"/>
              <a:gd name="connsiteX7" fmla="*/ 125 w 8295"/>
              <a:gd name="connsiteY7" fmla="*/ 0 h 3164"/>
              <a:gd name="connsiteX8" fmla="*/ 1712 w 8295"/>
              <a:gd name="connsiteY8" fmla="*/ 1303 h 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39" h="1042">
                <a:moveTo>
                  <a:pt x="1445" y="0"/>
                </a:moveTo>
                <a:cubicBezTo>
                  <a:pt x="2037" y="1"/>
                  <a:pt x="2293" y="70"/>
                  <a:pt x="2704" y="364"/>
                </a:cubicBezTo>
                <a:cubicBezTo>
                  <a:pt x="3116" y="657"/>
                  <a:pt x="3276" y="847"/>
                  <a:pt x="3232" y="1040"/>
                </a:cubicBezTo>
                <a:lnTo>
                  <a:pt x="3232" y="1042"/>
                </a:lnTo>
                <a:lnTo>
                  <a:pt x="0" y="1042"/>
                </a:lnTo>
                <a:lnTo>
                  <a:pt x="0" y="574"/>
                </a:lnTo>
                <a:lnTo>
                  <a:pt x="16" y="562"/>
                </a:lnTo>
                <a:cubicBezTo>
                  <a:pt x="321" y="337"/>
                  <a:pt x="755" y="10"/>
                  <a:pt x="1250" y="2"/>
                </a:cubicBezTo>
                <a:cubicBezTo>
                  <a:pt x="1319" y="1"/>
                  <a:pt x="1383" y="0"/>
                  <a:pt x="1445" y="0"/>
                </a:cubicBezTo>
                <a:close/>
              </a:path>
            </a:pathLst>
          </a:custGeom>
          <a:solidFill>
            <a:srgbClr val="E9BE8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22" name="任意多边形 21"/>
          <p:cNvSpPr/>
          <p:nvPr>
            <p:custDataLst>
              <p:tags r:id="rId4"/>
            </p:custDataLst>
          </p:nvPr>
        </p:nvSpPr>
        <p:spPr>
          <a:xfrm>
            <a:off x="-51435" y="6292981"/>
            <a:ext cx="1874520" cy="589784"/>
          </a:xfrm>
          <a:custGeom>
            <a:avLst/>
            <a:gdLst>
              <a:gd name="connsiteX0" fmla="*/ 679 w 8465"/>
              <a:gd name="connsiteY0" fmla="*/ 4 h 2284"/>
              <a:gd name="connsiteX1" fmla="*/ 2269 w 8465"/>
              <a:gd name="connsiteY1" fmla="*/ 1424 h 2284"/>
              <a:gd name="connsiteX2" fmla="*/ 3882 w 8465"/>
              <a:gd name="connsiteY2" fmla="*/ 1211 h 2284"/>
              <a:gd name="connsiteX3" fmla="*/ 5692 w 8465"/>
              <a:gd name="connsiteY3" fmla="*/ 138 h 2284"/>
              <a:gd name="connsiteX4" fmla="*/ 7562 w 8465"/>
              <a:gd name="connsiteY4" fmla="*/ 679 h 2284"/>
              <a:gd name="connsiteX5" fmla="*/ 8465 w 8465"/>
              <a:gd name="connsiteY5" fmla="*/ 1844 h 2284"/>
              <a:gd name="connsiteX6" fmla="*/ 0 w 8465"/>
              <a:gd name="connsiteY6" fmla="*/ 2284 h 2284"/>
              <a:gd name="connsiteX7" fmla="*/ 679 w 8465"/>
              <a:gd name="connsiteY7" fmla="*/ 4 h 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2" h="929">
                <a:moveTo>
                  <a:pt x="1289" y="0"/>
                </a:moveTo>
                <a:cubicBezTo>
                  <a:pt x="1665" y="2"/>
                  <a:pt x="1948" y="90"/>
                  <a:pt x="2349" y="308"/>
                </a:cubicBezTo>
                <a:cubicBezTo>
                  <a:pt x="2795" y="551"/>
                  <a:pt x="2857" y="764"/>
                  <a:pt x="2949" y="924"/>
                </a:cubicBezTo>
                <a:lnTo>
                  <a:pt x="2952" y="929"/>
                </a:lnTo>
                <a:lnTo>
                  <a:pt x="0" y="929"/>
                </a:lnTo>
                <a:lnTo>
                  <a:pt x="0" y="508"/>
                </a:lnTo>
                <a:lnTo>
                  <a:pt x="34" y="487"/>
                </a:lnTo>
                <a:cubicBezTo>
                  <a:pt x="336" y="296"/>
                  <a:pt x="666" y="35"/>
                  <a:pt x="1069" y="7"/>
                </a:cubicBezTo>
                <a:cubicBezTo>
                  <a:pt x="1146" y="2"/>
                  <a:pt x="1219" y="0"/>
                  <a:pt x="1289" y="0"/>
                </a:cubicBezTo>
                <a:close/>
              </a:path>
            </a:pathLst>
          </a:custGeom>
          <a:noFill/>
          <a:ln>
            <a:solidFill>
              <a:schemeClr val="bg1"/>
            </a:solidFill>
          </a:ln>
          <a:extLst>
            <a:ext uri="{909E8E84-426E-40DD-AFC4-6F175D3DCCD1}">
              <a14:hiddenFill xmlns:a14="http://schemas.microsoft.com/office/drawing/2010/main">
                <a:solidFill>
                  <a:schemeClr val="accent1">
                    <a:alpha val="24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25" name="任意多边形 24"/>
          <p:cNvSpPr/>
          <p:nvPr>
            <p:custDataLst>
              <p:tags r:id="rId5"/>
            </p:custDataLst>
          </p:nvPr>
        </p:nvSpPr>
        <p:spPr>
          <a:xfrm>
            <a:off x="10253980" y="5824855"/>
            <a:ext cx="1938020" cy="1033145"/>
          </a:xfrm>
          <a:custGeom>
            <a:avLst/>
            <a:gdLst>
              <a:gd name="connsiteX0" fmla="*/ 0 w 6333"/>
              <a:gd name="connsiteY0" fmla="*/ 2920 h 4147"/>
              <a:gd name="connsiteX1" fmla="*/ 1240 w 6333"/>
              <a:gd name="connsiteY1" fmla="*/ 773 h 4147"/>
              <a:gd name="connsiteX2" fmla="*/ 3253 w 6333"/>
              <a:gd name="connsiteY2" fmla="*/ 240 h 4147"/>
              <a:gd name="connsiteX3" fmla="*/ 5147 w 6333"/>
              <a:gd name="connsiteY3" fmla="*/ 506 h 4147"/>
              <a:gd name="connsiteX4" fmla="*/ 6160 w 6333"/>
              <a:gd name="connsiteY4" fmla="*/ 0 h 4147"/>
              <a:gd name="connsiteX5" fmla="*/ 6333 w 6333"/>
              <a:gd name="connsiteY5" fmla="*/ 4147 h 4147"/>
              <a:gd name="connsiteX6" fmla="*/ 0 w 6333"/>
              <a:gd name="connsiteY6" fmla="*/ 2920 h 4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4" h="2912">
                <a:moveTo>
                  <a:pt x="6074" y="0"/>
                </a:moveTo>
                <a:lnTo>
                  <a:pt x="6074" y="2912"/>
                </a:lnTo>
                <a:lnTo>
                  <a:pt x="5" y="2912"/>
                </a:lnTo>
                <a:lnTo>
                  <a:pt x="0" y="2911"/>
                </a:lnTo>
                <a:cubicBezTo>
                  <a:pt x="107" y="2257"/>
                  <a:pt x="461" y="1324"/>
                  <a:pt x="1240" y="764"/>
                </a:cubicBezTo>
                <a:cubicBezTo>
                  <a:pt x="2019" y="204"/>
                  <a:pt x="2599" y="271"/>
                  <a:pt x="3253" y="231"/>
                </a:cubicBezTo>
                <a:cubicBezTo>
                  <a:pt x="3907" y="191"/>
                  <a:pt x="4627" y="590"/>
                  <a:pt x="5147" y="497"/>
                </a:cubicBezTo>
                <a:cubicBezTo>
                  <a:pt x="5618" y="413"/>
                  <a:pt x="5782" y="66"/>
                  <a:pt x="6067" y="1"/>
                </a:cubicBezTo>
                <a:lnTo>
                  <a:pt x="6074" y="0"/>
                </a:lnTo>
                <a:close/>
              </a:path>
            </a:pathLst>
          </a:custGeom>
          <a:solidFill>
            <a:srgbClr val="EFD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4" name="任意多边形 3"/>
          <p:cNvSpPr/>
          <p:nvPr>
            <p:custDataLst>
              <p:tags r:id="rId6"/>
            </p:custDataLst>
          </p:nvPr>
        </p:nvSpPr>
        <p:spPr>
          <a:xfrm flipH="1" flipV="1">
            <a:off x="10652760" y="6007735"/>
            <a:ext cx="1670685" cy="850900"/>
          </a:xfrm>
          <a:custGeom>
            <a:avLst/>
            <a:gdLst>
              <a:gd name="connsiteX0" fmla="*/ 0 w 5143"/>
              <a:gd name="connsiteY0" fmla="*/ 0 h 4554"/>
              <a:gd name="connsiteX1" fmla="*/ 5143 w 5143"/>
              <a:gd name="connsiteY1" fmla="*/ 0 h 4554"/>
              <a:gd name="connsiteX2" fmla="*/ 5141 w 5143"/>
              <a:gd name="connsiteY2" fmla="*/ 11 h 4554"/>
              <a:gd name="connsiteX3" fmla="*/ 4681 w 5143"/>
              <a:gd name="connsiteY3" fmla="*/ 989 h 4554"/>
              <a:gd name="connsiteX4" fmla="*/ 3207 w 5143"/>
              <a:gd name="connsiteY4" fmla="*/ 1914 h 4554"/>
              <a:gd name="connsiteX5" fmla="*/ 2475 w 5143"/>
              <a:gd name="connsiteY5" fmla="*/ 4088 h 4554"/>
              <a:gd name="connsiteX6" fmla="*/ 922 w 5143"/>
              <a:gd name="connsiteY6" fmla="*/ 4545 h 4554"/>
              <a:gd name="connsiteX7" fmla="*/ 22 w 5143"/>
              <a:gd name="connsiteY7" fmla="*/ 4257 h 4554"/>
              <a:gd name="connsiteX8" fmla="*/ 0 w 5143"/>
              <a:gd name="connsiteY8" fmla="*/ 0 h 4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3" h="4554">
                <a:moveTo>
                  <a:pt x="0" y="0"/>
                </a:moveTo>
                <a:lnTo>
                  <a:pt x="5143" y="0"/>
                </a:lnTo>
                <a:lnTo>
                  <a:pt x="5141" y="11"/>
                </a:lnTo>
                <a:cubicBezTo>
                  <a:pt x="5110" y="197"/>
                  <a:pt x="5088" y="582"/>
                  <a:pt x="4681" y="989"/>
                </a:cubicBezTo>
                <a:cubicBezTo>
                  <a:pt x="4247" y="1423"/>
                  <a:pt x="3573" y="1617"/>
                  <a:pt x="3207" y="1914"/>
                </a:cubicBezTo>
                <a:cubicBezTo>
                  <a:pt x="2841" y="2211"/>
                  <a:pt x="2989" y="3585"/>
                  <a:pt x="2475" y="4088"/>
                </a:cubicBezTo>
                <a:cubicBezTo>
                  <a:pt x="1961" y="4591"/>
                  <a:pt x="1379" y="4567"/>
                  <a:pt x="922" y="4545"/>
                </a:cubicBezTo>
                <a:cubicBezTo>
                  <a:pt x="465" y="4523"/>
                  <a:pt x="375" y="4352"/>
                  <a:pt x="22" y="4257"/>
                </a:cubicBezTo>
                <a:lnTo>
                  <a:pt x="0" y="0"/>
                </a:lnTo>
                <a:close/>
              </a:path>
            </a:pathLst>
          </a:custGeom>
          <a:noFill/>
          <a:ln w="9525">
            <a:solidFill>
              <a:schemeClr val="bg1"/>
            </a:solidFill>
          </a:ln>
          <a:extLst>
            <a:ext uri="{909E8E84-426E-40DD-AFC4-6F175D3DCCD1}">
              <a14:hiddenFill xmlns:a14="http://schemas.microsoft.com/office/drawing/2010/main">
                <a:solidFill>
                  <a:schemeClr val="accent1">
                    <a:alpha val="46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8" name="椭圆 17"/>
          <p:cNvSpPr/>
          <p:nvPr/>
        </p:nvSpPr>
        <p:spPr>
          <a:xfrm>
            <a:off x="207645" y="5374005"/>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1" name="椭圆 20"/>
          <p:cNvSpPr/>
          <p:nvPr>
            <p:custDataLst>
              <p:tags r:id="rId7"/>
            </p:custDataLst>
          </p:nvPr>
        </p:nvSpPr>
        <p:spPr>
          <a:xfrm>
            <a:off x="0" y="5103495"/>
            <a:ext cx="474980" cy="454660"/>
          </a:xfrm>
          <a:prstGeom prst="ellipse">
            <a:avLst/>
          </a:prstGeom>
          <a:solidFill>
            <a:srgbClr val="EFAD3A"/>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4" name="椭圆 23"/>
          <p:cNvSpPr/>
          <p:nvPr>
            <p:custDataLst>
              <p:tags r:id="rId8"/>
            </p:custDataLst>
          </p:nvPr>
        </p:nvSpPr>
        <p:spPr>
          <a:xfrm>
            <a:off x="11031855" y="1426845"/>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pic>
        <p:nvPicPr>
          <p:cNvPr id="3" name="Picture 69"/>
          <p:cNvPicPr>
            <a:picLocks noChangeAspect="1"/>
          </p:cNvPicPr>
          <p:nvPr>
            <p:custDataLst>
              <p:tags r:id="rId9"/>
            </p:custDataLst>
          </p:nvPr>
        </p:nvPicPr>
        <p:blipFill>
          <a:blip r:embed="rId10">
            <a:extLst>
              <a:ext uri="{28A0092B-C50C-407E-A947-70E740481C1C}">
                <a14:useLocalDpi xmlns:a14="http://schemas.microsoft.com/office/drawing/2010/main" val="0"/>
              </a:ext>
            </a:extLst>
          </a:blip>
          <a:srcRect/>
          <a:stretch>
            <a:fillRect/>
          </a:stretch>
        </p:blipFill>
        <p:spPr>
          <a:xfrm rot="18760219">
            <a:off x="9686290" y="6017260"/>
            <a:ext cx="908050" cy="558165"/>
          </a:xfrm>
          <a:prstGeom prst="rect">
            <a:avLst/>
          </a:prstGeom>
        </p:spPr>
      </p:pic>
      <p:pic>
        <p:nvPicPr>
          <p:cNvPr id="16" name="Picture 68"/>
          <p:cNvPicPr>
            <a:picLocks noChangeAspect="1"/>
          </p:cNvPicPr>
          <p:nvPr>
            <p:custDataLst>
              <p:tags r:id="rId11"/>
            </p:custDataLst>
          </p:nvPr>
        </p:nvPicPr>
        <p:blipFill>
          <a:blip r:embed="rId12">
            <a:extLst>
              <a:ext uri="{28A0092B-C50C-407E-A947-70E740481C1C}">
                <a14:useLocalDpi xmlns:a14="http://schemas.microsoft.com/office/drawing/2010/main" val="0"/>
              </a:ext>
            </a:extLst>
          </a:blip>
          <a:srcRect r="45888" b="46718"/>
          <a:stretch>
            <a:fillRect/>
          </a:stretch>
        </p:blipFill>
        <p:spPr>
          <a:xfrm rot="5400000">
            <a:off x="30802" y="936143"/>
            <a:ext cx="758510" cy="820369"/>
          </a:xfrm>
          <a:prstGeom prst="rect">
            <a:avLst/>
          </a:prstGeom>
        </p:spPr>
      </p:pic>
      <p:pic>
        <p:nvPicPr>
          <p:cNvPr id="29" name="Picture 72"/>
          <p:cNvPicPr>
            <a:picLocks noChangeAspect="1"/>
          </p:cNvPicPr>
          <p:nvPr>
            <p:custDataLst>
              <p:tags r:id="rId13"/>
            </p:custDataLst>
          </p:nvPr>
        </p:nvPicPr>
        <p:blipFill>
          <a:blip r:embed="rId14">
            <a:extLst>
              <a:ext uri="{28A0092B-C50C-407E-A947-70E740481C1C}">
                <a14:useLocalDpi xmlns:a14="http://schemas.microsoft.com/office/drawing/2010/main" val="0"/>
              </a:ext>
            </a:extLst>
          </a:blip>
          <a:srcRect/>
          <a:stretch>
            <a:fillRect/>
          </a:stretch>
        </p:blipFill>
        <p:spPr>
          <a:xfrm rot="-1815464">
            <a:off x="26798" y="5772384"/>
            <a:ext cx="948074" cy="361623"/>
          </a:xfrm>
          <a:prstGeom prst="rect">
            <a:avLst/>
          </a:prstGeom>
        </p:spPr>
      </p:pic>
      <p:pic>
        <p:nvPicPr>
          <p:cNvPr id="33" name="Picture 2"/>
          <p:cNvPicPr>
            <a:picLocks noChangeAspect="1"/>
          </p:cNvPicPr>
          <p:nvPr>
            <p:custDataLst>
              <p:tags r:id="rId15"/>
            </p:custDataLst>
          </p:nvPr>
        </p:nvPicPr>
        <p:blipFill>
          <a:blip r:embed="rId16"/>
          <a:srcRect/>
          <a:stretch>
            <a:fillRect/>
          </a:stretch>
        </p:blipFill>
        <p:spPr>
          <a:xfrm flipH="1">
            <a:off x="227330" y="45085"/>
            <a:ext cx="1595755" cy="1377950"/>
          </a:xfrm>
          <a:prstGeom prst="rect">
            <a:avLst/>
          </a:prstGeom>
        </p:spPr>
      </p:pic>
      <p:pic>
        <p:nvPicPr>
          <p:cNvPr id="34" name="Picture 72"/>
          <p:cNvPicPr>
            <a:picLocks noChangeAspect="1"/>
          </p:cNvPicPr>
          <p:nvPr>
            <p:custDataLst>
              <p:tags r:id="rId17"/>
            </p:custDataLst>
          </p:nvPr>
        </p:nvPicPr>
        <p:blipFill>
          <a:blip r:embed="rId14">
            <a:extLst>
              <a:ext uri="{28A0092B-C50C-407E-A947-70E740481C1C}">
                <a14:useLocalDpi xmlns:a14="http://schemas.microsoft.com/office/drawing/2010/main" val="0"/>
              </a:ext>
            </a:extLst>
          </a:blip>
          <a:srcRect/>
          <a:stretch>
            <a:fillRect/>
          </a:stretch>
        </p:blipFill>
        <p:spPr>
          <a:xfrm rot="5204533">
            <a:off x="1989583" y="302494"/>
            <a:ext cx="948074" cy="361623"/>
          </a:xfrm>
          <a:prstGeom prst="rect">
            <a:avLst/>
          </a:prstGeom>
        </p:spPr>
      </p:pic>
      <p:pic>
        <p:nvPicPr>
          <p:cNvPr id="14" name="Picture 5"/>
          <p:cNvPicPr>
            <a:picLocks noChangeAspect="1"/>
          </p:cNvPicPr>
          <p:nvPr>
            <p:custDataLst>
              <p:tags r:id="rId18"/>
            </p:custDataLst>
          </p:nvPr>
        </p:nvPicPr>
        <p:blipFill>
          <a:blip r:embed="rId19"/>
          <a:srcRect/>
          <a:stretch>
            <a:fillRect/>
          </a:stretch>
        </p:blipFill>
        <p:spPr>
          <a:xfrm>
            <a:off x="9484995" y="80645"/>
            <a:ext cx="331470" cy="359410"/>
          </a:xfrm>
          <a:prstGeom prst="rect">
            <a:avLst/>
          </a:prstGeom>
        </p:spPr>
      </p:pic>
      <p:sp>
        <p:nvSpPr>
          <p:cNvPr id="20" name="TextBox 20"/>
          <p:cNvSpPr txBox="1"/>
          <p:nvPr>
            <p:custDataLst>
              <p:tags r:id="rId20"/>
            </p:custDataLst>
          </p:nvPr>
        </p:nvSpPr>
        <p:spPr>
          <a:xfrm>
            <a:off x="9935210" y="142240"/>
            <a:ext cx="2092325" cy="379730"/>
          </a:xfrm>
          <a:prstGeom prst="rect">
            <a:avLst/>
          </a:prstGeom>
        </p:spPr>
        <p:txBody>
          <a:bodyPr lIns="0" tIns="0" rIns="0" bIns="0" rtlCol="0" anchor="t">
            <a:noAutofit/>
          </a:bodyPr>
          <a:p>
            <a:pPr indent="0" algn="ctr" fontAlgn="auto">
              <a:lnSpc>
                <a:spcPct val="100000"/>
              </a:lnSpc>
            </a:pPr>
            <a:r>
              <a:rPr lang="zh-CN" altLang="en-US" sz="2000">
                <a:solidFill>
                  <a:schemeClr val="tx1">
                    <a:lumMod val="65000"/>
                    <a:lumOff val="35000"/>
                  </a:schemeClr>
                </a:solidFill>
                <a:latin typeface="站酷快乐体2016修订版" panose="02010600030101010101" charset="-122"/>
                <a:ea typeface="站酷快乐体2016修订版" panose="02010600030101010101" charset="-122"/>
                <a:cs typeface="仓耳渔阳体 W04" panose="02020400000000000000" charset="-122"/>
              </a:rPr>
              <a:t>提高食品安全意识</a:t>
            </a:r>
            <a:endParaRPr lang="zh-CN" altLang="en-US" sz="2000">
              <a:solidFill>
                <a:schemeClr val="tx1">
                  <a:lumMod val="65000"/>
                  <a:lumOff val="35000"/>
                </a:schemeClr>
              </a:solidFill>
              <a:latin typeface="站酷快乐体2016修订版" panose="02010600030101010101" charset="-122"/>
              <a:ea typeface="站酷快乐体2016修订版" panose="02010600030101010101" charset="-122"/>
              <a:cs typeface="仓耳渔阳体 W04" panose="02020400000000000000" charset="-122"/>
            </a:endParaRPr>
          </a:p>
        </p:txBody>
      </p:sp>
      <p:sp>
        <p:nvSpPr>
          <p:cNvPr id="27" name="TextBox 15"/>
          <p:cNvSpPr txBox="1"/>
          <p:nvPr>
            <p:custDataLst>
              <p:tags r:id="rId21"/>
            </p:custDataLst>
          </p:nvPr>
        </p:nvSpPr>
        <p:spPr>
          <a:xfrm>
            <a:off x="1814513" y="1437640"/>
            <a:ext cx="4844415" cy="984250"/>
          </a:xfrm>
          <a:prstGeom prst="rect">
            <a:avLst/>
          </a:prstGeom>
        </p:spPr>
        <p:txBody>
          <a:bodyPr wrap="square" lIns="0" tIns="0" rIns="0" bIns="0" rtlCol="0" anchor="t">
            <a:spAutoFit/>
          </a:bodyPr>
          <a:p>
            <a:pPr algn="l">
              <a:lnSpc>
                <a:spcPts val="7675"/>
              </a:lnSpc>
              <a:spcBef>
                <a:spcPct val="0"/>
              </a:spcBef>
            </a:pPr>
            <a:r>
              <a:rPr lang="zh-CN" altLang="en-US" sz="4000">
                <a:solidFill>
                  <a:srgbClr val="9B5836"/>
                </a:solidFill>
                <a:latin typeface="站酷快乐体2016修订版" panose="02010600030101010101" charset="-122"/>
                <a:ea typeface="站酷快乐体2016修订版" panose="02010600030101010101" charset="-122"/>
                <a:cs typeface="仓耳渔阳体 W04" panose="02020400000000000000" charset="-122"/>
              </a:rPr>
              <a:t>食品安全歌谣</a:t>
            </a:r>
            <a:endParaRPr lang="zh-CN" altLang="en-US" sz="4000">
              <a:solidFill>
                <a:srgbClr val="9B5836"/>
              </a:solidFill>
              <a:latin typeface="站酷快乐体2016修订版" panose="02010600030101010101" charset="-122"/>
              <a:ea typeface="站酷快乐体2016修订版" panose="02010600030101010101" charset="-122"/>
              <a:cs typeface="仓耳渔阳体 W04" panose="02020400000000000000" charset="-122"/>
            </a:endParaRPr>
          </a:p>
        </p:txBody>
      </p:sp>
      <p:pic>
        <p:nvPicPr>
          <p:cNvPr id="68" name="Picture 68"/>
          <p:cNvPicPr>
            <a:picLocks noChangeAspect="1"/>
          </p:cNvPicPr>
          <p:nvPr>
            <p:custDataLst>
              <p:tags r:id="rId22"/>
            </p:custDataLst>
          </p:nvPr>
        </p:nvPicPr>
        <p:blipFill>
          <a:blip r:embed="rId12">
            <a:extLst>
              <a:ext uri="{28A0092B-C50C-407E-A947-70E740481C1C}">
                <a14:useLocalDpi xmlns:a14="http://schemas.microsoft.com/office/drawing/2010/main" val="0"/>
              </a:ext>
            </a:extLst>
          </a:blip>
          <a:srcRect r="45888" b="46718"/>
          <a:stretch>
            <a:fillRect/>
          </a:stretch>
        </p:blipFill>
        <p:spPr>
          <a:xfrm rot="1080000">
            <a:off x="145737" y="6124728"/>
            <a:ext cx="758510" cy="820369"/>
          </a:xfrm>
          <a:prstGeom prst="rect">
            <a:avLst/>
          </a:prstGeom>
        </p:spPr>
      </p:pic>
      <p:pic>
        <p:nvPicPr>
          <p:cNvPr id="71" name="Picture 71"/>
          <p:cNvPicPr>
            <a:picLocks noChangeAspect="1"/>
          </p:cNvPicPr>
          <p:nvPr>
            <p:custDataLst>
              <p:tags r:id="rId23"/>
            </p:custDataLst>
          </p:nvPr>
        </p:nvPicPr>
        <p:blipFill>
          <a:blip r:embed="rId24">
            <a:extLst>
              <a:ext uri="{28A0092B-C50C-407E-A947-70E740481C1C}">
                <a14:useLocalDpi xmlns:a14="http://schemas.microsoft.com/office/drawing/2010/main" val="0"/>
              </a:ext>
            </a:extLst>
          </a:blip>
          <a:srcRect/>
          <a:stretch>
            <a:fillRect/>
          </a:stretch>
        </p:blipFill>
        <p:spPr>
          <a:xfrm rot="-1286584">
            <a:off x="1735398" y="6408197"/>
            <a:ext cx="883857" cy="450991"/>
          </a:xfrm>
          <a:prstGeom prst="rect">
            <a:avLst/>
          </a:prstGeom>
        </p:spPr>
      </p:pic>
      <p:sp>
        <p:nvSpPr>
          <p:cNvPr id="2" name="TextBox 24"/>
          <p:cNvSpPr txBox="1"/>
          <p:nvPr>
            <p:custDataLst>
              <p:tags r:id="rId25"/>
            </p:custDataLst>
          </p:nvPr>
        </p:nvSpPr>
        <p:spPr>
          <a:xfrm>
            <a:off x="1880553" y="2567940"/>
            <a:ext cx="3909060" cy="830580"/>
          </a:xfrm>
          <a:prstGeom prst="rect">
            <a:avLst/>
          </a:prstGeom>
        </p:spPr>
        <p:txBody>
          <a:bodyPr wrap="square" lIns="0" tIns="0" rIns="0" bIns="0" rtlCol="0" anchor="t">
            <a:spAutoFit/>
          </a:bodyPr>
          <a:p>
            <a:pPr indent="0" algn="ctr" fontAlgn="auto">
              <a:lnSpc>
                <a:spcPct val="150000"/>
              </a:lnSpc>
              <a:spcBef>
                <a:spcPct val="0"/>
              </a:spcBef>
            </a:pPr>
            <a:r>
              <a:rPr lang="en-US">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选购食品有技巧，六类产品不能要。</a:t>
            </a:r>
            <a:endParaRPr lang="en-US">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a:p>
            <a:pPr indent="0" algn="ctr" fontAlgn="auto">
              <a:lnSpc>
                <a:spcPct val="150000"/>
              </a:lnSpc>
              <a:spcBef>
                <a:spcPct val="0"/>
              </a:spcBef>
            </a:pPr>
            <a:r>
              <a:rPr lang="en-US">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无证无照无保障，三无食品不能要</a:t>
            </a:r>
            <a:r>
              <a:rPr lang="zh-CN" altLang="en-US">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a:t>
            </a:r>
            <a:endParaRPr lang="zh-CN" altLang="en-US">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p:txBody>
      </p:sp>
      <p:sp>
        <p:nvSpPr>
          <p:cNvPr id="7" name="TextBox 24"/>
          <p:cNvSpPr txBox="1"/>
          <p:nvPr>
            <p:custDataLst>
              <p:tags r:id="rId26"/>
            </p:custDataLst>
          </p:nvPr>
        </p:nvSpPr>
        <p:spPr>
          <a:xfrm>
            <a:off x="1732915" y="3692525"/>
            <a:ext cx="4204335" cy="830580"/>
          </a:xfrm>
          <a:prstGeom prst="rect">
            <a:avLst/>
          </a:prstGeom>
        </p:spPr>
        <p:txBody>
          <a:bodyPr wrap="square" lIns="0" tIns="0" rIns="0" bIns="0" rtlCol="0" anchor="t">
            <a:spAutoFit/>
          </a:bodyPr>
          <a:p>
            <a:pPr indent="0" algn="ctr" fontAlgn="auto">
              <a:lnSpc>
                <a:spcPct val="150000"/>
              </a:lnSpc>
              <a:spcBef>
                <a:spcPct val="0"/>
              </a:spcBef>
            </a:pPr>
            <a:r>
              <a:rPr lang="en-US">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标签不全隐患多，成分不明不能要。</a:t>
            </a:r>
            <a:endParaRPr lang="en-US">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a:p>
            <a:pPr indent="0" algn="ctr" fontAlgn="auto">
              <a:lnSpc>
                <a:spcPct val="150000"/>
              </a:lnSpc>
              <a:spcBef>
                <a:spcPct val="0"/>
              </a:spcBef>
            </a:pPr>
            <a:r>
              <a:rPr lang="en-US">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打开包装看质量，变色变味不能要。</a:t>
            </a:r>
            <a:endParaRPr lang="en-US">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p:txBody>
      </p:sp>
      <p:pic>
        <p:nvPicPr>
          <p:cNvPr id="9" name="Picture 3"/>
          <p:cNvPicPr>
            <a:picLocks noChangeAspect="1"/>
          </p:cNvPicPr>
          <p:nvPr>
            <p:custDataLst>
              <p:tags r:id="rId27"/>
            </p:custDataLst>
          </p:nvPr>
        </p:nvPicPr>
        <p:blipFill>
          <a:blip r:embed="rId28"/>
          <a:srcRect/>
          <a:stretch>
            <a:fillRect/>
          </a:stretch>
        </p:blipFill>
        <p:spPr>
          <a:xfrm flipH="1">
            <a:off x="6836120" y="2307598"/>
            <a:ext cx="2980361" cy="2592914"/>
          </a:xfrm>
          <a:prstGeom prst="rect">
            <a:avLst/>
          </a:prstGeom>
          <a:effectLst>
            <a:outerShdw blurRad="152400" dist="88900" dir="2700000" algn="tl" rotWithShape="0">
              <a:srgbClr val="A16836">
                <a:alpha val="40000"/>
              </a:srgbClr>
            </a:outerShdw>
          </a:effectLst>
        </p:spPr>
      </p:pic>
      <p:pic>
        <p:nvPicPr>
          <p:cNvPr id="31" name="Picture 72"/>
          <p:cNvPicPr>
            <a:picLocks noChangeAspect="1"/>
          </p:cNvPicPr>
          <p:nvPr>
            <p:custDataLst>
              <p:tags r:id="rId29"/>
            </p:custDataLst>
          </p:nvPr>
        </p:nvPicPr>
        <p:blipFill>
          <a:blip r:embed="rId14">
            <a:extLst>
              <a:ext uri="{28A0092B-C50C-407E-A947-70E740481C1C}">
                <a14:useLocalDpi xmlns:a14="http://schemas.microsoft.com/office/drawing/2010/main" val="0"/>
              </a:ext>
            </a:extLst>
          </a:blip>
          <a:srcRect/>
          <a:stretch>
            <a:fillRect/>
          </a:stretch>
        </p:blipFill>
        <p:spPr>
          <a:xfrm rot="7544533">
            <a:off x="9406890" y="4067175"/>
            <a:ext cx="1464310" cy="558165"/>
          </a:xfrm>
          <a:prstGeom prst="rect">
            <a:avLst/>
          </a:prstGeom>
        </p:spPr>
      </p:pic>
    </p:spTree>
    <p:custDataLst>
      <p:tags r:id="rId30"/>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6F1EB"/>
        </a:solidFill>
        <a:effectLst/>
      </p:bgPr>
    </p:bg>
    <p:spTree>
      <p:nvGrpSpPr>
        <p:cNvPr id="1" name=""/>
        <p:cNvGrpSpPr/>
        <p:nvPr/>
      </p:nvGrpSpPr>
      <p:grpSpPr/>
      <p:sp>
        <p:nvSpPr>
          <p:cNvPr id="26" name="圆角矩形 25"/>
          <p:cNvSpPr/>
          <p:nvPr/>
        </p:nvSpPr>
        <p:spPr>
          <a:xfrm>
            <a:off x="4343400" y="3395980"/>
            <a:ext cx="3505200" cy="719455"/>
          </a:xfrm>
          <a:prstGeom prst="roundRect">
            <a:avLst>
              <a:gd name="adj" fmla="val 37864"/>
            </a:avLst>
          </a:prstGeom>
          <a:solidFill>
            <a:srgbClr val="EFA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6" name="任意多边形 5"/>
          <p:cNvSpPr/>
          <p:nvPr>
            <p:custDataLst>
              <p:tags r:id="rId1"/>
            </p:custDataLst>
          </p:nvPr>
        </p:nvSpPr>
        <p:spPr>
          <a:xfrm>
            <a:off x="0" y="0"/>
            <a:ext cx="3523945" cy="3014657"/>
          </a:xfrm>
          <a:custGeom>
            <a:avLst/>
            <a:gdLst>
              <a:gd name="connsiteX0" fmla="*/ 5595 w 5640"/>
              <a:gd name="connsiteY0" fmla="*/ 203 h 4952"/>
              <a:gd name="connsiteX1" fmla="*/ 5070 w 5640"/>
              <a:gd name="connsiteY1" fmla="*/ 2031 h 4952"/>
              <a:gd name="connsiteX2" fmla="*/ 3162 w 5640"/>
              <a:gd name="connsiteY2" fmla="*/ 2750 h 4952"/>
              <a:gd name="connsiteX3" fmla="*/ 2032 w 5640"/>
              <a:gd name="connsiteY3" fmla="*/ 4349 h 4952"/>
              <a:gd name="connsiteX4" fmla="*/ 46 w 5640"/>
              <a:gd name="connsiteY4" fmla="*/ 4783 h 4952"/>
              <a:gd name="connsiteX5" fmla="*/ 0 w 5640"/>
              <a:gd name="connsiteY5" fmla="*/ 0 h 4952"/>
              <a:gd name="connsiteX6" fmla="*/ 5595 w 5640"/>
              <a:gd name="connsiteY6" fmla="*/ 203 h 4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50" h="4747">
                <a:moveTo>
                  <a:pt x="0" y="0"/>
                </a:moveTo>
                <a:lnTo>
                  <a:pt x="5505" y="0"/>
                </a:lnTo>
                <a:lnTo>
                  <a:pt x="5510" y="17"/>
                </a:lnTo>
                <a:cubicBezTo>
                  <a:pt x="5636" y="426"/>
                  <a:pt x="5458" y="1325"/>
                  <a:pt x="4979" y="1826"/>
                </a:cubicBezTo>
                <a:cubicBezTo>
                  <a:pt x="4492" y="2335"/>
                  <a:pt x="3506" y="2362"/>
                  <a:pt x="3071" y="2545"/>
                </a:cubicBezTo>
                <a:cubicBezTo>
                  <a:pt x="2636" y="2728"/>
                  <a:pt x="2546" y="3515"/>
                  <a:pt x="1941" y="4144"/>
                </a:cubicBezTo>
                <a:cubicBezTo>
                  <a:pt x="1374" y="4734"/>
                  <a:pt x="314" y="4880"/>
                  <a:pt x="6" y="4633"/>
                </a:cubicBezTo>
                <a:lnTo>
                  <a:pt x="0" y="4627"/>
                </a:lnTo>
                <a:lnTo>
                  <a:pt x="0" y="0"/>
                </a:lnTo>
                <a:close/>
              </a:path>
            </a:pathLst>
          </a:custGeom>
          <a:solidFill>
            <a:srgbClr val="EFD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9" name="任意多边形 8"/>
          <p:cNvSpPr/>
          <p:nvPr>
            <p:custDataLst>
              <p:tags r:id="rId2"/>
            </p:custDataLst>
          </p:nvPr>
        </p:nvSpPr>
        <p:spPr>
          <a:xfrm>
            <a:off x="-51359" y="-16510"/>
            <a:ext cx="3265805" cy="2891934"/>
          </a:xfrm>
          <a:custGeom>
            <a:avLst/>
            <a:gdLst>
              <a:gd name="connsiteX0" fmla="*/ 0 w 5143"/>
              <a:gd name="connsiteY0" fmla="*/ 0 h 4554"/>
              <a:gd name="connsiteX1" fmla="*/ 5143 w 5143"/>
              <a:gd name="connsiteY1" fmla="*/ 0 h 4554"/>
              <a:gd name="connsiteX2" fmla="*/ 5141 w 5143"/>
              <a:gd name="connsiteY2" fmla="*/ 11 h 4554"/>
              <a:gd name="connsiteX3" fmla="*/ 4681 w 5143"/>
              <a:gd name="connsiteY3" fmla="*/ 989 h 4554"/>
              <a:gd name="connsiteX4" fmla="*/ 3207 w 5143"/>
              <a:gd name="connsiteY4" fmla="*/ 1914 h 4554"/>
              <a:gd name="connsiteX5" fmla="*/ 2475 w 5143"/>
              <a:gd name="connsiteY5" fmla="*/ 4088 h 4554"/>
              <a:gd name="connsiteX6" fmla="*/ 922 w 5143"/>
              <a:gd name="connsiteY6" fmla="*/ 4545 h 4554"/>
              <a:gd name="connsiteX7" fmla="*/ 22 w 5143"/>
              <a:gd name="connsiteY7" fmla="*/ 4257 h 4554"/>
              <a:gd name="connsiteX8" fmla="*/ 0 w 5143"/>
              <a:gd name="connsiteY8" fmla="*/ 0 h 4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3" h="4554">
                <a:moveTo>
                  <a:pt x="0" y="0"/>
                </a:moveTo>
                <a:lnTo>
                  <a:pt x="5143" y="0"/>
                </a:lnTo>
                <a:lnTo>
                  <a:pt x="5141" y="11"/>
                </a:lnTo>
                <a:cubicBezTo>
                  <a:pt x="5110" y="197"/>
                  <a:pt x="5088" y="582"/>
                  <a:pt x="4681" y="989"/>
                </a:cubicBezTo>
                <a:cubicBezTo>
                  <a:pt x="4247" y="1423"/>
                  <a:pt x="3573" y="1617"/>
                  <a:pt x="3207" y="1914"/>
                </a:cubicBezTo>
                <a:cubicBezTo>
                  <a:pt x="2841" y="2211"/>
                  <a:pt x="2989" y="3585"/>
                  <a:pt x="2475" y="4088"/>
                </a:cubicBezTo>
                <a:cubicBezTo>
                  <a:pt x="1961" y="4591"/>
                  <a:pt x="1379" y="4567"/>
                  <a:pt x="922" y="4545"/>
                </a:cubicBezTo>
                <a:cubicBezTo>
                  <a:pt x="465" y="4523"/>
                  <a:pt x="375" y="4352"/>
                  <a:pt x="22" y="4257"/>
                </a:cubicBezTo>
                <a:lnTo>
                  <a:pt x="0" y="0"/>
                </a:lnTo>
                <a:close/>
              </a:path>
            </a:pathLst>
          </a:custGeom>
          <a:noFill/>
          <a:ln w="9525">
            <a:solidFill>
              <a:schemeClr val="bg1"/>
            </a:solidFill>
          </a:ln>
          <a:extLst>
            <a:ext uri="{909E8E84-426E-40DD-AFC4-6F175D3DCCD1}">
              <a14:hiddenFill xmlns:a14="http://schemas.microsoft.com/office/drawing/2010/main">
                <a:solidFill>
                  <a:schemeClr val="accent1">
                    <a:alpha val="46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2" name="任意多边形 11"/>
          <p:cNvSpPr/>
          <p:nvPr>
            <p:custDataLst>
              <p:tags r:id="rId3"/>
            </p:custDataLst>
          </p:nvPr>
        </p:nvSpPr>
        <p:spPr>
          <a:xfrm>
            <a:off x="9188153" y="0"/>
            <a:ext cx="3003847" cy="2196932"/>
          </a:xfrm>
          <a:custGeom>
            <a:avLst/>
            <a:gdLst>
              <a:gd name="connsiteX0" fmla="*/ 16 w 5020"/>
              <a:gd name="connsiteY0" fmla="*/ 206 h 3666"/>
              <a:gd name="connsiteX1" fmla="*/ 39 w 5020"/>
              <a:gd name="connsiteY1" fmla="*/ 684 h 3666"/>
              <a:gd name="connsiteX2" fmla="*/ 404 w 5020"/>
              <a:gd name="connsiteY2" fmla="*/ 1139 h 3666"/>
              <a:gd name="connsiteX3" fmla="*/ 231 w 5020"/>
              <a:gd name="connsiteY3" fmla="*/ 2544 h 3666"/>
              <a:gd name="connsiteX4" fmla="*/ 847 w 5020"/>
              <a:gd name="connsiteY4" fmla="*/ 3138 h 3666"/>
              <a:gd name="connsiteX5" fmla="*/ 2038 w 5020"/>
              <a:gd name="connsiteY5" fmla="*/ 3345 h 3666"/>
              <a:gd name="connsiteX6" fmla="*/ 3523 w 5020"/>
              <a:gd name="connsiteY6" fmla="*/ 3665 h 3666"/>
              <a:gd name="connsiteX7" fmla="*/ 4791 w 5020"/>
              <a:gd name="connsiteY7" fmla="*/ 3276 h 3666"/>
              <a:gd name="connsiteX8" fmla="*/ 4928 w 5020"/>
              <a:gd name="connsiteY8" fmla="*/ 0 h 3666"/>
              <a:gd name="connsiteX9" fmla="*/ 16 w 5020"/>
              <a:gd name="connsiteY9" fmla="*/ 206 h 3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30" h="3460">
                <a:moveTo>
                  <a:pt x="16" y="0"/>
                </a:moveTo>
                <a:lnTo>
                  <a:pt x="4730" y="0"/>
                </a:lnTo>
                <a:lnTo>
                  <a:pt x="4730" y="3100"/>
                </a:lnTo>
                <a:lnTo>
                  <a:pt x="4707" y="3112"/>
                </a:lnTo>
                <a:cubicBezTo>
                  <a:pt x="4294" y="3323"/>
                  <a:pt x="3957" y="3436"/>
                  <a:pt x="3523" y="3458"/>
                </a:cubicBezTo>
                <a:cubicBezTo>
                  <a:pt x="3060" y="3482"/>
                  <a:pt x="2320" y="3251"/>
                  <a:pt x="2038" y="3138"/>
                </a:cubicBezTo>
                <a:cubicBezTo>
                  <a:pt x="1756" y="3025"/>
                  <a:pt x="1167" y="3000"/>
                  <a:pt x="847" y="2931"/>
                </a:cubicBezTo>
                <a:cubicBezTo>
                  <a:pt x="527" y="2862"/>
                  <a:pt x="288" y="2634"/>
                  <a:pt x="231" y="2337"/>
                </a:cubicBezTo>
                <a:cubicBezTo>
                  <a:pt x="174" y="2040"/>
                  <a:pt x="489" y="1240"/>
                  <a:pt x="404" y="932"/>
                </a:cubicBezTo>
                <a:cubicBezTo>
                  <a:pt x="319" y="624"/>
                  <a:pt x="108" y="650"/>
                  <a:pt x="39" y="477"/>
                </a:cubicBezTo>
                <a:cubicBezTo>
                  <a:pt x="-28" y="309"/>
                  <a:pt x="11" y="101"/>
                  <a:pt x="15" y="8"/>
                </a:cubicBezTo>
                <a:lnTo>
                  <a:pt x="16" y="0"/>
                </a:lnTo>
                <a:close/>
              </a:path>
            </a:pathLst>
          </a:custGeom>
          <a:solidFill>
            <a:srgbClr val="E9BE8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5" name="任意多边形 14"/>
          <p:cNvSpPr/>
          <p:nvPr>
            <p:custDataLst>
              <p:tags r:id="rId4"/>
            </p:custDataLst>
          </p:nvPr>
        </p:nvSpPr>
        <p:spPr>
          <a:xfrm>
            <a:off x="8216265" y="-50800"/>
            <a:ext cx="3983990" cy="2359875"/>
          </a:xfrm>
          <a:custGeom>
            <a:avLst/>
            <a:gdLst>
              <a:gd name="connsiteX0" fmla="*/ 0 w 6373"/>
              <a:gd name="connsiteY0" fmla="*/ 226 h 3921"/>
              <a:gd name="connsiteX1" fmla="*/ 468 w 6373"/>
              <a:gd name="connsiteY1" fmla="*/ 797 h 3921"/>
              <a:gd name="connsiteX2" fmla="*/ 1748 w 6373"/>
              <a:gd name="connsiteY2" fmla="*/ 1122 h 3921"/>
              <a:gd name="connsiteX3" fmla="*/ 2193 w 6373"/>
              <a:gd name="connsiteY3" fmla="*/ 2161 h 3921"/>
              <a:gd name="connsiteX4" fmla="*/ 3175 w 6373"/>
              <a:gd name="connsiteY4" fmla="*/ 3315 h 3921"/>
              <a:gd name="connsiteX5" fmla="*/ 4980 w 6373"/>
              <a:gd name="connsiteY5" fmla="*/ 3909 h 3921"/>
              <a:gd name="connsiteX6" fmla="*/ 6294 w 6373"/>
              <a:gd name="connsiteY6" fmla="*/ 3687 h 3921"/>
              <a:gd name="connsiteX7" fmla="*/ 6373 w 6373"/>
              <a:gd name="connsiteY7" fmla="*/ 0 h 3921"/>
              <a:gd name="connsiteX8" fmla="*/ 0 w 6373"/>
              <a:gd name="connsiteY8" fmla="*/ 226 h 3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74" h="3716">
                <a:moveTo>
                  <a:pt x="592" y="0"/>
                </a:moveTo>
                <a:lnTo>
                  <a:pt x="6202" y="0"/>
                </a:lnTo>
                <a:lnTo>
                  <a:pt x="6274" y="0"/>
                </a:lnTo>
                <a:lnTo>
                  <a:pt x="6274" y="3491"/>
                </a:lnTo>
                <a:lnTo>
                  <a:pt x="6257" y="3499"/>
                </a:lnTo>
                <a:cubicBezTo>
                  <a:pt x="5873" y="3675"/>
                  <a:pt x="5545" y="3748"/>
                  <a:pt x="4980" y="3704"/>
                </a:cubicBezTo>
                <a:cubicBezTo>
                  <a:pt x="4397" y="3659"/>
                  <a:pt x="3678" y="3419"/>
                  <a:pt x="3175" y="3110"/>
                </a:cubicBezTo>
                <a:cubicBezTo>
                  <a:pt x="2672" y="2801"/>
                  <a:pt x="2361" y="2326"/>
                  <a:pt x="2193" y="1956"/>
                </a:cubicBezTo>
                <a:cubicBezTo>
                  <a:pt x="2025" y="1586"/>
                  <a:pt x="1931" y="1082"/>
                  <a:pt x="1748" y="917"/>
                </a:cubicBezTo>
                <a:cubicBezTo>
                  <a:pt x="1565" y="752"/>
                  <a:pt x="813" y="754"/>
                  <a:pt x="468" y="592"/>
                </a:cubicBezTo>
                <a:cubicBezTo>
                  <a:pt x="123" y="430"/>
                  <a:pt x="80" y="289"/>
                  <a:pt x="0" y="21"/>
                </a:cubicBezTo>
                <a:lnTo>
                  <a:pt x="592" y="0"/>
                </a:lnTo>
                <a:close/>
              </a:path>
            </a:pathLst>
          </a:custGeom>
          <a:noFill/>
          <a:ln>
            <a:solidFill>
              <a:schemeClr val="bg1"/>
            </a:solidFill>
          </a:ln>
          <a:extLst>
            <a:ext uri="{909E8E84-426E-40DD-AFC4-6F175D3DCCD1}">
              <a14:hiddenFill xmlns:a14="http://schemas.microsoft.com/office/drawing/2010/main">
                <a:solidFill>
                  <a:schemeClr val="accent1">
                    <a:alpha val="28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19" name="任意多边形 18"/>
          <p:cNvSpPr/>
          <p:nvPr>
            <p:custDataLst>
              <p:tags r:id="rId5"/>
            </p:custDataLst>
          </p:nvPr>
        </p:nvSpPr>
        <p:spPr>
          <a:xfrm>
            <a:off x="0" y="5536411"/>
            <a:ext cx="5145144" cy="1338099"/>
          </a:xfrm>
          <a:custGeom>
            <a:avLst/>
            <a:gdLst>
              <a:gd name="connsiteX0" fmla="*/ 1712 w 8295"/>
              <a:gd name="connsiteY0" fmla="*/ 1303 h 3164"/>
              <a:gd name="connsiteX1" fmla="*/ 3081 w 8295"/>
              <a:gd name="connsiteY1" fmla="*/ 1634 h 3164"/>
              <a:gd name="connsiteX2" fmla="*/ 5390 w 8295"/>
              <a:gd name="connsiteY2" fmla="*/ 252 h 3164"/>
              <a:gd name="connsiteX3" fmla="*/ 7514 w 8295"/>
              <a:gd name="connsiteY3" fmla="*/ 903 h 3164"/>
              <a:gd name="connsiteX4" fmla="*/ 8256 w 8295"/>
              <a:gd name="connsiteY4" fmla="*/ 2228 h 3164"/>
              <a:gd name="connsiteX5" fmla="*/ 614 w 8295"/>
              <a:gd name="connsiteY5" fmla="*/ 3164 h 3164"/>
              <a:gd name="connsiteX6" fmla="*/ 0 w 8295"/>
              <a:gd name="connsiteY6" fmla="*/ 2159 h 3164"/>
              <a:gd name="connsiteX7" fmla="*/ 125 w 8295"/>
              <a:gd name="connsiteY7" fmla="*/ 0 h 3164"/>
              <a:gd name="connsiteX8" fmla="*/ 1712 w 8295"/>
              <a:gd name="connsiteY8" fmla="*/ 1303 h 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103" h="2107">
                <a:moveTo>
                  <a:pt x="0" y="0"/>
                </a:moveTo>
                <a:lnTo>
                  <a:pt x="20" y="6"/>
                </a:lnTo>
                <a:cubicBezTo>
                  <a:pt x="473" y="162"/>
                  <a:pt x="1102" y="966"/>
                  <a:pt x="1519" y="1287"/>
                </a:cubicBezTo>
                <a:cubicBezTo>
                  <a:pt x="1964" y="1630"/>
                  <a:pt x="2532" y="1686"/>
                  <a:pt x="2888" y="1618"/>
                </a:cubicBezTo>
                <a:cubicBezTo>
                  <a:pt x="3244" y="1550"/>
                  <a:pt x="4123" y="259"/>
                  <a:pt x="5197" y="236"/>
                </a:cubicBezTo>
                <a:cubicBezTo>
                  <a:pt x="6271" y="213"/>
                  <a:pt x="6658" y="305"/>
                  <a:pt x="7321" y="887"/>
                </a:cubicBezTo>
                <a:cubicBezTo>
                  <a:pt x="7922" y="1415"/>
                  <a:pt x="8156" y="1756"/>
                  <a:pt x="8092" y="2104"/>
                </a:cubicBezTo>
                <a:lnTo>
                  <a:pt x="8092" y="2107"/>
                </a:lnTo>
                <a:lnTo>
                  <a:pt x="0" y="2107"/>
                </a:lnTo>
                <a:lnTo>
                  <a:pt x="0" y="0"/>
                </a:lnTo>
                <a:close/>
              </a:path>
            </a:pathLst>
          </a:custGeom>
          <a:solidFill>
            <a:srgbClr val="E9BE8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22" name="任意多边形 21"/>
          <p:cNvSpPr/>
          <p:nvPr>
            <p:custDataLst>
              <p:tags r:id="rId6"/>
            </p:custDataLst>
          </p:nvPr>
        </p:nvSpPr>
        <p:spPr>
          <a:xfrm>
            <a:off x="-24765" y="5741969"/>
            <a:ext cx="4941970" cy="1140796"/>
          </a:xfrm>
          <a:custGeom>
            <a:avLst/>
            <a:gdLst>
              <a:gd name="connsiteX0" fmla="*/ 679 w 8465"/>
              <a:gd name="connsiteY0" fmla="*/ 4 h 2284"/>
              <a:gd name="connsiteX1" fmla="*/ 2269 w 8465"/>
              <a:gd name="connsiteY1" fmla="*/ 1424 h 2284"/>
              <a:gd name="connsiteX2" fmla="*/ 3882 w 8465"/>
              <a:gd name="connsiteY2" fmla="*/ 1211 h 2284"/>
              <a:gd name="connsiteX3" fmla="*/ 5692 w 8465"/>
              <a:gd name="connsiteY3" fmla="*/ 138 h 2284"/>
              <a:gd name="connsiteX4" fmla="*/ 7562 w 8465"/>
              <a:gd name="connsiteY4" fmla="*/ 679 h 2284"/>
              <a:gd name="connsiteX5" fmla="*/ 8465 w 8465"/>
              <a:gd name="connsiteY5" fmla="*/ 1844 h 2284"/>
              <a:gd name="connsiteX6" fmla="*/ 0 w 8465"/>
              <a:gd name="connsiteY6" fmla="*/ 2284 h 2284"/>
              <a:gd name="connsiteX7" fmla="*/ 679 w 8465"/>
              <a:gd name="connsiteY7" fmla="*/ 4 h 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83" h="1797">
                <a:moveTo>
                  <a:pt x="86" y="0"/>
                </a:moveTo>
                <a:cubicBezTo>
                  <a:pt x="760" y="-7"/>
                  <a:pt x="1032" y="1148"/>
                  <a:pt x="1610" y="1424"/>
                </a:cubicBezTo>
                <a:cubicBezTo>
                  <a:pt x="2207" y="1709"/>
                  <a:pt x="2699" y="1524"/>
                  <a:pt x="3223" y="1211"/>
                </a:cubicBezTo>
                <a:cubicBezTo>
                  <a:pt x="3747" y="898"/>
                  <a:pt x="4310" y="198"/>
                  <a:pt x="5033" y="138"/>
                </a:cubicBezTo>
                <a:cubicBezTo>
                  <a:pt x="5756" y="78"/>
                  <a:pt x="6209" y="213"/>
                  <a:pt x="6903" y="679"/>
                </a:cubicBezTo>
                <a:cubicBezTo>
                  <a:pt x="7554" y="1116"/>
                  <a:pt x="7645" y="1500"/>
                  <a:pt x="7779" y="1788"/>
                </a:cubicBezTo>
                <a:lnTo>
                  <a:pt x="7783" y="1797"/>
                </a:lnTo>
                <a:lnTo>
                  <a:pt x="0" y="1797"/>
                </a:lnTo>
                <a:lnTo>
                  <a:pt x="0" y="72"/>
                </a:lnTo>
                <a:lnTo>
                  <a:pt x="20" y="4"/>
                </a:lnTo>
                <a:cubicBezTo>
                  <a:pt x="43" y="2"/>
                  <a:pt x="65" y="0"/>
                  <a:pt x="86" y="0"/>
                </a:cubicBezTo>
                <a:close/>
              </a:path>
            </a:pathLst>
          </a:custGeom>
          <a:noFill/>
          <a:ln>
            <a:solidFill>
              <a:schemeClr val="bg1"/>
            </a:solidFill>
          </a:ln>
          <a:extLst>
            <a:ext uri="{909E8E84-426E-40DD-AFC4-6F175D3DCCD1}">
              <a14:hiddenFill xmlns:a14="http://schemas.microsoft.com/office/drawing/2010/main">
                <a:solidFill>
                  <a:schemeClr val="accent1">
                    <a:alpha val="24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25" name="任意多边形 24"/>
          <p:cNvSpPr/>
          <p:nvPr>
            <p:custDataLst>
              <p:tags r:id="rId7"/>
            </p:custDataLst>
          </p:nvPr>
        </p:nvSpPr>
        <p:spPr>
          <a:xfrm>
            <a:off x="8335010" y="5008807"/>
            <a:ext cx="3856990" cy="1849193"/>
          </a:xfrm>
          <a:custGeom>
            <a:avLst/>
            <a:gdLst>
              <a:gd name="connsiteX0" fmla="*/ 0 w 6333"/>
              <a:gd name="connsiteY0" fmla="*/ 2920 h 4147"/>
              <a:gd name="connsiteX1" fmla="*/ 1240 w 6333"/>
              <a:gd name="connsiteY1" fmla="*/ 773 h 4147"/>
              <a:gd name="connsiteX2" fmla="*/ 3253 w 6333"/>
              <a:gd name="connsiteY2" fmla="*/ 240 h 4147"/>
              <a:gd name="connsiteX3" fmla="*/ 5147 w 6333"/>
              <a:gd name="connsiteY3" fmla="*/ 506 h 4147"/>
              <a:gd name="connsiteX4" fmla="*/ 6160 w 6333"/>
              <a:gd name="connsiteY4" fmla="*/ 0 h 4147"/>
              <a:gd name="connsiteX5" fmla="*/ 6333 w 6333"/>
              <a:gd name="connsiteY5" fmla="*/ 4147 h 4147"/>
              <a:gd name="connsiteX6" fmla="*/ 0 w 6333"/>
              <a:gd name="connsiteY6" fmla="*/ 2920 h 41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74" h="2912">
                <a:moveTo>
                  <a:pt x="6074" y="0"/>
                </a:moveTo>
                <a:lnTo>
                  <a:pt x="6074" y="2912"/>
                </a:lnTo>
                <a:lnTo>
                  <a:pt x="5" y="2912"/>
                </a:lnTo>
                <a:lnTo>
                  <a:pt x="0" y="2911"/>
                </a:lnTo>
                <a:cubicBezTo>
                  <a:pt x="107" y="2257"/>
                  <a:pt x="461" y="1324"/>
                  <a:pt x="1240" y="764"/>
                </a:cubicBezTo>
                <a:cubicBezTo>
                  <a:pt x="2019" y="204"/>
                  <a:pt x="2599" y="271"/>
                  <a:pt x="3253" y="231"/>
                </a:cubicBezTo>
                <a:cubicBezTo>
                  <a:pt x="3907" y="191"/>
                  <a:pt x="4627" y="590"/>
                  <a:pt x="5147" y="497"/>
                </a:cubicBezTo>
                <a:cubicBezTo>
                  <a:pt x="5618" y="413"/>
                  <a:pt x="5782" y="66"/>
                  <a:pt x="6067" y="1"/>
                </a:cubicBezTo>
                <a:lnTo>
                  <a:pt x="6074" y="0"/>
                </a:lnTo>
                <a:close/>
              </a:path>
            </a:pathLst>
          </a:custGeom>
          <a:solidFill>
            <a:srgbClr val="EFD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sp>
        <p:nvSpPr>
          <p:cNvPr id="4" name="任意多边形 3"/>
          <p:cNvSpPr/>
          <p:nvPr>
            <p:custDataLst>
              <p:tags r:id="rId8"/>
            </p:custDataLst>
          </p:nvPr>
        </p:nvSpPr>
        <p:spPr>
          <a:xfrm flipH="1" flipV="1">
            <a:off x="8675370" y="5008880"/>
            <a:ext cx="3648075" cy="1849755"/>
          </a:xfrm>
          <a:custGeom>
            <a:avLst/>
            <a:gdLst>
              <a:gd name="connsiteX0" fmla="*/ 0 w 5143"/>
              <a:gd name="connsiteY0" fmla="*/ 0 h 4554"/>
              <a:gd name="connsiteX1" fmla="*/ 5143 w 5143"/>
              <a:gd name="connsiteY1" fmla="*/ 0 h 4554"/>
              <a:gd name="connsiteX2" fmla="*/ 5141 w 5143"/>
              <a:gd name="connsiteY2" fmla="*/ 11 h 4554"/>
              <a:gd name="connsiteX3" fmla="*/ 4681 w 5143"/>
              <a:gd name="connsiteY3" fmla="*/ 989 h 4554"/>
              <a:gd name="connsiteX4" fmla="*/ 3207 w 5143"/>
              <a:gd name="connsiteY4" fmla="*/ 1914 h 4554"/>
              <a:gd name="connsiteX5" fmla="*/ 2475 w 5143"/>
              <a:gd name="connsiteY5" fmla="*/ 4088 h 4554"/>
              <a:gd name="connsiteX6" fmla="*/ 922 w 5143"/>
              <a:gd name="connsiteY6" fmla="*/ 4545 h 4554"/>
              <a:gd name="connsiteX7" fmla="*/ 22 w 5143"/>
              <a:gd name="connsiteY7" fmla="*/ 4257 h 4554"/>
              <a:gd name="connsiteX8" fmla="*/ 0 w 5143"/>
              <a:gd name="connsiteY8" fmla="*/ 0 h 4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43" h="4554">
                <a:moveTo>
                  <a:pt x="0" y="0"/>
                </a:moveTo>
                <a:lnTo>
                  <a:pt x="5143" y="0"/>
                </a:lnTo>
                <a:lnTo>
                  <a:pt x="5141" y="11"/>
                </a:lnTo>
                <a:cubicBezTo>
                  <a:pt x="5110" y="197"/>
                  <a:pt x="5088" y="582"/>
                  <a:pt x="4681" y="989"/>
                </a:cubicBezTo>
                <a:cubicBezTo>
                  <a:pt x="4247" y="1423"/>
                  <a:pt x="3573" y="1617"/>
                  <a:pt x="3207" y="1914"/>
                </a:cubicBezTo>
                <a:cubicBezTo>
                  <a:pt x="2841" y="2211"/>
                  <a:pt x="2989" y="3585"/>
                  <a:pt x="2475" y="4088"/>
                </a:cubicBezTo>
                <a:cubicBezTo>
                  <a:pt x="1961" y="4591"/>
                  <a:pt x="1379" y="4567"/>
                  <a:pt x="922" y="4545"/>
                </a:cubicBezTo>
                <a:cubicBezTo>
                  <a:pt x="465" y="4523"/>
                  <a:pt x="375" y="4352"/>
                  <a:pt x="22" y="4257"/>
                </a:cubicBezTo>
                <a:lnTo>
                  <a:pt x="0" y="0"/>
                </a:lnTo>
                <a:close/>
              </a:path>
            </a:pathLst>
          </a:custGeom>
          <a:noFill/>
          <a:ln w="9525">
            <a:solidFill>
              <a:schemeClr val="bg1"/>
            </a:solidFill>
          </a:ln>
          <a:extLst>
            <a:ext uri="{909E8E84-426E-40DD-AFC4-6F175D3DCCD1}">
              <a14:hiddenFill xmlns:a14="http://schemas.microsoft.com/office/drawing/2010/main">
                <a:solidFill>
                  <a:schemeClr val="accent1">
                    <a:alpha val="46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cs typeface="仓耳渔阳体 W04" panose="02020400000000000000" charset="-122"/>
            </a:endParaRPr>
          </a:p>
        </p:txBody>
      </p:sp>
      <p:pic>
        <p:nvPicPr>
          <p:cNvPr id="10" name="Picture 10"/>
          <p:cNvPicPr>
            <a:picLocks noChangeAspect="1"/>
          </p:cNvPicPr>
          <p:nvPr>
            <p:custDataLst>
              <p:tags r:id="rId9"/>
            </p:custDataLst>
          </p:nvPr>
        </p:nvPicPr>
        <p:blipFill>
          <a:blip r:embed="rId10"/>
          <a:srcRect/>
          <a:stretch>
            <a:fillRect/>
          </a:stretch>
        </p:blipFill>
        <p:spPr>
          <a:xfrm>
            <a:off x="-630555" y="287020"/>
            <a:ext cx="2255520" cy="2021840"/>
          </a:xfrm>
          <a:prstGeom prst="rect">
            <a:avLst/>
          </a:prstGeom>
        </p:spPr>
      </p:pic>
      <p:pic>
        <p:nvPicPr>
          <p:cNvPr id="5" name="Picture 5"/>
          <p:cNvPicPr>
            <a:picLocks noChangeAspect="1"/>
          </p:cNvPicPr>
          <p:nvPr>
            <p:custDataLst>
              <p:tags r:id="rId11"/>
            </p:custDataLst>
          </p:nvPr>
        </p:nvPicPr>
        <p:blipFill>
          <a:blip r:embed="rId12"/>
          <a:srcRect/>
          <a:stretch>
            <a:fillRect/>
          </a:stretch>
        </p:blipFill>
        <p:spPr>
          <a:xfrm rot="9900000">
            <a:off x="974090" y="-474980"/>
            <a:ext cx="1394460" cy="1509395"/>
          </a:xfrm>
          <a:prstGeom prst="rect">
            <a:avLst/>
          </a:prstGeom>
        </p:spPr>
      </p:pic>
      <p:pic>
        <p:nvPicPr>
          <p:cNvPr id="7" name="Picture 2"/>
          <p:cNvPicPr>
            <a:picLocks noChangeAspect="1"/>
          </p:cNvPicPr>
          <p:nvPr>
            <p:custDataLst>
              <p:tags r:id="rId13"/>
            </p:custDataLst>
          </p:nvPr>
        </p:nvPicPr>
        <p:blipFill>
          <a:blip r:embed="rId14"/>
          <a:srcRect/>
          <a:stretch>
            <a:fillRect/>
          </a:stretch>
        </p:blipFill>
        <p:spPr>
          <a:xfrm>
            <a:off x="9835667" y="-903028"/>
            <a:ext cx="2780876" cy="2753067"/>
          </a:xfrm>
          <a:prstGeom prst="rect">
            <a:avLst/>
          </a:prstGeom>
        </p:spPr>
      </p:pic>
      <p:pic>
        <p:nvPicPr>
          <p:cNvPr id="13" name="Picture 13"/>
          <p:cNvPicPr>
            <a:picLocks noChangeAspect="1"/>
          </p:cNvPicPr>
          <p:nvPr>
            <p:custDataLst>
              <p:tags r:id="rId15"/>
            </p:custDataLst>
          </p:nvPr>
        </p:nvPicPr>
        <p:blipFill>
          <a:blip r:embed="rId16"/>
          <a:srcRect/>
          <a:stretch>
            <a:fillRect/>
          </a:stretch>
        </p:blipFill>
        <p:spPr>
          <a:xfrm>
            <a:off x="2688590" y="5935980"/>
            <a:ext cx="1720850" cy="1409065"/>
          </a:xfrm>
          <a:prstGeom prst="rect">
            <a:avLst/>
          </a:prstGeom>
        </p:spPr>
      </p:pic>
      <p:pic>
        <p:nvPicPr>
          <p:cNvPr id="8" name="Picture 5"/>
          <p:cNvPicPr>
            <a:picLocks noChangeAspect="1"/>
          </p:cNvPicPr>
          <p:nvPr>
            <p:custDataLst>
              <p:tags r:id="rId17"/>
            </p:custDataLst>
          </p:nvPr>
        </p:nvPicPr>
        <p:blipFill>
          <a:blip r:embed="rId18"/>
          <a:srcRect/>
          <a:stretch>
            <a:fillRect/>
          </a:stretch>
        </p:blipFill>
        <p:spPr>
          <a:xfrm>
            <a:off x="9260203" y="4902464"/>
            <a:ext cx="2860468" cy="2606602"/>
          </a:xfrm>
          <a:prstGeom prst="rect">
            <a:avLst/>
          </a:prstGeom>
        </p:spPr>
      </p:pic>
      <p:sp>
        <p:nvSpPr>
          <p:cNvPr id="11" name="TextBox 19"/>
          <p:cNvSpPr txBox="1"/>
          <p:nvPr>
            <p:custDataLst>
              <p:tags r:id="rId19"/>
            </p:custDataLst>
          </p:nvPr>
        </p:nvSpPr>
        <p:spPr>
          <a:xfrm>
            <a:off x="4695508" y="3347085"/>
            <a:ext cx="2800985" cy="768985"/>
          </a:xfrm>
          <a:prstGeom prst="rect">
            <a:avLst/>
          </a:prstGeom>
        </p:spPr>
        <p:txBody>
          <a:bodyPr lIns="0" tIns="0" rIns="0" bIns="0" rtlCol="0" anchor="t">
            <a:noAutofit/>
          </a:bodyPr>
          <a:p>
            <a:pPr algn="ctr">
              <a:lnSpc>
                <a:spcPts val="5105"/>
              </a:lnSpc>
            </a:pPr>
            <a:r>
              <a:rPr lang="en-US" sz="2400" spc="184">
                <a:solidFill>
                  <a:schemeClr val="bg1"/>
                </a:solidFill>
                <a:latin typeface="仓耳渔阳体 W04" panose="02020400000000000000" charset="-122"/>
                <a:ea typeface="仓耳渔阳体 W04" panose="02020400000000000000" charset="-122"/>
                <a:cs typeface="仓耳渔阳体 W04" panose="02020400000000000000" charset="-122"/>
              </a:rPr>
              <a:t>主讲人：</a:t>
            </a:r>
            <a:r>
              <a:rPr lang="zh-CN" altLang="en-US" sz="2400" spc="184">
                <a:solidFill>
                  <a:schemeClr val="bg1"/>
                </a:solidFill>
                <a:latin typeface="仓耳渔阳体 W04" panose="02020400000000000000" charset="-122"/>
                <a:ea typeface="仓耳渔阳体 W04" panose="02020400000000000000" charset="-122"/>
                <a:cs typeface="仓耳渔阳体 W04" panose="02020400000000000000" charset="-122"/>
              </a:rPr>
              <a:t>稻小壳</a:t>
            </a:r>
            <a:endParaRPr lang="en-US" sz="2400" spc="184">
              <a:solidFill>
                <a:schemeClr val="tx1">
                  <a:lumMod val="50000"/>
                  <a:lumOff val="50000"/>
                </a:schemeClr>
              </a:solidFill>
              <a:latin typeface="仓耳渔阳体 W04" panose="02020400000000000000" charset="-122"/>
              <a:ea typeface="仓耳渔阳体 W04" panose="02020400000000000000" charset="-122"/>
              <a:cs typeface="仓耳渔阳体 W04" panose="02020400000000000000" charset="-122"/>
            </a:endParaRPr>
          </a:p>
        </p:txBody>
      </p:sp>
      <p:sp>
        <p:nvSpPr>
          <p:cNvPr id="20" name="TextBox 20"/>
          <p:cNvSpPr txBox="1"/>
          <p:nvPr>
            <p:custDataLst>
              <p:tags r:id="rId20"/>
            </p:custDataLst>
          </p:nvPr>
        </p:nvSpPr>
        <p:spPr>
          <a:xfrm>
            <a:off x="1868170" y="2197100"/>
            <a:ext cx="8455660" cy="1318895"/>
          </a:xfrm>
          <a:prstGeom prst="rect">
            <a:avLst/>
          </a:prstGeom>
        </p:spPr>
        <p:txBody>
          <a:bodyPr lIns="0" tIns="0" rIns="0" bIns="0" rtlCol="0" anchor="t">
            <a:noAutofit/>
          </a:bodyPr>
          <a:p>
            <a:pPr indent="0" algn="ctr" fontAlgn="auto">
              <a:lnSpc>
                <a:spcPct val="100000"/>
              </a:lnSpc>
            </a:pPr>
            <a:r>
              <a:rPr lang="zh-CN" altLang="en-US" sz="6000">
                <a:solidFill>
                  <a:srgbClr val="9B5836"/>
                </a:solidFill>
                <a:latin typeface="站酷快乐体2016修订版" panose="02010600030101010101" charset="-122"/>
                <a:ea typeface="站酷快乐体2016修订版" panose="02010600030101010101" charset="-122"/>
                <a:cs typeface="仓耳渔阳体 W04" panose="02020400000000000000" charset="-122"/>
              </a:rPr>
              <a:t>感谢观看</a:t>
            </a:r>
            <a:endParaRPr lang="zh-CN" altLang="en-US" sz="6000">
              <a:solidFill>
                <a:srgbClr val="9B5836"/>
              </a:solidFill>
              <a:latin typeface="站酷快乐体2016修订版" panose="02010600030101010101" charset="-122"/>
              <a:ea typeface="站酷快乐体2016修订版" panose="02010600030101010101" charset="-122"/>
              <a:cs typeface="仓耳渔阳体 W04" panose="02020400000000000000" charset="-122"/>
            </a:endParaRPr>
          </a:p>
        </p:txBody>
      </p:sp>
      <p:sp>
        <p:nvSpPr>
          <p:cNvPr id="14" name="任意多边形 13"/>
          <p:cNvSpPr/>
          <p:nvPr/>
        </p:nvSpPr>
        <p:spPr>
          <a:xfrm>
            <a:off x="1661795" y="1414780"/>
            <a:ext cx="1149985" cy="473710"/>
          </a:xfrm>
          <a:custGeom>
            <a:avLst/>
            <a:gdLst/>
            <a:ahLst/>
            <a:cxnLst>
              <a:cxn ang="3">
                <a:pos x="hc" y="t"/>
              </a:cxn>
              <a:cxn ang="cd2">
                <a:pos x="l" y="vc"/>
              </a:cxn>
              <a:cxn ang="cd4">
                <a:pos x="hc" y="b"/>
              </a:cxn>
              <a:cxn ang="0">
                <a:pos x="r" y="vc"/>
              </a:cxn>
            </a:cxnLst>
            <a:rect l="l" t="t" r="r" b="b"/>
            <a:pathLst>
              <a:path w="3665" h="746">
                <a:moveTo>
                  <a:pt x="0" y="0"/>
                </a:moveTo>
                <a:lnTo>
                  <a:pt x="3665" y="0"/>
                </a:lnTo>
                <a:lnTo>
                  <a:pt x="3665" y="746"/>
                </a:lnTo>
                <a:lnTo>
                  <a:pt x="0" y="746"/>
                </a:lnTo>
                <a:lnTo>
                  <a:pt x="555" y="373"/>
                </a:lnTo>
                <a:lnTo>
                  <a:pt x="0" y="0"/>
                </a:lnTo>
                <a:close/>
              </a:path>
            </a:pathLst>
          </a:custGeom>
          <a:solidFill>
            <a:srgbClr val="EFAD3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r>
              <a:rPr lang="en-US" altLang="zh-CN">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rPr>
              <a:t>  FOOD</a:t>
            </a:r>
            <a:endParaRPr lang="en-US" altLang="zh-CN">
              <a:solidFill>
                <a:schemeClr val="tx1">
                  <a:lumMod val="65000"/>
                  <a:lumOff val="35000"/>
                </a:schemeClr>
              </a:solidFill>
              <a:latin typeface="仓耳渔阳体 W04" panose="02020400000000000000" charset="-122"/>
              <a:ea typeface="仓耳渔阳体 W04" panose="02020400000000000000" charset="-122"/>
              <a:cs typeface="仓耳渔阳体 W04" panose="02020400000000000000" charset="-122"/>
            </a:endParaRPr>
          </a:p>
        </p:txBody>
      </p:sp>
      <p:sp>
        <p:nvSpPr>
          <p:cNvPr id="18" name="椭圆 17"/>
          <p:cNvSpPr/>
          <p:nvPr/>
        </p:nvSpPr>
        <p:spPr>
          <a:xfrm>
            <a:off x="448945" y="5008880"/>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1" name="椭圆 20"/>
          <p:cNvSpPr/>
          <p:nvPr>
            <p:custDataLst>
              <p:tags r:id="rId21"/>
            </p:custDataLst>
          </p:nvPr>
        </p:nvSpPr>
        <p:spPr>
          <a:xfrm>
            <a:off x="144780" y="4276090"/>
            <a:ext cx="474980" cy="454660"/>
          </a:xfrm>
          <a:prstGeom prst="ellipse">
            <a:avLst/>
          </a:prstGeom>
          <a:solidFill>
            <a:srgbClr val="EFAD3A"/>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3" name="椭圆 22"/>
          <p:cNvSpPr/>
          <p:nvPr>
            <p:custDataLst>
              <p:tags r:id="rId22"/>
            </p:custDataLst>
          </p:nvPr>
        </p:nvSpPr>
        <p:spPr>
          <a:xfrm>
            <a:off x="7620000" y="-478790"/>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4" name="椭圆 23"/>
          <p:cNvSpPr/>
          <p:nvPr>
            <p:custDataLst>
              <p:tags r:id="rId23"/>
            </p:custDataLst>
          </p:nvPr>
        </p:nvSpPr>
        <p:spPr>
          <a:xfrm>
            <a:off x="11031855" y="2022475"/>
            <a:ext cx="1734185" cy="1668145"/>
          </a:xfrm>
          <a:prstGeom prst="ellipse">
            <a:avLst/>
          </a:prstGeom>
          <a:solidFill>
            <a:srgbClr val="EFAD3A"/>
          </a:solidFill>
          <a:ln>
            <a:noFill/>
          </a:ln>
          <a:effectLst>
            <a:softEdge rad="711200"/>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仓耳渔阳体 W04" panose="02020400000000000000" charset="-122"/>
            </a:endParaRPr>
          </a:p>
        </p:txBody>
      </p:sp>
      <p:sp>
        <p:nvSpPr>
          <p:cNvPr id="27" name="文本框 26"/>
          <p:cNvSpPr txBox="1"/>
          <p:nvPr/>
        </p:nvSpPr>
        <p:spPr>
          <a:xfrm>
            <a:off x="4064000" y="4137660"/>
            <a:ext cx="4064000" cy="746125"/>
          </a:xfrm>
          <a:prstGeom prst="rect">
            <a:avLst/>
          </a:prstGeom>
          <a:noFill/>
        </p:spPr>
        <p:txBody>
          <a:bodyPr wrap="square" rtlCol="0">
            <a:spAutoFit/>
          </a:bodyPr>
          <a:p>
            <a:pPr algn="ctr">
              <a:lnSpc>
                <a:spcPts val="5105"/>
              </a:lnSpc>
            </a:pPr>
            <a:r>
              <a:rPr lang="en-US" sz="2000" spc="184">
                <a:solidFill>
                  <a:schemeClr val="tx1">
                    <a:lumMod val="50000"/>
                    <a:lumOff val="50000"/>
                  </a:schemeClr>
                </a:solidFill>
                <a:latin typeface="仓耳渔阳体 W04" panose="02020400000000000000" charset="-122"/>
                <a:ea typeface="仓耳渔阳体 W04" panose="02020400000000000000" charset="-122"/>
                <a:cs typeface="仓耳渔阳体 W04" panose="02020400000000000000" charset="-122"/>
                <a:sym typeface="+mn-ea"/>
              </a:rPr>
              <a:t>时间：202X年XX月XX日</a:t>
            </a:r>
            <a:endParaRPr lang="en-US" altLang="en-US" sz="2000" spc="184">
              <a:solidFill>
                <a:schemeClr val="tx1">
                  <a:lumMod val="50000"/>
                  <a:lumOff val="50000"/>
                </a:schemeClr>
              </a:solidFill>
              <a:latin typeface="仓耳渔阳体 W04" panose="02020400000000000000" charset="-122"/>
              <a:ea typeface="仓耳渔阳体 W04" panose="02020400000000000000" charset="-122"/>
              <a:cs typeface="仓耳渔阳体 W04" panose="02020400000000000000" charset="-122"/>
              <a:sym typeface="+mn-ea"/>
            </a:endParaRPr>
          </a:p>
        </p:txBody>
      </p:sp>
      <p:pic>
        <p:nvPicPr>
          <p:cNvPr id="69" name="Picture 69"/>
          <p:cNvPicPr>
            <a:picLocks noChangeAspect="1"/>
          </p:cNvPicPr>
          <p:nvPr>
            <p:custDataLst>
              <p:tags r:id="rId24"/>
            </p:custDataLst>
          </p:nvPr>
        </p:nvPicPr>
        <p:blipFill>
          <a:blip r:embed="rId25">
            <a:extLst>
              <a:ext uri="{28A0092B-C50C-407E-A947-70E740481C1C}">
                <a14:useLocalDpi xmlns:a14="http://schemas.microsoft.com/office/drawing/2010/main" val="0"/>
              </a:ext>
            </a:extLst>
          </a:blip>
          <a:srcRect/>
          <a:stretch>
            <a:fillRect/>
          </a:stretch>
        </p:blipFill>
        <p:spPr>
          <a:xfrm rot="18760219">
            <a:off x="10956914" y="3963171"/>
            <a:ext cx="1257077" cy="772531"/>
          </a:xfrm>
          <a:prstGeom prst="rect">
            <a:avLst/>
          </a:prstGeom>
        </p:spPr>
      </p:pic>
      <p:pic>
        <p:nvPicPr>
          <p:cNvPr id="68" name="Picture 68"/>
          <p:cNvPicPr>
            <a:picLocks noChangeAspect="1"/>
          </p:cNvPicPr>
          <p:nvPr>
            <p:custDataLst>
              <p:tags r:id="rId26"/>
            </p:custDataLst>
          </p:nvPr>
        </p:nvPicPr>
        <p:blipFill>
          <a:blip r:embed="rId27">
            <a:extLst>
              <a:ext uri="{28A0092B-C50C-407E-A947-70E740481C1C}">
                <a14:useLocalDpi xmlns:a14="http://schemas.microsoft.com/office/drawing/2010/main" val="0"/>
              </a:ext>
            </a:extLst>
          </a:blip>
          <a:srcRect r="45888" b="46718"/>
          <a:stretch>
            <a:fillRect/>
          </a:stretch>
        </p:blipFill>
        <p:spPr>
          <a:xfrm rot="4260000">
            <a:off x="1382717" y="1731163"/>
            <a:ext cx="758510" cy="820369"/>
          </a:xfrm>
          <a:prstGeom prst="rect">
            <a:avLst/>
          </a:prstGeom>
        </p:spPr>
      </p:pic>
      <p:pic>
        <p:nvPicPr>
          <p:cNvPr id="72" name="Picture 72"/>
          <p:cNvPicPr>
            <a:picLocks noChangeAspect="1"/>
          </p:cNvPicPr>
          <p:nvPr>
            <p:custDataLst>
              <p:tags r:id="rId28"/>
            </p:custDataLst>
          </p:nvPr>
        </p:nvPicPr>
        <p:blipFill>
          <a:blip r:embed="rId29">
            <a:extLst>
              <a:ext uri="{28A0092B-C50C-407E-A947-70E740481C1C}">
                <a14:useLocalDpi xmlns:a14="http://schemas.microsoft.com/office/drawing/2010/main" val="0"/>
              </a:ext>
            </a:extLst>
          </a:blip>
          <a:srcRect/>
          <a:stretch>
            <a:fillRect/>
          </a:stretch>
        </p:blipFill>
        <p:spPr>
          <a:xfrm rot="-1815464">
            <a:off x="2098803" y="5452344"/>
            <a:ext cx="948074" cy="361623"/>
          </a:xfrm>
          <a:prstGeom prst="rect">
            <a:avLst/>
          </a:prstGeom>
        </p:spPr>
      </p:pic>
      <p:pic>
        <p:nvPicPr>
          <p:cNvPr id="2" name="Picture 69"/>
          <p:cNvPicPr>
            <a:picLocks noChangeAspect="1"/>
          </p:cNvPicPr>
          <p:nvPr>
            <p:custDataLst>
              <p:tags r:id="rId30"/>
            </p:custDataLst>
          </p:nvPr>
        </p:nvPicPr>
        <p:blipFill>
          <a:blip r:embed="rId25">
            <a:extLst>
              <a:ext uri="{28A0092B-C50C-407E-A947-70E740481C1C}">
                <a14:useLocalDpi xmlns:a14="http://schemas.microsoft.com/office/drawing/2010/main" val="0"/>
              </a:ext>
            </a:extLst>
          </a:blip>
          <a:srcRect/>
          <a:stretch>
            <a:fillRect/>
          </a:stretch>
        </p:blipFill>
        <p:spPr>
          <a:xfrm rot="6619779" flipH="1">
            <a:off x="3252459" y="417966"/>
            <a:ext cx="1257077" cy="772531"/>
          </a:xfrm>
          <a:prstGeom prst="rect">
            <a:avLst/>
          </a:prstGeom>
        </p:spPr>
      </p:pic>
    </p:spTree>
    <p:custDataLst>
      <p:tags r:id="rId3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UNIT_PLACING_PICTURE_USER_VIEWPORT" val="{&quot;height&quot;:4378.842519685039,&quot;width&quot;:4885.738582677165}"/>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wm#"/>
  <p:tag name="KSO_WM_TEMPLATE_CATEGORY" val="custom"/>
  <p:tag name="KSO_WM_TEMPLATE_INDEX" val="20205081"/>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wm#"/>
  <p:tag name="KSO_WM_TEMPLATE_CATEGORY" val="custom"/>
  <p:tag name="KSO_WM_TEMPLATE_INDEX" val="20205081"/>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UNIT_PLACING_PICTURE_USER_VIEWPORT" val="{&quot;height&quot;:4378.842519685039,&quot;width&quot;:4885.738582677165}"/>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wm#"/>
  <p:tag name="KSO_WM_TEMPLATE_CATEGORY" val="custom"/>
  <p:tag name="KSO_WM_TEMPLATE_INDEX" val="20205081"/>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wm#"/>
  <p:tag name="KSO_WM_TEMPLATE_CATEGORY" val="custom"/>
  <p:tag name="KSO_WM_TEMPLATE_INDEX" val="20205081"/>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wm#"/>
  <p:tag name="KSO_WM_TEMPLATE_CATEGORY" val="custom"/>
  <p:tag name="KSO_WM_TEMPLATE_INDEX" val="20205081"/>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wm#"/>
  <p:tag name="KSO_WM_TEMPLATE_CATEGORY" val="custom"/>
  <p:tag name="KSO_WM_TEMPLATE_INDEX" val="20205081"/>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UNIT_PLACING_PICTURE_USER_VIEWPORT" val="{&quot;height&quot;:4378.842519685039,&quot;width&quot;:4885.738582677165}"/>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wm#"/>
  <p:tag name="KSO_WM_TEMPLATE_CATEGORY" val="custom"/>
  <p:tag name="KSO_WM_TEMPLATE_INDEX" val="20205081"/>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wm#"/>
  <p:tag name="KSO_WM_TEMPLATE_CATEGORY" val="custom"/>
  <p:tag name="KSO_WM_TEMPLATE_INDEX" val="20205081"/>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BEAUTIFY_FLAG" val=""/>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KSO_WM_BEAUTIFY_FLAG" val=""/>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BEAUTIFY_FLAG" val=""/>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wm#"/>
  <p:tag name="KSO_WM_TEMPLATE_CATEGORY" val="custom"/>
  <p:tag name="KSO_WM_TEMPLATE_INDEX" val="20205081"/>
</p:tagLst>
</file>

<file path=ppt/tags/tag322.xml><?xml version="1.0" encoding="utf-8"?>
<p:tagLst xmlns:p="http://schemas.openxmlformats.org/presentationml/2006/main">
  <p:tag name="KSO_WM_BEAUTIFY_FLAG" val=""/>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UNIT_PLACING_PICTURE_USER_VIEWPORT" val="{&quot;height&quot;:4378.842519685039,&quot;width&quot;:4885.738582677165}"/>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
</p:tagLst>
</file>

<file path=ppt/tags/tag335.xml><?xml version="1.0" encoding="utf-8"?>
<p:tagLst xmlns:p="http://schemas.openxmlformats.org/presentationml/2006/main">
  <p:tag name="KSO_WM_BEAUTIFY_FLAG" val=""/>
</p:tagLst>
</file>

<file path=ppt/tags/tag336.xml><?xml version="1.0" encoding="utf-8"?>
<p:tagLst xmlns:p="http://schemas.openxmlformats.org/presentationml/2006/main">
  <p:tag name="KSO_WM_BEAUTIFY_FLAG" val=""/>
</p:tagLst>
</file>

<file path=ppt/tags/tag337.xml><?xml version="1.0" encoding="utf-8"?>
<p:tagLst xmlns:p="http://schemas.openxmlformats.org/presentationml/2006/main">
  <p:tag name="KSO_WM_BEAUTIFY_FLAG" val=""/>
</p:tagLst>
</file>

<file path=ppt/tags/tag338.xml><?xml version="1.0" encoding="utf-8"?>
<p:tagLst xmlns:p="http://schemas.openxmlformats.org/presentationml/2006/main">
  <p:tag name="KSO_WM_BEAUTIFY_FLAG" val=""/>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BEAUTIFY_FLAG" val=""/>
</p:tagLst>
</file>

<file path=ppt/tags/tag341.xml><?xml version="1.0" encoding="utf-8"?>
<p:tagLst xmlns:p="http://schemas.openxmlformats.org/presentationml/2006/main">
  <p:tag name="KSO_WM_BEAUTIFY_FLAG" val=""/>
</p:tagLst>
</file>

<file path=ppt/tags/tag342.xml><?xml version="1.0" encoding="utf-8"?>
<p:tagLst xmlns:p="http://schemas.openxmlformats.org/presentationml/2006/main">
  <p:tag name="KSO_WM_BEAUTIFY_FLAG" val=""/>
</p:tagLst>
</file>

<file path=ppt/tags/tag343.xml><?xml version="1.0" encoding="utf-8"?>
<p:tagLst xmlns:p="http://schemas.openxmlformats.org/presentationml/2006/main">
  <p:tag name="KSO_WM_BEAUTIFY_FLAG" val=""/>
</p:tagLst>
</file>

<file path=ppt/tags/tag344.xml><?xml version="1.0" encoding="utf-8"?>
<p:tagLst xmlns:p="http://schemas.openxmlformats.org/presentationml/2006/main">
  <p:tag name="KSO_WM_BEAUTIFY_FLAG" val=""/>
</p:tagLst>
</file>

<file path=ppt/tags/tag345.xml><?xml version="1.0" encoding="utf-8"?>
<p:tagLst xmlns:p="http://schemas.openxmlformats.org/presentationml/2006/main">
  <p:tag name="KSO_WM_BEAUTIFY_FLAG" val="#wm#"/>
  <p:tag name="KSO_WM_TEMPLATE_CATEGORY" val="custom"/>
  <p:tag name="KSO_WM_TEMPLATE_INDEX" val="20205081"/>
</p:tagLst>
</file>

<file path=ppt/tags/tag346.xml><?xml version="1.0" encoding="utf-8"?>
<p:tagLst xmlns:p="http://schemas.openxmlformats.org/presentationml/2006/main">
  <p:tag name="KSO_WM_BEAUTIFY_FLAG" val=""/>
</p:tagLst>
</file>

<file path=ppt/tags/tag347.xml><?xml version="1.0" encoding="utf-8"?>
<p:tagLst xmlns:p="http://schemas.openxmlformats.org/presentationml/2006/main">
  <p:tag name="KSO_WM_BEAUTIFY_FLAG" val=""/>
</p:tagLst>
</file>

<file path=ppt/tags/tag348.xml><?xml version="1.0" encoding="utf-8"?>
<p:tagLst xmlns:p="http://schemas.openxmlformats.org/presentationml/2006/main">
  <p:tag name="KSO_WM_BEAUTIFY_FLAG" val=""/>
</p:tagLst>
</file>

<file path=ppt/tags/tag349.xml><?xml version="1.0" encoding="utf-8"?>
<p:tagLst xmlns:p="http://schemas.openxmlformats.org/presentationml/2006/main">
  <p:tag name="KSO_WM_BEAUTIFY_FLAG" val=""/>
</p:tagLst>
</file>

<file path=ppt/tags/tag350.xml><?xml version="1.0" encoding="utf-8"?>
<p:tagLst xmlns:p="http://schemas.openxmlformats.org/presentationml/2006/main">
  <p:tag name="KSO_WM_BEAUTIFY_FLAG" val=""/>
</p:tagLst>
</file>

<file path=ppt/tags/tag351.xml><?xml version="1.0" encoding="utf-8"?>
<p:tagLst xmlns:p="http://schemas.openxmlformats.org/presentationml/2006/main">
  <p:tag name="KSO_WM_BEAUTIFY_FLAG" val=""/>
</p:tagLst>
</file>

<file path=ppt/tags/tag352.xml><?xml version="1.0" encoding="utf-8"?>
<p:tagLst xmlns:p="http://schemas.openxmlformats.org/presentationml/2006/main">
  <p:tag name="KSO_WM_BEAUTIFY_FLAG" val=""/>
</p:tagLst>
</file>

<file path=ppt/tags/tag353.xml><?xml version="1.0" encoding="utf-8"?>
<p:tagLst xmlns:p="http://schemas.openxmlformats.org/presentationml/2006/main">
  <p:tag name="KSO_WM_BEAUTIFY_FLAG" val=""/>
</p:tagLst>
</file>

<file path=ppt/tags/tag354.xml><?xml version="1.0" encoding="utf-8"?>
<p:tagLst xmlns:p="http://schemas.openxmlformats.org/presentationml/2006/main">
  <p:tag name="KSO_WM_BEAUTIFY_FLAG" val=""/>
</p:tagLst>
</file>

<file path=ppt/tags/tag355.xml><?xml version="1.0" encoding="utf-8"?>
<p:tagLst xmlns:p="http://schemas.openxmlformats.org/presentationml/2006/main">
  <p:tag name="KSO_WM_BEAUTIFY_FLAG" val=""/>
</p:tagLst>
</file>

<file path=ppt/tags/tag356.xml><?xml version="1.0" encoding="utf-8"?>
<p:tagLst xmlns:p="http://schemas.openxmlformats.org/presentationml/2006/main">
  <p:tag name="KSO_WM_BEAUTIFY_FLAG" val=""/>
</p:tagLst>
</file>

<file path=ppt/tags/tag357.xml><?xml version="1.0" encoding="utf-8"?>
<p:tagLst xmlns:p="http://schemas.openxmlformats.org/presentationml/2006/main">
  <p:tag name="KSO_WM_BEAUTIFY_FLAG" val=""/>
</p:tagLst>
</file>

<file path=ppt/tags/tag358.xml><?xml version="1.0" encoding="utf-8"?>
<p:tagLst xmlns:p="http://schemas.openxmlformats.org/presentationml/2006/main">
  <p:tag name="KSO_WM_BEAUTIFY_FLAG" val=""/>
</p:tagLst>
</file>

<file path=ppt/tags/tag359.xml><?xml version="1.0" encoding="utf-8"?>
<p:tagLst xmlns:p="http://schemas.openxmlformats.org/presentationml/2006/main">
  <p:tag name="KSO_WM_BEAUTIFY_FLAG" val=""/>
</p:tagLst>
</file>

<file path=ppt/tags/tag360.xml><?xml version="1.0" encoding="utf-8"?>
<p:tagLst xmlns:p="http://schemas.openxmlformats.org/presentationml/2006/main">
  <p:tag name="KSO_WM_BEAUTIFY_FLAG" val=""/>
</p:tagLst>
</file>

<file path=ppt/tags/tag361.xml><?xml version="1.0" encoding="utf-8"?>
<p:tagLst xmlns:p="http://schemas.openxmlformats.org/presentationml/2006/main">
  <p:tag name="KSO_WM_BEAUTIFY_FLAG" val=""/>
</p:tagLst>
</file>

<file path=ppt/tags/tag362.xml><?xml version="1.0" encoding="utf-8"?>
<p:tagLst xmlns:p="http://schemas.openxmlformats.org/presentationml/2006/main">
  <p:tag name="KSO_WM_BEAUTIFY_FLAG" val=""/>
</p:tagLst>
</file>

<file path=ppt/tags/tag363.xml><?xml version="1.0" encoding="utf-8"?>
<p:tagLst xmlns:p="http://schemas.openxmlformats.org/presentationml/2006/main">
  <p:tag name="KSO_WM_BEAUTIFY_FLAG" val=""/>
</p:tagLst>
</file>

<file path=ppt/tags/tag364.xml><?xml version="1.0" encoding="utf-8"?>
<p:tagLst xmlns:p="http://schemas.openxmlformats.org/presentationml/2006/main">
  <p:tag name="KSO_WM_BEAUTIFY_FLAG" val=""/>
</p:tagLst>
</file>

<file path=ppt/tags/tag365.xml><?xml version="1.0" encoding="utf-8"?>
<p:tagLst xmlns:p="http://schemas.openxmlformats.org/presentationml/2006/main">
  <p:tag name="KSO_WM_BEAUTIFY_FLAG" val=""/>
</p:tagLst>
</file>

<file path=ppt/tags/tag366.xml><?xml version="1.0" encoding="utf-8"?>
<p:tagLst xmlns:p="http://schemas.openxmlformats.org/presentationml/2006/main">
  <p:tag name="KSO_WM_BEAUTIFY_FLAG" val=""/>
</p:tagLst>
</file>

<file path=ppt/tags/tag367.xml><?xml version="1.0" encoding="utf-8"?>
<p:tagLst xmlns:p="http://schemas.openxmlformats.org/presentationml/2006/main">
  <p:tag name="KSO_WM_BEAUTIFY_FLAG" val=""/>
</p:tagLst>
</file>

<file path=ppt/tags/tag368.xml><?xml version="1.0" encoding="utf-8"?>
<p:tagLst xmlns:p="http://schemas.openxmlformats.org/presentationml/2006/main">
  <p:tag name="KSO_WM_BEAUTIFY_FLAG" val=""/>
</p:tagLst>
</file>

<file path=ppt/tags/tag369.xml><?xml version="1.0" encoding="utf-8"?>
<p:tagLst xmlns:p="http://schemas.openxmlformats.org/presentationml/2006/main">
  <p:tag name="KSO_WM_BEAUTIFY_FLAG" val=""/>
</p:tagLst>
</file>

<file path=ppt/tags/tag370.xml><?xml version="1.0" encoding="utf-8"?>
<p:tagLst xmlns:p="http://schemas.openxmlformats.org/presentationml/2006/main">
  <p:tag name="KSO_WM_BEAUTIFY_FLAG" val=""/>
</p:tagLst>
</file>

<file path=ppt/tags/tag371.xml><?xml version="1.0" encoding="utf-8"?>
<p:tagLst xmlns:p="http://schemas.openxmlformats.org/presentationml/2006/main">
  <p:tag name="KSO_WM_BEAUTIFY_FLAG" val=""/>
</p:tagLst>
</file>

<file path=ppt/tags/tag372.xml><?xml version="1.0" encoding="utf-8"?>
<p:tagLst xmlns:p="http://schemas.openxmlformats.org/presentationml/2006/main">
  <p:tag name="KSO_WM_BEAUTIFY_FLAG" val=""/>
</p:tagLst>
</file>

<file path=ppt/tags/tag373.xml><?xml version="1.0" encoding="utf-8"?>
<p:tagLst xmlns:p="http://schemas.openxmlformats.org/presentationml/2006/main">
  <p:tag name="KSO_WM_BEAUTIFY_FLAG" val=""/>
</p:tagLst>
</file>

<file path=ppt/tags/tag374.xml><?xml version="1.0" encoding="utf-8"?>
<p:tagLst xmlns:p="http://schemas.openxmlformats.org/presentationml/2006/main">
  <p:tag name="KSO_WM_BEAUTIFY_FLAG" val=""/>
</p:tagLst>
</file>

<file path=ppt/tags/tag375.xml><?xml version="1.0" encoding="utf-8"?>
<p:tagLst xmlns:p="http://schemas.openxmlformats.org/presentationml/2006/main">
  <p:tag name="KSO_WM_BEAUTIFY_FLAG" val=""/>
</p:tagLst>
</file>

<file path=ppt/tags/tag376.xml><?xml version="1.0" encoding="utf-8"?>
<p:tagLst xmlns:p="http://schemas.openxmlformats.org/presentationml/2006/main">
  <p:tag name="KSO_WM_BEAUTIFY_FLAG" val=""/>
</p:tagLst>
</file>

<file path=ppt/tags/tag377.xml><?xml version="1.0" encoding="utf-8"?>
<p:tagLst xmlns:p="http://schemas.openxmlformats.org/presentationml/2006/main">
  <p:tag name="KSO_WM_BEAUTIFY_FLAG" val=""/>
</p:tagLst>
</file>

<file path=ppt/tags/tag378.xml><?xml version="1.0" encoding="utf-8"?>
<p:tagLst xmlns:p="http://schemas.openxmlformats.org/presentationml/2006/main">
  <p:tag name="KSO_WM_BEAUTIFY_FLAG" val=""/>
</p:tagLst>
</file>

<file path=ppt/tags/tag379.xml><?xml version="1.0" encoding="utf-8"?>
<p:tagLst xmlns:p="http://schemas.openxmlformats.org/presentationml/2006/main">
  <p:tag name="KSO_WM_BEAUTIFY_FLAG" val=""/>
</p:tagLst>
</file>

<file path=ppt/tags/tag380.xml><?xml version="1.0" encoding="utf-8"?>
<p:tagLst xmlns:p="http://schemas.openxmlformats.org/presentationml/2006/main">
  <p:tag name="KSO_WM_BEAUTIFY_FLAG" val=""/>
</p:tagLst>
</file>

<file path=ppt/tags/tag381.xml><?xml version="1.0" encoding="utf-8"?>
<p:tagLst xmlns:p="http://schemas.openxmlformats.org/presentationml/2006/main">
  <p:tag name="KSO_WM_BEAUTIFY_FLAG" val=""/>
</p:tagLst>
</file>

<file path=ppt/tags/tag382.xml><?xml version="1.0" encoding="utf-8"?>
<p:tagLst xmlns:p="http://schemas.openxmlformats.org/presentationml/2006/main">
  <p:tag name="KSO_WM_BEAUTIFY_FLAG" val="#wm#"/>
  <p:tag name="KSO_WM_TEMPLATE_CATEGORY" val="custom"/>
  <p:tag name="KSO_WM_TEMPLATE_INDEX" val="20205081"/>
</p:tagLst>
</file>

<file path=ppt/tags/tag383.xml><?xml version="1.0" encoding="utf-8"?>
<p:tagLst xmlns:p="http://schemas.openxmlformats.org/presentationml/2006/main">
  <p:tag name="KSO_WM_BEAUTIFY_FLAG" val=""/>
</p:tagLst>
</file>

<file path=ppt/tags/tag384.xml><?xml version="1.0" encoding="utf-8"?>
<p:tagLst xmlns:p="http://schemas.openxmlformats.org/presentationml/2006/main">
  <p:tag name="KSO_WM_BEAUTIFY_FLAG" val=""/>
</p:tagLst>
</file>

<file path=ppt/tags/tag385.xml><?xml version="1.0" encoding="utf-8"?>
<p:tagLst xmlns:p="http://schemas.openxmlformats.org/presentationml/2006/main">
  <p:tag name="KSO_WM_BEAUTIFY_FLAG" val=""/>
</p:tagLst>
</file>

<file path=ppt/tags/tag386.xml><?xml version="1.0" encoding="utf-8"?>
<p:tagLst xmlns:p="http://schemas.openxmlformats.org/presentationml/2006/main">
  <p:tag name="KSO_WM_BEAUTIFY_FLAG" val=""/>
</p:tagLst>
</file>

<file path=ppt/tags/tag387.xml><?xml version="1.0" encoding="utf-8"?>
<p:tagLst xmlns:p="http://schemas.openxmlformats.org/presentationml/2006/main">
  <p:tag name="KSO_WM_BEAUTIFY_FLAG" val=""/>
</p:tagLst>
</file>

<file path=ppt/tags/tag388.xml><?xml version="1.0" encoding="utf-8"?>
<p:tagLst xmlns:p="http://schemas.openxmlformats.org/presentationml/2006/main">
  <p:tag name="KSO_WM_BEAUTIFY_FLAG" val=""/>
</p:tagLst>
</file>

<file path=ppt/tags/tag389.xml><?xml version="1.0" encoding="utf-8"?>
<p:tagLst xmlns:p="http://schemas.openxmlformats.org/presentationml/2006/main">
  <p:tag name="KSO_WM_BEAUTIFY_FLAG" val=""/>
</p:tagLst>
</file>

<file path=ppt/tags/tag390.xml><?xml version="1.0" encoding="utf-8"?>
<p:tagLst xmlns:p="http://schemas.openxmlformats.org/presentationml/2006/main">
  <p:tag name="KSO_WM_BEAUTIFY_FLAG" val=""/>
</p:tagLst>
</file>

<file path=ppt/tags/tag391.xml><?xml version="1.0" encoding="utf-8"?>
<p:tagLst xmlns:p="http://schemas.openxmlformats.org/presentationml/2006/main">
  <p:tag name="KSO_WM_BEAUTIFY_FLAG" val=""/>
</p:tagLst>
</file>

<file path=ppt/tags/tag392.xml><?xml version="1.0" encoding="utf-8"?>
<p:tagLst xmlns:p="http://schemas.openxmlformats.org/presentationml/2006/main">
  <p:tag name="KSO_WM_BEAUTIFY_FLAG" val=""/>
</p:tagLst>
</file>

<file path=ppt/tags/tag393.xml><?xml version="1.0" encoding="utf-8"?>
<p:tagLst xmlns:p="http://schemas.openxmlformats.org/presentationml/2006/main">
  <p:tag name="KSO_WM_BEAUTIFY_FLAG" val=""/>
</p:tagLst>
</file>

<file path=ppt/tags/tag394.xml><?xml version="1.0" encoding="utf-8"?>
<p:tagLst xmlns:p="http://schemas.openxmlformats.org/presentationml/2006/main">
  <p:tag name="KSO_WM_BEAUTIFY_FLAG" val=""/>
</p:tagLst>
</file>

<file path=ppt/tags/tag395.xml><?xml version="1.0" encoding="utf-8"?>
<p:tagLst xmlns:p="http://schemas.openxmlformats.org/presentationml/2006/main">
  <p:tag name="KSO_WM_BEAUTIFY_FLAG" val=""/>
</p:tagLst>
</file>

<file path=ppt/tags/tag396.xml><?xml version="1.0" encoding="utf-8"?>
<p:tagLst xmlns:p="http://schemas.openxmlformats.org/presentationml/2006/main">
  <p:tag name="KSO_WM_BEAUTIFY_FLAG" val=""/>
</p:tagLst>
</file>

<file path=ppt/tags/tag397.xml><?xml version="1.0" encoding="utf-8"?>
<p:tagLst xmlns:p="http://schemas.openxmlformats.org/presentationml/2006/main">
  <p:tag name="KSO_WM_BEAUTIFY_FLAG" val=""/>
</p:tagLst>
</file>

<file path=ppt/tags/tag398.xml><?xml version="1.0" encoding="utf-8"?>
<p:tagLst xmlns:p="http://schemas.openxmlformats.org/presentationml/2006/main">
  <p:tag name="KSO_WM_BEAUTIFY_FLAG" val=""/>
</p:tagLst>
</file>

<file path=ppt/tags/tag399.xml><?xml version="1.0" encoding="utf-8"?>
<p:tagLst xmlns:p="http://schemas.openxmlformats.org/presentationml/2006/main">
  <p:tag name="KSO_WM_BEAUTIFY_FLAG" val=""/>
</p:tagLst>
</file>

<file path=ppt/tags/tag400.xml><?xml version="1.0" encoding="utf-8"?>
<p:tagLst xmlns:p="http://schemas.openxmlformats.org/presentationml/2006/main">
  <p:tag name="KSO_WM_BEAUTIFY_FLAG" val=""/>
</p:tagLst>
</file>

<file path=ppt/tags/tag401.xml><?xml version="1.0" encoding="utf-8"?>
<p:tagLst xmlns:p="http://schemas.openxmlformats.org/presentationml/2006/main">
  <p:tag name="KSO_WM_BEAUTIFY_FLAG" val=""/>
</p:tagLst>
</file>

<file path=ppt/tags/tag402.xml><?xml version="1.0" encoding="utf-8"?>
<p:tagLst xmlns:p="http://schemas.openxmlformats.org/presentationml/2006/main">
  <p:tag name="KSO_WM_BEAUTIFY_FLAG" val=""/>
</p:tagLst>
</file>

<file path=ppt/tags/tag403.xml><?xml version="1.0" encoding="utf-8"?>
<p:tagLst xmlns:p="http://schemas.openxmlformats.org/presentationml/2006/main">
  <p:tag name="KSO_WM_BEAUTIFY_FLAG" val=""/>
</p:tagLst>
</file>

<file path=ppt/tags/tag404.xml><?xml version="1.0" encoding="utf-8"?>
<p:tagLst xmlns:p="http://schemas.openxmlformats.org/presentationml/2006/main">
  <p:tag name="KSO_WM_BEAUTIFY_FLAG" val=""/>
</p:tagLst>
</file>

<file path=ppt/tags/tag405.xml><?xml version="1.0" encoding="utf-8"?>
<p:tagLst xmlns:p="http://schemas.openxmlformats.org/presentationml/2006/main">
  <p:tag name="KSO_WM_BEAUTIFY_FLAG" val=""/>
</p:tagLst>
</file>

<file path=ppt/tags/tag406.xml><?xml version="1.0" encoding="utf-8"?>
<p:tagLst xmlns:p="http://schemas.openxmlformats.org/presentationml/2006/main">
  <p:tag name="KSO_WM_BEAUTIFY_FLAG" val=""/>
</p:tagLst>
</file>

<file path=ppt/tags/tag407.xml><?xml version="1.0" encoding="utf-8"?>
<p:tagLst xmlns:p="http://schemas.openxmlformats.org/presentationml/2006/main">
  <p:tag name="KSO_WM_BEAUTIFY_FLAG" val=""/>
</p:tagLst>
</file>

<file path=ppt/tags/tag408.xml><?xml version="1.0" encoding="utf-8"?>
<p:tagLst xmlns:p="http://schemas.openxmlformats.org/presentationml/2006/main">
  <p:tag name="KSO_WM_BEAUTIFY_FLAG" val=""/>
</p:tagLst>
</file>

<file path=ppt/tags/tag409.xml><?xml version="1.0" encoding="utf-8"?>
<p:tagLst xmlns:p="http://schemas.openxmlformats.org/presentationml/2006/main">
  <p:tag name="KSO_WM_BEAUTIFY_FLAG" val=""/>
</p:tagLst>
</file>

<file path=ppt/tags/tag410.xml><?xml version="1.0" encoding="utf-8"?>
<p:tagLst xmlns:p="http://schemas.openxmlformats.org/presentationml/2006/main">
  <p:tag name="KSO_WM_BEAUTIFY_FLAG" val=""/>
</p:tagLst>
</file>

<file path=ppt/tags/tag411.xml><?xml version="1.0" encoding="utf-8"?>
<p:tagLst xmlns:p="http://schemas.openxmlformats.org/presentationml/2006/main">
  <p:tag name="KSO_WM_BEAUTIFY_FLAG" val=""/>
</p:tagLst>
</file>

<file path=ppt/tags/tag412.xml><?xml version="1.0" encoding="utf-8"?>
<p:tagLst xmlns:p="http://schemas.openxmlformats.org/presentationml/2006/main">
  <p:tag name="KSO_WM_BEAUTIFY_FLAG" val=""/>
</p:tagLst>
</file>

<file path=ppt/tags/tag413.xml><?xml version="1.0" encoding="utf-8"?>
<p:tagLst xmlns:p="http://schemas.openxmlformats.org/presentationml/2006/main">
  <p:tag name="KSO_WM_UNIT_PLACING_PICTURE_USER_VIEWPORT" val="{&quot;height&quot;:3644.044094488189,&quot;width&quot;:3607.604724409449}"/>
  <p:tag name="KSO_WM_BEAUTIFY_FLAG" val=""/>
</p:tagLst>
</file>

<file path=ppt/tags/tag414.xml><?xml version="1.0" encoding="utf-8"?>
<p:tagLst xmlns:p="http://schemas.openxmlformats.org/presentationml/2006/main">
  <p:tag name="KSO_WM_BEAUTIFY_FLAG" val=""/>
</p:tagLst>
</file>

<file path=ppt/tags/tag415.xml><?xml version="1.0" encoding="utf-8"?>
<p:tagLst xmlns:p="http://schemas.openxmlformats.org/presentationml/2006/main">
  <p:tag name="KSO_WM_BEAUTIFY_FLAG" val=""/>
</p:tagLst>
</file>

<file path=ppt/tags/tag416.xml><?xml version="1.0" encoding="utf-8"?>
<p:tagLst xmlns:p="http://schemas.openxmlformats.org/presentationml/2006/main">
  <p:tag name="KSO_WM_BEAUTIFY_FLAG" val=""/>
</p:tagLst>
</file>

<file path=ppt/tags/tag417.xml><?xml version="1.0" encoding="utf-8"?>
<p:tagLst xmlns:p="http://schemas.openxmlformats.org/presentationml/2006/main">
  <p:tag name="KSO_WM_BEAUTIFY_FLAG" val=""/>
</p:tagLst>
</file>

<file path=ppt/tags/tag418.xml><?xml version="1.0" encoding="utf-8"?>
<p:tagLst xmlns:p="http://schemas.openxmlformats.org/presentationml/2006/main">
  <p:tag name="KSO_WM_BEAUTIFY_FLAG" val=""/>
</p:tagLst>
</file>

<file path=ppt/tags/tag419.xml><?xml version="1.0" encoding="utf-8"?>
<p:tagLst xmlns:p="http://schemas.openxmlformats.org/presentationml/2006/main">
  <p:tag name="KSO_WM_BEAUTIFY_FLAG" val="#wm#"/>
  <p:tag name="KSO_WM_TEMPLATE_CATEGORY" val="custom"/>
  <p:tag name="KSO_WM_TEMPLATE_INDEX" val="20205081"/>
</p:tagLst>
</file>

<file path=ppt/tags/tag420.xml><?xml version="1.0" encoding="utf-8"?>
<p:tagLst xmlns:p="http://schemas.openxmlformats.org/presentationml/2006/main">
  <p:tag name="KSO_WM_BEAUTIFY_FLAG" val=""/>
</p:tagLst>
</file>

<file path=ppt/tags/tag421.xml><?xml version="1.0" encoding="utf-8"?>
<p:tagLst xmlns:p="http://schemas.openxmlformats.org/presentationml/2006/main">
  <p:tag name="KSO_WM_BEAUTIFY_FLAG" val=""/>
</p:tagLst>
</file>

<file path=ppt/tags/tag422.xml><?xml version="1.0" encoding="utf-8"?>
<p:tagLst xmlns:p="http://schemas.openxmlformats.org/presentationml/2006/main">
  <p:tag name="KSO_WM_BEAUTIFY_FLAG" val=""/>
</p:tagLst>
</file>

<file path=ppt/tags/tag423.xml><?xml version="1.0" encoding="utf-8"?>
<p:tagLst xmlns:p="http://schemas.openxmlformats.org/presentationml/2006/main">
  <p:tag name="KSO_WM_BEAUTIFY_FLAG" val=""/>
</p:tagLst>
</file>

<file path=ppt/tags/tag424.xml><?xml version="1.0" encoding="utf-8"?>
<p:tagLst xmlns:p="http://schemas.openxmlformats.org/presentationml/2006/main">
  <p:tag name="KSO_WM_BEAUTIFY_FLAG" val=""/>
</p:tagLst>
</file>

<file path=ppt/tags/tag425.xml><?xml version="1.0" encoding="utf-8"?>
<p:tagLst xmlns:p="http://schemas.openxmlformats.org/presentationml/2006/main">
  <p:tag name="KSO_WM_BEAUTIFY_FLAG" val=""/>
</p:tagLst>
</file>

<file path=ppt/tags/tag426.xml><?xml version="1.0" encoding="utf-8"?>
<p:tagLst xmlns:p="http://schemas.openxmlformats.org/presentationml/2006/main">
  <p:tag name="KSO_WM_BEAUTIFY_FLAG" val=""/>
</p:tagLst>
</file>

<file path=ppt/tags/tag427.xml><?xml version="1.0" encoding="utf-8"?>
<p:tagLst xmlns:p="http://schemas.openxmlformats.org/presentationml/2006/main">
  <p:tag name="KSO_WM_BEAUTIFY_FLAG" val=""/>
</p:tagLst>
</file>

<file path=ppt/tags/tag428.xml><?xml version="1.0" encoding="utf-8"?>
<p:tagLst xmlns:p="http://schemas.openxmlformats.org/presentationml/2006/main">
  <p:tag name="KSO_WM_BEAUTIFY_FLAG" val=""/>
</p:tagLst>
</file>

<file path=ppt/tags/tag429.xml><?xml version="1.0" encoding="utf-8"?>
<p:tagLst xmlns:p="http://schemas.openxmlformats.org/presentationml/2006/main">
  <p:tag name="KSO_WM_BEAUTIFY_FLAG" val=""/>
</p:tagLst>
</file>

<file path=ppt/tags/tag430.xml><?xml version="1.0" encoding="utf-8"?>
<p:tagLst xmlns:p="http://schemas.openxmlformats.org/presentationml/2006/main">
  <p:tag name="KSO_WM_BEAUTIFY_FLAG" val=""/>
</p:tagLst>
</file>

<file path=ppt/tags/tag431.xml><?xml version="1.0" encoding="utf-8"?>
<p:tagLst xmlns:p="http://schemas.openxmlformats.org/presentationml/2006/main">
  <p:tag name="KSO_WM_BEAUTIFY_FLAG" val=""/>
</p:tagLst>
</file>

<file path=ppt/tags/tag432.xml><?xml version="1.0" encoding="utf-8"?>
<p:tagLst xmlns:p="http://schemas.openxmlformats.org/presentationml/2006/main">
  <p:tag name="KSO_WM_BEAUTIFY_FLAG" val=""/>
</p:tagLst>
</file>

<file path=ppt/tags/tag433.xml><?xml version="1.0" encoding="utf-8"?>
<p:tagLst xmlns:p="http://schemas.openxmlformats.org/presentationml/2006/main">
  <p:tag name="KSO_WM_BEAUTIFY_FLAG" val=""/>
</p:tagLst>
</file>

<file path=ppt/tags/tag434.xml><?xml version="1.0" encoding="utf-8"?>
<p:tagLst xmlns:p="http://schemas.openxmlformats.org/presentationml/2006/main">
  <p:tag name="KSO_WM_BEAUTIFY_FLAG" val=""/>
</p:tagLst>
</file>

<file path=ppt/tags/tag435.xml><?xml version="1.0" encoding="utf-8"?>
<p:tagLst xmlns:p="http://schemas.openxmlformats.org/presentationml/2006/main">
  <p:tag name="KSO_WM_BEAUTIFY_FLAG" val=""/>
</p:tagLst>
</file>

<file path=ppt/tags/tag436.xml><?xml version="1.0" encoding="utf-8"?>
<p:tagLst xmlns:p="http://schemas.openxmlformats.org/presentationml/2006/main">
  <p:tag name="KSO_WM_BEAUTIFY_FLAG" val=""/>
</p:tagLst>
</file>

<file path=ppt/tags/tag437.xml><?xml version="1.0" encoding="utf-8"?>
<p:tagLst xmlns:p="http://schemas.openxmlformats.org/presentationml/2006/main">
  <p:tag name="KSO_WM_BEAUTIFY_FLAG" val=""/>
</p:tagLst>
</file>

<file path=ppt/tags/tag438.xml><?xml version="1.0" encoding="utf-8"?>
<p:tagLst xmlns:p="http://schemas.openxmlformats.org/presentationml/2006/main">
  <p:tag name="KSO_WM_BEAUTIFY_FLAG" val=""/>
</p:tagLst>
</file>

<file path=ppt/tags/tag439.xml><?xml version="1.0" encoding="utf-8"?>
<p:tagLst xmlns:p="http://schemas.openxmlformats.org/presentationml/2006/main">
  <p:tag name="KSO_WM_BEAUTIFY_FLAG" val=""/>
</p:tagLst>
</file>

<file path=ppt/tags/tag440.xml><?xml version="1.0" encoding="utf-8"?>
<p:tagLst xmlns:p="http://schemas.openxmlformats.org/presentationml/2006/main">
  <p:tag name="KSO_WM_BEAUTIFY_FLAG" val=""/>
</p:tagLst>
</file>

<file path=ppt/tags/tag441.xml><?xml version="1.0" encoding="utf-8"?>
<p:tagLst xmlns:p="http://schemas.openxmlformats.org/presentationml/2006/main">
  <p:tag name="KSO_WM_BEAUTIFY_FLAG" val=""/>
</p:tagLst>
</file>

<file path=ppt/tags/tag442.xml><?xml version="1.0" encoding="utf-8"?>
<p:tagLst xmlns:p="http://schemas.openxmlformats.org/presentationml/2006/main">
  <p:tag name="KSO_WM_BEAUTIFY_FLAG" val=""/>
</p:tagLst>
</file>

<file path=ppt/tags/tag443.xml><?xml version="1.0" encoding="utf-8"?>
<p:tagLst xmlns:p="http://schemas.openxmlformats.org/presentationml/2006/main">
  <p:tag name="KSO_WM_BEAUTIFY_FLAG" val=""/>
</p:tagLst>
</file>

<file path=ppt/tags/tag444.xml><?xml version="1.0" encoding="utf-8"?>
<p:tagLst xmlns:p="http://schemas.openxmlformats.org/presentationml/2006/main">
  <p:tag name="KSO_WM_BEAUTIFY_FLAG" val=""/>
</p:tagLst>
</file>

<file path=ppt/tags/tag445.xml><?xml version="1.0" encoding="utf-8"?>
<p:tagLst xmlns:p="http://schemas.openxmlformats.org/presentationml/2006/main">
  <p:tag name="KSO_WM_BEAUTIFY_FLAG" val=""/>
</p:tagLst>
</file>

<file path=ppt/tags/tag446.xml><?xml version="1.0" encoding="utf-8"?>
<p:tagLst xmlns:p="http://schemas.openxmlformats.org/presentationml/2006/main">
  <p:tag name="KSO_WM_BEAUTIFY_FLAG" val="#wm#"/>
  <p:tag name="KSO_WM_TEMPLATE_CATEGORY" val="custom"/>
  <p:tag name="KSO_WM_TEMPLATE_INDEX" val="20205081"/>
</p:tagLst>
</file>

<file path=ppt/tags/tag447.xml><?xml version="1.0" encoding="utf-8"?>
<p:tagLst xmlns:p="http://schemas.openxmlformats.org/presentationml/2006/main">
  <p:tag name="KSO_WM_BEAUTIFY_FLAG" val=""/>
</p:tagLst>
</file>

<file path=ppt/tags/tag448.xml><?xml version="1.0" encoding="utf-8"?>
<p:tagLst xmlns:p="http://schemas.openxmlformats.org/presentationml/2006/main">
  <p:tag name="KSO_WM_BEAUTIFY_FLAG" val=""/>
</p:tagLst>
</file>

<file path=ppt/tags/tag449.xml><?xml version="1.0" encoding="utf-8"?>
<p:tagLst xmlns:p="http://schemas.openxmlformats.org/presentationml/2006/main">
  <p:tag name="KSO_WM_BEAUTIFY_FLAG" val=""/>
</p:tagLst>
</file>

<file path=ppt/tags/tag450.xml><?xml version="1.0" encoding="utf-8"?>
<p:tagLst xmlns:p="http://schemas.openxmlformats.org/presentationml/2006/main">
  <p:tag name="KSO_WM_BEAUTIFY_FLAG" val=""/>
</p:tagLst>
</file>

<file path=ppt/tags/tag451.xml><?xml version="1.0" encoding="utf-8"?>
<p:tagLst xmlns:p="http://schemas.openxmlformats.org/presentationml/2006/main">
  <p:tag name="KSO_WM_BEAUTIFY_FLAG" val=""/>
</p:tagLst>
</file>

<file path=ppt/tags/tag452.xml><?xml version="1.0" encoding="utf-8"?>
<p:tagLst xmlns:p="http://schemas.openxmlformats.org/presentationml/2006/main">
  <p:tag name="KSO_WM_BEAUTIFY_FLAG" val=""/>
</p:tagLst>
</file>

<file path=ppt/tags/tag453.xml><?xml version="1.0" encoding="utf-8"?>
<p:tagLst xmlns:p="http://schemas.openxmlformats.org/presentationml/2006/main">
  <p:tag name="KSO_WM_BEAUTIFY_FLAG" val=""/>
</p:tagLst>
</file>

<file path=ppt/tags/tag454.xml><?xml version="1.0" encoding="utf-8"?>
<p:tagLst xmlns:p="http://schemas.openxmlformats.org/presentationml/2006/main">
  <p:tag name="KSO_WM_BEAUTIFY_FLAG" val=""/>
</p:tagLst>
</file>

<file path=ppt/tags/tag455.xml><?xml version="1.0" encoding="utf-8"?>
<p:tagLst xmlns:p="http://schemas.openxmlformats.org/presentationml/2006/main">
  <p:tag name="KSO_WM_UNIT_PLACING_PICTURE_USER_VIEWPORT" val="{&quot;height&quot;:4378.842519685039,&quot;width&quot;:4885.738582677165}"/>
  <p:tag name="KSO_WM_BEAUTIFY_FLAG" val=""/>
</p:tagLst>
</file>

<file path=ppt/tags/tag456.xml><?xml version="1.0" encoding="utf-8"?>
<p:tagLst xmlns:p="http://schemas.openxmlformats.org/presentationml/2006/main">
  <p:tag name="KSO_WM_BEAUTIFY_FLAG" val=""/>
</p:tagLst>
</file>

<file path=ppt/tags/tag457.xml><?xml version="1.0" encoding="utf-8"?>
<p:tagLst xmlns:p="http://schemas.openxmlformats.org/presentationml/2006/main">
  <p:tag name="KSO_WM_BEAUTIFY_FLAG" val=""/>
</p:tagLst>
</file>

<file path=ppt/tags/tag458.xml><?xml version="1.0" encoding="utf-8"?>
<p:tagLst xmlns:p="http://schemas.openxmlformats.org/presentationml/2006/main">
  <p:tag name="KSO_WM_BEAUTIFY_FLAG" val=""/>
</p:tagLst>
</file>

<file path=ppt/tags/tag459.xml><?xml version="1.0" encoding="utf-8"?>
<p:tagLst xmlns:p="http://schemas.openxmlformats.org/presentationml/2006/main">
  <p:tag name="KSO_WM_BEAUTIFY_FLAG" val=""/>
</p:tagLst>
</file>

<file path=ppt/tags/tag460.xml><?xml version="1.0" encoding="utf-8"?>
<p:tagLst xmlns:p="http://schemas.openxmlformats.org/presentationml/2006/main">
  <p:tag name="KSO_WM_BEAUTIFY_FLAG" val=""/>
</p:tagLst>
</file>

<file path=ppt/tags/tag461.xml><?xml version="1.0" encoding="utf-8"?>
<p:tagLst xmlns:p="http://schemas.openxmlformats.org/presentationml/2006/main">
  <p:tag name="KSO_WM_BEAUTIFY_FLAG" val=""/>
</p:tagLst>
</file>

<file path=ppt/tags/tag462.xml><?xml version="1.0" encoding="utf-8"?>
<p:tagLst xmlns:p="http://schemas.openxmlformats.org/presentationml/2006/main">
  <p:tag name="KSO_WM_BEAUTIFY_FLAG" val=""/>
</p:tagLst>
</file>

<file path=ppt/tags/tag463.xml><?xml version="1.0" encoding="utf-8"?>
<p:tagLst xmlns:p="http://schemas.openxmlformats.org/presentationml/2006/main">
  <p:tag name="KSO_WM_BEAUTIFY_FLAG" val=""/>
</p:tagLst>
</file>

<file path=ppt/tags/tag464.xml><?xml version="1.0" encoding="utf-8"?>
<p:tagLst xmlns:p="http://schemas.openxmlformats.org/presentationml/2006/main">
  <p:tag name="KSO_WM_BEAUTIFY_FLAG" val=""/>
</p:tagLst>
</file>

<file path=ppt/tags/tag465.xml><?xml version="1.0" encoding="utf-8"?>
<p:tagLst xmlns:p="http://schemas.openxmlformats.org/presentationml/2006/main">
  <p:tag name="KSO_WM_BEAUTIFY_FLAG" val=""/>
</p:tagLst>
</file>

<file path=ppt/tags/tag466.xml><?xml version="1.0" encoding="utf-8"?>
<p:tagLst xmlns:p="http://schemas.openxmlformats.org/presentationml/2006/main">
  <p:tag name="KSO_WM_BEAUTIFY_FLAG" val=""/>
</p:tagLst>
</file>

<file path=ppt/tags/tag467.xml><?xml version="1.0" encoding="utf-8"?>
<p:tagLst xmlns:p="http://schemas.openxmlformats.org/presentationml/2006/main">
  <p:tag name="KSO_WM_BEAUTIFY_FLAG" val=""/>
</p:tagLst>
</file>

<file path=ppt/tags/tag468.xml><?xml version="1.0" encoding="utf-8"?>
<p:tagLst xmlns:p="http://schemas.openxmlformats.org/presentationml/2006/main">
  <p:tag name="KSO_WM_BEAUTIFY_FLAG" val=""/>
</p:tagLst>
</file>

<file path=ppt/tags/tag469.xml><?xml version="1.0" encoding="utf-8"?>
<p:tagLst xmlns:p="http://schemas.openxmlformats.org/presentationml/2006/main">
  <p:tag name="KSO_WM_BEAUTIFY_FLAG" val=""/>
</p:tagLst>
</file>

<file path=ppt/tags/tag470.xml><?xml version="1.0" encoding="utf-8"?>
<p:tagLst xmlns:p="http://schemas.openxmlformats.org/presentationml/2006/main">
  <p:tag name="KSO_WM_BEAUTIFY_FLAG" val="#wm#"/>
  <p:tag name="KSO_WM_TEMPLATE_CATEGORY" val="custom"/>
  <p:tag name="KSO_WM_TEMPLATE_INDEX" val="20205081"/>
</p:tagLst>
</file>

<file path=ppt/tags/tag471.xml><?xml version="1.0" encoding="utf-8"?>
<p:tagLst xmlns:p="http://schemas.openxmlformats.org/presentationml/2006/main">
  <p:tag name="KSO_WM_BEAUTIFY_FLAG" val=""/>
</p:tagLst>
</file>

<file path=ppt/tags/tag472.xml><?xml version="1.0" encoding="utf-8"?>
<p:tagLst xmlns:p="http://schemas.openxmlformats.org/presentationml/2006/main">
  <p:tag name="KSO_WM_BEAUTIFY_FLAG" val=""/>
</p:tagLst>
</file>

<file path=ppt/tags/tag473.xml><?xml version="1.0" encoding="utf-8"?>
<p:tagLst xmlns:p="http://schemas.openxmlformats.org/presentationml/2006/main">
  <p:tag name="KSO_WM_BEAUTIFY_FLAG" val=""/>
</p:tagLst>
</file>

<file path=ppt/tags/tag474.xml><?xml version="1.0" encoding="utf-8"?>
<p:tagLst xmlns:p="http://schemas.openxmlformats.org/presentationml/2006/main">
  <p:tag name="KSO_WM_BEAUTIFY_FLAG" val=""/>
</p:tagLst>
</file>

<file path=ppt/tags/tag475.xml><?xml version="1.0" encoding="utf-8"?>
<p:tagLst xmlns:p="http://schemas.openxmlformats.org/presentationml/2006/main">
  <p:tag name="KSO_WM_BEAUTIFY_FLAG" val=""/>
</p:tagLst>
</file>

<file path=ppt/tags/tag476.xml><?xml version="1.0" encoding="utf-8"?>
<p:tagLst xmlns:p="http://schemas.openxmlformats.org/presentationml/2006/main">
  <p:tag name="KSO_WM_BEAUTIFY_FLAG" val=""/>
</p:tagLst>
</file>

<file path=ppt/tags/tag477.xml><?xml version="1.0" encoding="utf-8"?>
<p:tagLst xmlns:p="http://schemas.openxmlformats.org/presentationml/2006/main">
  <p:tag name="KSO_WM_BEAUTIFY_FLAG" val=""/>
</p:tagLst>
</file>

<file path=ppt/tags/tag478.xml><?xml version="1.0" encoding="utf-8"?>
<p:tagLst xmlns:p="http://schemas.openxmlformats.org/presentationml/2006/main">
  <p:tag name="KSO_WM_BEAUTIFY_FLAG" val=""/>
</p:tagLst>
</file>

<file path=ppt/tags/tag479.xml><?xml version="1.0" encoding="utf-8"?>
<p:tagLst xmlns:p="http://schemas.openxmlformats.org/presentationml/2006/main">
  <p:tag name="KSO_WM_BEAUTIFY_FLAG" val=""/>
</p:tagLst>
</file>

<file path=ppt/tags/tag480.xml><?xml version="1.0" encoding="utf-8"?>
<p:tagLst xmlns:p="http://schemas.openxmlformats.org/presentationml/2006/main">
  <p:tag name="KSO_WM_BEAUTIFY_FLAG" val=""/>
</p:tagLst>
</file>

<file path=ppt/tags/tag481.xml><?xml version="1.0" encoding="utf-8"?>
<p:tagLst xmlns:p="http://schemas.openxmlformats.org/presentationml/2006/main">
  <p:tag name="KSO_WM_BEAUTIFY_FLAG" val=""/>
</p:tagLst>
</file>

<file path=ppt/tags/tag482.xml><?xml version="1.0" encoding="utf-8"?>
<p:tagLst xmlns:p="http://schemas.openxmlformats.org/presentationml/2006/main">
  <p:tag name="KSO_WM_BEAUTIFY_FLAG" val=""/>
</p:tagLst>
</file>

<file path=ppt/tags/tag483.xml><?xml version="1.0" encoding="utf-8"?>
<p:tagLst xmlns:p="http://schemas.openxmlformats.org/presentationml/2006/main">
  <p:tag name="KSO_WM_BEAUTIFY_FLAG" val=""/>
</p:tagLst>
</file>

<file path=ppt/tags/tag484.xml><?xml version="1.0" encoding="utf-8"?>
<p:tagLst xmlns:p="http://schemas.openxmlformats.org/presentationml/2006/main">
  <p:tag name="KSO_WM_BEAUTIFY_FLAG" val=""/>
</p:tagLst>
</file>

<file path=ppt/tags/tag485.xml><?xml version="1.0" encoding="utf-8"?>
<p:tagLst xmlns:p="http://schemas.openxmlformats.org/presentationml/2006/main">
  <p:tag name="KSO_WM_BEAUTIFY_FLAG" val=""/>
</p:tagLst>
</file>

<file path=ppt/tags/tag486.xml><?xml version="1.0" encoding="utf-8"?>
<p:tagLst xmlns:p="http://schemas.openxmlformats.org/presentationml/2006/main">
  <p:tag name="KSO_WM_BEAUTIFY_FLAG" val=""/>
</p:tagLst>
</file>

<file path=ppt/tags/tag487.xml><?xml version="1.0" encoding="utf-8"?>
<p:tagLst xmlns:p="http://schemas.openxmlformats.org/presentationml/2006/main">
  <p:tag name="KSO_WM_BEAUTIFY_FLAG" val=""/>
</p:tagLst>
</file>

<file path=ppt/tags/tag488.xml><?xml version="1.0" encoding="utf-8"?>
<p:tagLst xmlns:p="http://schemas.openxmlformats.org/presentationml/2006/main">
  <p:tag name="KSO_WM_BEAUTIFY_FLAG" val=""/>
</p:tagLst>
</file>

<file path=ppt/tags/tag489.xml><?xml version="1.0" encoding="utf-8"?>
<p:tagLst xmlns:p="http://schemas.openxmlformats.org/presentationml/2006/main">
  <p:tag name="KSO_WM_BEAUTIFY_FLAG" val=""/>
</p:tagLst>
</file>

<file path=ppt/tags/tag490.xml><?xml version="1.0" encoding="utf-8"?>
<p:tagLst xmlns:p="http://schemas.openxmlformats.org/presentationml/2006/main">
  <p:tag name="KSO_WM_BEAUTIFY_FLAG" val=""/>
</p:tagLst>
</file>

<file path=ppt/tags/tag491.xml><?xml version="1.0" encoding="utf-8"?>
<p:tagLst xmlns:p="http://schemas.openxmlformats.org/presentationml/2006/main">
  <p:tag name="KSO_WM_BEAUTIFY_FLAG" val=""/>
</p:tagLst>
</file>

<file path=ppt/tags/tag492.xml><?xml version="1.0" encoding="utf-8"?>
<p:tagLst xmlns:p="http://schemas.openxmlformats.org/presentationml/2006/main">
  <p:tag name="KSO_WM_BEAUTIFY_FLAG" val=""/>
</p:tagLst>
</file>

<file path=ppt/tags/tag493.xml><?xml version="1.0" encoding="utf-8"?>
<p:tagLst xmlns:p="http://schemas.openxmlformats.org/presentationml/2006/main">
  <p:tag name="KSO_WM_BEAUTIFY_FLAG" val=""/>
</p:tagLst>
</file>

<file path=ppt/tags/tag494.xml><?xml version="1.0" encoding="utf-8"?>
<p:tagLst xmlns:p="http://schemas.openxmlformats.org/presentationml/2006/main">
  <p:tag name="KSO_WM_BEAUTIFY_FLAG" val=""/>
</p:tagLst>
</file>

<file path=ppt/tags/tag495.xml><?xml version="1.0" encoding="utf-8"?>
<p:tagLst xmlns:p="http://schemas.openxmlformats.org/presentationml/2006/main">
  <p:tag name="KSO_WM_BEAUTIFY_FLAG" val=""/>
</p:tagLst>
</file>

<file path=ppt/tags/tag496.xml><?xml version="1.0" encoding="utf-8"?>
<p:tagLst xmlns:p="http://schemas.openxmlformats.org/presentationml/2006/main">
  <p:tag name="KSO_WM_BEAUTIFY_FLAG" val=""/>
</p:tagLst>
</file>

<file path=ppt/tags/tag497.xml><?xml version="1.0" encoding="utf-8"?>
<p:tagLst xmlns:p="http://schemas.openxmlformats.org/presentationml/2006/main">
  <p:tag name="KSO_WM_BEAUTIFY_FLAG" val=""/>
</p:tagLst>
</file>

<file path=ppt/tags/tag498.xml><?xml version="1.0" encoding="utf-8"?>
<p:tagLst xmlns:p="http://schemas.openxmlformats.org/presentationml/2006/main">
  <p:tag name="KSO_WM_BEAUTIFY_FLAG" val=""/>
</p:tagLst>
</file>

<file path=ppt/tags/tag499.xml><?xml version="1.0" encoding="utf-8"?>
<p:tagLst xmlns:p="http://schemas.openxmlformats.org/presentationml/2006/main">
  <p:tag name="KSO_WM_BEAUTIFY_FLAG" val=""/>
</p:tagLst>
</file>

<file path=ppt/tags/tag500.xml><?xml version="1.0" encoding="utf-8"?>
<p:tagLst xmlns:p="http://schemas.openxmlformats.org/presentationml/2006/main">
  <p:tag name="KSO_WM_BEAUTIFY_FLAG" val=""/>
</p:tagLst>
</file>

<file path=ppt/tags/tag501.xml><?xml version="1.0" encoding="utf-8"?>
<p:tagLst xmlns:p="http://schemas.openxmlformats.org/presentationml/2006/main">
  <p:tag name="KSO_WM_BEAUTIFY_FLAG" val=""/>
</p:tagLst>
</file>

<file path=ppt/tags/tag502.xml><?xml version="1.0" encoding="utf-8"?>
<p:tagLst xmlns:p="http://schemas.openxmlformats.org/presentationml/2006/main">
  <p:tag name="KSO_WM_BEAUTIFY_FLAG" val=""/>
</p:tagLst>
</file>

<file path=ppt/tags/tag503.xml><?xml version="1.0" encoding="utf-8"?>
<p:tagLst xmlns:p="http://schemas.openxmlformats.org/presentationml/2006/main">
  <p:tag name="KSO_WM_BEAUTIFY_FLAG" val=""/>
</p:tagLst>
</file>

<file path=ppt/tags/tag504.xml><?xml version="1.0" encoding="utf-8"?>
<p:tagLst xmlns:p="http://schemas.openxmlformats.org/presentationml/2006/main">
  <p:tag name="KSO_WM_BEAUTIFY_FLAG" val=""/>
</p:tagLst>
</file>

<file path=ppt/tags/tag505.xml><?xml version="1.0" encoding="utf-8"?>
<p:tagLst xmlns:p="http://schemas.openxmlformats.org/presentationml/2006/main">
  <p:tag name="KSO_WM_BEAUTIFY_FLAG" val=""/>
</p:tagLst>
</file>

<file path=ppt/tags/tag506.xml><?xml version="1.0" encoding="utf-8"?>
<p:tagLst xmlns:p="http://schemas.openxmlformats.org/presentationml/2006/main">
  <p:tag name="KSO_WM_BEAUTIFY_FLAG" val=""/>
</p:tagLst>
</file>

<file path=ppt/tags/tag507.xml><?xml version="1.0" encoding="utf-8"?>
<p:tagLst xmlns:p="http://schemas.openxmlformats.org/presentationml/2006/main">
  <p:tag name="KSO_WM_BEAUTIFY_FLAG" val="#wm#"/>
  <p:tag name="KSO_WM_TEMPLATE_CATEGORY" val="custom"/>
  <p:tag name="KSO_WM_TEMPLATE_INDEX" val="20205081"/>
</p:tagLst>
</file>

<file path=ppt/tags/tag508.xml><?xml version="1.0" encoding="utf-8"?>
<p:tagLst xmlns:p="http://schemas.openxmlformats.org/presentationml/2006/main">
  <p:tag name="KSO_WM_BEAUTIFY_FLAG" val=""/>
</p:tagLst>
</file>

<file path=ppt/tags/tag509.xml><?xml version="1.0" encoding="utf-8"?>
<p:tagLst xmlns:p="http://schemas.openxmlformats.org/presentationml/2006/main">
  <p:tag name="KSO_WM_BEAUTIFY_FLAG" val=""/>
</p:tagLst>
</file>

<file path=ppt/tags/tag510.xml><?xml version="1.0" encoding="utf-8"?>
<p:tagLst xmlns:p="http://schemas.openxmlformats.org/presentationml/2006/main">
  <p:tag name="KSO_WM_BEAUTIFY_FLAG" val=""/>
</p:tagLst>
</file>

<file path=ppt/tags/tag511.xml><?xml version="1.0" encoding="utf-8"?>
<p:tagLst xmlns:p="http://schemas.openxmlformats.org/presentationml/2006/main">
  <p:tag name="KSO_WM_BEAUTIFY_FLAG" val=""/>
</p:tagLst>
</file>

<file path=ppt/tags/tag512.xml><?xml version="1.0" encoding="utf-8"?>
<p:tagLst xmlns:p="http://schemas.openxmlformats.org/presentationml/2006/main">
  <p:tag name="KSO_WM_BEAUTIFY_FLAG" val=""/>
</p:tagLst>
</file>

<file path=ppt/tags/tag513.xml><?xml version="1.0" encoding="utf-8"?>
<p:tagLst xmlns:p="http://schemas.openxmlformats.org/presentationml/2006/main">
  <p:tag name="KSO_WM_BEAUTIFY_FLAG" val=""/>
</p:tagLst>
</file>

<file path=ppt/tags/tag514.xml><?xml version="1.0" encoding="utf-8"?>
<p:tagLst xmlns:p="http://schemas.openxmlformats.org/presentationml/2006/main">
  <p:tag name="KSO_WM_BEAUTIFY_FLAG" val=""/>
</p:tagLst>
</file>

<file path=ppt/tags/tag515.xml><?xml version="1.0" encoding="utf-8"?>
<p:tagLst xmlns:p="http://schemas.openxmlformats.org/presentationml/2006/main">
  <p:tag name="KSO_WM_BEAUTIFY_FLAG" val=""/>
</p:tagLst>
</file>

<file path=ppt/tags/tag516.xml><?xml version="1.0" encoding="utf-8"?>
<p:tagLst xmlns:p="http://schemas.openxmlformats.org/presentationml/2006/main">
  <p:tag name="KSO_WM_BEAUTIFY_FLAG" val=""/>
</p:tagLst>
</file>

<file path=ppt/tags/tag517.xml><?xml version="1.0" encoding="utf-8"?>
<p:tagLst xmlns:p="http://schemas.openxmlformats.org/presentationml/2006/main">
  <p:tag name="KSO_WM_BEAUTIFY_FLAG" val=""/>
</p:tagLst>
</file>

<file path=ppt/tags/tag518.xml><?xml version="1.0" encoding="utf-8"?>
<p:tagLst xmlns:p="http://schemas.openxmlformats.org/presentationml/2006/main">
  <p:tag name="KSO_WM_BEAUTIFY_FLAG" val=""/>
</p:tagLst>
</file>

<file path=ppt/tags/tag519.xml><?xml version="1.0" encoding="utf-8"?>
<p:tagLst xmlns:p="http://schemas.openxmlformats.org/presentationml/2006/main">
  <p:tag name="KSO_WM_BEAUTIFY_FLAG" val=""/>
</p:tagLst>
</file>

<file path=ppt/tags/tag520.xml><?xml version="1.0" encoding="utf-8"?>
<p:tagLst xmlns:p="http://schemas.openxmlformats.org/presentationml/2006/main">
  <p:tag name="KSO_WM_BEAUTIFY_FLAG" val=""/>
</p:tagLst>
</file>

<file path=ppt/tags/tag521.xml><?xml version="1.0" encoding="utf-8"?>
<p:tagLst xmlns:p="http://schemas.openxmlformats.org/presentationml/2006/main">
  <p:tag name="KSO_WM_BEAUTIFY_FLAG" val=""/>
</p:tagLst>
</file>

<file path=ppt/tags/tag522.xml><?xml version="1.0" encoding="utf-8"?>
<p:tagLst xmlns:p="http://schemas.openxmlformats.org/presentationml/2006/main">
  <p:tag name="KSO_WM_BEAUTIFY_FLAG" val=""/>
</p:tagLst>
</file>

<file path=ppt/tags/tag523.xml><?xml version="1.0" encoding="utf-8"?>
<p:tagLst xmlns:p="http://schemas.openxmlformats.org/presentationml/2006/main">
  <p:tag name="KSO_WM_BEAUTIFY_FLAG" val=""/>
</p:tagLst>
</file>

<file path=ppt/tags/tag524.xml><?xml version="1.0" encoding="utf-8"?>
<p:tagLst xmlns:p="http://schemas.openxmlformats.org/presentationml/2006/main">
  <p:tag name="KSO_WM_BEAUTIFY_FLAG" val=""/>
</p:tagLst>
</file>

<file path=ppt/tags/tag525.xml><?xml version="1.0" encoding="utf-8"?>
<p:tagLst xmlns:p="http://schemas.openxmlformats.org/presentationml/2006/main">
  <p:tag name="KSO_WM_BEAUTIFY_FLAG" val=""/>
</p:tagLst>
</file>

<file path=ppt/tags/tag526.xml><?xml version="1.0" encoding="utf-8"?>
<p:tagLst xmlns:p="http://schemas.openxmlformats.org/presentationml/2006/main">
  <p:tag name="KSO_WM_BEAUTIFY_FLAG" val=""/>
</p:tagLst>
</file>

<file path=ppt/tags/tag527.xml><?xml version="1.0" encoding="utf-8"?>
<p:tagLst xmlns:p="http://schemas.openxmlformats.org/presentationml/2006/main">
  <p:tag name="KSO_WM_BEAUTIFY_FLAG" val=""/>
</p:tagLst>
</file>

<file path=ppt/tags/tag528.xml><?xml version="1.0" encoding="utf-8"?>
<p:tagLst xmlns:p="http://schemas.openxmlformats.org/presentationml/2006/main">
  <p:tag name="KSO_WM_BEAUTIFY_FLAG" val=""/>
</p:tagLst>
</file>

<file path=ppt/tags/tag529.xml><?xml version="1.0" encoding="utf-8"?>
<p:tagLst xmlns:p="http://schemas.openxmlformats.org/presentationml/2006/main">
  <p:tag name="KSO_WM_BEAUTIFY_FLAG" val=""/>
</p:tagLst>
</file>

<file path=ppt/tags/tag530.xml><?xml version="1.0" encoding="utf-8"?>
<p:tagLst xmlns:p="http://schemas.openxmlformats.org/presentationml/2006/main">
  <p:tag name="KSO_WM_BEAUTIFY_FLAG" val=""/>
</p:tagLst>
</file>

<file path=ppt/tags/tag531.xml><?xml version="1.0" encoding="utf-8"?>
<p:tagLst xmlns:p="http://schemas.openxmlformats.org/presentationml/2006/main">
  <p:tag name="KSO_WM_BEAUTIFY_FLAG" val=""/>
</p:tagLst>
</file>

<file path=ppt/tags/tag532.xml><?xml version="1.0" encoding="utf-8"?>
<p:tagLst xmlns:p="http://schemas.openxmlformats.org/presentationml/2006/main">
  <p:tag name="KSO_WM_BEAUTIFY_FLAG" val=""/>
</p:tagLst>
</file>

<file path=ppt/tags/tag533.xml><?xml version="1.0" encoding="utf-8"?>
<p:tagLst xmlns:p="http://schemas.openxmlformats.org/presentationml/2006/main">
  <p:tag name="KSO_WM_BEAUTIFY_FLAG" val=""/>
</p:tagLst>
</file>

<file path=ppt/tags/tag534.xml><?xml version="1.0" encoding="utf-8"?>
<p:tagLst xmlns:p="http://schemas.openxmlformats.org/presentationml/2006/main">
  <p:tag name="KSO_WM_BEAUTIFY_FLAG" val=""/>
</p:tagLst>
</file>

<file path=ppt/tags/tag535.xml><?xml version="1.0" encoding="utf-8"?>
<p:tagLst xmlns:p="http://schemas.openxmlformats.org/presentationml/2006/main">
  <p:tag name="KSO_WM_BEAUTIFY_FLAG" val=""/>
</p:tagLst>
</file>

<file path=ppt/tags/tag536.xml><?xml version="1.0" encoding="utf-8"?>
<p:tagLst xmlns:p="http://schemas.openxmlformats.org/presentationml/2006/main">
  <p:tag name="KSO_WM_BEAUTIFY_FLAG" val=""/>
</p:tagLst>
</file>

<file path=ppt/tags/tag537.xml><?xml version="1.0" encoding="utf-8"?>
<p:tagLst xmlns:p="http://schemas.openxmlformats.org/presentationml/2006/main">
  <p:tag name="KSO_WM_BEAUTIFY_FLAG" val=""/>
</p:tagLst>
</file>

<file path=ppt/tags/tag538.xml><?xml version="1.0" encoding="utf-8"?>
<p:tagLst xmlns:p="http://schemas.openxmlformats.org/presentationml/2006/main">
  <p:tag name="KSO_WM_BEAUTIFY_FLAG" val=""/>
</p:tagLst>
</file>

<file path=ppt/tags/tag539.xml><?xml version="1.0" encoding="utf-8"?>
<p:tagLst xmlns:p="http://schemas.openxmlformats.org/presentationml/2006/main">
  <p:tag name="KSO_WM_BEAUTIFY_FLAG" val=""/>
</p:tagLst>
</file>

<file path=ppt/tags/tag540.xml><?xml version="1.0" encoding="utf-8"?>
<p:tagLst xmlns:p="http://schemas.openxmlformats.org/presentationml/2006/main">
  <p:tag name="KSO_WM_BEAUTIFY_FLAG" val="#wm#"/>
  <p:tag name="KSO_WM_TEMPLATE_CATEGORY" val="custom"/>
  <p:tag name="KSO_WM_TEMPLATE_INDEX" val="20205081"/>
</p:tagLst>
</file>

<file path=ppt/tags/tag541.xml><?xml version="1.0" encoding="utf-8"?>
<p:tagLst xmlns:p="http://schemas.openxmlformats.org/presentationml/2006/main">
  <p:tag name="KSO_WM_BEAUTIFY_FLAG" val=""/>
</p:tagLst>
</file>

<file path=ppt/tags/tag542.xml><?xml version="1.0" encoding="utf-8"?>
<p:tagLst xmlns:p="http://schemas.openxmlformats.org/presentationml/2006/main">
  <p:tag name="KSO_WM_BEAUTIFY_FLAG" val=""/>
</p:tagLst>
</file>

<file path=ppt/tags/tag543.xml><?xml version="1.0" encoding="utf-8"?>
<p:tagLst xmlns:p="http://schemas.openxmlformats.org/presentationml/2006/main">
  <p:tag name="KSO_WM_BEAUTIFY_FLAG" val=""/>
</p:tagLst>
</file>

<file path=ppt/tags/tag544.xml><?xml version="1.0" encoding="utf-8"?>
<p:tagLst xmlns:p="http://schemas.openxmlformats.org/presentationml/2006/main">
  <p:tag name="KSO_WM_BEAUTIFY_FLAG" val=""/>
</p:tagLst>
</file>

<file path=ppt/tags/tag545.xml><?xml version="1.0" encoding="utf-8"?>
<p:tagLst xmlns:p="http://schemas.openxmlformats.org/presentationml/2006/main">
  <p:tag name="KSO_WM_BEAUTIFY_FLAG" val=""/>
</p:tagLst>
</file>

<file path=ppt/tags/tag546.xml><?xml version="1.0" encoding="utf-8"?>
<p:tagLst xmlns:p="http://schemas.openxmlformats.org/presentationml/2006/main">
  <p:tag name="KSO_WM_BEAUTIFY_FLAG" val=""/>
</p:tagLst>
</file>

<file path=ppt/tags/tag547.xml><?xml version="1.0" encoding="utf-8"?>
<p:tagLst xmlns:p="http://schemas.openxmlformats.org/presentationml/2006/main">
  <p:tag name="KSO_WM_BEAUTIFY_FLAG" val=""/>
</p:tagLst>
</file>

<file path=ppt/tags/tag548.xml><?xml version="1.0" encoding="utf-8"?>
<p:tagLst xmlns:p="http://schemas.openxmlformats.org/presentationml/2006/main">
  <p:tag name="KSO_WM_BEAUTIFY_FLAG" val=""/>
</p:tagLst>
</file>

<file path=ppt/tags/tag549.xml><?xml version="1.0" encoding="utf-8"?>
<p:tagLst xmlns:p="http://schemas.openxmlformats.org/presentationml/2006/main">
  <p:tag name="KSO_WM_BEAUTIFY_FLAG" val=""/>
</p:tagLst>
</file>

<file path=ppt/tags/tag550.xml><?xml version="1.0" encoding="utf-8"?>
<p:tagLst xmlns:p="http://schemas.openxmlformats.org/presentationml/2006/main">
  <p:tag name="KSO_WM_BEAUTIFY_FLAG" val=""/>
</p:tagLst>
</file>

<file path=ppt/tags/tag551.xml><?xml version="1.0" encoding="utf-8"?>
<p:tagLst xmlns:p="http://schemas.openxmlformats.org/presentationml/2006/main">
  <p:tag name="KSO_WM_BEAUTIFY_FLAG" val=""/>
</p:tagLst>
</file>

<file path=ppt/tags/tag552.xml><?xml version="1.0" encoding="utf-8"?>
<p:tagLst xmlns:p="http://schemas.openxmlformats.org/presentationml/2006/main">
  <p:tag name="KSO_WM_BEAUTIFY_FLAG" val=""/>
</p:tagLst>
</file>

<file path=ppt/tags/tag553.xml><?xml version="1.0" encoding="utf-8"?>
<p:tagLst xmlns:p="http://schemas.openxmlformats.org/presentationml/2006/main">
  <p:tag name="KSO_WM_BEAUTIFY_FLAG" val=""/>
</p:tagLst>
</file>

<file path=ppt/tags/tag554.xml><?xml version="1.0" encoding="utf-8"?>
<p:tagLst xmlns:p="http://schemas.openxmlformats.org/presentationml/2006/main">
  <p:tag name="KSO_WM_BEAUTIFY_FLAG" val=""/>
</p:tagLst>
</file>

<file path=ppt/tags/tag555.xml><?xml version="1.0" encoding="utf-8"?>
<p:tagLst xmlns:p="http://schemas.openxmlformats.org/presentationml/2006/main">
  <p:tag name="KSO_WM_BEAUTIFY_FLAG" val=""/>
</p:tagLst>
</file>

<file path=ppt/tags/tag556.xml><?xml version="1.0" encoding="utf-8"?>
<p:tagLst xmlns:p="http://schemas.openxmlformats.org/presentationml/2006/main">
  <p:tag name="KSO_WM_BEAUTIFY_FLAG" val=""/>
</p:tagLst>
</file>

<file path=ppt/tags/tag557.xml><?xml version="1.0" encoding="utf-8"?>
<p:tagLst xmlns:p="http://schemas.openxmlformats.org/presentationml/2006/main">
  <p:tag name="KSO_WM_BEAUTIFY_FLAG" val=""/>
</p:tagLst>
</file>

<file path=ppt/tags/tag558.xml><?xml version="1.0" encoding="utf-8"?>
<p:tagLst xmlns:p="http://schemas.openxmlformats.org/presentationml/2006/main">
  <p:tag name="KSO_WM_BEAUTIFY_FLAG" val=""/>
</p:tagLst>
</file>

<file path=ppt/tags/tag559.xml><?xml version="1.0" encoding="utf-8"?>
<p:tagLst xmlns:p="http://schemas.openxmlformats.org/presentationml/2006/main">
  <p:tag name="KSO_WM_BEAUTIFY_FLAG" val=""/>
</p:tagLst>
</file>

<file path=ppt/tags/tag560.xml><?xml version="1.0" encoding="utf-8"?>
<p:tagLst xmlns:p="http://schemas.openxmlformats.org/presentationml/2006/main">
  <p:tag name="KSO_WM_BEAUTIFY_FLAG" val=""/>
</p:tagLst>
</file>

<file path=ppt/tags/tag561.xml><?xml version="1.0" encoding="utf-8"?>
<p:tagLst xmlns:p="http://schemas.openxmlformats.org/presentationml/2006/main">
  <p:tag name="KSO_WM_BEAUTIFY_FLAG" val=""/>
</p:tagLst>
</file>

<file path=ppt/tags/tag562.xml><?xml version="1.0" encoding="utf-8"?>
<p:tagLst xmlns:p="http://schemas.openxmlformats.org/presentationml/2006/main">
  <p:tag name="KSO_WM_BEAUTIFY_FLAG" val=""/>
</p:tagLst>
</file>

<file path=ppt/tags/tag563.xml><?xml version="1.0" encoding="utf-8"?>
<p:tagLst xmlns:p="http://schemas.openxmlformats.org/presentationml/2006/main">
  <p:tag name="KSO_WM_BEAUTIFY_FLAG" val="#wm#"/>
  <p:tag name="KSO_WM_TEMPLATE_CATEGORY" val="custom"/>
  <p:tag name="KSO_WM_TEMPLATE_INDEX" val="20205081"/>
</p:tagLst>
</file>

<file path=ppt/tags/tag564.xml><?xml version="1.0" encoding="utf-8"?>
<p:tagLst xmlns:p="http://schemas.openxmlformats.org/presentationml/2006/main">
  <p:tag name="KSO_WM_BEAUTIFY_FLAG" val=""/>
</p:tagLst>
</file>

<file path=ppt/tags/tag565.xml><?xml version="1.0" encoding="utf-8"?>
<p:tagLst xmlns:p="http://schemas.openxmlformats.org/presentationml/2006/main">
  <p:tag name="KSO_WM_BEAUTIFY_FLAG" val=""/>
</p:tagLst>
</file>

<file path=ppt/tags/tag566.xml><?xml version="1.0" encoding="utf-8"?>
<p:tagLst xmlns:p="http://schemas.openxmlformats.org/presentationml/2006/main">
  <p:tag name="KSO_WM_BEAUTIFY_FLAG" val=""/>
</p:tagLst>
</file>

<file path=ppt/tags/tag567.xml><?xml version="1.0" encoding="utf-8"?>
<p:tagLst xmlns:p="http://schemas.openxmlformats.org/presentationml/2006/main">
  <p:tag name="KSO_WM_BEAUTIFY_FLAG" val=""/>
</p:tagLst>
</file>

<file path=ppt/tags/tag568.xml><?xml version="1.0" encoding="utf-8"?>
<p:tagLst xmlns:p="http://schemas.openxmlformats.org/presentationml/2006/main">
  <p:tag name="KSO_WM_BEAUTIFY_FLAG" val=""/>
</p:tagLst>
</file>

<file path=ppt/tags/tag569.xml><?xml version="1.0" encoding="utf-8"?>
<p:tagLst xmlns:p="http://schemas.openxmlformats.org/presentationml/2006/main">
  <p:tag name="KSO_WM_BEAUTIFY_FLAG" val=""/>
</p:tagLst>
</file>

<file path=ppt/tags/tag570.xml><?xml version="1.0" encoding="utf-8"?>
<p:tagLst xmlns:p="http://schemas.openxmlformats.org/presentationml/2006/main">
  <p:tag name="KSO_WM_BEAUTIFY_FLAG" val=""/>
</p:tagLst>
</file>

<file path=ppt/tags/tag571.xml><?xml version="1.0" encoding="utf-8"?>
<p:tagLst xmlns:p="http://schemas.openxmlformats.org/presentationml/2006/main">
  <p:tag name="KSO_WM_BEAUTIFY_FLAG" val=""/>
</p:tagLst>
</file>

<file path=ppt/tags/tag572.xml><?xml version="1.0" encoding="utf-8"?>
<p:tagLst xmlns:p="http://schemas.openxmlformats.org/presentationml/2006/main">
  <p:tag name="KSO_WM_UNIT_PLACING_PICTURE_USER_VIEWPORT" val="{&quot;height&quot;:4378.842519685039,&quot;width&quot;:4885.738582677165}"/>
  <p:tag name="KSO_WM_BEAUTIFY_FLAG" val=""/>
</p:tagLst>
</file>

<file path=ppt/tags/tag573.xml><?xml version="1.0" encoding="utf-8"?>
<p:tagLst xmlns:p="http://schemas.openxmlformats.org/presentationml/2006/main">
  <p:tag name="KSO_WM_BEAUTIFY_FLAG" val=""/>
</p:tagLst>
</file>

<file path=ppt/tags/tag574.xml><?xml version="1.0" encoding="utf-8"?>
<p:tagLst xmlns:p="http://schemas.openxmlformats.org/presentationml/2006/main">
  <p:tag name="KSO_WM_BEAUTIFY_FLAG" val=""/>
</p:tagLst>
</file>

<file path=ppt/tags/tag575.xml><?xml version="1.0" encoding="utf-8"?>
<p:tagLst xmlns:p="http://schemas.openxmlformats.org/presentationml/2006/main">
  <p:tag name="KSO_WM_BEAUTIFY_FLAG" val=""/>
</p:tagLst>
</file>

<file path=ppt/tags/tag576.xml><?xml version="1.0" encoding="utf-8"?>
<p:tagLst xmlns:p="http://schemas.openxmlformats.org/presentationml/2006/main">
  <p:tag name="KSO_WM_BEAUTIFY_FLAG" val=""/>
</p:tagLst>
</file>

<file path=ppt/tags/tag577.xml><?xml version="1.0" encoding="utf-8"?>
<p:tagLst xmlns:p="http://schemas.openxmlformats.org/presentationml/2006/main">
  <p:tag name="KSO_WM_BEAUTIFY_FLAG" val=""/>
</p:tagLst>
</file>

<file path=ppt/tags/tag578.xml><?xml version="1.0" encoding="utf-8"?>
<p:tagLst xmlns:p="http://schemas.openxmlformats.org/presentationml/2006/main">
  <p:tag name="KSO_WM_BEAUTIFY_FLAG" val=""/>
</p:tagLst>
</file>

<file path=ppt/tags/tag579.xml><?xml version="1.0" encoding="utf-8"?>
<p:tagLst xmlns:p="http://schemas.openxmlformats.org/presentationml/2006/main">
  <p:tag name="KSO_WM_BEAUTIFY_FLAG" val=""/>
</p:tagLst>
</file>

<file path=ppt/tags/tag580.xml><?xml version="1.0" encoding="utf-8"?>
<p:tagLst xmlns:p="http://schemas.openxmlformats.org/presentationml/2006/main">
  <p:tag name="KSO_WM_BEAUTIFY_FLAG" val=""/>
</p:tagLst>
</file>

<file path=ppt/tags/tag581.xml><?xml version="1.0" encoding="utf-8"?>
<p:tagLst xmlns:p="http://schemas.openxmlformats.org/presentationml/2006/main">
  <p:tag name="KSO_WM_BEAUTIFY_FLAG" val=""/>
</p:tagLst>
</file>

<file path=ppt/tags/tag582.xml><?xml version="1.0" encoding="utf-8"?>
<p:tagLst xmlns:p="http://schemas.openxmlformats.org/presentationml/2006/main">
  <p:tag name="KSO_WM_BEAUTIFY_FLAG" val=""/>
</p:tagLst>
</file>

<file path=ppt/tags/tag583.xml><?xml version="1.0" encoding="utf-8"?>
<p:tagLst xmlns:p="http://schemas.openxmlformats.org/presentationml/2006/main">
  <p:tag name="KSO_WM_BEAUTIFY_FLAG" val=""/>
</p:tagLst>
</file>

<file path=ppt/tags/tag584.xml><?xml version="1.0" encoding="utf-8"?>
<p:tagLst xmlns:p="http://schemas.openxmlformats.org/presentationml/2006/main">
  <p:tag name="KSO_WM_BEAUTIFY_FLAG" val=""/>
</p:tagLst>
</file>

<file path=ppt/tags/tag585.xml><?xml version="1.0" encoding="utf-8"?>
<p:tagLst xmlns:p="http://schemas.openxmlformats.org/presentationml/2006/main">
  <p:tag name="KSO_WM_BEAUTIFY_FLAG" val=""/>
</p:tagLst>
</file>

<file path=ppt/tags/tag586.xml><?xml version="1.0" encoding="utf-8"?>
<p:tagLst xmlns:p="http://schemas.openxmlformats.org/presentationml/2006/main">
  <p:tag name="KSO_WM_BEAUTIFY_FLAG" val="#wm#"/>
  <p:tag name="KSO_WM_TEMPLATE_CATEGORY" val="custom"/>
  <p:tag name="KSO_WM_TEMPLATE_INDEX" val="20205081"/>
</p:tagLst>
</file>

<file path=ppt/tags/tag587.xml><?xml version="1.0" encoding="utf-8"?>
<p:tagLst xmlns:p="http://schemas.openxmlformats.org/presentationml/2006/main">
  <p:tag name="COMMONDATA" val="eyJoZGlkIjoiMjE3ODIzOTM1ZTU0MmIwOTQzYmRlYTZkMDc0NzkyMTkifQ=="/>
  <p:tag name="KSO_WPP_MARK_KEY" val="c36869bb-ade5-476d-a1e7-503f477b1a76"/>
</p:tagLst>
</file>

<file path=ppt/theme/theme1.xml><?xml version="1.0" encoding="utf-8"?>
<a:theme xmlns:a="http://schemas.openxmlformats.org/drawingml/2006/main" name="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仓耳渔阳体 W04"/>
        <a:ea typeface="仓耳渔阳体 W04"/>
        <a:cs typeface=""/>
      </a:majorFont>
      <a:minorFont>
        <a:latin typeface="仓耳渔阳体 W04"/>
        <a:ea typeface="仓耳渔阳体 W04"/>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仓耳渔阳体 W04"/>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仓耳渔阳体 W04"/>
        <a:ea typeface=""/>
        <a:cs typeface=""/>
        <a:font script="Jpan" typeface="ＭＳ Ｐゴシック"/>
        <a:font script="Hang" typeface="맑은 고딕"/>
        <a:font script="Hans" typeface="仓耳渔阳体 W04"/>
        <a:font script="Hant" typeface="新細明體"/>
        <a:font script="Arab" typeface="仓耳渔阳体 W04"/>
        <a:font script="Hebr" typeface="仓耳渔阳体 W04"/>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仓耳渔阳体 W04"/>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仓耳渔阳体 W04"/>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仓耳渔阳体 W04"/>
        <a:ea typeface=""/>
        <a:cs typeface=""/>
        <a:font script="Jpan" typeface="ＭＳ Ｐゴシック"/>
        <a:font script="Hang" typeface="맑은 고딕"/>
        <a:font script="Hans" typeface="仓耳渔阳体 W04"/>
        <a:font script="Hant" typeface="新細明體"/>
        <a:font script="Arab" typeface="仓耳渔阳体 W04"/>
        <a:font script="Hebr" typeface="仓耳渔阳体 W04"/>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仓耳渔阳体 W04"/>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1546</Words>
  <Application>WPS 演示</Application>
  <PresentationFormat>宽屏</PresentationFormat>
  <Paragraphs>241</Paragraphs>
  <Slides>18</Slides>
  <Notes>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18</vt:i4>
      </vt:variant>
    </vt:vector>
  </HeadingPairs>
  <TitlesOfParts>
    <vt:vector size="27" baseType="lpstr">
      <vt:lpstr>Arial</vt:lpstr>
      <vt:lpstr>宋体</vt:lpstr>
      <vt:lpstr>Wingdings</vt:lpstr>
      <vt:lpstr>仓耳渔阳体 W04</vt:lpstr>
      <vt:lpstr>Wingdings</vt:lpstr>
      <vt:lpstr>站酷快乐体2016修订版</vt:lpstr>
      <vt:lpstr>微软雅黑</vt:lpstr>
      <vt:lpstr>Arial Unicode MS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FIND YOU</cp:lastModifiedBy>
  <cp:revision>169</cp:revision>
  <dcterms:created xsi:type="dcterms:W3CDTF">2019-06-19T02:08:00Z</dcterms:created>
  <dcterms:modified xsi:type="dcterms:W3CDTF">2026-10-25T05:57:38Z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684F458CCF6046179DA0D95D310513B3_11</vt:lpwstr>
  </property>
  <property fmtid="{D5CDD505-2E9C-101B-9397-08002B2CF9AE}" pid="4" name="KSOTemplateUUID">
    <vt:lpwstr>v1.0_mb_kDSvVoMf2Fxj/ku/ntKMTw==</vt:lpwstr>
  </property>
</Properties>
</file>