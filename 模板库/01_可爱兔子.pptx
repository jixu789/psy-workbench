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5"/>
  </p:notesMasterIdLst>
  <p:sldIdLst>
    <p:sldId id="261" r:id="rId3"/>
    <p:sldId id="265" r:id="rId4"/>
    <p:sldId id="257" r:id="rId6"/>
    <p:sldId id="274" r:id="rId7"/>
    <p:sldId id="276" r:id="rId8"/>
    <p:sldId id="270" r:id="rId9"/>
    <p:sldId id="280" r:id="rId10"/>
    <p:sldId id="279" r:id="rId11"/>
    <p:sldId id="271" r:id="rId12"/>
    <p:sldId id="277" r:id="rId13"/>
    <p:sldId id="278" r:id="rId14"/>
    <p:sldId id="272" r:id="rId15"/>
    <p:sldId id="281" r:id="rId16"/>
    <p:sldId id="282" r:id="rId17"/>
    <p:sldId id="262" r:id="rId18"/>
    <p:sldId id="259" r:id="rId19"/>
  </p:sldIdLst>
  <p:sldSz cx="12192000" cy="6858000"/>
  <p:notesSz cx="6858000" cy="9144000"/>
  <p:embeddedFontLst>
    <p:embeddedFont>
      <p:font typeface="汉仪字研欢乐宋W" panose="00020600040101010101" pitchFamily="18" charset="-122"/>
      <p:regular r:id="rId24"/>
    </p:embeddedFont>
    <p:embeddedFont>
      <p:font typeface="微软雅黑" panose="020B0503020204020204" charset="-122"/>
      <p:regular r:id="rId25"/>
      <p:bold r:id="rId26"/>
    </p:embeddedFont>
    <p:embeddedFont>
      <p:font typeface="汉仪字研欢乐宋简" panose="00020600040101010101" charset="-122"/>
      <p:regular r:id="rId27"/>
    </p:embeddedFont>
    <p:embeddedFont>
      <p:font typeface="MV Boli" panose="02000500030200090000" pitchFamily="2" charset="0"/>
      <p:regular r:id="rId28"/>
    </p:embeddedFont>
    <p:embeddedFont>
      <p:font typeface="Calibri" panose="020F0502020204030204" charset="0"/>
      <p:regular r:id="rId29"/>
      <p:bold r:id="rId30"/>
      <p:italic r:id="rId31"/>
      <p:boldItalic r:id="rId32"/>
    </p:embeddedFont>
    <p:embeddedFont>
      <p:font typeface="等线" panose="02010600030101010101" charset="-122"/>
      <p:regular r:id="rId33"/>
      <p:bold r:id="rId34"/>
    </p:embeddedFont>
    <p:embeddedFont>
      <p:font typeface="汉仪粗简黑简" panose="00020600040101010101" charset="-122"/>
      <p:regular r:id="rId35"/>
    </p:embeddedFont>
    <p:embeddedFont>
      <p:font typeface="思源黑体 CN Bold" panose="020B0800000000000000" pitchFamily="34" charset="-122"/>
      <p:bold r:id="rId36"/>
    </p:embeddedFont>
    <p:embeddedFont>
      <p:font typeface="Calibri Light" panose="020F0302020204030204" charset="0"/>
      <p:regular r:id="rId37"/>
      <p:italic r:id="rId38"/>
    </p:embeddedFont>
  </p:embeddedFontLst>
  <p:custDataLst>
    <p:tags r:id="rId3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2" userDrawn="1">
          <p15:clr>
            <a:srgbClr val="A4A3A4"/>
          </p15:clr>
        </p15:guide>
        <p15:guide id="2" pos="386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静" initials="静" lastIdx="3" clrIdx="0"/>
  <p:cmAuthor id="2" name="chenjing" initials="c" lastIdx="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CA56C"/>
    <a:srgbClr val="62739F"/>
    <a:srgbClr val="99BC8A"/>
    <a:srgbClr val="FCD7D8"/>
    <a:srgbClr val="F6979C"/>
    <a:srgbClr val="FFFFFF"/>
    <a:srgbClr val="DCDCDC"/>
    <a:srgbClr val="F0F0F0"/>
    <a:srgbClr val="E6E6E6"/>
    <a:srgbClr val="C8C8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778" autoAdjust="0"/>
    <p:restoredTop sz="94660"/>
  </p:normalViewPr>
  <p:slideViewPr>
    <p:cSldViewPr snapToGrid="0">
      <p:cViewPr>
        <p:scale>
          <a:sx n="80" d="100"/>
          <a:sy n="80" d="100"/>
        </p:scale>
        <p:origin x="840" y="125"/>
      </p:cViewPr>
      <p:guideLst>
        <p:guide orient="horz" pos="2132"/>
        <p:guide pos="3867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9" Type="http://schemas.openxmlformats.org/officeDocument/2006/relationships/tags" Target="tags/tag7.xml"/><Relationship Id="rId38" Type="http://schemas.openxmlformats.org/officeDocument/2006/relationships/font" Target="fonts/font15.fntdata"/><Relationship Id="rId37" Type="http://schemas.openxmlformats.org/officeDocument/2006/relationships/font" Target="fonts/font14.fntdata"/><Relationship Id="rId36" Type="http://schemas.openxmlformats.org/officeDocument/2006/relationships/font" Target="fonts/font13.fntdata"/><Relationship Id="rId35" Type="http://schemas.openxmlformats.org/officeDocument/2006/relationships/font" Target="fonts/font12.fntdata"/><Relationship Id="rId34" Type="http://schemas.openxmlformats.org/officeDocument/2006/relationships/font" Target="fonts/font11.fntdata"/><Relationship Id="rId33" Type="http://schemas.openxmlformats.org/officeDocument/2006/relationships/font" Target="fonts/font10.fntdata"/><Relationship Id="rId32" Type="http://schemas.openxmlformats.org/officeDocument/2006/relationships/font" Target="fonts/font9.fntdata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" Target="slides/slide1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使用场景：模板中仅使用了字体，素材（图片，素材，音频）进行设计。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8EC0E-2A9F-4AB8-87A9-0785BE166ECB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F550A7-9FB6-45F7-96D6-6B24BFACAA2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2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3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2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4.xml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tags" Target="../tags/tag5.xml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6.xml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3780155" y="2355850"/>
            <a:ext cx="5299710" cy="15684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9600" b="1" i="0" u="none" strike="noStrike" kern="1200" cap="none" spc="0" normalizeH="0" baseline="0" noProof="0" dirty="0">
                <a:ln w="0"/>
                <a:solidFill>
                  <a:srgbClr val="7DA56D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汉仪字研欢乐宋简" panose="00020600040101010101" charset="-122"/>
              </a:rPr>
              <a:t>可爱兔子！</a:t>
            </a:r>
            <a:endParaRPr kumimoji="0" lang="zh-CN" altLang="en-US" sz="9600" b="1" i="0" u="none" strike="noStrike" kern="1200" cap="none" spc="0" normalizeH="0" baseline="0" noProof="0" dirty="0">
              <a:ln w="0"/>
              <a:solidFill>
                <a:srgbClr val="7DA56D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微软雅黑" panose="020B0503020204020204" charset="-122"/>
              <a:sym typeface="汉仪字研欢乐宋简" panose="00020600040101010101" charset="-122"/>
            </a:endParaRPr>
          </a:p>
        </p:txBody>
      </p:sp>
      <p:sp>
        <p:nvSpPr>
          <p:cNvPr id="8" name="文本框2"/>
          <p:cNvSpPr txBox="1"/>
          <p:nvPr>
            <p:custDataLst>
              <p:tags r:id="rId2"/>
            </p:custDataLst>
          </p:nvPr>
        </p:nvSpPr>
        <p:spPr>
          <a:xfrm>
            <a:off x="3438208" y="3924300"/>
            <a:ext cx="56775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DA56D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简" panose="00020600040101010101" charset="-122"/>
              </a:rPr>
              <a:t>教育通用 </a:t>
            </a:r>
            <a:r>
              <a:rPr kumimoji="0" lang="en-US" altLang="zh-CN" sz="2400" b="0" i="0" u="none" strike="noStrike" kern="1200" cap="none" spc="0" normalizeH="0" baseline="0" noProof="0" dirty="0">
                <a:ln>
                  <a:noFill/>
                </a:ln>
                <a:solidFill>
                  <a:srgbClr val="7DA56D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简" panose="00020600040101010101" charset="-122"/>
              </a:rPr>
              <a:t>/</a:t>
            </a:r>
            <a:r>
              <a:rPr kumimoji="0" lang="zh-CN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7DA56D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简" panose="00020600040101010101" charset="-122"/>
              </a:rPr>
              <a:t>教育教学</a:t>
            </a:r>
            <a:endParaRPr kumimoji="0" lang="zh-CN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7DA56D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汉仪字研欢乐宋简" panose="00020600040101010101" charset="-122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474085" y="1668780"/>
            <a:ext cx="5605780" cy="829945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dist"/>
            <a:r>
              <a:rPr lang="en-US" sz="4800" b="1">
                <a:solidFill>
                  <a:srgbClr val="7DA56D"/>
                </a:solidFill>
                <a:effectLst/>
                <a:latin typeface="汉仪字研欢乐宋W" panose="00020600040101010101" pitchFamily="18" charset="-122"/>
                <a:ea typeface="汉仪字研欢乐宋W" panose="00020600040101010101" pitchFamily="18" charset="-122"/>
              </a:rPr>
              <a:t>“</a:t>
            </a:r>
            <a:r>
              <a:rPr sz="4800" b="1">
                <a:solidFill>
                  <a:srgbClr val="7DA56D"/>
                </a:solidFill>
                <a:effectLst/>
                <a:latin typeface="汉仪字研欢乐宋W" panose="00020600040101010101" pitchFamily="18" charset="-122"/>
                <a:ea typeface="汉仪字研欢乐宋W" panose="00020600040101010101" pitchFamily="18" charset="-122"/>
              </a:rPr>
              <a:t>EDUCATION</a:t>
            </a:r>
            <a:r>
              <a:rPr lang="en-US" sz="4800" b="1">
                <a:solidFill>
                  <a:srgbClr val="7DA56D"/>
                </a:solidFill>
                <a:effectLst/>
                <a:latin typeface="汉仪字研欢乐宋W" panose="00020600040101010101" pitchFamily="18" charset="-122"/>
                <a:ea typeface="汉仪字研欢乐宋W" panose="00020600040101010101" pitchFamily="18" charset="-122"/>
              </a:rPr>
              <a:t>”</a:t>
            </a:r>
            <a:endParaRPr lang="en-US" sz="4800" b="1">
              <a:solidFill>
                <a:srgbClr val="7DA56D"/>
              </a:solidFill>
              <a:effectLst/>
              <a:latin typeface="汉仪字研欢乐宋W" panose="00020600040101010101" pitchFamily="18" charset="-122"/>
              <a:ea typeface="汉仪字研欢乐宋W" panose="00020600040101010101" pitchFamily="18" charset="-122"/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4300220" y="4627880"/>
            <a:ext cx="3953510" cy="491490"/>
          </a:xfrm>
          <a:prstGeom prst="roundRect">
            <a:avLst>
              <a:gd name="adj" fmla="val 50000"/>
            </a:avLst>
          </a:prstGeom>
          <a:solidFill>
            <a:srgbClr val="7DA56D"/>
          </a:solidFill>
          <a:ln>
            <a:noFill/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sz="2800">
                <a:solidFill>
                  <a:schemeClr val="bg1"/>
                </a:solidFill>
                <a:latin typeface="汉仪字研欢乐宋W" panose="00020600040101010101" pitchFamily="18" charset="-122"/>
                <a:ea typeface="汉仪字研欢乐宋W" panose="00020600040101010101" pitchFamily="18" charset="-122"/>
              </a:rPr>
              <a:t>演讲人：稻小壳</a:t>
            </a:r>
            <a:endParaRPr lang="zh-CN" altLang="en-US" sz="2800">
              <a:solidFill>
                <a:schemeClr val="bg1"/>
              </a:solidFill>
              <a:latin typeface="汉仪字研欢乐宋W" panose="00020600040101010101" pitchFamily="18" charset="-122"/>
              <a:ea typeface="汉仪字研欢乐宋W" panose="00020600040101010101" pitchFamily="18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4822825" y="1285855"/>
            <a:ext cx="2528683" cy="144655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800" b="1" i="0" u="none" strike="noStrike" kern="1200" cap="none" spc="0" normalizeH="0" baseline="0" noProof="0" dirty="0">
                <a:ln w="0"/>
                <a:solidFill>
                  <a:srgbClr val="7CA56C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MV Boli" panose="02000500030200090000" pitchFamily="2" charset="0"/>
              </a:rPr>
              <a:t>目录</a:t>
            </a:r>
            <a:endParaRPr kumimoji="0" lang="zh-CN" altLang="en-US" sz="8800" b="1" i="0" u="none" strike="noStrike" kern="1200" cap="none" spc="0" normalizeH="0" baseline="0" noProof="0" dirty="0">
              <a:ln w="0"/>
              <a:solidFill>
                <a:srgbClr val="7CA56C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MV Boli" panose="02000500030200090000" pitchFamily="2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995295" y="3014345"/>
            <a:ext cx="3991610" cy="713740"/>
            <a:chOff x="4087" y="4773"/>
            <a:chExt cx="6286" cy="1124"/>
          </a:xfrm>
        </p:grpSpPr>
        <p:sp>
          <p:nvSpPr>
            <p:cNvPr id="9" name="文本框 8"/>
            <p:cNvSpPr txBox="1"/>
            <p:nvPr/>
          </p:nvSpPr>
          <p:spPr>
            <a:xfrm>
              <a:off x="4087" y="4773"/>
              <a:ext cx="3802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7CA56C"/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cs typeface="微软雅黑" panose="020B0503020204020204" charset="-122"/>
                  <a:sym typeface="Arial" panose="020B0604020202020204" pitchFamily="34" charset="0"/>
                </a:rPr>
                <a:t>教学目的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4124" y="5461"/>
              <a:ext cx="6249" cy="4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sym typeface="微软雅黑" panose="020B0503020204020204" charset="-122"/>
                </a:rPr>
                <a:t>Add content </a:t>
              </a:r>
              <a:r>
                <a:rPr lang="en-US" altLang="zh-CN" sz="120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sym typeface="微软雅黑" panose="020B0503020204020204" charset="-122"/>
                </a:rPr>
                <a:t>hereAdd</a:t>
              </a:r>
              <a:r>
                <a:rPr lang="en-US" altLang="zh-CN" sz="120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sym typeface="微软雅黑" panose="020B0503020204020204" charset="-122"/>
                </a:rPr>
                <a:t> content here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2988310" y="4264343"/>
            <a:ext cx="3998595" cy="705485"/>
            <a:chOff x="4076" y="6820"/>
            <a:chExt cx="6297" cy="1111"/>
          </a:xfrm>
        </p:grpSpPr>
        <p:sp>
          <p:nvSpPr>
            <p:cNvPr id="42" name="文本框 41"/>
            <p:cNvSpPr txBox="1"/>
            <p:nvPr/>
          </p:nvSpPr>
          <p:spPr>
            <a:xfrm>
              <a:off x="4076" y="6820"/>
              <a:ext cx="3676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7CA56C"/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cs typeface="微软雅黑" panose="020B0503020204020204" charset="-122"/>
                  <a:sym typeface="Arial" panose="020B0604020202020204" pitchFamily="34" charset="0"/>
                </a:rPr>
                <a:t>教学过程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4124" y="7495"/>
              <a:ext cx="6249" cy="4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sym typeface="微软雅黑" panose="020B0503020204020204" charset="-122"/>
                </a:rPr>
                <a:t>Add content </a:t>
              </a:r>
              <a:r>
                <a:rPr lang="en-US" altLang="zh-CN" sz="120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sym typeface="微软雅黑" panose="020B0503020204020204" charset="-122"/>
                </a:rPr>
                <a:t>hereAdd</a:t>
              </a:r>
              <a:r>
                <a:rPr lang="en-US" altLang="zh-CN" sz="120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sym typeface="微软雅黑" panose="020B0503020204020204" charset="-122"/>
                </a:rPr>
                <a:t> content here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7299325" y="2958465"/>
            <a:ext cx="3998595" cy="713740"/>
            <a:chOff x="11840" y="4773"/>
            <a:chExt cx="6297" cy="1124"/>
          </a:xfrm>
        </p:grpSpPr>
        <p:sp>
          <p:nvSpPr>
            <p:cNvPr id="67" name="文本框 66"/>
            <p:cNvSpPr txBox="1"/>
            <p:nvPr/>
          </p:nvSpPr>
          <p:spPr>
            <a:xfrm>
              <a:off x="11840" y="4773"/>
              <a:ext cx="3864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7CA56C"/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cs typeface="微软雅黑" panose="020B0503020204020204" charset="-122"/>
                  <a:sym typeface="Arial" panose="020B0604020202020204" pitchFamily="34" charset="0"/>
                </a:rPr>
                <a:t>教学设计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68" name="矩形 67"/>
            <p:cNvSpPr/>
            <p:nvPr/>
          </p:nvSpPr>
          <p:spPr>
            <a:xfrm>
              <a:off x="11888" y="5461"/>
              <a:ext cx="6249" cy="4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sym typeface="微软雅黑" panose="020B0503020204020204" charset="-122"/>
                </a:rPr>
                <a:t>Add content </a:t>
              </a:r>
              <a:r>
                <a:rPr lang="en-US" altLang="zh-CN" sz="120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sym typeface="微软雅黑" panose="020B0503020204020204" charset="-122"/>
                </a:rPr>
                <a:t>hereAdd</a:t>
              </a:r>
              <a:r>
                <a:rPr lang="en-US" altLang="zh-CN" sz="120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sym typeface="微软雅黑" panose="020B0503020204020204" charset="-122"/>
                </a:rPr>
                <a:t> content here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7299325" y="4260215"/>
            <a:ext cx="3998595" cy="713740"/>
            <a:chOff x="11840" y="6807"/>
            <a:chExt cx="6297" cy="1124"/>
          </a:xfrm>
        </p:grpSpPr>
        <p:sp>
          <p:nvSpPr>
            <p:cNvPr id="75" name="文本框 74"/>
            <p:cNvSpPr txBox="1"/>
            <p:nvPr/>
          </p:nvSpPr>
          <p:spPr>
            <a:xfrm>
              <a:off x="11840" y="6807"/>
              <a:ext cx="3992" cy="9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3200" b="1" i="0" u="none" strike="noStrike" kern="0" cap="none" spc="0" normalizeH="0" baseline="0" noProof="0" dirty="0">
                  <a:ln>
                    <a:noFill/>
                  </a:ln>
                  <a:solidFill>
                    <a:srgbClr val="7CA56C"/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cs typeface="微软雅黑" panose="020B0503020204020204" charset="-122"/>
                  <a:sym typeface="Arial" panose="020B0604020202020204" pitchFamily="34" charset="0"/>
                </a:rPr>
                <a:t>教学反思</a:t>
              </a:r>
              <a:endPara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6" name="矩形 75"/>
            <p:cNvSpPr/>
            <p:nvPr/>
          </p:nvSpPr>
          <p:spPr>
            <a:xfrm>
              <a:off x="11888" y="7495"/>
              <a:ext cx="6249" cy="43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20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sym typeface="微软雅黑" panose="020B0503020204020204" charset="-122"/>
                </a:rPr>
                <a:t>Add content </a:t>
              </a:r>
              <a:r>
                <a:rPr lang="en-US" altLang="zh-CN" sz="1200" noProof="0" dirty="0" err="1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sym typeface="微软雅黑" panose="020B0503020204020204" charset="-122"/>
                </a:rPr>
                <a:t>hereAdd</a:t>
              </a:r>
              <a:r>
                <a:rPr lang="en-US" altLang="zh-CN" sz="120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sym typeface="微软雅黑" panose="020B0503020204020204" charset="-122"/>
                </a:rPr>
                <a:t> content here</a:t>
              </a:r>
              <a:endParaRPr kumimoji="0" lang="en-US" altLang="zh-CN" sz="120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11" name="文本框3"/>
          <p:cNvSpPr txBox="1"/>
          <p:nvPr/>
        </p:nvSpPr>
        <p:spPr>
          <a:xfrm>
            <a:off x="2134122" y="2909570"/>
            <a:ext cx="10666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</a:rPr>
              <a:t>01</a:t>
            </a:r>
            <a:endParaRPr kumimoji="0" lang="en-US" altLang="zh-CN" sz="6000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微软雅黑" panose="020B0503020204020204" charset="-122"/>
            </a:endParaRPr>
          </a:p>
        </p:txBody>
      </p:sp>
      <p:sp>
        <p:nvSpPr>
          <p:cNvPr id="12" name="文本框3"/>
          <p:cNvSpPr txBox="1"/>
          <p:nvPr/>
        </p:nvSpPr>
        <p:spPr>
          <a:xfrm>
            <a:off x="2134122" y="4155440"/>
            <a:ext cx="10666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</a:rPr>
              <a:t>03</a:t>
            </a:r>
            <a:endParaRPr kumimoji="0" lang="en-US" altLang="zh-CN" sz="6000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微软雅黑" panose="020B0503020204020204" charset="-122"/>
            </a:endParaRPr>
          </a:p>
        </p:txBody>
      </p:sp>
      <p:sp>
        <p:nvSpPr>
          <p:cNvPr id="13" name="文本框3"/>
          <p:cNvSpPr txBox="1"/>
          <p:nvPr/>
        </p:nvSpPr>
        <p:spPr>
          <a:xfrm>
            <a:off x="6449582" y="4155440"/>
            <a:ext cx="10666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</a:rPr>
              <a:t>04</a:t>
            </a:r>
            <a:endParaRPr kumimoji="0" lang="en-US" altLang="zh-CN" sz="6000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微软雅黑" panose="020B0503020204020204" charset="-122"/>
            </a:endParaRPr>
          </a:p>
        </p:txBody>
      </p:sp>
      <p:sp>
        <p:nvSpPr>
          <p:cNvPr id="14" name="文本框3"/>
          <p:cNvSpPr txBox="1"/>
          <p:nvPr/>
        </p:nvSpPr>
        <p:spPr>
          <a:xfrm>
            <a:off x="6449582" y="2853690"/>
            <a:ext cx="106667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6000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</a:rPr>
              <a:t>02</a:t>
            </a:r>
            <a:endParaRPr kumimoji="0" lang="en-US" altLang="zh-CN" sz="6000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3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QQ图片2022101022093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8796" t="33704" r="27454" b="38167"/>
          <a:stretch>
            <a:fillRect/>
          </a:stretch>
        </p:blipFill>
        <p:spPr>
          <a:xfrm rot="1260000">
            <a:off x="9138285" y="250190"/>
            <a:ext cx="2834640" cy="1483360"/>
          </a:xfrm>
          <a:prstGeom prst="rect">
            <a:avLst/>
          </a:prstGeom>
        </p:spPr>
      </p:pic>
      <p:pic>
        <p:nvPicPr>
          <p:cNvPr id="19" name="图片 18" descr="QQ图片20221013232738"/>
          <p:cNvPicPr>
            <a:picLocks noChangeAspect="1"/>
          </p:cNvPicPr>
          <p:nvPr/>
        </p:nvPicPr>
        <p:blipFill>
          <a:blip r:embed="rId4"/>
          <a:srcRect l="28565" t="24944" r="30130" b="22093"/>
          <a:stretch>
            <a:fillRect/>
          </a:stretch>
        </p:blipFill>
        <p:spPr>
          <a:xfrm rot="19200000">
            <a:off x="413726" y="4897419"/>
            <a:ext cx="1078519" cy="1383474"/>
          </a:xfrm>
          <a:prstGeom prst="rect">
            <a:avLst/>
          </a:prstGeom>
        </p:spPr>
      </p:pic>
      <p:pic>
        <p:nvPicPr>
          <p:cNvPr id="2" name="图片 1" descr="QQ图片20221013232738"/>
          <p:cNvPicPr>
            <a:picLocks noChangeAspect="1"/>
          </p:cNvPicPr>
          <p:nvPr/>
        </p:nvPicPr>
        <p:blipFill>
          <a:blip r:embed="rId4"/>
          <a:srcRect l="28565" t="24944" r="30130" b="22093"/>
          <a:stretch>
            <a:fillRect/>
          </a:stretch>
        </p:blipFill>
        <p:spPr>
          <a:xfrm rot="2069614">
            <a:off x="1682831" y="5290750"/>
            <a:ext cx="1078519" cy="138347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48760" y="2960370"/>
            <a:ext cx="40944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60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+mn-ea"/>
              </a:rPr>
              <a:t>教学目的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353560" y="2296795"/>
            <a:ext cx="3573780" cy="7067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+mn-ea"/>
              </a:rPr>
              <a:t>PATR 01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88565" y="3833495"/>
            <a:ext cx="77000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+mn-ea"/>
              </a:rPr>
              <a:t>Add content hereAdd content hereAdd content hereAdd content hereAdd content hereAdd content hereAdd content hereAdd content hereAdd content hereAdd content here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5" name="组合 24"/>
          <p:cNvGrpSpPr/>
          <p:nvPr/>
        </p:nvGrpSpPr>
        <p:grpSpPr>
          <a:xfrm>
            <a:off x="3965243" y="897600"/>
            <a:ext cx="4349750" cy="641350"/>
            <a:chOff x="4105780" y="529969"/>
            <a:chExt cx="4349750" cy="641350"/>
          </a:xfrm>
        </p:grpSpPr>
        <p:sp>
          <p:nvSpPr>
            <p:cNvPr id="27" name="文本框 26"/>
            <p:cNvSpPr txBox="1"/>
            <p:nvPr/>
          </p:nvSpPr>
          <p:spPr>
            <a:xfrm>
              <a:off x="4541406" y="529969"/>
              <a:ext cx="3388995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7CA56C"/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cs typeface="宋体" panose="02010600030101010101" pitchFamily="2" charset="-122"/>
                  <a:sym typeface="Calibri" panose="020F0502020204030204" charset="0"/>
                </a:rPr>
                <a:t>单击此处添加大标题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105780" y="918589"/>
              <a:ext cx="4349750" cy="25273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5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sym typeface="微软雅黑" panose="020B0503020204020204" charset="-122"/>
                </a:rPr>
                <a:t>Add content hereAdd content hereAdd content here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8" name="文本框2"/>
          <p:cNvSpPr/>
          <p:nvPr/>
        </p:nvSpPr>
        <p:spPr>
          <a:xfrm>
            <a:off x="1130935" y="2752725"/>
            <a:ext cx="336550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Arial" panose="020B0604020202020204" pitchFamily="34" charset="0"/>
              </a:rPr>
              <a:t>单击此处输入你的正文，文字是您思想的提炼</a:t>
            </a:r>
            <a:endParaRPr kumimoji="0" lang="en-US" altLang="zh-CN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9" name="文本框1"/>
          <p:cNvSpPr txBox="1"/>
          <p:nvPr/>
        </p:nvSpPr>
        <p:spPr>
          <a:xfrm>
            <a:off x="1938020" y="2426970"/>
            <a:ext cx="25584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</a:rPr>
              <a:t>添加小标题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</a:endParaRPr>
          </a:p>
        </p:txBody>
      </p:sp>
      <p:sp>
        <p:nvSpPr>
          <p:cNvPr id="10" name="文本框2"/>
          <p:cNvSpPr/>
          <p:nvPr/>
        </p:nvSpPr>
        <p:spPr>
          <a:xfrm>
            <a:off x="1113790" y="4428490"/>
            <a:ext cx="336550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r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Arial" panose="020B0604020202020204" pitchFamily="34" charset="0"/>
              </a:rPr>
              <a:t>单击此处输入你的正文，文字是您思想的提炼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1" name="文本框1"/>
          <p:cNvSpPr txBox="1"/>
          <p:nvPr/>
        </p:nvSpPr>
        <p:spPr>
          <a:xfrm>
            <a:off x="2138045" y="4102735"/>
            <a:ext cx="234124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</a:rPr>
              <a:t>添加小标题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</a:endParaRPr>
          </a:p>
        </p:txBody>
      </p:sp>
      <p:sp>
        <p:nvSpPr>
          <p:cNvPr id="12" name="文本框2"/>
          <p:cNvSpPr/>
          <p:nvPr/>
        </p:nvSpPr>
        <p:spPr>
          <a:xfrm>
            <a:off x="7831455" y="2752725"/>
            <a:ext cx="336550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Arial" panose="020B0604020202020204" pitchFamily="34" charset="0"/>
              </a:rPr>
              <a:t>单击此处输入你的正文，文字是您思想的提炼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3" name="文本框1"/>
          <p:cNvSpPr txBox="1"/>
          <p:nvPr/>
        </p:nvSpPr>
        <p:spPr>
          <a:xfrm>
            <a:off x="7831455" y="2426970"/>
            <a:ext cx="206883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</a:rPr>
              <a:t>添加小标题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</a:endParaRPr>
          </a:p>
        </p:txBody>
      </p:sp>
      <p:sp>
        <p:nvSpPr>
          <p:cNvPr id="14" name="文本框2"/>
          <p:cNvSpPr/>
          <p:nvPr/>
        </p:nvSpPr>
        <p:spPr>
          <a:xfrm>
            <a:off x="7831455" y="4373880"/>
            <a:ext cx="3365500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Arial" panose="020B0604020202020204" pitchFamily="34" charset="0"/>
              </a:rPr>
              <a:t>单击此处输入你的正文，文字是您思想的提炼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5" name="文本框1"/>
          <p:cNvSpPr txBox="1"/>
          <p:nvPr/>
        </p:nvSpPr>
        <p:spPr>
          <a:xfrm>
            <a:off x="7831455" y="4048125"/>
            <a:ext cx="227584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</a:rPr>
              <a:t>添加小标题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</a:endParaRPr>
          </a:p>
        </p:txBody>
      </p:sp>
      <p:pic>
        <p:nvPicPr>
          <p:cNvPr id="17" name="图片 16" descr="QQ图片20221014003854"/>
          <p:cNvPicPr>
            <a:picLocks noChangeAspect="1"/>
          </p:cNvPicPr>
          <p:nvPr/>
        </p:nvPicPr>
        <p:blipFill>
          <a:blip r:embed="rId2"/>
          <a:srcRect l="9991" t="11657" r="25093" b="13741"/>
          <a:stretch>
            <a:fillRect/>
          </a:stretch>
        </p:blipFill>
        <p:spPr>
          <a:xfrm>
            <a:off x="4561205" y="2083435"/>
            <a:ext cx="2917825" cy="335343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5" name="组合 24"/>
          <p:cNvGrpSpPr/>
          <p:nvPr/>
        </p:nvGrpSpPr>
        <p:grpSpPr>
          <a:xfrm>
            <a:off x="3965243" y="897600"/>
            <a:ext cx="4349750" cy="641350"/>
            <a:chOff x="4105780" y="529969"/>
            <a:chExt cx="4349750" cy="641350"/>
          </a:xfrm>
        </p:grpSpPr>
        <p:sp>
          <p:nvSpPr>
            <p:cNvPr id="27" name="文本框 26"/>
            <p:cNvSpPr txBox="1"/>
            <p:nvPr/>
          </p:nvSpPr>
          <p:spPr>
            <a:xfrm>
              <a:off x="4541406" y="529969"/>
              <a:ext cx="3388995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7CA56C"/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cs typeface="宋体" panose="02010600030101010101" pitchFamily="2" charset="-122"/>
                  <a:sym typeface="Calibri" panose="020F0502020204030204" charset="0"/>
                </a:rPr>
                <a:t>单击此处添加大标题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105780" y="918589"/>
              <a:ext cx="4349750" cy="25273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5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sym typeface="微软雅黑" panose="020B0503020204020204" charset="-122"/>
                </a:rPr>
                <a:t>Add content hereAdd content hereAdd content here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31" name="文本框1"/>
          <p:cNvSpPr txBox="1"/>
          <p:nvPr/>
        </p:nvSpPr>
        <p:spPr>
          <a:xfrm>
            <a:off x="4874895" y="2052320"/>
            <a:ext cx="23380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</a:rPr>
              <a:t>请添加小标题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微软雅黑" panose="020B0503020204020204" charset="-122"/>
            </a:endParaRPr>
          </a:p>
        </p:txBody>
      </p:sp>
      <p:sp>
        <p:nvSpPr>
          <p:cNvPr id="32" name="文本框2"/>
          <p:cNvSpPr/>
          <p:nvPr/>
        </p:nvSpPr>
        <p:spPr>
          <a:xfrm>
            <a:off x="4874895" y="2433955"/>
            <a:ext cx="571817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等线" panose="02010600030101010101" charset="-122"/>
              </a:rPr>
              <a:t>单击此处输入你的正文，文字是您思想的提炼，为了最终演示发布的良好效果，请尽量言简意赅的阐述观点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汉仪字研欢乐宋W" panose="00020600040101010101" pitchFamily="18" charset="-122"/>
              <a:sym typeface="等线" panose="02010600030101010101" charset="-122"/>
            </a:endParaRPr>
          </a:p>
        </p:txBody>
      </p:sp>
      <p:sp>
        <p:nvSpPr>
          <p:cNvPr id="33" name="文本框1"/>
          <p:cNvSpPr txBox="1"/>
          <p:nvPr/>
        </p:nvSpPr>
        <p:spPr>
          <a:xfrm>
            <a:off x="5005705" y="3869055"/>
            <a:ext cx="236791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800" b="1" kern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等线" panose="02010600030101010101" charset="-122"/>
              </a:rPr>
              <a:t>请添加小标题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微软雅黑" panose="020B0503020204020204" charset="-122"/>
              <a:sym typeface="等线" panose="02010600030101010101" charset="-122"/>
            </a:endParaRPr>
          </a:p>
        </p:txBody>
      </p:sp>
      <p:sp>
        <p:nvSpPr>
          <p:cNvPr id="34" name="文本框2"/>
          <p:cNvSpPr/>
          <p:nvPr/>
        </p:nvSpPr>
        <p:spPr>
          <a:xfrm>
            <a:off x="5005705" y="4250690"/>
            <a:ext cx="5684520" cy="1299845"/>
          </a:xfrm>
          <a:prstGeom prst="rect">
            <a:avLst/>
          </a:prstGeom>
        </p:spPr>
        <p:txBody>
          <a:bodyPr wrap="square">
            <a:no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kern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等线" panose="02010600030101010101" charset="-122"/>
              </a:rPr>
              <a:t>单击此处输入你的正文，文字是您思想的提炼，为了最终演示发布的良好效果，请尽量言简意赅的阐述观点,单击此处输入</a:t>
            </a:r>
            <a:endParaRPr kumimoji="0" lang="zh-CN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汉仪字研欢乐宋W" panose="00020600040101010101" pitchFamily="18" charset="-122"/>
              <a:sym typeface="等线" panose="02010600030101010101" charset="-122"/>
            </a:endParaRPr>
          </a:p>
        </p:txBody>
      </p:sp>
      <p:pic>
        <p:nvPicPr>
          <p:cNvPr id="8" name="图片 7" descr="QQ图片20221010220919"/>
          <p:cNvPicPr>
            <a:picLocks noChangeAspect="1"/>
          </p:cNvPicPr>
          <p:nvPr/>
        </p:nvPicPr>
        <p:blipFill>
          <a:blip r:embed="rId2"/>
          <a:srcRect l="7729" t="20525" r="1965" b="15045"/>
          <a:stretch>
            <a:fillRect/>
          </a:stretch>
        </p:blipFill>
        <p:spPr>
          <a:xfrm>
            <a:off x="1069340" y="2502535"/>
            <a:ext cx="3805555" cy="27152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3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QQ图片2022101022093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8796" t="33704" r="27454" b="38167"/>
          <a:stretch>
            <a:fillRect/>
          </a:stretch>
        </p:blipFill>
        <p:spPr>
          <a:xfrm rot="1260000">
            <a:off x="9138285" y="250190"/>
            <a:ext cx="2834640" cy="1483360"/>
          </a:xfrm>
          <a:prstGeom prst="rect">
            <a:avLst/>
          </a:prstGeom>
        </p:spPr>
      </p:pic>
      <p:pic>
        <p:nvPicPr>
          <p:cNvPr id="19" name="图片 18" descr="QQ图片20221013232738"/>
          <p:cNvPicPr>
            <a:picLocks noChangeAspect="1"/>
          </p:cNvPicPr>
          <p:nvPr/>
        </p:nvPicPr>
        <p:blipFill>
          <a:blip r:embed="rId4"/>
          <a:srcRect l="28565" t="24944" r="30130" b="22093"/>
          <a:stretch>
            <a:fillRect/>
          </a:stretch>
        </p:blipFill>
        <p:spPr>
          <a:xfrm rot="19200000">
            <a:off x="413726" y="4897419"/>
            <a:ext cx="1078519" cy="1383474"/>
          </a:xfrm>
          <a:prstGeom prst="rect">
            <a:avLst/>
          </a:prstGeom>
        </p:spPr>
      </p:pic>
      <p:pic>
        <p:nvPicPr>
          <p:cNvPr id="2" name="图片 1" descr="QQ图片20221013232738"/>
          <p:cNvPicPr>
            <a:picLocks noChangeAspect="1"/>
          </p:cNvPicPr>
          <p:nvPr/>
        </p:nvPicPr>
        <p:blipFill>
          <a:blip r:embed="rId4"/>
          <a:srcRect l="28565" t="24944" r="30130" b="22093"/>
          <a:stretch>
            <a:fillRect/>
          </a:stretch>
        </p:blipFill>
        <p:spPr>
          <a:xfrm rot="2069614">
            <a:off x="1682831" y="5290750"/>
            <a:ext cx="1078519" cy="138347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48760" y="2960370"/>
            <a:ext cx="40944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000" b="1" kern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Arial" panose="020B0604020202020204" pitchFamily="34" charset="0"/>
              </a:rPr>
              <a:t>教学设计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353560" y="2296795"/>
            <a:ext cx="3573780" cy="7067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+mn-ea"/>
              </a:rPr>
              <a:t>PATR 02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88565" y="3833495"/>
            <a:ext cx="77000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+mn-ea"/>
              </a:rPr>
              <a:t>Add content hereAdd content hereAdd content hereAdd content hereAdd content hereAdd content hereAdd content hereAdd content hereAdd content hereAdd content here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5" name="组合 24"/>
          <p:cNvGrpSpPr/>
          <p:nvPr/>
        </p:nvGrpSpPr>
        <p:grpSpPr>
          <a:xfrm>
            <a:off x="3965243" y="897600"/>
            <a:ext cx="4349750" cy="641350"/>
            <a:chOff x="4105780" y="529969"/>
            <a:chExt cx="4349750" cy="641350"/>
          </a:xfrm>
        </p:grpSpPr>
        <p:sp>
          <p:nvSpPr>
            <p:cNvPr id="27" name="文本框 26"/>
            <p:cNvSpPr txBox="1"/>
            <p:nvPr/>
          </p:nvSpPr>
          <p:spPr>
            <a:xfrm>
              <a:off x="4541406" y="529969"/>
              <a:ext cx="3388995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7CA56C"/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cs typeface="宋体" panose="02010600030101010101" pitchFamily="2" charset="-122"/>
                  <a:sym typeface="Calibri" panose="020F0502020204030204" charset="0"/>
                </a:rPr>
                <a:t>单击此处添加大标题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105780" y="918589"/>
              <a:ext cx="4349750" cy="25273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5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sym typeface="微软雅黑" panose="020B0503020204020204" charset="-122"/>
                </a:rPr>
                <a:t>Add content hereAdd content hereAdd content here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4" name="文本框1"/>
          <p:cNvSpPr txBox="1"/>
          <p:nvPr/>
        </p:nvSpPr>
        <p:spPr>
          <a:xfrm>
            <a:off x="2038668" y="3892872"/>
            <a:ext cx="19640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</a:rPr>
              <a:t>添加小标题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</a:endParaRPr>
          </a:p>
        </p:txBody>
      </p:sp>
      <p:sp>
        <p:nvSpPr>
          <p:cNvPr id="5" name="文本框2"/>
          <p:cNvSpPr/>
          <p:nvPr/>
        </p:nvSpPr>
        <p:spPr>
          <a:xfrm>
            <a:off x="1954530" y="4245610"/>
            <a:ext cx="2219325" cy="133794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b="0" i="0" u="none" strike="noStrike" cap="none" spc="0" normalizeH="0" baseline="0" dirty="0"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rPr>
              <a:t>单击此处输入你的正文，文字是您思想的提炼，为了</a:t>
            </a:r>
            <a:endParaRPr kumimoji="0" lang="zh-CN" altLang="en-US" b="0" i="0" u="none" strike="noStrike" cap="none" spc="0" normalizeH="0" baseline="0" dirty="0"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  <p:sp>
        <p:nvSpPr>
          <p:cNvPr id="7" name="文本框1"/>
          <p:cNvSpPr txBox="1"/>
          <p:nvPr/>
        </p:nvSpPr>
        <p:spPr>
          <a:xfrm>
            <a:off x="5080953" y="3893507"/>
            <a:ext cx="19640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</a:rPr>
              <a:t>添加小标题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</a:endParaRPr>
          </a:p>
        </p:txBody>
      </p:sp>
      <p:sp>
        <p:nvSpPr>
          <p:cNvPr id="11" name="文本框2"/>
          <p:cNvSpPr/>
          <p:nvPr/>
        </p:nvSpPr>
        <p:spPr>
          <a:xfrm>
            <a:off x="4996815" y="4246245"/>
            <a:ext cx="2219325" cy="133794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b="0" i="0" u="none" strike="noStrike" cap="none" spc="0" normalizeH="0" baseline="0" dirty="0"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rPr>
              <a:t>单击此处输入你的正文，文字是您思想的提炼，为了</a:t>
            </a:r>
            <a:endParaRPr kumimoji="0" lang="zh-CN" altLang="en-US" b="0" i="0" u="none" strike="noStrike" cap="none" spc="0" normalizeH="0" baseline="0" dirty="0"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  <p:sp>
        <p:nvSpPr>
          <p:cNvPr id="16" name="文本框1"/>
          <p:cNvSpPr txBox="1"/>
          <p:nvPr/>
        </p:nvSpPr>
        <p:spPr>
          <a:xfrm>
            <a:off x="7984173" y="3892872"/>
            <a:ext cx="1964055" cy="52197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</a:rPr>
              <a:t>添加小标题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</a:endParaRPr>
          </a:p>
        </p:txBody>
      </p:sp>
      <p:sp>
        <p:nvSpPr>
          <p:cNvPr id="17" name="文本框2"/>
          <p:cNvSpPr/>
          <p:nvPr/>
        </p:nvSpPr>
        <p:spPr>
          <a:xfrm>
            <a:off x="7900035" y="4245610"/>
            <a:ext cx="2219325" cy="133794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b="0" i="0" u="none" strike="noStrike" cap="none" spc="0" normalizeH="0" baseline="0" dirty="0"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rPr>
              <a:t>单击此处输入你的正文，文字是您思想的提炼，为了</a:t>
            </a:r>
            <a:endParaRPr kumimoji="0" lang="zh-CN" altLang="en-US" b="0" i="0" u="none" strike="noStrike" cap="none" spc="0" normalizeH="0" baseline="0" dirty="0"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  <p:pic>
        <p:nvPicPr>
          <p:cNvPr id="8" name="图片 7" descr="QQ图片20221010220919"/>
          <p:cNvPicPr>
            <a:picLocks noChangeAspect="1"/>
          </p:cNvPicPr>
          <p:nvPr/>
        </p:nvPicPr>
        <p:blipFill>
          <a:blip r:embed="rId2"/>
          <a:srcRect l="7729" t="20525" r="1965" b="15045"/>
          <a:stretch>
            <a:fillRect/>
          </a:stretch>
        </p:blipFill>
        <p:spPr>
          <a:xfrm>
            <a:off x="7832090" y="2178050"/>
            <a:ext cx="2276475" cy="1624330"/>
          </a:xfrm>
          <a:prstGeom prst="rect">
            <a:avLst/>
          </a:prstGeom>
        </p:spPr>
      </p:pic>
      <p:pic>
        <p:nvPicPr>
          <p:cNvPr id="9" name="图片 8" descr="QQ图片20221010220924"/>
          <p:cNvPicPr>
            <a:picLocks noChangeAspect="1"/>
          </p:cNvPicPr>
          <p:nvPr/>
        </p:nvPicPr>
        <p:blipFill>
          <a:blip r:embed="rId3"/>
          <a:srcRect l="7750" t="12602" r="2380" b="8787"/>
          <a:stretch>
            <a:fillRect/>
          </a:stretch>
        </p:blipFill>
        <p:spPr>
          <a:xfrm>
            <a:off x="2312670" y="1856105"/>
            <a:ext cx="2593340" cy="2268220"/>
          </a:xfrm>
          <a:prstGeom prst="rect">
            <a:avLst/>
          </a:prstGeom>
        </p:spPr>
      </p:pic>
      <p:pic>
        <p:nvPicPr>
          <p:cNvPr id="3" name="图片 2" descr="QQ图片20221014003854"/>
          <p:cNvPicPr>
            <a:picLocks noChangeAspect="1"/>
          </p:cNvPicPr>
          <p:nvPr/>
        </p:nvPicPr>
        <p:blipFill>
          <a:blip r:embed="rId4"/>
          <a:srcRect l="9991" t="11657" r="25093" b="13741"/>
          <a:stretch>
            <a:fillRect/>
          </a:stretch>
        </p:blipFill>
        <p:spPr>
          <a:xfrm>
            <a:off x="5081270" y="2028825"/>
            <a:ext cx="1672590" cy="19234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5" name="组合 24"/>
          <p:cNvGrpSpPr/>
          <p:nvPr/>
        </p:nvGrpSpPr>
        <p:grpSpPr>
          <a:xfrm>
            <a:off x="3965243" y="897600"/>
            <a:ext cx="4349750" cy="641350"/>
            <a:chOff x="4105780" y="529969"/>
            <a:chExt cx="4349750" cy="641350"/>
          </a:xfrm>
        </p:grpSpPr>
        <p:sp>
          <p:nvSpPr>
            <p:cNvPr id="27" name="文本框 26"/>
            <p:cNvSpPr txBox="1"/>
            <p:nvPr/>
          </p:nvSpPr>
          <p:spPr>
            <a:xfrm>
              <a:off x="4541406" y="529969"/>
              <a:ext cx="3388995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7CA56C"/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cs typeface="宋体" panose="02010600030101010101" pitchFamily="2" charset="-122"/>
                  <a:sym typeface="Calibri" panose="020F0502020204030204" charset="0"/>
                </a:rPr>
                <a:t>单击此处添加大标题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105780" y="918589"/>
              <a:ext cx="4349750" cy="25273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5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sym typeface="微软雅黑" panose="020B0503020204020204" charset="-122"/>
                </a:rPr>
                <a:t>Add content hereAdd content hereAdd content here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1325374" y="2149185"/>
            <a:ext cx="99975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</a:rPr>
              <a:t>01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325374" y="4108348"/>
            <a:ext cx="99975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54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</a:rPr>
              <a:t>02</a:t>
            </a:r>
            <a:endParaRPr kumimoji="0" lang="en-US" altLang="zh-CN" sz="54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微软雅黑" panose="020B0503020204020204" charset="-122"/>
            </a:endParaRPr>
          </a:p>
        </p:txBody>
      </p:sp>
      <p:sp>
        <p:nvSpPr>
          <p:cNvPr id="17" name="文本框2"/>
          <p:cNvSpPr/>
          <p:nvPr/>
        </p:nvSpPr>
        <p:spPr>
          <a:xfrm>
            <a:off x="2133600" y="2461895"/>
            <a:ext cx="904303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Arial" panose="020B0604020202020204" pitchFamily="34" charset="0"/>
              </a:rPr>
              <a:t>,</a:t>
            </a:r>
            <a:r>
              <a:rPr lang="zh-CN" altLang="en-US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Arial" panose="020B0604020202020204" pitchFamily="34" charset="0"/>
              </a:rPr>
              <a:t>单击此处输入你的正文，文字是您思想的提炼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汉仪字研欢乐宋W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5" name="文本框1"/>
          <p:cNvSpPr txBox="1"/>
          <p:nvPr/>
        </p:nvSpPr>
        <p:spPr>
          <a:xfrm>
            <a:off x="2133600" y="2149475"/>
            <a:ext cx="23952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</a:rPr>
              <a:t>请添加小标题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</a:endParaRPr>
          </a:p>
        </p:txBody>
      </p:sp>
      <p:sp>
        <p:nvSpPr>
          <p:cNvPr id="4" name="文本框2"/>
          <p:cNvSpPr/>
          <p:nvPr/>
        </p:nvSpPr>
        <p:spPr>
          <a:xfrm>
            <a:off x="2133600" y="4420870"/>
            <a:ext cx="9043035" cy="922020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Arial" panose="020B0604020202020204" pitchFamily="34" charset="0"/>
              </a:rPr>
              <a:t>,</a:t>
            </a:r>
            <a:r>
              <a:rPr lang="zh-CN" altLang="en-US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Arial" panose="020B0604020202020204" pitchFamily="34" charset="0"/>
              </a:rPr>
              <a:t>单击此处输入你的正文，文字是您思想的提炼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汉仪字研欢乐宋W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6" name="文本框1"/>
          <p:cNvSpPr txBox="1"/>
          <p:nvPr/>
        </p:nvSpPr>
        <p:spPr>
          <a:xfrm>
            <a:off x="2133600" y="4108450"/>
            <a:ext cx="23952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</a:rPr>
              <a:t>请添加小标题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3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QQ图片2022101022093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8796" t="33704" r="27454" b="38167"/>
          <a:stretch>
            <a:fillRect/>
          </a:stretch>
        </p:blipFill>
        <p:spPr>
          <a:xfrm rot="1260000">
            <a:off x="9138285" y="250190"/>
            <a:ext cx="2834640" cy="1483360"/>
          </a:xfrm>
          <a:prstGeom prst="rect">
            <a:avLst/>
          </a:prstGeom>
        </p:spPr>
      </p:pic>
      <p:pic>
        <p:nvPicPr>
          <p:cNvPr id="19" name="图片 18" descr="QQ图片20221013232738"/>
          <p:cNvPicPr>
            <a:picLocks noChangeAspect="1"/>
          </p:cNvPicPr>
          <p:nvPr/>
        </p:nvPicPr>
        <p:blipFill>
          <a:blip r:embed="rId4"/>
          <a:srcRect l="28565" t="24944" r="30130" b="22093"/>
          <a:stretch>
            <a:fillRect/>
          </a:stretch>
        </p:blipFill>
        <p:spPr>
          <a:xfrm rot="19200000">
            <a:off x="413726" y="4897419"/>
            <a:ext cx="1078519" cy="1383474"/>
          </a:xfrm>
          <a:prstGeom prst="rect">
            <a:avLst/>
          </a:prstGeom>
        </p:spPr>
      </p:pic>
      <p:pic>
        <p:nvPicPr>
          <p:cNvPr id="2" name="图片 1" descr="QQ图片20221013232738"/>
          <p:cNvPicPr>
            <a:picLocks noChangeAspect="1"/>
          </p:cNvPicPr>
          <p:nvPr/>
        </p:nvPicPr>
        <p:blipFill>
          <a:blip r:embed="rId4"/>
          <a:srcRect l="28565" t="24944" r="30130" b="22093"/>
          <a:stretch>
            <a:fillRect/>
          </a:stretch>
        </p:blipFill>
        <p:spPr>
          <a:xfrm rot="2069614">
            <a:off x="1682831" y="5290750"/>
            <a:ext cx="1078519" cy="138347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48760" y="2960370"/>
            <a:ext cx="40944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000" b="1" kern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Arial" panose="020B0604020202020204" pitchFamily="34" charset="0"/>
              </a:rPr>
              <a:t>教学过程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353560" y="2296795"/>
            <a:ext cx="3573780" cy="7067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+mn-ea"/>
              </a:rPr>
              <a:t>PATR 03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88565" y="3833495"/>
            <a:ext cx="77000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+mn-ea"/>
              </a:rPr>
              <a:t>Add content hereAdd content hereAdd content hereAdd content hereAdd content hereAdd content hereAdd content hereAdd content hereAdd content hereAdd content here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5" name="组合 24"/>
          <p:cNvGrpSpPr/>
          <p:nvPr/>
        </p:nvGrpSpPr>
        <p:grpSpPr>
          <a:xfrm>
            <a:off x="3965243" y="897600"/>
            <a:ext cx="4349750" cy="641350"/>
            <a:chOff x="4105780" y="529969"/>
            <a:chExt cx="4349750" cy="641350"/>
          </a:xfrm>
        </p:grpSpPr>
        <p:sp>
          <p:nvSpPr>
            <p:cNvPr id="27" name="文本框 26"/>
            <p:cNvSpPr txBox="1"/>
            <p:nvPr/>
          </p:nvSpPr>
          <p:spPr>
            <a:xfrm>
              <a:off x="4541406" y="529969"/>
              <a:ext cx="3388995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7CA56C"/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cs typeface="宋体" panose="02010600030101010101" pitchFamily="2" charset="-122"/>
                  <a:sym typeface="Calibri" panose="020F0502020204030204" charset="0"/>
                </a:rPr>
                <a:t>单击此处添加大标题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105780" y="918589"/>
              <a:ext cx="4349750" cy="25273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5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sym typeface="微软雅黑" panose="020B0503020204020204" charset="-122"/>
                </a:rPr>
                <a:t>Add content hereAdd content hereAdd content here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cxnSp>
        <p:nvCxnSpPr>
          <p:cNvPr id="12" name="直接连接符 11"/>
          <p:cNvCxnSpPr/>
          <p:nvPr/>
        </p:nvCxnSpPr>
        <p:spPr>
          <a:xfrm>
            <a:off x="968375" y="3599815"/>
            <a:ext cx="10504170" cy="0"/>
          </a:xfrm>
          <a:prstGeom prst="line">
            <a:avLst/>
          </a:prstGeom>
          <a:ln>
            <a:solidFill>
              <a:sysClr val="window" lastClr="FFFFFF">
                <a:lumMod val="75000"/>
              </a:sysClr>
            </a:solidFill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8" name="椭圆 7"/>
          <p:cNvSpPr/>
          <p:nvPr/>
        </p:nvSpPr>
        <p:spPr>
          <a:xfrm>
            <a:off x="3018790" y="3409315"/>
            <a:ext cx="381000" cy="381000"/>
          </a:xfrm>
          <a:prstGeom prst="ellipse">
            <a:avLst/>
          </a:prstGeom>
          <a:solidFill>
            <a:srgbClr val="7CA56C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椭圆 8"/>
          <p:cNvSpPr/>
          <p:nvPr/>
        </p:nvSpPr>
        <p:spPr>
          <a:xfrm>
            <a:off x="6015355" y="3409315"/>
            <a:ext cx="381000" cy="381000"/>
          </a:xfrm>
          <a:prstGeom prst="ellipse">
            <a:avLst/>
          </a:prstGeom>
          <a:solidFill>
            <a:srgbClr val="62739F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椭圆 9"/>
          <p:cNvSpPr/>
          <p:nvPr/>
        </p:nvSpPr>
        <p:spPr>
          <a:xfrm>
            <a:off x="9011920" y="3409315"/>
            <a:ext cx="381000" cy="381000"/>
          </a:xfrm>
          <a:prstGeom prst="ellipse">
            <a:avLst/>
          </a:prstGeom>
          <a:solidFill>
            <a:srgbClr val="F6979C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文本框1"/>
          <p:cNvSpPr txBox="1"/>
          <p:nvPr/>
        </p:nvSpPr>
        <p:spPr>
          <a:xfrm>
            <a:off x="2254885" y="3869055"/>
            <a:ext cx="1909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</a:rPr>
              <a:t>添加小标题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</a:endParaRPr>
          </a:p>
        </p:txBody>
      </p:sp>
      <p:sp>
        <p:nvSpPr>
          <p:cNvPr id="14" name="文本框2"/>
          <p:cNvSpPr/>
          <p:nvPr/>
        </p:nvSpPr>
        <p:spPr>
          <a:xfrm>
            <a:off x="2019300" y="4234180"/>
            <a:ext cx="2379345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sz="1600" b="0" i="0" u="none" strike="noStrike" cap="none" spc="0" normalizeH="0" baseline="0" dirty="0"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rPr>
              <a:t>单击此处输入你的正文，文字是您思想的提炼</a:t>
            </a:r>
            <a:endParaRPr kumimoji="0" lang="zh-CN" altLang="en-US" sz="1600" b="0" i="0" u="none" strike="noStrike" cap="none" spc="0" normalizeH="0" baseline="0" dirty="0"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  <p:sp>
        <p:nvSpPr>
          <p:cNvPr id="15" name="文本框1"/>
          <p:cNvSpPr txBox="1"/>
          <p:nvPr/>
        </p:nvSpPr>
        <p:spPr>
          <a:xfrm>
            <a:off x="5272405" y="1887220"/>
            <a:ext cx="1734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</a:rPr>
              <a:t>添加小标题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</a:endParaRPr>
          </a:p>
        </p:txBody>
      </p:sp>
      <p:sp>
        <p:nvSpPr>
          <p:cNvPr id="16" name="文本框2"/>
          <p:cNvSpPr/>
          <p:nvPr/>
        </p:nvSpPr>
        <p:spPr>
          <a:xfrm>
            <a:off x="5025390" y="2185670"/>
            <a:ext cx="2379345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sz="1600" b="0" i="0" u="none" strike="noStrike" cap="none" spc="0" normalizeH="0" baseline="0" dirty="0"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rPr>
              <a:t>单击此处输入你的正文，文字是您思想的提炼</a:t>
            </a:r>
            <a:endParaRPr kumimoji="0" lang="zh-CN" altLang="en-US" sz="1600" b="0" i="0" u="none" strike="noStrike" cap="none" spc="0" normalizeH="0" baseline="0" dirty="0"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  <p:sp>
        <p:nvSpPr>
          <p:cNvPr id="17" name="文本框1"/>
          <p:cNvSpPr txBox="1"/>
          <p:nvPr/>
        </p:nvSpPr>
        <p:spPr>
          <a:xfrm>
            <a:off x="8248015" y="3790315"/>
            <a:ext cx="19094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</a:rPr>
              <a:t>添加小标题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</a:endParaRPr>
          </a:p>
        </p:txBody>
      </p:sp>
      <p:sp>
        <p:nvSpPr>
          <p:cNvPr id="18" name="文本框2"/>
          <p:cNvSpPr/>
          <p:nvPr/>
        </p:nvSpPr>
        <p:spPr>
          <a:xfrm>
            <a:off x="8012430" y="4155440"/>
            <a:ext cx="2379345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sz="1600" b="0" i="0" u="none" strike="noStrike" cap="none" spc="0" normalizeH="0" baseline="0" dirty="0"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rPr>
              <a:t>单击此处输入你的正文，文字是您思想的提炼</a:t>
            </a:r>
            <a:endParaRPr kumimoji="0" lang="zh-CN" altLang="en-US" sz="1600" b="0" i="0" u="none" strike="noStrike" cap="none" spc="0" normalizeH="0" baseline="0" dirty="0"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5" name="组合 24"/>
          <p:cNvGrpSpPr/>
          <p:nvPr/>
        </p:nvGrpSpPr>
        <p:grpSpPr>
          <a:xfrm>
            <a:off x="3965243" y="897600"/>
            <a:ext cx="4349750" cy="641350"/>
            <a:chOff x="4105780" y="529969"/>
            <a:chExt cx="4349750" cy="641350"/>
          </a:xfrm>
        </p:grpSpPr>
        <p:sp>
          <p:nvSpPr>
            <p:cNvPr id="27" name="文本框 26"/>
            <p:cNvSpPr txBox="1"/>
            <p:nvPr/>
          </p:nvSpPr>
          <p:spPr>
            <a:xfrm>
              <a:off x="4541406" y="529969"/>
              <a:ext cx="3388995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7CA56C"/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cs typeface="宋体" panose="02010600030101010101" pitchFamily="2" charset="-122"/>
                  <a:sym typeface="Calibri" panose="020F0502020204030204" charset="0"/>
                </a:rPr>
                <a:t>单击此处添加大标题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105780" y="918589"/>
              <a:ext cx="4349750" cy="25273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5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sym typeface="微软雅黑" panose="020B0503020204020204" charset="-122"/>
                </a:rPr>
                <a:t>Add content hereAdd content hereAdd content here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cxnSp>
        <p:nvCxnSpPr>
          <p:cNvPr id="4" name="直接连接符 3"/>
          <p:cNvCxnSpPr/>
          <p:nvPr/>
        </p:nvCxnSpPr>
        <p:spPr>
          <a:xfrm>
            <a:off x="772160" y="3502025"/>
            <a:ext cx="10776585" cy="0"/>
          </a:xfrm>
          <a:prstGeom prst="line">
            <a:avLst/>
          </a:prstGeom>
          <a:ln>
            <a:solidFill>
              <a:sysClr val="window" lastClr="FFFFFF">
                <a:lumMod val="75000"/>
              </a:sysClr>
            </a:solidFill>
          </a:ln>
        </p:spPr>
        <p:style>
          <a:lnRef idx="1">
            <a:srgbClr val="5B9BD5"/>
          </a:lnRef>
          <a:fillRef idx="0">
            <a:srgbClr val="5B9BD5"/>
          </a:fillRef>
          <a:effectRef idx="0">
            <a:srgbClr val="5B9BD5"/>
          </a:effectRef>
          <a:fontRef idx="minor">
            <a:sysClr val="windowText" lastClr="000000"/>
          </a:fontRef>
        </p:style>
      </p:cxnSp>
      <p:sp>
        <p:nvSpPr>
          <p:cNvPr id="5" name="椭圆 4"/>
          <p:cNvSpPr/>
          <p:nvPr/>
        </p:nvSpPr>
        <p:spPr>
          <a:xfrm>
            <a:off x="2039620" y="3319145"/>
            <a:ext cx="365760" cy="365760"/>
          </a:xfrm>
          <a:prstGeom prst="ellipse">
            <a:avLst/>
          </a:prstGeom>
          <a:solidFill>
            <a:srgbClr val="F6979C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椭圆 5"/>
          <p:cNvSpPr/>
          <p:nvPr/>
        </p:nvSpPr>
        <p:spPr>
          <a:xfrm>
            <a:off x="4637405" y="3319145"/>
            <a:ext cx="365760" cy="365760"/>
          </a:xfrm>
          <a:prstGeom prst="ellipse">
            <a:avLst/>
          </a:prstGeom>
          <a:solidFill>
            <a:srgbClr val="62739F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椭圆 6"/>
          <p:cNvSpPr/>
          <p:nvPr/>
        </p:nvSpPr>
        <p:spPr>
          <a:xfrm>
            <a:off x="7235190" y="3319145"/>
            <a:ext cx="365760" cy="365760"/>
          </a:xfrm>
          <a:prstGeom prst="ellipse">
            <a:avLst/>
          </a:prstGeom>
          <a:solidFill>
            <a:srgbClr val="99BC8A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椭圆 7"/>
          <p:cNvSpPr/>
          <p:nvPr/>
        </p:nvSpPr>
        <p:spPr>
          <a:xfrm>
            <a:off x="9832340" y="3319145"/>
            <a:ext cx="365760" cy="365760"/>
          </a:xfrm>
          <a:prstGeom prst="ellipse">
            <a:avLst/>
          </a:prstGeom>
          <a:solidFill>
            <a:srgbClr val="FCD7D8"/>
          </a:solidFill>
          <a:ln>
            <a:noFill/>
          </a:ln>
        </p:spPr>
        <p:style>
          <a:lnRef idx="2">
            <a:srgbClr val="5B9BD5">
              <a:shade val="50000"/>
            </a:srgbClr>
          </a:lnRef>
          <a:fillRef idx="1">
            <a:srgbClr val="5B9BD5"/>
          </a:fillRef>
          <a:effectRef idx="0">
            <a:srgbClr val="5B9BD5"/>
          </a:effectRef>
          <a:fontRef idx="minor">
            <a:sysClr val="window" lastClr="FFFFFF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文本框1"/>
          <p:cNvSpPr txBox="1"/>
          <p:nvPr/>
        </p:nvSpPr>
        <p:spPr>
          <a:xfrm>
            <a:off x="1280160" y="3912235"/>
            <a:ext cx="1734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</a:rPr>
              <a:t>添加小标题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</a:endParaRPr>
          </a:p>
        </p:txBody>
      </p:sp>
      <p:sp>
        <p:nvSpPr>
          <p:cNvPr id="3" name="文本框2"/>
          <p:cNvSpPr/>
          <p:nvPr/>
        </p:nvSpPr>
        <p:spPr>
          <a:xfrm>
            <a:off x="1033145" y="4210685"/>
            <a:ext cx="2379345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sz="1600" b="0" i="0" u="none" strike="noStrike" cap="none" spc="0" normalizeH="0" baseline="0" dirty="0"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rPr>
              <a:t>单击此处输入你的正文，文字是您思想的提炼</a:t>
            </a:r>
            <a:endParaRPr kumimoji="0" lang="zh-CN" altLang="en-US" sz="1600" b="0" i="0" u="none" strike="noStrike" cap="none" spc="0" normalizeH="0" baseline="0" dirty="0"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  <p:sp>
        <p:nvSpPr>
          <p:cNvPr id="17" name="文本框1"/>
          <p:cNvSpPr txBox="1"/>
          <p:nvPr/>
        </p:nvSpPr>
        <p:spPr>
          <a:xfrm>
            <a:off x="3877945" y="2072640"/>
            <a:ext cx="1734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</a:rPr>
              <a:t>添加小标题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</a:endParaRPr>
          </a:p>
        </p:txBody>
      </p:sp>
      <p:sp>
        <p:nvSpPr>
          <p:cNvPr id="18" name="文本框2"/>
          <p:cNvSpPr/>
          <p:nvPr/>
        </p:nvSpPr>
        <p:spPr>
          <a:xfrm>
            <a:off x="3630930" y="2371090"/>
            <a:ext cx="2379345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sz="1600" b="0" i="0" u="none" strike="noStrike" cap="none" spc="0" normalizeH="0" baseline="0" dirty="0"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rPr>
              <a:t>单击此处输入你的正文，文字是您思想的提炼</a:t>
            </a:r>
            <a:endParaRPr kumimoji="0" lang="zh-CN" altLang="en-US" sz="1600" b="0" i="0" u="none" strike="noStrike" cap="none" spc="0" normalizeH="0" baseline="0" dirty="0"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  <p:sp>
        <p:nvSpPr>
          <p:cNvPr id="19" name="文本框1"/>
          <p:cNvSpPr txBox="1"/>
          <p:nvPr/>
        </p:nvSpPr>
        <p:spPr>
          <a:xfrm>
            <a:off x="6475095" y="4074160"/>
            <a:ext cx="1734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</a:rPr>
              <a:t>添加小标题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</a:endParaRPr>
          </a:p>
        </p:txBody>
      </p:sp>
      <p:sp>
        <p:nvSpPr>
          <p:cNvPr id="20" name="文本框2"/>
          <p:cNvSpPr/>
          <p:nvPr/>
        </p:nvSpPr>
        <p:spPr>
          <a:xfrm>
            <a:off x="6228080" y="4372610"/>
            <a:ext cx="2379345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sz="1600" b="0" i="0" u="none" strike="noStrike" cap="none" spc="0" normalizeH="0" baseline="0" dirty="0"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rPr>
              <a:t>单击此处输入你的正文，文字是您思想的提炼</a:t>
            </a:r>
            <a:endParaRPr kumimoji="0" lang="zh-CN" altLang="en-US" sz="1600" b="0" i="0" u="none" strike="noStrike" cap="none" spc="0" normalizeH="0" baseline="0" dirty="0"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  <p:sp>
        <p:nvSpPr>
          <p:cNvPr id="21" name="文本框1"/>
          <p:cNvSpPr txBox="1"/>
          <p:nvPr/>
        </p:nvSpPr>
        <p:spPr>
          <a:xfrm>
            <a:off x="9072245" y="2072640"/>
            <a:ext cx="173482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</a:rPr>
              <a:t>添加小标题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</a:endParaRPr>
          </a:p>
        </p:txBody>
      </p:sp>
      <p:sp>
        <p:nvSpPr>
          <p:cNvPr id="22" name="文本框2"/>
          <p:cNvSpPr/>
          <p:nvPr/>
        </p:nvSpPr>
        <p:spPr>
          <a:xfrm>
            <a:off x="8825230" y="2371090"/>
            <a:ext cx="2379345" cy="82994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sz="1600" b="0" i="0" u="none" strike="noStrike" cap="none" spc="0" normalizeH="0" baseline="0" dirty="0"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rPr>
              <a:t>单击此处输入你的正文，文字是您思想的提炼</a:t>
            </a:r>
            <a:endParaRPr kumimoji="0" lang="zh-CN" altLang="en-US" sz="1600" b="0" i="0" u="none" strike="noStrike" cap="none" spc="0" normalizeH="0" baseline="0" dirty="0"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>
            <a:alphaModFix amt="33000"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QQ图片20221010220931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18796" t="33704" r="27454" b="38167"/>
          <a:stretch>
            <a:fillRect/>
          </a:stretch>
        </p:blipFill>
        <p:spPr>
          <a:xfrm rot="1260000">
            <a:off x="9138285" y="250190"/>
            <a:ext cx="2834640" cy="1483360"/>
          </a:xfrm>
          <a:prstGeom prst="rect">
            <a:avLst/>
          </a:prstGeom>
        </p:spPr>
      </p:pic>
      <p:pic>
        <p:nvPicPr>
          <p:cNvPr id="19" name="图片 18" descr="QQ图片20221013232738"/>
          <p:cNvPicPr>
            <a:picLocks noChangeAspect="1"/>
          </p:cNvPicPr>
          <p:nvPr/>
        </p:nvPicPr>
        <p:blipFill>
          <a:blip r:embed="rId4"/>
          <a:srcRect l="28565" t="24944" r="30130" b="22093"/>
          <a:stretch>
            <a:fillRect/>
          </a:stretch>
        </p:blipFill>
        <p:spPr>
          <a:xfrm rot="19200000">
            <a:off x="413726" y="4897419"/>
            <a:ext cx="1078519" cy="1383474"/>
          </a:xfrm>
          <a:prstGeom prst="rect">
            <a:avLst/>
          </a:prstGeom>
        </p:spPr>
      </p:pic>
      <p:pic>
        <p:nvPicPr>
          <p:cNvPr id="2" name="图片 1" descr="QQ图片20221013232738"/>
          <p:cNvPicPr>
            <a:picLocks noChangeAspect="1"/>
          </p:cNvPicPr>
          <p:nvPr/>
        </p:nvPicPr>
        <p:blipFill>
          <a:blip r:embed="rId4"/>
          <a:srcRect l="28565" t="24944" r="30130" b="22093"/>
          <a:stretch>
            <a:fillRect/>
          </a:stretch>
        </p:blipFill>
        <p:spPr>
          <a:xfrm rot="2069614">
            <a:off x="1682831" y="5290750"/>
            <a:ext cx="1078519" cy="1383474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48760" y="2960370"/>
            <a:ext cx="409448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6000" b="1" kern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Arial" panose="020B0604020202020204" pitchFamily="34" charset="0"/>
              </a:rPr>
              <a:t>教学反思</a:t>
            </a:r>
            <a:endParaRPr kumimoji="0" lang="zh-CN" altLang="en-US" sz="60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353560" y="2296795"/>
            <a:ext cx="3573780" cy="70675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40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+mn-ea"/>
              </a:rPr>
              <a:t>PATR 04</a:t>
            </a:r>
            <a:endParaRPr kumimoji="0" lang="en-US" altLang="zh-CN" sz="40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88565" y="3833495"/>
            <a:ext cx="770001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+mn-ea"/>
              </a:rPr>
              <a:t>Add content hereAdd content hereAdd content hereAdd content hereAdd content hereAdd content hereAdd content hereAdd content hereAdd content hereAdd content here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+mn-e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5" name="组合 24"/>
          <p:cNvGrpSpPr/>
          <p:nvPr/>
        </p:nvGrpSpPr>
        <p:grpSpPr>
          <a:xfrm>
            <a:off x="3965243" y="897600"/>
            <a:ext cx="4349750" cy="641350"/>
            <a:chOff x="4105780" y="529969"/>
            <a:chExt cx="4349750" cy="641350"/>
          </a:xfrm>
        </p:grpSpPr>
        <p:sp>
          <p:nvSpPr>
            <p:cNvPr id="27" name="文本框 26"/>
            <p:cNvSpPr txBox="1"/>
            <p:nvPr/>
          </p:nvSpPr>
          <p:spPr>
            <a:xfrm>
              <a:off x="4541406" y="529969"/>
              <a:ext cx="3388995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7CA56C"/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cs typeface="宋体" panose="02010600030101010101" pitchFamily="2" charset="-122"/>
                  <a:sym typeface="Calibri" panose="020F0502020204030204" charset="0"/>
                </a:rPr>
                <a:t>单击此处添加大标题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105780" y="918589"/>
              <a:ext cx="4349750" cy="25273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5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sym typeface="微软雅黑" panose="020B0503020204020204" charset="-122"/>
                </a:rPr>
                <a:t>Add content hereAdd content hereAdd content here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5" name="箭头: 五边形 58"/>
          <p:cNvSpPr/>
          <p:nvPr/>
        </p:nvSpPr>
        <p:spPr bwMode="auto">
          <a:xfrm>
            <a:off x="1393190" y="3172460"/>
            <a:ext cx="2522220" cy="424815"/>
          </a:xfrm>
          <a:prstGeom prst="homePlate">
            <a:avLst/>
          </a:prstGeom>
          <a:solidFill>
            <a:srgbClr val="7CA56C"/>
          </a:solidFill>
          <a:ln w="19050">
            <a:noFill/>
            <a:round/>
          </a:ln>
          <a:effectLst/>
        </p:spPr>
        <p:txBody>
          <a:bodyPr vert="horz" wrap="none" lIns="91440" tIns="45720" rIns="91440" bIns="45720" anchor="ctr" anchorCtr="1" compatLnSpc="1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</a:rPr>
              <a:t>添加标题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</a:endParaRPr>
          </a:p>
        </p:txBody>
      </p:sp>
      <p:sp>
        <p:nvSpPr>
          <p:cNvPr id="7" name="箭头: V 形 55"/>
          <p:cNvSpPr/>
          <p:nvPr/>
        </p:nvSpPr>
        <p:spPr bwMode="auto">
          <a:xfrm>
            <a:off x="3790950" y="3172460"/>
            <a:ext cx="2522220" cy="424815"/>
          </a:xfrm>
          <a:prstGeom prst="chevron">
            <a:avLst/>
          </a:prstGeom>
          <a:solidFill>
            <a:srgbClr val="7CA56C"/>
          </a:solidFill>
          <a:ln w="19050">
            <a:noFill/>
            <a:round/>
          </a:ln>
          <a:effectLst/>
        </p:spPr>
        <p:txBody>
          <a:bodyPr vert="horz" wrap="none" lIns="91440" tIns="45720" rIns="91440" bIns="45720" anchor="ctr" anchorCtr="1" compatLnSpc="1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sym typeface="微软雅黑" panose="020B0503020204020204" charset="-122"/>
              </a:rPr>
              <a:t>添加标题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9" name="箭头: V 形 52"/>
          <p:cNvSpPr/>
          <p:nvPr/>
        </p:nvSpPr>
        <p:spPr bwMode="auto">
          <a:xfrm>
            <a:off x="6213475" y="3172460"/>
            <a:ext cx="2522220" cy="424815"/>
          </a:xfrm>
          <a:prstGeom prst="chevron">
            <a:avLst/>
          </a:prstGeom>
          <a:solidFill>
            <a:srgbClr val="7CA56C"/>
          </a:solidFill>
          <a:ln w="19050">
            <a:noFill/>
            <a:round/>
          </a:ln>
          <a:effectLst/>
        </p:spPr>
        <p:txBody>
          <a:bodyPr vert="horz" wrap="none" lIns="91440" tIns="45720" rIns="91440" bIns="45720" anchor="ctr" anchorCtr="1" compatLnSpc="1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sym typeface="微软雅黑" panose="020B0503020204020204" charset="-122"/>
              </a:rPr>
              <a:t>添加标题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1" name="箭头: V 形 49"/>
          <p:cNvSpPr/>
          <p:nvPr/>
        </p:nvSpPr>
        <p:spPr bwMode="auto">
          <a:xfrm>
            <a:off x="8636000" y="3172460"/>
            <a:ext cx="2522220" cy="424815"/>
          </a:xfrm>
          <a:prstGeom prst="chevron">
            <a:avLst/>
          </a:prstGeom>
          <a:solidFill>
            <a:srgbClr val="7CA56C"/>
          </a:solidFill>
          <a:ln w="19050">
            <a:noFill/>
            <a:round/>
          </a:ln>
          <a:effectLst/>
        </p:spPr>
        <p:txBody>
          <a:bodyPr vert="horz" wrap="none" lIns="91440" tIns="45720" rIns="91440" bIns="45720" anchor="ctr" anchorCtr="1" compatLnSpc="1"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2400" b="1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sym typeface="微软雅黑" panose="020B0503020204020204" charset="-122"/>
              </a:rPr>
              <a:t>添加标题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  <a:sym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065338" y="2458720"/>
            <a:ext cx="8985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3600" b="1">
                <a:solidFill>
                  <a:srgbClr val="7CA56C"/>
                </a:solidFill>
                <a:effectLst>
                  <a:outerShdw blurRad="38100" dist="19050" dir="2700000" algn="tl" rotWithShape="0">
                    <a:sysClr val="windowText" lastClr="000000">
                      <a:alpha val="40000"/>
                    </a:sysClr>
                  </a:outerShdw>
                </a:effectLst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微软雅黑" panose="020B0503020204020204" charset="-122"/>
              </a:rPr>
              <a:t>1</a:t>
            </a:r>
            <a:r>
              <a:rPr lang="zh-CN" altLang="en-US" sz="3600" b="1">
                <a:solidFill>
                  <a:srgbClr val="7CA56C"/>
                </a:solidFill>
                <a:effectLst>
                  <a:outerShdw blurRad="38100" dist="19050" dir="2700000" algn="tl" rotWithShape="0">
                    <a:sysClr val="windowText" lastClr="000000">
                      <a:alpha val="40000"/>
                    </a:sysClr>
                  </a:outerShdw>
                </a:effectLst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微软雅黑" panose="020B0503020204020204" charset="-122"/>
              </a:rPr>
              <a:t>月</a:t>
            </a:r>
            <a:endParaRPr lang="zh-CN" altLang="en-US" sz="3600" b="1">
              <a:solidFill>
                <a:srgbClr val="7CA56C"/>
              </a:solidFill>
              <a:effectLst>
                <a:outerShdw blurRad="38100" dist="19050" dir="2700000" algn="tl" rotWithShape="0">
                  <a:sysClr val="windowText" lastClr="000000">
                    <a:alpha val="40000"/>
                  </a:sysClr>
                </a:outerShdw>
              </a:effectLst>
              <a:latin typeface="汉仪字研欢乐宋W" panose="00020600040101010101" pitchFamily="18" charset="-122"/>
              <a:ea typeface="汉仪字研欢乐宋W" panose="00020600040101010101" pitchFamily="18" charset="-122"/>
              <a:cs typeface="汉仪字研欢乐宋W" panose="00020600040101010101" pitchFamily="18" charset="-122"/>
              <a:sym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602798" y="2458720"/>
            <a:ext cx="8985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3600" b="1">
                <a:solidFill>
                  <a:srgbClr val="7CA56C"/>
                </a:solidFill>
                <a:effectLst>
                  <a:outerShdw blurRad="38100" dist="19050" dir="2700000" algn="tl" rotWithShape="0">
                    <a:sysClr val="windowText" lastClr="000000">
                      <a:alpha val="40000"/>
                    </a:sysClr>
                  </a:outerShdw>
                </a:effectLst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微软雅黑" panose="020B0503020204020204" charset="-122"/>
              </a:rPr>
              <a:t>2</a:t>
            </a:r>
            <a:r>
              <a:rPr lang="zh-CN" altLang="en-US" sz="3600" b="1">
                <a:solidFill>
                  <a:srgbClr val="7CA56C"/>
                </a:solidFill>
                <a:effectLst>
                  <a:outerShdw blurRad="38100" dist="19050" dir="2700000" algn="tl" rotWithShape="0">
                    <a:sysClr val="windowText" lastClr="000000">
                      <a:alpha val="40000"/>
                    </a:sysClr>
                  </a:outerShdw>
                </a:effectLst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微软雅黑" panose="020B0503020204020204" charset="-122"/>
              </a:rPr>
              <a:t>月</a:t>
            </a:r>
            <a:endParaRPr lang="zh-CN" altLang="en-US" sz="3600" b="1">
              <a:solidFill>
                <a:srgbClr val="7CA56C"/>
              </a:solidFill>
              <a:effectLst>
                <a:outerShdw blurRad="38100" dist="19050" dir="2700000" algn="tl" rotWithShape="0">
                  <a:sysClr val="windowText" lastClr="000000">
                    <a:alpha val="40000"/>
                  </a:sysClr>
                </a:outerShdw>
              </a:effectLst>
              <a:latin typeface="汉仪字研欢乐宋W" panose="00020600040101010101" pitchFamily="18" charset="-122"/>
              <a:ea typeface="汉仪字研欢乐宋W" panose="00020600040101010101" pitchFamily="18" charset="-122"/>
              <a:cs typeface="汉仪字研欢乐宋W" panose="00020600040101010101" pitchFamily="18" charset="-122"/>
              <a:sym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7025323" y="2458720"/>
            <a:ext cx="8985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3600" b="1">
                <a:solidFill>
                  <a:srgbClr val="7CA56C"/>
                </a:solidFill>
                <a:effectLst>
                  <a:outerShdw blurRad="38100" dist="19050" dir="2700000" algn="tl" rotWithShape="0">
                    <a:sysClr val="windowText" lastClr="000000">
                      <a:alpha val="40000"/>
                    </a:sysClr>
                  </a:outerShdw>
                </a:effectLst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微软雅黑" panose="020B0503020204020204" charset="-122"/>
              </a:rPr>
              <a:t>3</a:t>
            </a:r>
            <a:r>
              <a:rPr lang="zh-CN" altLang="en-US" sz="3600" b="1">
                <a:solidFill>
                  <a:srgbClr val="7CA56C"/>
                </a:solidFill>
                <a:effectLst>
                  <a:outerShdw blurRad="38100" dist="19050" dir="2700000" algn="tl" rotWithShape="0">
                    <a:sysClr val="windowText" lastClr="000000">
                      <a:alpha val="40000"/>
                    </a:sysClr>
                  </a:outerShdw>
                </a:effectLst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微软雅黑" panose="020B0503020204020204" charset="-122"/>
              </a:rPr>
              <a:t>月</a:t>
            </a:r>
            <a:endParaRPr lang="zh-CN" altLang="en-US" sz="3600" b="1">
              <a:solidFill>
                <a:srgbClr val="7CA56C"/>
              </a:solidFill>
              <a:effectLst>
                <a:outerShdw blurRad="38100" dist="19050" dir="2700000" algn="tl" rotWithShape="0">
                  <a:sysClr val="windowText" lastClr="000000">
                    <a:alpha val="40000"/>
                  </a:sysClr>
                </a:outerShdw>
              </a:effectLst>
              <a:latin typeface="汉仪字研欢乐宋W" panose="00020600040101010101" pitchFamily="18" charset="-122"/>
              <a:ea typeface="汉仪字研欢乐宋W" panose="00020600040101010101" pitchFamily="18" charset="-122"/>
              <a:cs typeface="汉仪字研欢乐宋W" panose="00020600040101010101" pitchFamily="18" charset="-122"/>
              <a:sym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9505633" y="2458720"/>
            <a:ext cx="898525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ctr"/>
            <a:r>
              <a:rPr lang="en-US" altLang="zh-CN" sz="3600" b="1">
                <a:solidFill>
                  <a:srgbClr val="7CA56C"/>
                </a:solidFill>
                <a:effectLst>
                  <a:outerShdw blurRad="38100" dist="19050" dir="2700000" algn="tl" rotWithShape="0">
                    <a:sysClr val="windowText" lastClr="000000">
                      <a:alpha val="40000"/>
                    </a:sysClr>
                  </a:outerShdw>
                </a:effectLst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微软雅黑" panose="020B0503020204020204" charset="-122"/>
              </a:rPr>
              <a:t>4</a:t>
            </a:r>
            <a:r>
              <a:rPr lang="zh-CN" altLang="en-US" sz="3600" b="1">
                <a:solidFill>
                  <a:srgbClr val="7CA56C"/>
                </a:solidFill>
                <a:effectLst>
                  <a:outerShdw blurRad="38100" dist="19050" dir="2700000" algn="tl" rotWithShape="0">
                    <a:sysClr val="windowText" lastClr="000000">
                      <a:alpha val="40000"/>
                    </a:sysClr>
                  </a:outerShdw>
                </a:effectLst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微软雅黑" panose="020B0503020204020204" charset="-122"/>
              </a:rPr>
              <a:t>月</a:t>
            </a:r>
            <a:endParaRPr lang="zh-CN" altLang="en-US" sz="3600" b="1">
              <a:solidFill>
                <a:srgbClr val="7CA56C"/>
              </a:solidFill>
              <a:effectLst>
                <a:outerShdw blurRad="38100" dist="19050" dir="2700000" algn="tl" rotWithShape="0">
                  <a:sysClr val="windowText" lastClr="000000">
                    <a:alpha val="40000"/>
                  </a:sysClr>
                </a:outerShdw>
              </a:effectLst>
              <a:latin typeface="汉仪字研欢乐宋W" panose="00020600040101010101" pitchFamily="18" charset="-122"/>
              <a:ea typeface="汉仪字研欢乐宋W" panose="00020600040101010101" pitchFamily="18" charset="-122"/>
              <a:cs typeface="汉仪字研欢乐宋W" panose="00020600040101010101" pitchFamily="18" charset="-122"/>
              <a:sym typeface="微软雅黑" panose="020B0503020204020204" charset="-122"/>
            </a:endParaRPr>
          </a:p>
        </p:txBody>
      </p:sp>
      <p:sp>
        <p:nvSpPr>
          <p:cNvPr id="21" name="文本框2"/>
          <p:cNvSpPr/>
          <p:nvPr/>
        </p:nvSpPr>
        <p:spPr>
          <a:xfrm>
            <a:off x="1661795" y="3663950"/>
            <a:ext cx="1815465" cy="175323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b="0" i="0" u="none" strike="noStrike" cap="none" spc="0" normalizeH="0" baseline="0" dirty="0"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rPr>
              <a:t>单击此处输入你的正文，文字是您思想的提炼，为了最终</a:t>
            </a:r>
            <a:endParaRPr kumimoji="0" lang="zh-CN" altLang="en-US" b="0" i="0" u="none" strike="noStrike" cap="none" spc="0" normalizeH="0" baseline="0" dirty="0"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  <p:sp>
        <p:nvSpPr>
          <p:cNvPr id="22" name="文本框2"/>
          <p:cNvSpPr/>
          <p:nvPr/>
        </p:nvSpPr>
        <p:spPr>
          <a:xfrm>
            <a:off x="4144010" y="3663950"/>
            <a:ext cx="1815465" cy="175323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b="0" i="0" u="none" strike="noStrike" cap="none" spc="0" normalizeH="0" baseline="0" dirty="0"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rPr>
              <a:t>单击此处输入你的正文，文字是您思想的提炼，为了最终</a:t>
            </a:r>
            <a:endParaRPr kumimoji="0" lang="zh-CN" altLang="en-US" b="0" i="0" u="none" strike="noStrike" cap="none" spc="0" normalizeH="0" baseline="0" dirty="0"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  <p:sp>
        <p:nvSpPr>
          <p:cNvPr id="23" name="文本框2"/>
          <p:cNvSpPr/>
          <p:nvPr/>
        </p:nvSpPr>
        <p:spPr>
          <a:xfrm>
            <a:off x="6626225" y="3663950"/>
            <a:ext cx="1815465" cy="175323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b="0" i="0" u="none" strike="noStrike" cap="none" spc="0" normalizeH="0" baseline="0" dirty="0"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rPr>
              <a:t>单击此处输入你的正文，文字是您思想的提炼，为了最终</a:t>
            </a:r>
            <a:endParaRPr kumimoji="0" lang="zh-CN" altLang="en-US" b="0" i="0" u="none" strike="noStrike" cap="none" spc="0" normalizeH="0" baseline="0" dirty="0"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  <p:sp>
        <p:nvSpPr>
          <p:cNvPr id="24" name="文本框2"/>
          <p:cNvSpPr/>
          <p:nvPr/>
        </p:nvSpPr>
        <p:spPr>
          <a:xfrm>
            <a:off x="9072245" y="3663950"/>
            <a:ext cx="1815465" cy="1753235"/>
          </a:xfrm>
          <a:prstGeom prst="rect">
            <a:avLst/>
          </a:prstGeom>
        </p:spPr>
        <p:txBody>
          <a:bodyPr wrap="square">
            <a:spAutoFit/>
          </a:bodyPr>
          <a:p>
            <a:pPr algn="ctr">
              <a:lnSpc>
                <a:spcPct val="150000"/>
              </a:lnSpc>
              <a:spcBef>
                <a:spcPts val="2950"/>
              </a:spcBef>
              <a:defRPr/>
            </a:pPr>
            <a:r>
              <a:rPr kumimoji="0" lang="zh-CN" altLang="en-US" b="0" i="0" u="none" strike="noStrike" cap="none" spc="0" normalizeH="0" baseline="0" dirty="0"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rPr>
              <a:t>单击此处输入你的正文，文字是您思想的提炼，为了最终</a:t>
            </a:r>
            <a:endParaRPr kumimoji="0" lang="zh-CN" altLang="en-US" b="0" i="0" u="none" strike="noStrike" cap="none" spc="0" normalizeH="0" baseline="0" dirty="0"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  <a:sym typeface="Calibri" panose="020F05020202040302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grpSp>
        <p:nvGrpSpPr>
          <p:cNvPr id="25" name="组合 24"/>
          <p:cNvGrpSpPr/>
          <p:nvPr/>
        </p:nvGrpSpPr>
        <p:grpSpPr>
          <a:xfrm>
            <a:off x="3965243" y="897600"/>
            <a:ext cx="4349750" cy="641350"/>
            <a:chOff x="4105780" y="529969"/>
            <a:chExt cx="4349750" cy="641350"/>
          </a:xfrm>
        </p:grpSpPr>
        <p:sp>
          <p:nvSpPr>
            <p:cNvPr id="27" name="文本框 26"/>
            <p:cNvSpPr txBox="1"/>
            <p:nvPr/>
          </p:nvSpPr>
          <p:spPr>
            <a:xfrm>
              <a:off x="4541406" y="529969"/>
              <a:ext cx="3388995" cy="52197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0" cap="none" spc="0" normalizeH="0" baseline="0" noProof="0" dirty="0">
                  <a:ln>
                    <a:noFill/>
                  </a:ln>
                  <a:solidFill>
                    <a:srgbClr val="7CA56C"/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cs typeface="宋体" panose="02010600030101010101" pitchFamily="2" charset="-122"/>
                  <a:sym typeface="Calibri" panose="020F0502020204030204" charset="0"/>
                </a:rPr>
                <a:t>单击此处添加大标题</a:t>
              </a:r>
              <a:endPara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  <a:sym typeface="Calibri" panose="020F0502020204030204" charset="0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4105780" y="918589"/>
              <a:ext cx="4349750" cy="252730"/>
            </a:xfrm>
            <a:prstGeom prst="rect">
              <a:avLst/>
            </a:prstGeom>
          </p:spPr>
          <p:txBody>
            <a:bodyPr wrap="square">
              <a:spAutoFit/>
            </a:bodyPr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altLang="zh-CN" sz="1050" noProof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汉仪字研欢乐宋W" panose="00020600040101010101" pitchFamily="18" charset="-122"/>
                  <a:ea typeface="汉仪字研欢乐宋W" panose="00020600040101010101" pitchFamily="18" charset="-122"/>
                  <a:sym typeface="微软雅黑" panose="020B0503020204020204" charset="-122"/>
                </a:rPr>
                <a:t>Add content hereAdd content hereAdd content here</a:t>
              </a:r>
              <a:endParaRPr kumimoji="0" lang="en-US" altLang="zh-CN" sz="1050" b="0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微软雅黑" panose="020B0503020204020204" charset="-122"/>
              </a:endParaRPr>
            </a:p>
          </p:txBody>
        </p:sp>
      </p:grpSp>
      <p:sp>
        <p:nvSpPr>
          <p:cNvPr id="17" name="文本框2"/>
          <p:cNvSpPr/>
          <p:nvPr/>
        </p:nvSpPr>
        <p:spPr>
          <a:xfrm>
            <a:off x="5813425" y="2298700"/>
            <a:ext cx="5298440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Arial" panose="020B0604020202020204" pitchFamily="34" charset="0"/>
              </a:rPr>
              <a:t>,</a:t>
            </a:r>
            <a:r>
              <a:rPr lang="zh-CN" altLang="en-US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Arial" panose="020B0604020202020204" pitchFamily="34" charset="0"/>
              </a:rPr>
              <a:t>单击此处输入你的正文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汉仪字研欢乐宋W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5" name="文本框1"/>
          <p:cNvSpPr txBox="1"/>
          <p:nvPr/>
        </p:nvSpPr>
        <p:spPr>
          <a:xfrm>
            <a:off x="5813425" y="1986280"/>
            <a:ext cx="23952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</a:rPr>
              <a:t>请添加小标题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</a:endParaRPr>
          </a:p>
        </p:txBody>
      </p:sp>
      <p:sp>
        <p:nvSpPr>
          <p:cNvPr id="4" name="文本框2"/>
          <p:cNvSpPr/>
          <p:nvPr/>
        </p:nvSpPr>
        <p:spPr>
          <a:xfrm>
            <a:off x="5813425" y="4322445"/>
            <a:ext cx="5298440" cy="1337945"/>
          </a:xfrm>
          <a:prstGeom prst="rect">
            <a:avLst/>
          </a:prstGeom>
        </p:spPr>
        <p:txBody>
          <a:bodyPr wrap="square">
            <a:spAutoFit/>
          </a:bodyPr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295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Arial" panose="020B0604020202020204" pitchFamily="34" charset="0"/>
              </a:rPr>
              <a:t>单击此处输入你的正文，文字是您思想的提炼，为了最终演示发布的良好效果，请尽量言简意赅的阐述观点</a:t>
            </a:r>
            <a:r>
              <a:rPr kumimoji="0" lang="en-US" altLang="zh-CN" b="0" i="0" u="none" strike="noStrike" kern="120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Arial" panose="020B0604020202020204" pitchFamily="34" charset="0"/>
              </a:rPr>
              <a:t>,</a:t>
            </a:r>
            <a:r>
              <a:rPr lang="zh-CN" altLang="en-US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W" panose="00020600040101010101" pitchFamily="18" charset="-122"/>
                <a:sym typeface="Arial" panose="020B0604020202020204" pitchFamily="34" charset="0"/>
              </a:rPr>
              <a:t>单击此处输入你的正文</a:t>
            </a:r>
            <a:endParaRPr kumimoji="0" lang="zh-CN" altLang="en-US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汉仪字研欢乐宋W" panose="00020600040101010101" pitchFamily="18" charset="-122"/>
              <a:sym typeface="Arial" panose="020B0604020202020204" pitchFamily="34" charset="0"/>
            </a:endParaRPr>
          </a:p>
        </p:txBody>
      </p:sp>
      <p:sp>
        <p:nvSpPr>
          <p:cNvPr id="6" name="文本框1"/>
          <p:cNvSpPr txBox="1"/>
          <p:nvPr/>
        </p:nvSpPr>
        <p:spPr>
          <a:xfrm>
            <a:off x="5813425" y="4010025"/>
            <a:ext cx="239522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7CA56C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宋体" panose="02010600030101010101" pitchFamily="2" charset="-122"/>
              </a:rPr>
              <a:t>请添加小标题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7CA56C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宋体" panose="02010600030101010101" pitchFamily="2" charset="-122"/>
            </a:endParaRPr>
          </a:p>
        </p:txBody>
      </p:sp>
      <p:pic>
        <p:nvPicPr>
          <p:cNvPr id="7" name="图片 6" descr="QQ图片20221014003854"/>
          <p:cNvPicPr>
            <a:picLocks noChangeAspect="1"/>
          </p:cNvPicPr>
          <p:nvPr/>
        </p:nvPicPr>
        <p:blipFill>
          <a:blip r:embed="rId2"/>
          <a:srcRect l="9991" t="11657" r="25093" b="13741"/>
          <a:stretch>
            <a:fillRect/>
          </a:stretch>
        </p:blipFill>
        <p:spPr>
          <a:xfrm>
            <a:off x="1611630" y="1986280"/>
            <a:ext cx="3048635" cy="350393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2742565" y="2557145"/>
            <a:ext cx="7025005" cy="132207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0" b="1" i="0" u="none" strike="noStrike" kern="1200" cap="none" spc="0" normalizeH="0" baseline="0" noProof="0" dirty="0">
                <a:ln w="0"/>
                <a:solidFill>
                  <a:srgbClr val="7DA56D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微软雅黑" panose="020B0503020204020204" charset="-122"/>
                <a:sym typeface="汉仪字研欢乐宋简" panose="00020600040101010101" charset="-122"/>
              </a:rPr>
              <a:t>感谢您的观看</a:t>
            </a:r>
            <a:endParaRPr kumimoji="0" lang="zh-CN" altLang="en-US" sz="8000" b="1" i="0" u="none" strike="noStrike" kern="1200" cap="none" spc="0" normalizeH="0" baseline="0" noProof="0" dirty="0">
              <a:ln w="0"/>
              <a:solidFill>
                <a:srgbClr val="7DA56D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微软雅黑" panose="020B0503020204020204" charset="-122"/>
              <a:sym typeface="汉仪字研欢乐宋简" panose="00020600040101010101" charset="-122"/>
            </a:endParaRPr>
          </a:p>
        </p:txBody>
      </p:sp>
      <p:sp>
        <p:nvSpPr>
          <p:cNvPr id="3" name="文本框2"/>
          <p:cNvSpPr txBox="1"/>
          <p:nvPr>
            <p:custDataLst>
              <p:tags r:id="rId2"/>
            </p:custDataLst>
          </p:nvPr>
        </p:nvSpPr>
        <p:spPr>
          <a:xfrm>
            <a:off x="3415348" y="3870325"/>
            <a:ext cx="567753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DA56D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简" panose="00020600040101010101" charset="-122"/>
              </a:rPr>
              <a:t>教育通用 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7DA56D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简" panose="00020600040101010101" charset="-122"/>
              </a:rPr>
              <a:t>/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DA56D"/>
                </a:solidFill>
                <a:effectLst/>
                <a:uLnTx/>
                <a:uFillTx/>
                <a:latin typeface="汉仪字研欢乐宋W" panose="00020600040101010101" pitchFamily="18" charset="-122"/>
                <a:ea typeface="汉仪字研欢乐宋W" panose="00020600040101010101" pitchFamily="18" charset="-122"/>
                <a:cs typeface="汉仪字研欢乐宋简" panose="00020600040101010101" charset="-122"/>
              </a:rPr>
              <a:t>教育教学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7DA56D"/>
              </a:solidFill>
              <a:effectLst/>
              <a:uLnTx/>
              <a:uFillTx/>
              <a:latin typeface="汉仪字研欢乐宋W" panose="00020600040101010101" pitchFamily="18" charset="-122"/>
              <a:ea typeface="汉仪字研欢乐宋W" panose="00020600040101010101" pitchFamily="18" charset="-122"/>
              <a:cs typeface="汉仪字研欢乐宋简" panose="00020600040101010101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451860" y="1856740"/>
            <a:ext cx="5605780" cy="76835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dist"/>
            <a:r>
              <a:rPr lang="en-US" sz="4400" b="1">
                <a:solidFill>
                  <a:srgbClr val="7DA56D"/>
                </a:solidFill>
                <a:effectLst/>
                <a:latin typeface="汉仪字研欢乐宋W" panose="00020600040101010101" pitchFamily="18" charset="-122"/>
                <a:ea typeface="汉仪字研欢乐宋W" panose="00020600040101010101" pitchFamily="18" charset="-122"/>
              </a:rPr>
              <a:t>“THANK YOU”</a:t>
            </a:r>
            <a:endParaRPr lang="en-US" sz="4400" b="1">
              <a:solidFill>
                <a:srgbClr val="7DA56D"/>
              </a:solidFill>
              <a:effectLst/>
              <a:latin typeface="汉仪字研欢乐宋W" panose="00020600040101010101" pitchFamily="18" charset="-122"/>
              <a:ea typeface="汉仪字研欢乐宋W" panose="00020600040101010101" pitchFamily="18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4277360" y="4573905"/>
            <a:ext cx="3953510" cy="491490"/>
          </a:xfrm>
          <a:prstGeom prst="roundRect">
            <a:avLst>
              <a:gd name="adj" fmla="val 50000"/>
            </a:avLst>
          </a:prstGeom>
          <a:solidFill>
            <a:srgbClr val="7DA56D"/>
          </a:solidFill>
          <a:ln>
            <a:noFill/>
          </a:ln>
        </p:spPr>
        <p:style>
          <a:lnRef idx="2">
            <a:srgbClr val="4472C4">
              <a:shade val="50000"/>
            </a:srgbClr>
          </a:lnRef>
          <a:fillRef idx="1">
            <a:srgbClr val="4472C4"/>
          </a:fillRef>
          <a:effectRef idx="0">
            <a:srgbClr val="4472C4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algn="ctr"/>
            <a:r>
              <a:rPr lang="zh-CN" altLang="en-US" sz="2400">
                <a:solidFill>
                  <a:schemeClr val="bg1"/>
                </a:solidFill>
                <a:latin typeface="汉仪字研欢乐宋W" panose="00020600040101010101" pitchFamily="18" charset="-122"/>
                <a:ea typeface="汉仪字研欢乐宋W" panose="00020600040101010101" pitchFamily="18" charset="-122"/>
              </a:rPr>
              <a:t>演讲人：稻小壳</a:t>
            </a:r>
            <a:endParaRPr lang="zh-CN" altLang="en-US" sz="2400">
              <a:solidFill>
                <a:schemeClr val="bg1"/>
              </a:solidFill>
              <a:latin typeface="汉仪字研欢乐宋W" panose="00020600040101010101" pitchFamily="18" charset="-122"/>
              <a:ea typeface="汉仪字研欢乐宋W" panose="00020600040101010101" pitchFamily="18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/>
        </p:nvGrpSpPr>
        <p:grpSpPr>
          <a:xfrm>
            <a:off x="1263650" y="2287270"/>
            <a:ext cx="4060825" cy="640080"/>
            <a:chOff x="1022" y="3613"/>
            <a:chExt cx="6395" cy="1008"/>
          </a:xfrm>
        </p:grpSpPr>
        <p:sp>
          <p:nvSpPr>
            <p:cNvPr id="18" name="文本框 17"/>
            <p:cNvSpPr txBox="1"/>
            <p:nvPr/>
          </p:nvSpPr>
          <p:spPr>
            <a:xfrm>
              <a:off x="1051" y="3613"/>
              <a:ext cx="1702" cy="34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8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+mn-cs"/>
                </a:rPr>
                <a:t>中文｜字体名称</a:t>
              </a:r>
              <a:endPara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+mn-cs"/>
              </a:endParaRPr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1022" y="3992"/>
              <a:ext cx="4972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Microsoft YaHei Bold" panose="020B0503020204020204" charset="-122"/>
                  <a:sym typeface="+mn-ea"/>
                </a:rPr>
                <a:t>汉仪字研欢乐宋W</a:t>
              </a:r>
              <a:endParaRPr kumimoji="0" lang="zh-CN" altLang="en-US" sz="2000" b="0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Microsoft YaHei Bold" panose="020B0503020204020204" charset="-122"/>
                <a:sym typeface="+mn-ea"/>
              </a:endParaRPr>
            </a:p>
          </p:txBody>
        </p:sp>
        <p:cxnSp>
          <p:nvCxnSpPr>
            <p:cNvPr id="25" name="直接连接符 24"/>
            <p:cNvCxnSpPr/>
            <p:nvPr/>
          </p:nvCxnSpPr>
          <p:spPr>
            <a:xfrm>
              <a:off x="1182" y="4621"/>
              <a:ext cx="6235" cy="0"/>
            </a:xfrm>
            <a:prstGeom prst="line">
              <a:avLst/>
            </a:prstGeom>
            <a:ln w="9525">
              <a:solidFill>
                <a:srgbClr val="222222">
                  <a:alpha val="8000"/>
                </a:srgb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" name="组合 1"/>
          <p:cNvGrpSpPr/>
          <p:nvPr/>
        </p:nvGrpSpPr>
        <p:grpSpPr>
          <a:xfrm>
            <a:off x="0" y="539750"/>
            <a:ext cx="7230745" cy="467995"/>
            <a:chOff x="0" y="861"/>
            <a:chExt cx="11387" cy="737"/>
          </a:xfrm>
        </p:grpSpPr>
        <p:sp>
          <p:nvSpPr>
            <p:cNvPr id="12" name="矩形 11"/>
            <p:cNvSpPr/>
            <p:nvPr/>
          </p:nvSpPr>
          <p:spPr>
            <a:xfrm>
              <a:off x="0" y="861"/>
              <a:ext cx="170" cy="737"/>
            </a:xfrm>
            <a:prstGeom prst="rect">
              <a:avLst/>
            </a:prstGeom>
            <a:solidFill>
              <a:srgbClr val="FF283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+mn-cs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66" y="869"/>
              <a:ext cx="6175" cy="724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汉仪粗简黑简" panose="00020600040101010101" charset="-122"/>
                </a:rPr>
                <a:t>稻壳儿</a:t>
              </a:r>
              <a:r>
                <a:rPr kumimoji="0" lang="en-US" altLang="zh-CN" sz="2400" b="1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汉仪粗简黑简" panose="00020600040101010101" charset="-122"/>
                </a:rPr>
                <a:t>PPT</a:t>
              </a:r>
              <a:r>
                <a:rPr kumimoji="0" lang="zh-CN" altLang="en-US" sz="2400" b="1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汉仪粗简黑简" panose="00020600040101010101" charset="-122"/>
                </a:rPr>
                <a:t>模板使用说明</a:t>
              </a:r>
              <a:endPara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474" y="1013"/>
              <a:ext cx="5913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200" b="0" i="0" u="none" strike="noStrike" kern="1200" cap="none" spc="0" normalizeH="0" baseline="0" noProof="0">
                  <a:ln>
                    <a:noFill/>
                  </a:ln>
                  <a:solidFill>
                    <a:srgbClr val="222222">
                      <a:alpha val="60000"/>
                    </a:srgbClr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+mn-cs"/>
                </a:rPr>
                <a:t>（本页为说明页，用户使用模板时可删除本页内容）</a:t>
              </a:r>
              <a:endPara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+mn-cs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1265555" y="1397000"/>
            <a:ext cx="2066925" cy="645160"/>
            <a:chOff x="1166" y="2210"/>
            <a:chExt cx="3255" cy="1016"/>
          </a:xfrm>
        </p:grpSpPr>
        <p:sp>
          <p:nvSpPr>
            <p:cNvPr id="17" name="文本框 16"/>
            <p:cNvSpPr txBox="1"/>
            <p:nvPr/>
          </p:nvSpPr>
          <p:spPr>
            <a:xfrm>
              <a:off x="1166" y="2210"/>
              <a:ext cx="155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FF2832"/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思源黑体 CN Bold" panose="020B0800000000000000" pitchFamily="34" charset="-122"/>
                </a:rPr>
                <a:t>01</a:t>
              </a:r>
              <a:endPara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2832"/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135" y="2404"/>
              <a:ext cx="228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Microsoft YaHei Bold" panose="020B0503020204020204" charset="-122"/>
                </a:rPr>
                <a:t>字体说明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Microsoft YaHei Bold" panose="020B0503020204020204" charset="-122"/>
              </a:endParaRPr>
            </a:p>
          </p:txBody>
        </p:sp>
      </p:grpSp>
      <p:cxnSp>
        <p:nvCxnSpPr>
          <p:cNvPr id="57" name="直接连接符 56"/>
          <p:cNvCxnSpPr/>
          <p:nvPr/>
        </p:nvCxnSpPr>
        <p:spPr>
          <a:xfrm>
            <a:off x="6096000" y="2048510"/>
            <a:ext cx="0" cy="4320000"/>
          </a:xfrm>
          <a:prstGeom prst="line">
            <a:avLst/>
          </a:prstGeom>
          <a:ln w="9525">
            <a:solidFill>
              <a:srgbClr val="222222">
                <a:alpha val="8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组合 61"/>
          <p:cNvGrpSpPr/>
          <p:nvPr/>
        </p:nvGrpSpPr>
        <p:grpSpPr>
          <a:xfrm>
            <a:off x="6727190" y="1419860"/>
            <a:ext cx="2101215" cy="645160"/>
            <a:chOff x="1213" y="2210"/>
            <a:chExt cx="3309" cy="1016"/>
          </a:xfrm>
        </p:grpSpPr>
        <p:sp>
          <p:nvSpPr>
            <p:cNvPr id="63" name="文本框 62"/>
            <p:cNvSpPr txBox="1"/>
            <p:nvPr/>
          </p:nvSpPr>
          <p:spPr>
            <a:xfrm>
              <a:off x="1213" y="2210"/>
              <a:ext cx="1555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sz="3600" b="1" i="0" u="none" strike="noStrike" kern="1200" cap="none" spc="0" normalizeH="0" baseline="0" noProof="0">
                  <a:ln>
                    <a:noFill/>
                  </a:ln>
                  <a:solidFill>
                    <a:srgbClr val="FF2832"/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思源黑体 CN Bold" panose="020B0800000000000000" pitchFamily="34" charset="-122"/>
                </a:rPr>
                <a:t>02</a:t>
              </a:r>
              <a:endPara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FF2832"/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思源黑体 CN Bold" panose="020B0800000000000000" pitchFamily="34" charset="-122"/>
              </a:endParaRPr>
            </a:p>
          </p:txBody>
        </p:sp>
        <p:sp>
          <p:nvSpPr>
            <p:cNvPr id="64" name="文本框 63"/>
            <p:cNvSpPr txBox="1"/>
            <p:nvPr/>
          </p:nvSpPr>
          <p:spPr>
            <a:xfrm>
              <a:off x="2236" y="2404"/>
              <a:ext cx="2286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汉仪粗简黑简" panose="00020600040101010101" charset="-122"/>
                  <a:ea typeface="汉仪粗简黑简" panose="00020600040101010101" charset="-122"/>
                  <a:cs typeface="Microsoft YaHei Bold" panose="020B0503020204020204" charset="-122"/>
                </a:rPr>
                <a:t>素材说明</a:t>
              </a:r>
              <a:endParaRPr kumimoji="0" lang="zh-CN" altLang="en-US" sz="20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Microsoft YaHei Bold" panose="020B0503020204020204" charset="-122"/>
              </a:endParaRPr>
            </a:p>
          </p:txBody>
        </p:sp>
      </p:grpSp>
      <p:sp>
        <p:nvSpPr>
          <p:cNvPr id="4" name="文本框 3"/>
          <p:cNvSpPr txBox="1"/>
          <p:nvPr/>
        </p:nvSpPr>
        <p:spPr>
          <a:xfrm>
            <a:off x="1254760" y="5792470"/>
            <a:ext cx="4069715" cy="575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微软雅黑" panose="020B0503020204020204" charset="-122"/>
              </a:rPr>
              <a:t>【说明】</a:t>
            </a:r>
            <a:endParaRPr kumimoji="0" lang="zh-CN" altLang="en-US" sz="700" b="0" i="0" u="none" strike="noStrike" kern="1200" cap="none" spc="0" normalizeH="0" baseline="0" noProof="0">
              <a:ln>
                <a:noFill/>
              </a:ln>
              <a:solidFill>
                <a:srgbClr val="222222">
                  <a:alpha val="60000"/>
                </a:srgbClr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微软雅黑" panose="020B050302020402020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+mn-cs"/>
                <a:sym typeface="+mn-ea"/>
              </a:rPr>
              <a:t>模板中使用的字体为【汉仪</a:t>
            </a: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+mn-cs"/>
                <a:sym typeface="+mn-ea"/>
              </a:rPr>
              <a:t>字体</a:t>
            </a: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+mn-cs"/>
                <a:sym typeface="+mn-ea"/>
              </a:rPr>
              <a:t>】，仅限于个人学习、研究或欣赏目的使用</a:t>
            </a:r>
            <a:r>
              <a:rPr kumimoji="0" lang="zh-CN" altLang="en-US" sz="7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+mn-cs"/>
                <a:sym typeface="+mn-ea"/>
              </a:rPr>
              <a:t>，</a:t>
            </a:r>
            <a:r>
              <a:rPr kumimoji="0" sz="7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+mn-cs"/>
                <a:sym typeface="+mn-ea"/>
              </a:rPr>
              <a:t>如需商用请您自行向版权方购买、获取商用版权。</a:t>
            </a:r>
            <a:endParaRPr kumimoji="0" sz="700" b="0" i="0" u="none" strike="noStrike" kern="1200" cap="none" spc="0" normalizeH="0" baseline="0" noProof="0">
              <a:ln>
                <a:noFill/>
              </a:ln>
              <a:solidFill>
                <a:srgbClr val="222222">
                  <a:alpha val="60000"/>
                </a:srgbClr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727190" y="2385060"/>
            <a:ext cx="8172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000" b="1" i="0" u="none" strike="noStrike" kern="1200" cap="none" spc="0" normalizeH="0" baseline="0" noProof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+mn-cs"/>
              </a:rPr>
              <a:t>素材：</a:t>
            </a:r>
            <a:endParaRPr kumimoji="0" lang="zh-CN" altLang="en-US" sz="1000" b="1" i="0" u="none" strike="noStrike" kern="1200" cap="none" spc="0" normalizeH="0" baseline="0" noProof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+mn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727190" y="2728595"/>
            <a:ext cx="3959860" cy="270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800" b="0" i="0" u="none" strike="noStrike" kern="1200" cap="none" spc="0" normalizeH="0" baseline="0" noProof="0">
                <a:ln>
                  <a:noFill/>
                </a:ln>
                <a:solidFill>
                  <a:srgbClr val="222222">
                    <a:alpha val="60000"/>
                  </a:srgbClr>
                </a:solidFill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+mn-ea"/>
              </a:rPr>
              <a:t>模板中使用的插画为本人原创设计，版权归设计师本人所有。</a:t>
            </a:r>
            <a:endParaRPr kumimoji="0" lang="zh-CN" altLang="en-US" sz="800" b="0" i="0" u="none" strike="noStrike" kern="1200" cap="none" spc="0" normalizeH="0" baseline="0" noProof="0">
              <a:ln>
                <a:noFill/>
              </a:ln>
              <a:solidFill>
                <a:srgbClr val="222222">
                  <a:alpha val="60000"/>
                </a:srgbClr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05270" y="3166110"/>
            <a:ext cx="2995295" cy="1685290"/>
          </a:xfrm>
          <a:prstGeom prst="rect">
            <a:avLst/>
          </a:prstGeom>
        </p:spPr>
      </p:pic>
    </p:spTree>
  </p:cSld>
  <p:clrMapOvr>
    <a:masterClrMapping/>
  </p:clrMapOvr>
  <p:transition/>
</p:sld>
</file>

<file path=ppt/tags/tag1.xml><?xml version="1.0" encoding="utf-8"?>
<p:tagLst xmlns:p="http://schemas.openxmlformats.org/presentationml/2006/main">
  <p:tag name="PA" val="v5.2.9"/>
  <p:tag name="RESOURCELIBID_ANIM" val="460"/>
</p:tagLst>
</file>

<file path=ppt/tags/tag2.xml><?xml version="1.0" encoding="utf-8"?>
<p:tagLst xmlns:p="http://schemas.openxmlformats.org/presentationml/2006/main">
  <p:tag name="KSO_WM_UNIT_PLACING_PICTURE_USER_VIEWPORT" val="{&quot;height&quot;:2336,&quot;width&quot;:4464}"/>
</p:tagLst>
</file>

<file path=ppt/tags/tag3.xml><?xml version="1.0" encoding="utf-8"?>
<p:tagLst xmlns:p="http://schemas.openxmlformats.org/presentationml/2006/main">
  <p:tag name="KSO_WM_UNIT_PLACING_PICTURE_USER_VIEWPORT" val="{&quot;height&quot;:2336,&quot;width&quot;:4464}"/>
</p:tagLst>
</file>

<file path=ppt/tags/tag4.xml><?xml version="1.0" encoding="utf-8"?>
<p:tagLst xmlns:p="http://schemas.openxmlformats.org/presentationml/2006/main">
  <p:tag name="KSO_WM_UNIT_PLACING_PICTURE_USER_VIEWPORT" val="{&quot;height&quot;:2336,&quot;width&quot;:4464}"/>
</p:tagLst>
</file>

<file path=ppt/tags/tag5.xml><?xml version="1.0" encoding="utf-8"?>
<p:tagLst xmlns:p="http://schemas.openxmlformats.org/presentationml/2006/main">
  <p:tag name="KSO_WM_UNIT_PLACING_PICTURE_USER_VIEWPORT" val="{&quot;height&quot;:2336,&quot;width&quot;:4464}"/>
</p:tagLst>
</file>

<file path=ppt/tags/tag6.xml><?xml version="1.0" encoding="utf-8"?>
<p:tagLst xmlns:p="http://schemas.openxmlformats.org/presentationml/2006/main">
  <p:tag name="PA" val="v5.2.9"/>
  <p:tag name="RESOURCELIBID_ANIM" val="460"/>
</p:tagLst>
</file>

<file path=ppt/tags/tag7.xml><?xml version="1.0" encoding="utf-8"?>
<p:tagLst xmlns:p="http://schemas.openxmlformats.org/presentationml/2006/main">
  <p:tag name="COMMONDATA" val="eyJoZGlkIjoiMTgzOTljMjQzMDVjMGMyMTIwZWUyMWQ3MDYxNTlmNTAifQ=="/>
  <p:tag name="KSO_WPP_MARK_KEY" val="00712bcf-69f1-4736-a48a-bb9c0deab8cd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2389</Words>
  <Application>WPS 演示</Application>
  <PresentationFormat>宽屏</PresentationFormat>
  <Paragraphs>229</Paragraphs>
  <Slides>16</Slides>
  <Notes>2</Notes>
  <HiddenSlides>1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4" baseType="lpstr">
      <vt:lpstr>Arial</vt:lpstr>
      <vt:lpstr>宋体</vt:lpstr>
      <vt:lpstr>Wingdings</vt:lpstr>
      <vt:lpstr>汉仪字研欢乐宋W</vt:lpstr>
      <vt:lpstr>微软雅黑</vt:lpstr>
      <vt:lpstr>汉仪字研欢乐宋简</vt:lpstr>
      <vt:lpstr>MV Boli</vt:lpstr>
      <vt:lpstr>Calibri</vt:lpstr>
      <vt:lpstr>等线</vt:lpstr>
      <vt:lpstr>汉仪粗简黑简</vt:lpstr>
      <vt:lpstr>Microsoft YaHei Bold</vt:lpstr>
      <vt:lpstr>思源黑体 CN Bold</vt:lpstr>
      <vt:lpstr>Arial Unicode MS</vt:lpstr>
      <vt:lpstr>Calibri Light</vt:lpstr>
      <vt:lpstr>Microsoft YaHei Bold</vt:lpstr>
      <vt:lpstr>Segoe Print</vt:lpstr>
      <vt:lpstr>Kata Bold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FIND YOU</cp:lastModifiedBy>
  <cp:revision>163</cp:revision>
  <dcterms:created xsi:type="dcterms:W3CDTF">2019-06-19T02:08:00Z</dcterms:created>
  <dcterms:modified xsi:type="dcterms:W3CDTF">2026-10-25T05:59:36Z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E39DFC5D10FF465780167B9C6DBE1832_11</vt:lpwstr>
  </property>
  <property fmtid="{D5CDD505-2E9C-101B-9397-08002B2CF9AE}" pid="4" name="KSOTemplateUUID">
    <vt:lpwstr>v1.0_mb_hhSYsOeu0xPuhbyWbftItg==</vt:lpwstr>
  </property>
</Properties>
</file>