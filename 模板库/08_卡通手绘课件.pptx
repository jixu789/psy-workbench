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56" r:id="rId3"/>
    <p:sldId id="260" r:id="rId5"/>
    <p:sldId id="261" r:id="rId6"/>
    <p:sldId id="262" r:id="rId7"/>
    <p:sldId id="264" r:id="rId8"/>
    <p:sldId id="265" r:id="rId9"/>
    <p:sldId id="269" r:id="rId10"/>
    <p:sldId id="270" r:id="rId11"/>
    <p:sldId id="267" r:id="rId12"/>
    <p:sldId id="271" r:id="rId13"/>
    <p:sldId id="272" r:id="rId14"/>
    <p:sldId id="268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7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735E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688" y="32"/>
      </p:cViewPr>
      <p:guideLst>
        <p:guide orient="horz" pos="2122"/>
        <p:guide pos="376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08E786-4216-45F2-862D-D7FBD8328B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image" Target="../media/image2.png"/><Relationship Id="rId6" Type="http://schemas.openxmlformats.org/officeDocument/2006/relationships/image" Target="../media/image1.png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image" Target="../media/image2.png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668020" y="446405"/>
            <a:ext cx="10855960" cy="59035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6" cstate="screen"/>
          <a:stretch>
            <a:fillRect/>
          </a:stretch>
        </p:blipFill>
        <p:spPr>
          <a:xfrm>
            <a:off x="11142980" y="826770"/>
            <a:ext cx="1049020" cy="4961255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图片 134"/>
          <p:cNvPicPr>
            <a:picLocks noChangeAspect="1"/>
          </p:cNvPicPr>
          <p:nvPr userDrawn="1"/>
        </p:nvPicPr>
        <p:blipFill rotWithShape="1">
          <a:blip r:embed="rId2" cstate="screen"/>
          <a:srcRect r="93419"/>
          <a:stretch>
            <a:fillRect/>
          </a:stretch>
        </p:blipFill>
        <p:spPr>
          <a:xfrm>
            <a:off x="11470005" y="366395"/>
            <a:ext cx="721995" cy="594233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6" cstate="screen"/>
          <a:stretch>
            <a:fillRect/>
          </a:stretch>
        </p:blipFill>
        <p:spPr>
          <a:xfrm>
            <a:off x="556895" y="367030"/>
            <a:ext cx="10562590" cy="59829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7" cstate="screen"/>
          <a:stretch>
            <a:fillRect/>
          </a:stretch>
        </p:blipFill>
        <p:spPr>
          <a:xfrm>
            <a:off x="10759440" y="948055"/>
            <a:ext cx="1049020" cy="4961255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455930" y="307340"/>
            <a:ext cx="11359515" cy="6042660"/>
          </a:xfrm>
          <a:prstGeom prst="rect">
            <a:avLst/>
          </a:prstGeom>
        </p:spPr>
      </p:pic>
      <p:pic>
        <p:nvPicPr>
          <p:cNvPr id="143" name="图片 142"/>
          <p:cNvPicPr>
            <a:picLocks noChangeAspect="1"/>
          </p:cNvPicPr>
          <p:nvPr userDrawn="1"/>
        </p:nvPicPr>
        <p:blipFill>
          <a:blip r:embed="rId6" cstate="screen"/>
          <a:stretch>
            <a:fillRect/>
          </a:stretch>
        </p:blipFill>
        <p:spPr>
          <a:xfrm>
            <a:off x="0" y="892810"/>
            <a:ext cx="1021080" cy="4829175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1167765" y="350520"/>
            <a:ext cx="10657840" cy="5999480"/>
          </a:xfrm>
          <a:prstGeom prst="rect">
            <a:avLst/>
          </a:prstGeom>
        </p:spPr>
      </p:pic>
      <p:pic>
        <p:nvPicPr>
          <p:cNvPr id="135" name="图片 134"/>
          <p:cNvPicPr>
            <a:picLocks noChangeAspect="1"/>
          </p:cNvPicPr>
          <p:nvPr userDrawn="1"/>
        </p:nvPicPr>
        <p:blipFill rotWithShape="1">
          <a:blip r:embed="rId6" cstate="screen"/>
          <a:srcRect r="93419"/>
          <a:stretch>
            <a:fillRect/>
          </a:stretch>
        </p:blipFill>
        <p:spPr>
          <a:xfrm flipH="1">
            <a:off x="0" y="306070"/>
            <a:ext cx="734695" cy="604393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7" cstate="screen"/>
          <a:stretch>
            <a:fillRect/>
          </a:stretch>
        </p:blipFill>
        <p:spPr>
          <a:xfrm>
            <a:off x="414020" y="913130"/>
            <a:ext cx="1021080" cy="4829175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3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random/>
  </p:transition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64.xml"/><Relationship Id="rId10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13.png"/><Relationship Id="rId7" Type="http://schemas.openxmlformats.org/officeDocument/2006/relationships/image" Target="../media/image15.png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8.png"/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2.png"/><Relationship Id="rId5" Type="http://schemas.openxmlformats.org/officeDocument/2006/relationships/image" Target="../media/image17.png"/><Relationship Id="rId4" Type="http://schemas.openxmlformats.org/officeDocument/2006/relationships/image" Target="../media/image11.png"/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65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6.png"/><Relationship Id="rId7" Type="http://schemas.openxmlformats.org/officeDocument/2006/relationships/image" Target="../media/image7.png"/><Relationship Id="rId6" Type="http://schemas.openxmlformats.org/officeDocument/2006/relationships/image" Target="../media/image18.png"/><Relationship Id="rId5" Type="http://schemas.openxmlformats.org/officeDocument/2006/relationships/image" Target="../media/image20.png"/><Relationship Id="rId4" Type="http://schemas.openxmlformats.org/officeDocument/2006/relationships/image" Target="../media/image5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66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7.png"/><Relationship Id="rId7" Type="http://schemas.openxmlformats.org/officeDocument/2006/relationships/image" Target="../media/image15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5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1" Type="http://schemas.openxmlformats.org/officeDocument/2006/relationships/slideLayout" Target="../slideLayouts/slideLayout4.xml"/><Relationship Id="rId10" Type="http://schemas.openxmlformats.org/officeDocument/2006/relationships/tags" Target="../tags/tag67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image" Target="../media/image19.png"/><Relationship Id="rId7" Type="http://schemas.openxmlformats.org/officeDocument/2006/relationships/image" Target="../media/image13.png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image" Target="../media/image6.png"/><Relationship Id="rId7" Type="http://schemas.openxmlformats.org/officeDocument/2006/relationships/image" Target="../media/image7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5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18.png"/><Relationship Id="rId7" Type="http://schemas.openxmlformats.org/officeDocument/2006/relationships/image" Target="../media/image12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5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3" Type="http://schemas.openxmlformats.org/officeDocument/2006/relationships/slideLayout" Target="../slideLayouts/slideLayout4.xml"/><Relationship Id="rId12" Type="http://schemas.openxmlformats.org/officeDocument/2006/relationships/tags" Target="../tags/tag70.xml"/><Relationship Id="rId11" Type="http://schemas.openxmlformats.org/officeDocument/2006/relationships/image" Target="../media/image13.png"/><Relationship Id="rId10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7.png"/><Relationship Id="rId7" Type="http://schemas.openxmlformats.org/officeDocument/2006/relationships/image" Target="../media/image15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2.png"/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5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2.xml"/><Relationship Id="rId1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30.png"/><Relationship Id="rId5" Type="http://schemas.openxmlformats.org/officeDocument/2006/relationships/image" Target="../media/image21.png"/><Relationship Id="rId4" Type="http://schemas.openxmlformats.org/officeDocument/2006/relationships/image" Target="../media/image5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image" Target="../media/image12.png"/><Relationship Id="rId7" Type="http://schemas.openxmlformats.org/officeDocument/2006/relationships/image" Target="../media/image29.png"/><Relationship Id="rId6" Type="http://schemas.openxmlformats.org/officeDocument/2006/relationships/image" Target="../media/image11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13.png"/><Relationship Id="rId7" Type="http://schemas.openxmlformats.org/officeDocument/2006/relationships/image" Target="../media/image18.png"/><Relationship Id="rId6" Type="http://schemas.openxmlformats.org/officeDocument/2006/relationships/image" Target="../media/image15.png"/><Relationship Id="rId5" Type="http://schemas.openxmlformats.org/officeDocument/2006/relationships/image" Target="../media/image31.png"/><Relationship Id="rId4" Type="http://schemas.openxmlformats.org/officeDocument/2006/relationships/image" Target="../media/image5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75.xml"/><Relationship Id="rId11" Type="http://schemas.openxmlformats.org/officeDocument/2006/relationships/image" Target="../media/image12.png"/><Relationship Id="rId10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image" Target="../media/image6.png"/><Relationship Id="rId7" Type="http://schemas.openxmlformats.org/officeDocument/2006/relationships/image" Target="../media/image7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5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77.xml"/><Relationship Id="rId10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998039" y="2383727"/>
            <a:ext cx="6690587" cy="101473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卡通手绘课件</a:t>
            </a:r>
            <a:r>
              <a:rPr lang="en-US" altLang="zh-CN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endParaRPr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7" name="图片 146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 rot="960000">
            <a:off x="4094240" y="1254570"/>
            <a:ext cx="969348" cy="1091279"/>
          </a:xfrm>
          <a:prstGeom prst="rect">
            <a:avLst/>
          </a:prstGeom>
        </p:spPr>
      </p:pic>
      <p:pic>
        <p:nvPicPr>
          <p:cNvPr id="145" name="图片 144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9189085" y="730250"/>
            <a:ext cx="768350" cy="89027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3" cstate="screen"/>
          <a:srcRect r="59575"/>
          <a:stretch>
            <a:fillRect/>
          </a:stretch>
        </p:blipFill>
        <p:spPr>
          <a:xfrm>
            <a:off x="10152925" y="1018641"/>
            <a:ext cx="1186048" cy="4256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4" cstate="screen"/>
          <a:srcRect l="79894" t="-7176" r="-2213" b="34190"/>
          <a:stretch>
            <a:fillRect/>
          </a:stretch>
        </p:blipFill>
        <p:spPr>
          <a:xfrm>
            <a:off x="1354081" y="821406"/>
            <a:ext cx="844493" cy="40067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screen"/>
          <a:srcRect l="79894" t="-7176" r="-2213" b="34190"/>
          <a:stretch>
            <a:fillRect/>
          </a:stretch>
        </p:blipFill>
        <p:spPr>
          <a:xfrm>
            <a:off x="2436756" y="1354171"/>
            <a:ext cx="844493" cy="40067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screen"/>
          <a:srcRect l="79894" t="-7176" r="-2213" b="34190"/>
          <a:stretch>
            <a:fillRect/>
          </a:stretch>
        </p:blipFill>
        <p:spPr>
          <a:xfrm>
            <a:off x="8101591" y="1443706"/>
            <a:ext cx="844493" cy="400670"/>
          </a:xfrm>
          <a:prstGeom prst="rect">
            <a:avLst/>
          </a:prstGeom>
        </p:spPr>
      </p:pic>
      <p:sp>
        <p:nvSpPr>
          <p:cNvPr id="128" name="文本框 127"/>
          <p:cNvSpPr txBox="1"/>
          <p:nvPr/>
        </p:nvSpPr>
        <p:spPr>
          <a:xfrm>
            <a:off x="4252008" y="3698248"/>
            <a:ext cx="3954687" cy="39878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授课教师：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XXX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4285805" y="4061433"/>
            <a:ext cx="3954687" cy="39878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20XX</a:t>
            </a:r>
            <a:r>
              <a:rPr lang="zh-CN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XX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XX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日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525010" y="1443990"/>
            <a:ext cx="3141980" cy="101473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20XX</a:t>
            </a:r>
            <a:endParaRPr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2249170" y="2272030"/>
            <a:ext cx="1712595" cy="1909445"/>
            <a:chOff x="3542" y="3578"/>
            <a:chExt cx="2697" cy="3007"/>
          </a:xfrm>
        </p:grpSpPr>
        <p:grpSp>
          <p:nvGrpSpPr>
            <p:cNvPr id="10" name="组合 9"/>
            <p:cNvGrpSpPr/>
            <p:nvPr/>
          </p:nvGrpSpPr>
          <p:grpSpPr>
            <a:xfrm rot="21240000">
              <a:off x="3542" y="3578"/>
              <a:ext cx="1411" cy="1594"/>
              <a:chOff x="4312426" y="962812"/>
              <a:chExt cx="896190" cy="1012024"/>
            </a:xfrm>
          </p:grpSpPr>
          <p:pic>
            <p:nvPicPr>
              <p:cNvPr id="144" name="图片 143"/>
              <p:cNvPicPr>
                <a:picLocks noChangeAspect="1"/>
              </p:cNvPicPr>
              <p:nvPr/>
            </p:nvPicPr>
            <p:blipFill>
              <a:blip r:embed="rId5" cstate="screen"/>
              <a:stretch>
                <a:fillRect/>
              </a:stretch>
            </p:blipFill>
            <p:spPr>
              <a:xfrm>
                <a:off x="4312426" y="962812"/>
                <a:ext cx="896190" cy="1012024"/>
              </a:xfrm>
              <a:prstGeom prst="rect">
                <a:avLst/>
              </a:prstGeom>
            </p:spPr>
          </p:pic>
          <p:sp>
            <p:nvSpPr>
              <p:cNvPr id="117" name="文本框 116"/>
              <p:cNvSpPr txBox="1"/>
              <p:nvPr/>
            </p:nvSpPr>
            <p:spPr>
              <a:xfrm>
                <a:off x="4541583" y="1059708"/>
                <a:ext cx="483436" cy="768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44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49" name="图片 148"/>
            <p:cNvPicPr>
              <a:picLocks noChangeAspect="1"/>
            </p:cNvPicPr>
            <p:nvPr/>
          </p:nvPicPr>
          <p:blipFill>
            <a:blip r:embed="rId6" cstate="screen"/>
            <a:stretch>
              <a:fillRect/>
            </a:stretch>
          </p:blipFill>
          <p:spPr>
            <a:xfrm>
              <a:off x="4170" y="4973"/>
              <a:ext cx="1623" cy="1613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7" cstate="screen"/>
            <a:stretch>
              <a:fillRect/>
            </a:stretch>
          </p:blipFill>
          <p:spPr>
            <a:xfrm>
              <a:off x="5333" y="5408"/>
              <a:ext cx="907" cy="1044"/>
            </a:xfrm>
            <a:prstGeom prst="rect">
              <a:avLst/>
            </a:prstGeom>
          </p:spPr>
        </p:pic>
      </p:grpSp>
      <p:pic>
        <p:nvPicPr>
          <p:cNvPr id="32" name="图片 31" descr="4bc571ee640efd02e16847e1633637e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9085" y="2458720"/>
            <a:ext cx="2997200" cy="4445000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9" cstate="screen"/>
          <a:stretch>
            <a:fillRect/>
          </a:stretch>
        </p:blipFill>
        <p:spPr>
          <a:xfrm rot="2520000">
            <a:off x="7666990" y="4232275"/>
            <a:ext cx="654050" cy="648970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3820" y="5293995"/>
            <a:ext cx="1731645" cy="94805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babdca6e6f8c299a9beb59d4d473f9f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0695" y="700405"/>
            <a:ext cx="3844925" cy="1550670"/>
          </a:xfrm>
          <a:prstGeom prst="rect">
            <a:avLst/>
          </a:prstGeom>
        </p:spPr>
      </p:pic>
      <p:sp>
        <p:nvSpPr>
          <p:cNvPr id="114" name="文本框 113"/>
          <p:cNvSpPr txBox="1"/>
          <p:nvPr/>
        </p:nvSpPr>
        <p:spPr>
          <a:xfrm>
            <a:off x="4298490" y="961811"/>
            <a:ext cx="3596293" cy="92710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zh-CN" alt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课程大纲</a:t>
            </a:r>
            <a:endParaRPr lang="en-US" altLang="zh-CN"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8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Teaching 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Programme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0" name="图片 149"/>
          <p:cNvPicPr>
            <a:picLocks noChangeAspect="1"/>
          </p:cNvPicPr>
          <p:nvPr/>
        </p:nvPicPr>
        <p:blipFill rotWithShape="1">
          <a:blip r:embed="rId2" cstate="screen"/>
          <a:srcRect l="79894" t="-7176" r="-2213" b="34190"/>
          <a:stretch>
            <a:fillRect/>
          </a:stretch>
        </p:blipFill>
        <p:spPr>
          <a:xfrm>
            <a:off x="1649231" y="804166"/>
            <a:ext cx="1125991" cy="534227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2608580" y="2472324"/>
            <a:ext cx="7671435" cy="2399665"/>
            <a:chOff x="4229" y="3581"/>
            <a:chExt cx="12081" cy="3779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 rot="17580000">
              <a:off x="4316" y="3504"/>
              <a:ext cx="1091" cy="1265"/>
            </a:xfrm>
            <a:prstGeom prst="rect">
              <a:avLst/>
            </a:prstGeom>
          </p:spPr>
        </p:pic>
        <p:sp>
          <p:nvSpPr>
            <p:cNvPr id="128" name="文本框 127"/>
            <p:cNvSpPr txBox="1"/>
            <p:nvPr/>
          </p:nvSpPr>
          <p:spPr>
            <a:xfrm>
              <a:off x="5933" y="3812"/>
              <a:ext cx="2331" cy="725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教学背景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681" y="4537"/>
              <a:ext cx="3025" cy="434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Teaching background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1723" y="3812"/>
              <a:ext cx="3503" cy="725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教学过程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1348" y="4537"/>
              <a:ext cx="3878" cy="434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The teaching process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7025" y="6048"/>
              <a:ext cx="3503" cy="725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教学分析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769" y="6868"/>
              <a:ext cx="3878" cy="434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Analysis of teaching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2607" y="6048"/>
              <a:ext cx="3503" cy="725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板书设计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12432" y="6868"/>
              <a:ext cx="3878" cy="434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Blackboard writing design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4510" y="3665"/>
              <a:ext cx="571" cy="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300" b="1" dirty="0">
                  <a:solidFill>
                    <a:schemeClr val="bg1"/>
                  </a:solidFill>
                </a:rPr>
                <a:t>1</a:t>
              </a:r>
              <a:endParaRPr lang="en-US" sz="3300" b="1" dirty="0">
                <a:solidFill>
                  <a:schemeClr val="bg1"/>
                </a:solidFill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 rot="21240000">
              <a:off x="5357" y="5925"/>
              <a:ext cx="1272" cy="1435"/>
              <a:chOff x="4312426" y="962812"/>
              <a:chExt cx="896190" cy="1012024"/>
            </a:xfrm>
          </p:grpSpPr>
          <p:pic>
            <p:nvPicPr>
              <p:cNvPr id="144" name="图片 143"/>
              <p:cNvPicPr>
                <a:picLocks noChangeAspect="1"/>
              </p:cNvPicPr>
              <p:nvPr/>
            </p:nvPicPr>
            <p:blipFill>
              <a:blip r:embed="rId4" cstate="screen"/>
              <a:stretch>
                <a:fillRect/>
              </a:stretch>
            </p:blipFill>
            <p:spPr>
              <a:xfrm>
                <a:off x="4312426" y="962812"/>
                <a:ext cx="896190" cy="1012024"/>
              </a:xfrm>
              <a:prstGeom prst="rect">
                <a:avLst/>
              </a:prstGeom>
            </p:spPr>
          </p:pic>
          <p:sp>
            <p:nvSpPr>
              <p:cNvPr id="11" name="文本框 10"/>
              <p:cNvSpPr txBox="1"/>
              <p:nvPr/>
            </p:nvSpPr>
            <p:spPr>
              <a:xfrm rot="240000">
                <a:off x="4541583" y="1059708"/>
                <a:ext cx="483436" cy="716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solidFill>
                      <a:schemeClr val="bg1"/>
                    </a:solidFill>
                  </a:rPr>
                  <a:t>2</a:t>
                </a:r>
                <a:endParaRPr lang="en-US" altLang="zh-CN" sz="36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 cstate="screen"/>
            <a:stretch>
              <a:fillRect/>
            </a:stretch>
          </p:blipFill>
          <p:spPr>
            <a:xfrm rot="20340000">
              <a:off x="10122" y="3581"/>
              <a:ext cx="1370" cy="1543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6" cstate="screen"/>
            <a:stretch>
              <a:fillRect/>
            </a:stretch>
          </p:blipFill>
          <p:spPr>
            <a:xfrm rot="17700000">
              <a:off x="11276" y="5993"/>
              <a:ext cx="1079" cy="1242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 rot="21480000">
              <a:off x="10464" y="3823"/>
              <a:ext cx="686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</a:rPr>
                <a:t>3</a:t>
              </a:r>
              <a:endParaRPr lang="en-US" altLang="zh-CN"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 rot="21480000">
              <a:off x="11473" y="6106"/>
              <a:ext cx="686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</a:rPr>
                <a:t>4</a:t>
              </a:r>
              <a:endParaRPr lang="en-US" altLang="zh-CN" sz="36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5" name="图片 14" descr="5694f3f37546459ec07984c178b6c48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273" y="3411909"/>
            <a:ext cx="1845310" cy="263271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0595" y="5243195"/>
            <a:ext cx="1731645" cy="94805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9" cstate="screen"/>
          <a:srcRect r="59575"/>
          <a:stretch>
            <a:fillRect/>
          </a:stretch>
        </p:blipFill>
        <p:spPr>
          <a:xfrm>
            <a:off x="10152925" y="1018641"/>
            <a:ext cx="1186048" cy="4256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screen"/>
          <a:srcRect l="79894" t="-7176" r="-2213" b="34190"/>
          <a:stretch>
            <a:fillRect/>
          </a:stretch>
        </p:blipFill>
        <p:spPr>
          <a:xfrm>
            <a:off x="2389283" y="1309608"/>
            <a:ext cx="1125991" cy="534227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2" cstate="screen"/>
          <a:srcRect l="79894" t="-7176" r="-2213" b="34190"/>
          <a:stretch>
            <a:fillRect/>
          </a:stretch>
        </p:blipFill>
        <p:spPr>
          <a:xfrm>
            <a:off x="8787075" y="1337926"/>
            <a:ext cx="1125991" cy="534227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1" cstate="screen"/>
          <a:srcRect l="79894" t="-7176" r="-2213" b="34190"/>
          <a:stretch>
            <a:fillRect/>
          </a:stretch>
        </p:blipFill>
        <p:spPr>
          <a:xfrm>
            <a:off x="1276350" y="946150"/>
            <a:ext cx="854710" cy="40576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2" cstate="screen"/>
          <a:srcRect r="59575"/>
          <a:stretch>
            <a:fillRect/>
          </a:stretch>
        </p:blipFill>
        <p:spPr>
          <a:xfrm>
            <a:off x="9808120" y="946251"/>
            <a:ext cx="1186048" cy="425685"/>
          </a:xfrm>
          <a:prstGeom prst="rect">
            <a:avLst/>
          </a:prstGeom>
        </p:spPr>
      </p:pic>
      <p:pic>
        <p:nvPicPr>
          <p:cNvPr id="22530" name="图片 9"/>
          <p:cNvPicPr>
            <a:picLocks noChangeAspect="1"/>
          </p:cNvPicPr>
          <p:nvPr/>
        </p:nvPicPr>
        <p:blipFill>
          <a:blip r:embed="rId3" cstate="screen"/>
          <a:srcRect l="11908" t="16713" b="14111"/>
          <a:stretch>
            <a:fillRect/>
          </a:stretch>
        </p:blipFill>
        <p:spPr>
          <a:xfrm>
            <a:off x="4039235" y="1919605"/>
            <a:ext cx="3905250" cy="26885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4" name="文本框 113"/>
          <p:cNvSpPr txBox="1"/>
          <p:nvPr/>
        </p:nvSpPr>
        <p:spPr>
          <a:xfrm>
            <a:off x="4404995" y="2712720"/>
            <a:ext cx="1163955" cy="89916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charset="-122"/>
                <a:cs typeface="+mj-lt"/>
              </a:rPr>
              <a:t>01</a:t>
            </a:r>
            <a:endParaRPr lang="en-US" altLang="zh-CN" sz="5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微软雅黑" panose="020B0503020204020204" charset="-122"/>
              <a:cs typeface="+mj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883785" y="2943225"/>
            <a:ext cx="2416175" cy="4375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教学背景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305935" y="3398520"/>
            <a:ext cx="3372485" cy="37592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Teaching background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2" name="图片 31" descr="4bc571ee640efd02e16847e1633637e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740" y="2712720"/>
            <a:ext cx="2764155" cy="4098925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7944485" y="3368675"/>
            <a:ext cx="1892300" cy="2045335"/>
            <a:chOff x="11139" y="2192"/>
            <a:chExt cx="2980" cy="3221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5" cstate="screen"/>
            <a:stretch>
              <a:fillRect/>
            </a:stretch>
          </p:blipFill>
          <p:spPr>
            <a:xfrm>
              <a:off x="11139" y="2455"/>
              <a:ext cx="2981" cy="2959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6" cstate="screen"/>
            <a:stretch>
              <a:fillRect/>
            </a:stretch>
          </p:blipFill>
          <p:spPr>
            <a:xfrm>
              <a:off x="11139" y="2192"/>
              <a:ext cx="1030" cy="1022"/>
            </a:xfrm>
            <a:prstGeom prst="rect">
              <a:avLst/>
            </a:prstGeom>
          </p:spPr>
        </p:pic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3798557" y="1620941"/>
            <a:ext cx="507536" cy="5303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" cstate="screen"/>
          <a:srcRect l="79894" t="-7176" r="-2213" b="34190"/>
          <a:stretch>
            <a:fillRect/>
          </a:stretch>
        </p:blipFill>
        <p:spPr>
          <a:xfrm>
            <a:off x="8452485" y="1621155"/>
            <a:ext cx="845185" cy="40576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 rotWithShape="1">
          <a:blip r:embed="rId1" cstate="screen"/>
          <a:srcRect l="79894" t="-7176" r="-2213" b="34190"/>
          <a:stretch>
            <a:fillRect/>
          </a:stretch>
        </p:blipFill>
        <p:spPr>
          <a:xfrm>
            <a:off x="1969770" y="1621155"/>
            <a:ext cx="854710" cy="40576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 rotWithShape="1">
          <a:blip r:embed="rId2" cstate="screen"/>
          <a:srcRect r="59575"/>
          <a:stretch>
            <a:fillRect/>
          </a:stretch>
        </p:blipFill>
        <p:spPr>
          <a:xfrm>
            <a:off x="5971450" y="946251"/>
            <a:ext cx="1186048" cy="425685"/>
          </a:xfrm>
          <a:prstGeom prst="rect">
            <a:avLst/>
          </a:prstGeom>
        </p:spPr>
      </p:pic>
      <p:pic>
        <p:nvPicPr>
          <p:cNvPr id="40" name="图片 20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9385142" y="673100"/>
            <a:ext cx="1222772" cy="111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4061" y="5263190"/>
            <a:ext cx="1731645" cy="94805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9383" y="5338918"/>
            <a:ext cx="1731645" cy="94805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1046480" y="696595"/>
            <a:ext cx="5814060" cy="953770"/>
            <a:chOff x="1648" y="1097"/>
            <a:chExt cx="9156" cy="1502"/>
          </a:xfrm>
        </p:grpSpPr>
        <p:sp>
          <p:nvSpPr>
            <p:cNvPr id="25" name="文本框 24"/>
            <p:cNvSpPr txBox="1"/>
            <p:nvPr/>
          </p:nvSpPr>
          <p:spPr>
            <a:xfrm>
              <a:off x="2330" y="1229"/>
              <a:ext cx="8474" cy="82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教学背景   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Teaching background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1648" y="1149"/>
              <a:ext cx="1439" cy="1451"/>
              <a:chOff x="3542" y="3578"/>
              <a:chExt cx="2698" cy="3008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1" cstate="screen"/>
              <a:stretch>
                <a:fillRect/>
              </a:stretch>
            </p:blipFill>
            <p:spPr>
              <a:xfrm rot="21240000">
                <a:off x="3542" y="3578"/>
                <a:ext cx="1411" cy="1594"/>
              </a:xfrm>
              <a:prstGeom prst="rect">
                <a:avLst/>
              </a:prstGeom>
            </p:spPr>
          </p:pic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2" cstate="screen"/>
              <a:stretch>
                <a:fillRect/>
              </a:stretch>
            </p:blipFill>
            <p:spPr>
              <a:xfrm>
                <a:off x="4170" y="4973"/>
                <a:ext cx="1623" cy="1613"/>
              </a:xfrm>
              <a:prstGeom prst="rect">
                <a:avLst/>
              </a:prstGeom>
            </p:spPr>
          </p:pic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3" cstate="screen"/>
              <a:stretch>
                <a:fillRect/>
              </a:stretch>
            </p:blipFill>
            <p:spPr>
              <a:xfrm>
                <a:off x="5333" y="5408"/>
                <a:ext cx="907" cy="1044"/>
              </a:xfrm>
              <a:prstGeom prst="rect">
                <a:avLst/>
              </a:prstGeom>
            </p:spPr>
          </p:pic>
        </p:grpSp>
        <p:pic>
          <p:nvPicPr>
            <p:cNvPr id="145" name="图片 144"/>
            <p:cNvPicPr>
              <a:picLocks noChangeAspect="1"/>
            </p:cNvPicPr>
            <p:nvPr/>
          </p:nvPicPr>
          <p:blipFill>
            <a:blip r:embed="rId4" cstate="screen"/>
            <a:stretch>
              <a:fillRect/>
            </a:stretch>
          </p:blipFill>
          <p:spPr>
            <a:xfrm rot="840000">
              <a:off x="9489" y="1097"/>
              <a:ext cx="678" cy="787"/>
            </a:xfrm>
            <a:prstGeom prst="rect">
              <a:avLst/>
            </a:prstGeom>
          </p:spPr>
        </p:pic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1259205" y="2235200"/>
            <a:ext cx="2918460" cy="314261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5454015" y="2331720"/>
            <a:ext cx="4349750" cy="304609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    </a:t>
            </a:r>
            <a:r>
              <a:rPr lang="zh-CN" altLang="en-US" sz="16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点击此处添加文字描述，文字颜色、大小、字体可根据需求进行更改。点击此处添加文字描述，文字颜色、大小、字体可根据需求进行更改。点击此处添加文字描述，文字颜色、大小、字体可根据需求进行更改。点击此处添加文字描述，文字颜色、大小、字体可根据需求进行更改。</a:t>
            </a:r>
            <a:endParaRPr lang="zh-CN" altLang="en-US" sz="16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5228934" y="1969997"/>
            <a:ext cx="507536" cy="530398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7" cstate="screen"/>
          <a:srcRect l="79894" t="-7176" r="-2213" b="34190"/>
          <a:stretch>
            <a:fillRect/>
          </a:stretch>
        </p:blipFill>
        <p:spPr>
          <a:xfrm>
            <a:off x="8619246" y="1075727"/>
            <a:ext cx="1125991" cy="534227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8" cstate="screen"/>
          <a:srcRect r="59575"/>
          <a:stretch>
            <a:fillRect/>
          </a:stretch>
        </p:blipFill>
        <p:spPr>
          <a:xfrm>
            <a:off x="9913066" y="721403"/>
            <a:ext cx="1186048" cy="425685"/>
          </a:xfrm>
          <a:prstGeom prst="rect">
            <a:avLst/>
          </a:prstGeom>
        </p:spPr>
      </p:pic>
      <p:pic>
        <p:nvPicPr>
          <p:cNvPr id="20" name="图片 19" descr="4bc571ee640efd02e16847e1633637e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3335" y="2500395"/>
            <a:ext cx="2997200" cy="4445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1381125" y="696595"/>
            <a:ext cx="5814060" cy="953770"/>
            <a:chOff x="1648" y="1097"/>
            <a:chExt cx="9156" cy="1502"/>
          </a:xfrm>
        </p:grpSpPr>
        <p:sp>
          <p:nvSpPr>
            <p:cNvPr id="25" name="文本框 24"/>
            <p:cNvSpPr txBox="1"/>
            <p:nvPr/>
          </p:nvSpPr>
          <p:spPr>
            <a:xfrm>
              <a:off x="2330" y="1229"/>
              <a:ext cx="8474" cy="82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教学背景   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Teaching background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1648" y="1149"/>
              <a:ext cx="1439" cy="1451"/>
              <a:chOff x="3542" y="3578"/>
              <a:chExt cx="2698" cy="3008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1" cstate="screen"/>
              <a:stretch>
                <a:fillRect/>
              </a:stretch>
            </p:blipFill>
            <p:spPr>
              <a:xfrm rot="21240000">
                <a:off x="3542" y="3578"/>
                <a:ext cx="1411" cy="1594"/>
              </a:xfrm>
              <a:prstGeom prst="rect">
                <a:avLst/>
              </a:prstGeom>
            </p:spPr>
          </p:pic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2" cstate="screen"/>
              <a:stretch>
                <a:fillRect/>
              </a:stretch>
            </p:blipFill>
            <p:spPr>
              <a:xfrm>
                <a:off x="4170" y="4973"/>
                <a:ext cx="1623" cy="1613"/>
              </a:xfrm>
              <a:prstGeom prst="rect">
                <a:avLst/>
              </a:prstGeom>
            </p:spPr>
          </p:pic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3" cstate="screen"/>
              <a:stretch>
                <a:fillRect/>
              </a:stretch>
            </p:blipFill>
            <p:spPr>
              <a:xfrm>
                <a:off x="5333" y="5408"/>
                <a:ext cx="907" cy="1044"/>
              </a:xfrm>
              <a:prstGeom prst="rect">
                <a:avLst/>
              </a:prstGeom>
            </p:spPr>
          </p:pic>
        </p:grpSp>
        <p:pic>
          <p:nvPicPr>
            <p:cNvPr id="145" name="图片 144"/>
            <p:cNvPicPr>
              <a:picLocks noChangeAspect="1"/>
            </p:cNvPicPr>
            <p:nvPr/>
          </p:nvPicPr>
          <p:blipFill>
            <a:blip r:embed="rId4" cstate="screen"/>
            <a:stretch>
              <a:fillRect/>
            </a:stretch>
          </p:blipFill>
          <p:spPr>
            <a:xfrm rot="840000">
              <a:off x="9489" y="1097"/>
              <a:ext cx="678" cy="787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2537460" y="1156970"/>
            <a:ext cx="3114040" cy="3072130"/>
            <a:chOff x="3130" y="1949"/>
            <a:chExt cx="4904" cy="4838"/>
          </a:xfrm>
        </p:grpSpPr>
        <p:pic>
          <p:nvPicPr>
            <p:cNvPr id="36" name="图片 35" descr="图片包含 镜子, 汽车, 室内, 反射&#10;&#10;已生成高可信度的说明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30" y="1949"/>
              <a:ext cx="4904" cy="4838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3771" y="3533"/>
              <a:ext cx="3623" cy="1670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      </a:t>
              </a:r>
              <a:r>
                <a:rPr lang="zh-CN" altLang="en-US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点击此处添加文字描述，文字颜色、大小、字体可根据需求进行更改。</a:t>
              </a:r>
              <a:endPara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476365" y="1156970"/>
            <a:ext cx="3114040" cy="3072130"/>
            <a:chOff x="3130" y="1949"/>
            <a:chExt cx="4904" cy="4838"/>
          </a:xfrm>
        </p:grpSpPr>
        <p:pic>
          <p:nvPicPr>
            <p:cNvPr id="5" name="图片 4" descr="图片包含 镜子, 汽车, 室内, 反射&#10;&#10;已生成高可信度的说明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30" y="1949"/>
              <a:ext cx="4904" cy="4838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3771" y="3533"/>
              <a:ext cx="3623" cy="1670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      </a:t>
              </a:r>
              <a:r>
                <a:rPr lang="zh-CN" altLang="en-US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点击此处添加文字描述，文字颜色、大小、字体可根据需求进行更改。</a:t>
              </a:r>
              <a:endPara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166745" y="3223260"/>
            <a:ext cx="3114040" cy="3072130"/>
            <a:chOff x="3130" y="1949"/>
            <a:chExt cx="4904" cy="4838"/>
          </a:xfrm>
        </p:grpSpPr>
        <p:pic>
          <p:nvPicPr>
            <p:cNvPr id="10" name="图片 9" descr="图片包含 镜子, 汽车, 室内, 反射&#10;&#10;已生成高可信度的说明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30" y="1949"/>
              <a:ext cx="4904" cy="4838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3771" y="3533"/>
              <a:ext cx="3623" cy="1670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      </a:t>
              </a:r>
              <a:r>
                <a:rPr lang="zh-CN" altLang="en-US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点击此处添加文字描述，文字颜色、大小、字体可根据需求进行更改。</a:t>
              </a:r>
              <a:endPara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964045" y="3223260"/>
            <a:ext cx="3114040" cy="3072130"/>
            <a:chOff x="3130" y="1949"/>
            <a:chExt cx="4904" cy="4838"/>
          </a:xfrm>
        </p:grpSpPr>
        <p:pic>
          <p:nvPicPr>
            <p:cNvPr id="15" name="图片 14" descr="图片包含 镜子, 汽车, 室内, 反射&#10;&#10;已生成高可信度的说明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30" y="1949"/>
              <a:ext cx="4904" cy="4838"/>
            </a:xfrm>
            <a:prstGeom prst="rect">
              <a:avLst/>
            </a:prstGeom>
          </p:spPr>
        </p:pic>
        <p:sp>
          <p:nvSpPr>
            <p:cNvPr id="16" name="矩形 15"/>
            <p:cNvSpPr/>
            <p:nvPr/>
          </p:nvSpPr>
          <p:spPr>
            <a:xfrm>
              <a:off x="3771" y="3533"/>
              <a:ext cx="3623" cy="1670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      </a:t>
              </a:r>
              <a:r>
                <a:rPr lang="zh-CN" altLang="en-US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点击此处添加文字描述，文字颜色、大小、字体可根据需求进行更改。</a:t>
              </a:r>
              <a:endPara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0025" y="4782185"/>
            <a:ext cx="1238885" cy="1354455"/>
          </a:xfrm>
          <a:prstGeom prst="rect">
            <a:avLst/>
          </a:prstGeom>
        </p:spPr>
      </p:pic>
      <p:sp>
        <p:nvSpPr>
          <p:cNvPr id="23" name="virtual-cloud_74160"/>
          <p:cNvSpPr>
            <a:spLocks noChangeAspect="1"/>
          </p:cNvSpPr>
          <p:nvPr/>
        </p:nvSpPr>
        <p:spPr bwMode="auto">
          <a:xfrm rot="2194535">
            <a:off x="9029520" y="2055814"/>
            <a:ext cx="353060" cy="268605"/>
          </a:xfrm>
          <a:custGeom>
            <a:avLst/>
            <a:gdLst>
              <a:gd name="T0" fmla="*/ 1914 w 2241"/>
              <a:gd name="T1" fmla="*/ 76 h 1858"/>
              <a:gd name="T2" fmla="*/ 1608 w 2241"/>
              <a:gd name="T3" fmla="*/ 0 h 1858"/>
              <a:gd name="T4" fmla="*/ 1121 w 2241"/>
              <a:gd name="T5" fmla="*/ 220 h 1858"/>
              <a:gd name="T6" fmla="*/ 633 w 2241"/>
              <a:gd name="T7" fmla="*/ 0 h 1858"/>
              <a:gd name="T8" fmla="*/ 327 w 2241"/>
              <a:gd name="T9" fmla="*/ 76 h 1858"/>
              <a:gd name="T10" fmla="*/ 0 w 2241"/>
              <a:gd name="T11" fmla="*/ 608 h 1858"/>
              <a:gd name="T12" fmla="*/ 31 w 2241"/>
              <a:gd name="T13" fmla="*/ 796 h 1858"/>
              <a:gd name="T14" fmla="*/ 1121 w 2241"/>
              <a:gd name="T15" fmla="*/ 1858 h 1858"/>
              <a:gd name="T16" fmla="*/ 2210 w 2241"/>
              <a:gd name="T17" fmla="*/ 796 h 1858"/>
              <a:gd name="T18" fmla="*/ 2241 w 2241"/>
              <a:gd name="T19" fmla="*/ 608 h 1858"/>
              <a:gd name="T20" fmla="*/ 1914 w 2241"/>
              <a:gd name="T21" fmla="*/ 76 h 1858"/>
              <a:gd name="T22" fmla="*/ 2037 w 2241"/>
              <a:gd name="T23" fmla="*/ 743 h 1858"/>
              <a:gd name="T24" fmla="*/ 1997 w 2241"/>
              <a:gd name="T25" fmla="*/ 771 h 1858"/>
              <a:gd name="T26" fmla="*/ 1983 w 2241"/>
              <a:gd name="T27" fmla="*/ 770 h 1858"/>
              <a:gd name="T28" fmla="*/ 1957 w 2241"/>
              <a:gd name="T29" fmla="*/ 715 h 1858"/>
              <a:gd name="T30" fmla="*/ 1975 w 2241"/>
              <a:gd name="T31" fmla="*/ 608 h 1858"/>
              <a:gd name="T32" fmla="*/ 1786 w 2241"/>
              <a:gd name="T33" fmla="*/ 302 h 1858"/>
              <a:gd name="T34" fmla="*/ 1608 w 2241"/>
              <a:gd name="T35" fmla="*/ 257 h 1858"/>
              <a:gd name="T36" fmla="*/ 1566 w 2241"/>
              <a:gd name="T37" fmla="*/ 215 h 1858"/>
              <a:gd name="T38" fmla="*/ 1608 w 2241"/>
              <a:gd name="T39" fmla="*/ 172 h 1858"/>
              <a:gd name="T40" fmla="*/ 1826 w 2241"/>
              <a:gd name="T41" fmla="*/ 227 h 1858"/>
              <a:gd name="T42" fmla="*/ 2060 w 2241"/>
              <a:gd name="T43" fmla="*/ 608 h 1858"/>
              <a:gd name="T44" fmla="*/ 2037 w 2241"/>
              <a:gd name="T45" fmla="*/ 743 h 18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241" h="1858">
                <a:moveTo>
                  <a:pt x="1914" y="76"/>
                </a:moveTo>
                <a:cubicBezTo>
                  <a:pt x="1823" y="27"/>
                  <a:pt x="1719" y="0"/>
                  <a:pt x="1608" y="0"/>
                </a:cubicBezTo>
                <a:cubicBezTo>
                  <a:pt x="1413" y="0"/>
                  <a:pt x="1237" y="86"/>
                  <a:pt x="1121" y="220"/>
                </a:cubicBezTo>
                <a:cubicBezTo>
                  <a:pt x="1004" y="86"/>
                  <a:pt x="829" y="0"/>
                  <a:pt x="633" y="0"/>
                </a:cubicBezTo>
                <a:cubicBezTo>
                  <a:pt x="522" y="0"/>
                  <a:pt x="418" y="27"/>
                  <a:pt x="327" y="76"/>
                </a:cubicBezTo>
                <a:cubicBezTo>
                  <a:pt x="132" y="179"/>
                  <a:pt x="0" y="378"/>
                  <a:pt x="0" y="608"/>
                </a:cubicBezTo>
                <a:cubicBezTo>
                  <a:pt x="0" y="674"/>
                  <a:pt x="11" y="737"/>
                  <a:pt x="31" y="796"/>
                </a:cubicBezTo>
                <a:cubicBezTo>
                  <a:pt x="140" y="1266"/>
                  <a:pt x="833" y="1858"/>
                  <a:pt x="1121" y="1858"/>
                </a:cubicBezTo>
                <a:cubicBezTo>
                  <a:pt x="1401" y="1858"/>
                  <a:pt x="2101" y="1266"/>
                  <a:pt x="2210" y="796"/>
                </a:cubicBezTo>
                <a:cubicBezTo>
                  <a:pt x="2230" y="737"/>
                  <a:pt x="2241" y="674"/>
                  <a:pt x="2241" y="608"/>
                </a:cubicBezTo>
                <a:cubicBezTo>
                  <a:pt x="2241" y="378"/>
                  <a:pt x="2109" y="179"/>
                  <a:pt x="1914" y="76"/>
                </a:cubicBezTo>
                <a:close/>
                <a:moveTo>
                  <a:pt x="2037" y="743"/>
                </a:moveTo>
                <a:cubicBezTo>
                  <a:pt x="2031" y="760"/>
                  <a:pt x="2015" y="771"/>
                  <a:pt x="1997" y="771"/>
                </a:cubicBezTo>
                <a:cubicBezTo>
                  <a:pt x="1992" y="771"/>
                  <a:pt x="1988" y="771"/>
                  <a:pt x="1983" y="770"/>
                </a:cubicBezTo>
                <a:cubicBezTo>
                  <a:pt x="1961" y="762"/>
                  <a:pt x="1949" y="738"/>
                  <a:pt x="1957" y="715"/>
                </a:cubicBezTo>
                <a:cubicBezTo>
                  <a:pt x="1969" y="679"/>
                  <a:pt x="1975" y="644"/>
                  <a:pt x="1975" y="608"/>
                </a:cubicBezTo>
                <a:cubicBezTo>
                  <a:pt x="1975" y="481"/>
                  <a:pt x="1902" y="363"/>
                  <a:pt x="1786" y="302"/>
                </a:cubicBezTo>
                <a:cubicBezTo>
                  <a:pt x="1731" y="272"/>
                  <a:pt x="1671" y="257"/>
                  <a:pt x="1608" y="257"/>
                </a:cubicBezTo>
                <a:cubicBezTo>
                  <a:pt x="1584" y="257"/>
                  <a:pt x="1566" y="239"/>
                  <a:pt x="1566" y="215"/>
                </a:cubicBezTo>
                <a:cubicBezTo>
                  <a:pt x="1566" y="191"/>
                  <a:pt x="1584" y="172"/>
                  <a:pt x="1608" y="172"/>
                </a:cubicBezTo>
                <a:cubicBezTo>
                  <a:pt x="1685" y="172"/>
                  <a:pt x="1758" y="191"/>
                  <a:pt x="1826" y="227"/>
                </a:cubicBezTo>
                <a:cubicBezTo>
                  <a:pt x="1970" y="303"/>
                  <a:pt x="2060" y="449"/>
                  <a:pt x="2060" y="608"/>
                </a:cubicBezTo>
                <a:cubicBezTo>
                  <a:pt x="2060" y="653"/>
                  <a:pt x="2053" y="699"/>
                  <a:pt x="2037" y="743"/>
                </a:cubicBezTo>
                <a:close/>
              </a:path>
            </a:pathLst>
          </a:custGeom>
          <a:solidFill>
            <a:srgbClr val="FFB6B9">
              <a:alpha val="45000"/>
            </a:srgbClr>
          </a:solidFill>
          <a:ln>
            <a:noFill/>
          </a:ln>
        </p:spPr>
        <p:txBody>
          <a:bodyPr lIns="68580" tIns="34290" rIns="68580" bIns="34290"/>
          <a:lstStyle/>
          <a:p>
            <a:endParaRPr lang="zh-CN" altLang="en-US"/>
          </a:p>
        </p:txBody>
      </p:sp>
      <p:pic>
        <p:nvPicPr>
          <p:cNvPr id="26" name="图片 25" descr="5694f3f37546459ec07984c178b6c48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7008" y="3662680"/>
            <a:ext cx="1845310" cy="263271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8" cstate="screen"/>
          <a:srcRect l="79894" t="-7176" r="-2213" b="34190"/>
          <a:stretch>
            <a:fillRect/>
          </a:stretch>
        </p:blipFill>
        <p:spPr>
          <a:xfrm>
            <a:off x="8619246" y="1075727"/>
            <a:ext cx="1125991" cy="534227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9" cstate="screen"/>
          <a:srcRect r="59575"/>
          <a:stretch>
            <a:fillRect/>
          </a:stretch>
        </p:blipFill>
        <p:spPr>
          <a:xfrm>
            <a:off x="9913066" y="721403"/>
            <a:ext cx="1186048" cy="42568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9" cstate="screen"/>
          <a:srcRect r="59575"/>
          <a:stretch>
            <a:fillRect/>
          </a:stretch>
        </p:blipFill>
        <p:spPr>
          <a:xfrm>
            <a:off x="10421442" y="1342840"/>
            <a:ext cx="1186048" cy="42568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8" cstate="screen"/>
          <a:srcRect l="79894" t="-7176" r="-2213" b="34190"/>
          <a:stretch>
            <a:fillRect/>
          </a:stretch>
        </p:blipFill>
        <p:spPr>
          <a:xfrm>
            <a:off x="7132501" y="679353"/>
            <a:ext cx="1125991" cy="534227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1" cstate="screen"/>
          <a:srcRect l="79894" t="-7176" r="-2213" b="34190"/>
          <a:stretch>
            <a:fillRect/>
          </a:stretch>
        </p:blipFill>
        <p:spPr>
          <a:xfrm>
            <a:off x="1276350" y="946150"/>
            <a:ext cx="854710" cy="40576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2" cstate="screen"/>
          <a:srcRect r="59575"/>
          <a:stretch>
            <a:fillRect/>
          </a:stretch>
        </p:blipFill>
        <p:spPr>
          <a:xfrm>
            <a:off x="9808120" y="946251"/>
            <a:ext cx="1186048" cy="425685"/>
          </a:xfrm>
          <a:prstGeom prst="rect">
            <a:avLst/>
          </a:prstGeom>
        </p:spPr>
      </p:pic>
      <p:pic>
        <p:nvPicPr>
          <p:cNvPr id="22530" name="图片 9"/>
          <p:cNvPicPr>
            <a:picLocks noChangeAspect="1"/>
          </p:cNvPicPr>
          <p:nvPr/>
        </p:nvPicPr>
        <p:blipFill>
          <a:blip r:embed="rId3" cstate="screen"/>
          <a:srcRect l="11908" t="16713" b="14111"/>
          <a:stretch>
            <a:fillRect/>
          </a:stretch>
        </p:blipFill>
        <p:spPr>
          <a:xfrm>
            <a:off x="4039235" y="1919605"/>
            <a:ext cx="3905250" cy="26885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4" name="文本框 113"/>
          <p:cNvSpPr txBox="1"/>
          <p:nvPr/>
        </p:nvSpPr>
        <p:spPr>
          <a:xfrm>
            <a:off x="4404995" y="2712720"/>
            <a:ext cx="1163955" cy="89916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charset="-122"/>
                <a:cs typeface="+mj-lt"/>
              </a:rPr>
              <a:t>02</a:t>
            </a:r>
            <a:endParaRPr lang="en-US" altLang="zh-CN" sz="5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微软雅黑" panose="020B0503020204020204" charset="-122"/>
              <a:cs typeface="+mj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887595" y="2931160"/>
            <a:ext cx="2416175" cy="4375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教学分析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305935" y="3398520"/>
            <a:ext cx="3372485" cy="37592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Analysis of teaching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2" name="图片 31" descr="4bc571ee640efd02e16847e1633637e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780" y="2712720"/>
            <a:ext cx="2764155" cy="409892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 rot="4680000">
            <a:off x="6591300" y="3837305"/>
            <a:ext cx="654050" cy="64897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3798557" y="1620941"/>
            <a:ext cx="507536" cy="5303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" cstate="screen"/>
          <a:srcRect l="79894" t="-7176" r="-2213" b="34190"/>
          <a:stretch>
            <a:fillRect/>
          </a:stretch>
        </p:blipFill>
        <p:spPr>
          <a:xfrm>
            <a:off x="8452485" y="1621155"/>
            <a:ext cx="845185" cy="40576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 rotWithShape="1">
          <a:blip r:embed="rId1" cstate="screen"/>
          <a:srcRect l="79894" t="-7176" r="-2213" b="34190"/>
          <a:stretch>
            <a:fillRect/>
          </a:stretch>
        </p:blipFill>
        <p:spPr>
          <a:xfrm>
            <a:off x="1969770" y="1621155"/>
            <a:ext cx="854710" cy="40576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 rotWithShape="1">
          <a:blip r:embed="rId2" cstate="screen"/>
          <a:srcRect r="59575"/>
          <a:stretch>
            <a:fillRect/>
          </a:stretch>
        </p:blipFill>
        <p:spPr>
          <a:xfrm>
            <a:off x="5971450" y="946251"/>
            <a:ext cx="1186048" cy="42568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2245" y="5172075"/>
            <a:ext cx="1731645" cy="948055"/>
          </a:xfrm>
          <a:prstGeom prst="rect">
            <a:avLst/>
          </a:prstGeom>
        </p:spPr>
      </p:pic>
      <p:pic>
        <p:nvPicPr>
          <p:cNvPr id="7173" name="图片 20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9425782" y="805180"/>
            <a:ext cx="1222772" cy="111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7720" y="5145722"/>
            <a:ext cx="1731645" cy="94805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 rot="7358942">
            <a:off x="2376429" y="3837298"/>
            <a:ext cx="654050" cy="64897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1381125" y="696595"/>
            <a:ext cx="5814060" cy="954405"/>
            <a:chOff x="1648" y="1097"/>
            <a:chExt cx="9156" cy="1503"/>
          </a:xfrm>
        </p:grpSpPr>
        <p:sp>
          <p:nvSpPr>
            <p:cNvPr id="25" name="文本框 24"/>
            <p:cNvSpPr txBox="1"/>
            <p:nvPr/>
          </p:nvSpPr>
          <p:spPr>
            <a:xfrm>
              <a:off x="2330" y="1229"/>
              <a:ext cx="8474" cy="82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教学分析   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Analysis of teaching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1648" y="1149"/>
              <a:ext cx="1439" cy="1451"/>
              <a:chOff x="3542" y="3578"/>
              <a:chExt cx="2698" cy="3008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1" cstate="screen"/>
              <a:stretch>
                <a:fillRect/>
              </a:stretch>
            </p:blipFill>
            <p:spPr>
              <a:xfrm rot="21240000">
                <a:off x="3542" y="3578"/>
                <a:ext cx="1411" cy="1594"/>
              </a:xfrm>
              <a:prstGeom prst="rect">
                <a:avLst/>
              </a:prstGeom>
            </p:spPr>
          </p:pic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2" cstate="screen"/>
              <a:stretch>
                <a:fillRect/>
              </a:stretch>
            </p:blipFill>
            <p:spPr>
              <a:xfrm>
                <a:off x="4170" y="4973"/>
                <a:ext cx="1623" cy="1613"/>
              </a:xfrm>
              <a:prstGeom prst="rect">
                <a:avLst/>
              </a:prstGeom>
            </p:spPr>
          </p:pic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3" cstate="screen"/>
              <a:stretch>
                <a:fillRect/>
              </a:stretch>
            </p:blipFill>
            <p:spPr>
              <a:xfrm>
                <a:off x="5333" y="5408"/>
                <a:ext cx="907" cy="1044"/>
              </a:xfrm>
              <a:prstGeom prst="rect">
                <a:avLst/>
              </a:prstGeom>
            </p:spPr>
          </p:pic>
        </p:grpSp>
        <p:pic>
          <p:nvPicPr>
            <p:cNvPr id="145" name="图片 144"/>
            <p:cNvPicPr>
              <a:picLocks noChangeAspect="1"/>
            </p:cNvPicPr>
            <p:nvPr/>
          </p:nvPicPr>
          <p:blipFill>
            <a:blip r:embed="rId4" cstate="screen"/>
            <a:stretch>
              <a:fillRect/>
            </a:stretch>
          </p:blipFill>
          <p:spPr>
            <a:xfrm rot="840000">
              <a:off x="9489" y="1097"/>
              <a:ext cx="678" cy="787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/>
        </p:nvGrpSpPr>
        <p:grpSpPr>
          <a:xfrm>
            <a:off x="1092835" y="3368675"/>
            <a:ext cx="3053080" cy="2473960"/>
            <a:chOff x="1960" y="5305"/>
            <a:chExt cx="4808" cy="3896"/>
          </a:xfrm>
        </p:grpSpPr>
        <p:pic>
          <p:nvPicPr>
            <p:cNvPr id="4" name="Picture 2" descr="F:\1-原创素材\1_mm1102\PPT\PPT_014\materaials\pageimg_g16.pn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960" y="5305"/>
              <a:ext cx="4809" cy="3896"/>
            </a:xfrm>
            <a:prstGeom prst="rect">
              <a:avLst/>
            </a:prstGeom>
            <a:noFill/>
            <a:effectLst/>
          </p:spPr>
        </p:pic>
        <p:sp>
          <p:nvSpPr>
            <p:cNvPr id="13" name="矩形 12"/>
            <p:cNvSpPr/>
            <p:nvPr/>
          </p:nvSpPr>
          <p:spPr>
            <a:xfrm>
              <a:off x="2553" y="6744"/>
              <a:ext cx="3623" cy="1670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      </a:t>
              </a:r>
              <a:r>
                <a:rPr lang="zh-CN" altLang="en-US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点击此处添加文字描述，文字颜色、大小、字体可根据需求进行更改。</a:t>
              </a:r>
              <a:endPara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6"/>
          <a:srcRect t="35385"/>
          <a:stretch>
            <a:fillRect/>
          </a:stretch>
        </p:blipFill>
        <p:spPr>
          <a:xfrm>
            <a:off x="8423910" y="1714500"/>
            <a:ext cx="3096260" cy="3307715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3252470" y="1241425"/>
            <a:ext cx="3053080" cy="2473960"/>
            <a:chOff x="1960" y="5305"/>
            <a:chExt cx="4808" cy="3896"/>
          </a:xfrm>
        </p:grpSpPr>
        <p:pic>
          <p:nvPicPr>
            <p:cNvPr id="16" name="Picture 2" descr="F:\1-原创素材\1_mm1102\PPT\PPT_014\materaials\pageimg_g16.pn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960" y="5305"/>
              <a:ext cx="4809" cy="3896"/>
            </a:xfrm>
            <a:prstGeom prst="rect">
              <a:avLst/>
            </a:prstGeom>
            <a:noFill/>
            <a:effectLst/>
          </p:spPr>
        </p:pic>
        <p:sp>
          <p:nvSpPr>
            <p:cNvPr id="17" name="矩形 16"/>
            <p:cNvSpPr/>
            <p:nvPr/>
          </p:nvSpPr>
          <p:spPr>
            <a:xfrm>
              <a:off x="2553" y="6744"/>
              <a:ext cx="3623" cy="1670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      </a:t>
              </a:r>
              <a:r>
                <a:rPr lang="zh-CN" altLang="en-US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点击此处添加文字描述，文字颜色、大小、字体可根据需求进行更改。</a:t>
              </a:r>
              <a:endPara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048250" y="3368675"/>
            <a:ext cx="3053080" cy="2473960"/>
            <a:chOff x="1960" y="5305"/>
            <a:chExt cx="4808" cy="3896"/>
          </a:xfrm>
        </p:grpSpPr>
        <p:pic>
          <p:nvPicPr>
            <p:cNvPr id="19" name="Picture 2" descr="F:\1-原创素材\1_mm1102\PPT\PPT_014\materaials\pageimg_g16.pn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960" y="5305"/>
              <a:ext cx="4809" cy="3896"/>
            </a:xfrm>
            <a:prstGeom prst="rect">
              <a:avLst/>
            </a:prstGeom>
            <a:noFill/>
            <a:effectLst/>
          </p:spPr>
        </p:pic>
        <p:sp>
          <p:nvSpPr>
            <p:cNvPr id="20" name="矩形 19"/>
            <p:cNvSpPr/>
            <p:nvPr/>
          </p:nvSpPr>
          <p:spPr>
            <a:xfrm>
              <a:off x="2553" y="6744"/>
              <a:ext cx="3623" cy="1670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      </a:t>
              </a:r>
              <a:r>
                <a:rPr lang="zh-CN" altLang="en-US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点击此处添加文字描述，文字颜色、大小、字体可根据需求进行更改。</a:t>
              </a:r>
              <a:endPara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7" cstate="screen"/>
          <a:srcRect l="79894" t="-7176" r="-2213" b="34190"/>
          <a:stretch>
            <a:fillRect/>
          </a:stretch>
        </p:blipFill>
        <p:spPr>
          <a:xfrm>
            <a:off x="9678532" y="940321"/>
            <a:ext cx="845185" cy="40576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8" cstate="screen"/>
          <a:srcRect r="59575"/>
          <a:stretch>
            <a:fillRect/>
          </a:stretch>
        </p:blipFill>
        <p:spPr>
          <a:xfrm>
            <a:off x="7553472" y="957751"/>
            <a:ext cx="1186048" cy="42568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1381125" y="696595"/>
            <a:ext cx="5814060" cy="954405"/>
            <a:chOff x="1648" y="1097"/>
            <a:chExt cx="9156" cy="1503"/>
          </a:xfrm>
        </p:grpSpPr>
        <p:sp>
          <p:nvSpPr>
            <p:cNvPr id="25" name="文本框 24"/>
            <p:cNvSpPr txBox="1"/>
            <p:nvPr/>
          </p:nvSpPr>
          <p:spPr>
            <a:xfrm>
              <a:off x="2330" y="1229"/>
              <a:ext cx="8474" cy="82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教学分析   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Analysis of teaching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1648" y="1149"/>
              <a:ext cx="1439" cy="1451"/>
              <a:chOff x="3542" y="3578"/>
              <a:chExt cx="2698" cy="3008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1" cstate="screen"/>
              <a:stretch>
                <a:fillRect/>
              </a:stretch>
            </p:blipFill>
            <p:spPr>
              <a:xfrm rot="21240000">
                <a:off x="3542" y="3578"/>
                <a:ext cx="1411" cy="1594"/>
              </a:xfrm>
              <a:prstGeom prst="rect">
                <a:avLst/>
              </a:prstGeom>
            </p:spPr>
          </p:pic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2" cstate="screen"/>
              <a:stretch>
                <a:fillRect/>
              </a:stretch>
            </p:blipFill>
            <p:spPr>
              <a:xfrm>
                <a:off x="4170" y="4973"/>
                <a:ext cx="1623" cy="1613"/>
              </a:xfrm>
              <a:prstGeom prst="rect">
                <a:avLst/>
              </a:prstGeom>
            </p:spPr>
          </p:pic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3" cstate="screen"/>
              <a:stretch>
                <a:fillRect/>
              </a:stretch>
            </p:blipFill>
            <p:spPr>
              <a:xfrm>
                <a:off x="5333" y="5408"/>
                <a:ext cx="907" cy="1044"/>
              </a:xfrm>
              <a:prstGeom prst="rect">
                <a:avLst/>
              </a:prstGeom>
            </p:spPr>
          </p:pic>
        </p:grpSp>
        <p:pic>
          <p:nvPicPr>
            <p:cNvPr id="145" name="图片 144"/>
            <p:cNvPicPr>
              <a:picLocks noChangeAspect="1"/>
            </p:cNvPicPr>
            <p:nvPr/>
          </p:nvPicPr>
          <p:blipFill>
            <a:blip r:embed="rId4" cstate="screen"/>
            <a:stretch>
              <a:fillRect/>
            </a:stretch>
          </p:blipFill>
          <p:spPr>
            <a:xfrm rot="840000">
              <a:off x="9489" y="1097"/>
              <a:ext cx="678" cy="787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/>
        </p:nvGrpSpPr>
        <p:grpSpPr>
          <a:xfrm>
            <a:off x="1731645" y="1835150"/>
            <a:ext cx="2465705" cy="3188335"/>
            <a:chOff x="2727" y="2890"/>
            <a:chExt cx="3883" cy="5021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5" cstate="screen"/>
            <a:stretch>
              <a:fillRect/>
            </a:stretch>
          </p:blipFill>
          <p:spPr>
            <a:xfrm>
              <a:off x="2727" y="2890"/>
              <a:ext cx="3883" cy="5021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2969" y="4247"/>
              <a:ext cx="3399" cy="3197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      </a:t>
              </a:r>
              <a:r>
                <a:rPr lang="zh-CN" altLang="en-US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点击此处添加文字描述，文字颜色、大小、字体可根据需求进行更改。</a:t>
              </a:r>
              <a:r>
                <a:rPr lang="en-US" altLang="zh-CN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  </a:t>
              </a:r>
              <a:r>
                <a:rPr lang="zh-CN" altLang="en-US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点击此处添加文字描述，文字颜色、大小、字体可根据需求进行更改</a:t>
              </a:r>
              <a:endPara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004435" y="1835150"/>
            <a:ext cx="2465070" cy="3187700"/>
            <a:chOff x="2727" y="2890"/>
            <a:chExt cx="3882" cy="502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5" cstate="screen"/>
            <a:stretch>
              <a:fillRect/>
            </a:stretch>
          </p:blipFill>
          <p:spPr>
            <a:xfrm>
              <a:off x="2727" y="2890"/>
              <a:ext cx="3883" cy="5021"/>
            </a:xfrm>
            <a:prstGeom prst="rect">
              <a:avLst/>
            </a:prstGeom>
          </p:spPr>
        </p:pic>
        <p:sp>
          <p:nvSpPr>
            <p:cNvPr id="16" name="矩形 15"/>
            <p:cNvSpPr/>
            <p:nvPr/>
          </p:nvSpPr>
          <p:spPr>
            <a:xfrm>
              <a:off x="2969" y="4247"/>
              <a:ext cx="3399" cy="3197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      </a:t>
              </a:r>
              <a:r>
                <a:rPr lang="zh-CN" altLang="en-US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点击此处添加文字描述，文字颜色、大小、字体可根据需求进行更改。</a:t>
              </a:r>
              <a:r>
                <a:rPr lang="en-US" altLang="zh-CN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  </a:t>
              </a:r>
              <a:r>
                <a:rPr lang="zh-CN" altLang="en-US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点击此处添加文字描述，文字颜色、大小、字体可根据需求进行更改</a:t>
              </a:r>
              <a:endPara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441690" y="1835150"/>
            <a:ext cx="2465070" cy="3187700"/>
            <a:chOff x="2727" y="2890"/>
            <a:chExt cx="3882" cy="5020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5" cstate="screen"/>
            <a:stretch>
              <a:fillRect/>
            </a:stretch>
          </p:blipFill>
          <p:spPr>
            <a:xfrm>
              <a:off x="2727" y="2890"/>
              <a:ext cx="3883" cy="5021"/>
            </a:xfrm>
            <a:prstGeom prst="rect">
              <a:avLst/>
            </a:prstGeom>
          </p:spPr>
        </p:pic>
        <p:sp>
          <p:nvSpPr>
            <p:cNvPr id="20" name="矩形 19"/>
            <p:cNvSpPr/>
            <p:nvPr/>
          </p:nvSpPr>
          <p:spPr>
            <a:xfrm>
              <a:off x="2969" y="4247"/>
              <a:ext cx="3399" cy="3197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      </a:t>
              </a:r>
              <a:r>
                <a:rPr lang="zh-CN" altLang="en-US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点击此处添加文字描述，文字颜色、大小、字体可根据需求进行更改。</a:t>
              </a:r>
              <a:r>
                <a:rPr lang="en-US" altLang="zh-CN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  </a:t>
              </a:r>
              <a:r>
                <a:rPr lang="zh-CN" altLang="en-US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点击此处添加文字描述，文字颜色、大小、字体可根据需求进行更改</a:t>
              </a:r>
              <a:endPara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0102215" y="4544060"/>
            <a:ext cx="1724660" cy="174625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 rot="4680000">
            <a:off x="7028815" y="1985010"/>
            <a:ext cx="654050" cy="64897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1636382" y="4726726"/>
            <a:ext cx="507536" cy="53039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9" cstate="screen"/>
          <a:srcRect r="59575"/>
          <a:stretch>
            <a:fillRect/>
          </a:stretch>
        </p:blipFill>
        <p:spPr>
          <a:xfrm>
            <a:off x="8305075" y="857806"/>
            <a:ext cx="1186048" cy="4256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10" cstate="screen"/>
          <a:srcRect l="79894" t="-7176" r="-2213" b="34190"/>
          <a:stretch>
            <a:fillRect/>
          </a:stretch>
        </p:blipFill>
        <p:spPr>
          <a:xfrm>
            <a:off x="9674542" y="1367472"/>
            <a:ext cx="845185" cy="40576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10" cstate="screen"/>
          <a:srcRect l="79894" t="-7176" r="-2213" b="34190"/>
          <a:stretch>
            <a:fillRect/>
          </a:stretch>
        </p:blipFill>
        <p:spPr>
          <a:xfrm>
            <a:off x="10753725" y="610908"/>
            <a:ext cx="845185" cy="40576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 rot="8070148">
            <a:off x="7450099" y="1645292"/>
            <a:ext cx="654050" cy="64897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2435" y="5342255"/>
            <a:ext cx="1731645" cy="94805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74059" y="5309315"/>
            <a:ext cx="1731645" cy="94805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5919" y="5304197"/>
            <a:ext cx="1731645" cy="94805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37779" y="5301060"/>
            <a:ext cx="1731645" cy="948055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1" cstate="screen"/>
          <a:srcRect l="79894" t="-7176" r="-2213" b="34190"/>
          <a:stretch>
            <a:fillRect/>
          </a:stretch>
        </p:blipFill>
        <p:spPr>
          <a:xfrm>
            <a:off x="1276350" y="946150"/>
            <a:ext cx="854710" cy="40576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2" cstate="screen"/>
          <a:srcRect r="59575"/>
          <a:stretch>
            <a:fillRect/>
          </a:stretch>
        </p:blipFill>
        <p:spPr>
          <a:xfrm>
            <a:off x="9808120" y="946251"/>
            <a:ext cx="1186048" cy="425685"/>
          </a:xfrm>
          <a:prstGeom prst="rect">
            <a:avLst/>
          </a:prstGeom>
        </p:spPr>
      </p:pic>
      <p:pic>
        <p:nvPicPr>
          <p:cNvPr id="22530" name="图片 9"/>
          <p:cNvPicPr>
            <a:picLocks noChangeAspect="1"/>
          </p:cNvPicPr>
          <p:nvPr/>
        </p:nvPicPr>
        <p:blipFill>
          <a:blip r:embed="rId3" cstate="screen"/>
          <a:srcRect l="11908" t="16713" b="14111"/>
          <a:stretch>
            <a:fillRect/>
          </a:stretch>
        </p:blipFill>
        <p:spPr>
          <a:xfrm>
            <a:off x="4039235" y="1919605"/>
            <a:ext cx="3905250" cy="26885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4" name="文本框 113"/>
          <p:cNvSpPr txBox="1"/>
          <p:nvPr/>
        </p:nvSpPr>
        <p:spPr>
          <a:xfrm>
            <a:off x="4404995" y="2712720"/>
            <a:ext cx="1163955" cy="89916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charset="-122"/>
                <a:cs typeface="+mj-lt"/>
              </a:rPr>
              <a:t>03</a:t>
            </a:r>
            <a:endParaRPr lang="en-US" altLang="zh-CN" sz="5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微软雅黑" panose="020B0503020204020204" charset="-122"/>
              <a:cs typeface="+mj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887595" y="2931160"/>
            <a:ext cx="2416175" cy="4375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教学过程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305935" y="3398520"/>
            <a:ext cx="3372485" cy="37592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The teaching process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 rot="4680000">
            <a:off x="8002905" y="3896360"/>
            <a:ext cx="654050" cy="64897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3798557" y="1620941"/>
            <a:ext cx="507536" cy="5303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" cstate="screen"/>
          <a:srcRect l="79894" t="-7176" r="-2213" b="34190"/>
          <a:stretch>
            <a:fillRect/>
          </a:stretch>
        </p:blipFill>
        <p:spPr>
          <a:xfrm>
            <a:off x="8452485" y="1621155"/>
            <a:ext cx="845185" cy="40576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 rotWithShape="1">
          <a:blip r:embed="rId1" cstate="screen"/>
          <a:srcRect l="79894" t="-7176" r="-2213" b="34190"/>
          <a:stretch>
            <a:fillRect/>
          </a:stretch>
        </p:blipFill>
        <p:spPr>
          <a:xfrm>
            <a:off x="1969770" y="1621155"/>
            <a:ext cx="854710" cy="40576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 rotWithShape="1">
          <a:blip r:embed="rId2" cstate="screen"/>
          <a:srcRect r="59575"/>
          <a:stretch>
            <a:fillRect/>
          </a:stretch>
        </p:blipFill>
        <p:spPr>
          <a:xfrm>
            <a:off x="5971450" y="946251"/>
            <a:ext cx="1186048" cy="425685"/>
          </a:xfrm>
          <a:prstGeom prst="rect">
            <a:avLst/>
          </a:prstGeom>
        </p:spPr>
      </p:pic>
      <p:pic>
        <p:nvPicPr>
          <p:cNvPr id="7173" name="图片 20"/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8865077" y="1036955"/>
            <a:ext cx="1222772" cy="111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 descr="5694f3f37546459ec07984c178b6c48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2848" y="3149917"/>
            <a:ext cx="2362677" cy="3369604"/>
          </a:xfrm>
          <a:prstGeom prst="rect">
            <a:avLst/>
          </a:prstGeom>
        </p:spPr>
      </p:pic>
      <p:pic>
        <p:nvPicPr>
          <p:cNvPr id="140" name="图片 139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8103879" y="4297238"/>
            <a:ext cx="1892972" cy="187925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5077" y="5347017"/>
            <a:ext cx="1731645" cy="94805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3672" y="5347017"/>
            <a:ext cx="1731645" cy="94805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5305" y="4970748"/>
            <a:ext cx="1201172" cy="1241333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914400" y="777875"/>
            <a:ext cx="5814060" cy="954405"/>
            <a:chOff x="1648" y="1097"/>
            <a:chExt cx="9156" cy="1503"/>
          </a:xfrm>
        </p:grpSpPr>
        <p:sp>
          <p:nvSpPr>
            <p:cNvPr id="25" name="文本框 24"/>
            <p:cNvSpPr txBox="1"/>
            <p:nvPr/>
          </p:nvSpPr>
          <p:spPr>
            <a:xfrm>
              <a:off x="2330" y="1229"/>
              <a:ext cx="8474" cy="82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教学分析   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Analysis of teaching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1648" y="1149"/>
              <a:ext cx="1439" cy="1451"/>
              <a:chOff x="3542" y="3578"/>
              <a:chExt cx="2698" cy="3008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2" cstate="screen"/>
              <a:stretch>
                <a:fillRect/>
              </a:stretch>
            </p:blipFill>
            <p:spPr>
              <a:xfrm rot="21240000">
                <a:off x="3542" y="3578"/>
                <a:ext cx="1411" cy="1594"/>
              </a:xfrm>
              <a:prstGeom prst="rect">
                <a:avLst/>
              </a:prstGeom>
            </p:spPr>
          </p:pic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3" cstate="screen"/>
              <a:stretch>
                <a:fillRect/>
              </a:stretch>
            </p:blipFill>
            <p:spPr>
              <a:xfrm>
                <a:off x="4170" y="4973"/>
                <a:ext cx="1623" cy="1613"/>
              </a:xfrm>
              <a:prstGeom prst="rect">
                <a:avLst/>
              </a:prstGeom>
            </p:spPr>
          </p:pic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4" cstate="screen"/>
              <a:stretch>
                <a:fillRect/>
              </a:stretch>
            </p:blipFill>
            <p:spPr>
              <a:xfrm>
                <a:off x="5333" y="5408"/>
                <a:ext cx="907" cy="1044"/>
              </a:xfrm>
              <a:prstGeom prst="rect">
                <a:avLst/>
              </a:prstGeom>
            </p:spPr>
          </p:pic>
        </p:grpSp>
        <p:pic>
          <p:nvPicPr>
            <p:cNvPr id="145" name="图片 144"/>
            <p:cNvPicPr>
              <a:picLocks noChangeAspect="1"/>
            </p:cNvPicPr>
            <p:nvPr/>
          </p:nvPicPr>
          <p:blipFill>
            <a:blip r:embed="rId5" cstate="screen"/>
            <a:stretch>
              <a:fillRect/>
            </a:stretch>
          </p:blipFill>
          <p:spPr>
            <a:xfrm rot="840000">
              <a:off x="9489" y="1097"/>
              <a:ext cx="678" cy="787"/>
            </a:xfrm>
            <a:prstGeom prst="rect">
              <a:avLst/>
            </a:prstGeom>
          </p:spPr>
        </p:pic>
      </p:grpSp>
      <p:grpSp>
        <p:nvGrpSpPr>
          <p:cNvPr id="2" name="组合 1"/>
          <p:cNvGrpSpPr/>
          <p:nvPr/>
        </p:nvGrpSpPr>
        <p:grpSpPr>
          <a:xfrm>
            <a:off x="1275080" y="2106930"/>
            <a:ext cx="2823210" cy="596265"/>
            <a:chOff x="1568808" y="2159480"/>
            <a:chExt cx="3155592" cy="64722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6" cstate="screen"/>
            <a:stretch>
              <a:fillRect/>
            </a:stretch>
          </p:blipFill>
          <p:spPr>
            <a:xfrm>
              <a:off x="1568808" y="2159480"/>
              <a:ext cx="3155592" cy="647220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1727379" y="2277967"/>
              <a:ext cx="2838451" cy="349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5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点击此处添加文本</a:t>
              </a:r>
              <a:endParaRPr lang="zh-CN" altLang="en-US" sz="15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559935" y="4374515"/>
            <a:ext cx="2823210" cy="596265"/>
            <a:chOff x="1568808" y="2159480"/>
            <a:chExt cx="3155592" cy="647220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6" cstate="screen"/>
            <a:stretch>
              <a:fillRect/>
            </a:stretch>
          </p:blipFill>
          <p:spPr>
            <a:xfrm>
              <a:off x="1568808" y="2159480"/>
              <a:ext cx="3155592" cy="647220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1727379" y="2277967"/>
              <a:ext cx="2838451" cy="349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5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点击此处添加文本</a:t>
              </a:r>
              <a:endParaRPr lang="zh-CN" altLang="en-US" sz="15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8197850" y="2078990"/>
            <a:ext cx="2823210" cy="596265"/>
            <a:chOff x="1568808" y="2159480"/>
            <a:chExt cx="3155592" cy="647220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 cstate="screen"/>
            <a:stretch>
              <a:fillRect/>
            </a:stretch>
          </p:blipFill>
          <p:spPr>
            <a:xfrm>
              <a:off x="1568808" y="2159480"/>
              <a:ext cx="3155592" cy="647220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1727379" y="2277967"/>
              <a:ext cx="2838451" cy="349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5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点击此处添加文本</a:t>
              </a:r>
              <a:endParaRPr lang="zh-CN" altLang="en-US" sz="15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1607185" y="2909570"/>
            <a:ext cx="2158365" cy="203009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    </a:t>
            </a:r>
            <a:r>
              <a: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点击此处添加文字描述，文字颜色、大小、字体可根据需求进行更改。</a:t>
            </a:r>
            <a:r>
              <a:rPr lang="en-US" altLang="zh-CN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</a:t>
            </a:r>
            <a:r>
              <a: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点击此处添加文字描述，文字颜色、大小、字体可根据需求进行更改</a:t>
            </a:r>
            <a:endParaRPr lang="zh-CN" altLang="en-US" sz="14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892675" y="2188210"/>
            <a:ext cx="2158365" cy="203009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    </a:t>
            </a:r>
            <a:r>
              <a: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点击此处添加文字描述，文字颜色、大小、字体可根据需求进行更改。</a:t>
            </a:r>
            <a:r>
              <a:rPr lang="en-US" altLang="zh-CN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</a:t>
            </a:r>
            <a:r>
              <a: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点击此处添加文字描述，文字颜色、大小、字体可根据需求进行更改</a:t>
            </a:r>
            <a:endParaRPr lang="zh-CN" altLang="en-US" sz="14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529955" y="3063240"/>
            <a:ext cx="2158365" cy="203009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    </a:t>
            </a:r>
            <a:r>
              <a: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点击此处添加文字描述，文字颜色、大小、字体可根据需求进行更改。</a:t>
            </a:r>
            <a:r>
              <a:rPr lang="en-US" altLang="zh-CN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</a:t>
            </a:r>
            <a:r>
              <a: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点击此处添加文字描述，文字颜色、大小、字体可根据需求进行更改</a:t>
            </a:r>
            <a:endParaRPr lang="zh-CN" altLang="en-US" sz="14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8515" y="5059276"/>
            <a:ext cx="1631633" cy="1215046"/>
          </a:xfrm>
          <a:prstGeom prst="rect">
            <a:avLst/>
          </a:prstGeom>
        </p:spPr>
      </p:pic>
      <p:sp>
        <p:nvSpPr>
          <p:cNvPr id="26" name="apple_98001"/>
          <p:cNvSpPr>
            <a:spLocks noChangeAspect="1"/>
          </p:cNvSpPr>
          <p:nvPr/>
        </p:nvSpPr>
        <p:spPr bwMode="auto">
          <a:xfrm>
            <a:off x="4701855" y="1691820"/>
            <a:ext cx="963434" cy="797484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555426" h="444247">
                <a:moveTo>
                  <a:pt x="378805" y="143293"/>
                </a:moveTo>
                <a:cubicBezTo>
                  <a:pt x="374103" y="143051"/>
                  <a:pt x="370389" y="144019"/>
                  <a:pt x="368129" y="146276"/>
                </a:cubicBezTo>
                <a:cubicBezTo>
                  <a:pt x="360378" y="154016"/>
                  <a:pt x="397838" y="160465"/>
                  <a:pt x="424964" y="187555"/>
                </a:cubicBezTo>
                <a:cubicBezTo>
                  <a:pt x="450798" y="214644"/>
                  <a:pt x="492133" y="217224"/>
                  <a:pt x="511508" y="210774"/>
                </a:cubicBezTo>
                <a:cubicBezTo>
                  <a:pt x="492133" y="209484"/>
                  <a:pt x="462423" y="203034"/>
                  <a:pt x="435297" y="175945"/>
                </a:cubicBezTo>
                <a:cubicBezTo>
                  <a:pt x="415922" y="155628"/>
                  <a:pt x="392913" y="144018"/>
                  <a:pt x="378805" y="143293"/>
                </a:cubicBezTo>
                <a:close/>
                <a:moveTo>
                  <a:pt x="233486" y="143241"/>
                </a:moveTo>
                <a:cubicBezTo>
                  <a:pt x="215507" y="144874"/>
                  <a:pt x="184997" y="160112"/>
                  <a:pt x="158846" y="186236"/>
                </a:cubicBezTo>
                <a:cubicBezTo>
                  <a:pt x="122686" y="222357"/>
                  <a:pt x="83943" y="231388"/>
                  <a:pt x="58114" y="232678"/>
                </a:cubicBezTo>
                <a:cubicBezTo>
                  <a:pt x="83943" y="240418"/>
                  <a:pt x="138183" y="237838"/>
                  <a:pt x="173051" y="201716"/>
                </a:cubicBezTo>
                <a:cubicBezTo>
                  <a:pt x="209211" y="165595"/>
                  <a:pt x="258286" y="157854"/>
                  <a:pt x="246663" y="146244"/>
                </a:cubicBezTo>
                <a:cubicBezTo>
                  <a:pt x="244080" y="143664"/>
                  <a:pt x="239479" y="142697"/>
                  <a:pt x="233486" y="143241"/>
                </a:cubicBezTo>
                <a:close/>
                <a:moveTo>
                  <a:pt x="364738" y="125153"/>
                </a:moveTo>
                <a:cubicBezTo>
                  <a:pt x="381046" y="123057"/>
                  <a:pt x="400421" y="126927"/>
                  <a:pt x="421089" y="142406"/>
                </a:cubicBezTo>
                <a:cubicBezTo>
                  <a:pt x="448215" y="163045"/>
                  <a:pt x="507633" y="209484"/>
                  <a:pt x="555426" y="200454"/>
                </a:cubicBezTo>
                <a:cubicBezTo>
                  <a:pt x="555426" y="200454"/>
                  <a:pt x="530884" y="244313"/>
                  <a:pt x="479215" y="294621"/>
                </a:cubicBezTo>
                <a:cubicBezTo>
                  <a:pt x="475340" y="298491"/>
                  <a:pt x="472757" y="301071"/>
                  <a:pt x="468882" y="304941"/>
                </a:cubicBezTo>
                <a:cubicBezTo>
                  <a:pt x="470174" y="304941"/>
                  <a:pt x="471465" y="306231"/>
                  <a:pt x="471465" y="307521"/>
                </a:cubicBezTo>
                <a:cubicBezTo>
                  <a:pt x="481799" y="317841"/>
                  <a:pt x="481799" y="334610"/>
                  <a:pt x="471465" y="344930"/>
                </a:cubicBezTo>
                <a:cubicBezTo>
                  <a:pt x="461132" y="355249"/>
                  <a:pt x="444339" y="355249"/>
                  <a:pt x="434006" y="344930"/>
                </a:cubicBezTo>
                <a:cubicBezTo>
                  <a:pt x="431422" y="343640"/>
                  <a:pt x="430131" y="341060"/>
                  <a:pt x="430131" y="338480"/>
                </a:cubicBezTo>
                <a:cubicBezTo>
                  <a:pt x="403005" y="360409"/>
                  <a:pt x="384921" y="370729"/>
                  <a:pt x="384921" y="370729"/>
                </a:cubicBezTo>
                <a:cubicBezTo>
                  <a:pt x="392671" y="329450"/>
                  <a:pt x="357795" y="277852"/>
                  <a:pt x="334544" y="248183"/>
                </a:cubicBezTo>
                <a:cubicBezTo>
                  <a:pt x="352628" y="209484"/>
                  <a:pt x="344878" y="170785"/>
                  <a:pt x="326794" y="144986"/>
                </a:cubicBezTo>
                <a:cubicBezTo>
                  <a:pt x="326794" y="143696"/>
                  <a:pt x="326794" y="143696"/>
                  <a:pt x="326794" y="143696"/>
                </a:cubicBezTo>
                <a:cubicBezTo>
                  <a:pt x="335190" y="135312"/>
                  <a:pt x="348430" y="127249"/>
                  <a:pt x="364738" y="125153"/>
                </a:cubicBezTo>
                <a:close/>
                <a:moveTo>
                  <a:pt x="252151" y="119314"/>
                </a:moveTo>
                <a:cubicBezTo>
                  <a:pt x="273783" y="122056"/>
                  <a:pt x="291217" y="132699"/>
                  <a:pt x="302194" y="143664"/>
                </a:cubicBezTo>
                <a:cubicBezTo>
                  <a:pt x="324148" y="165595"/>
                  <a:pt x="344811" y="213327"/>
                  <a:pt x="303485" y="267509"/>
                </a:cubicBezTo>
                <a:cubicBezTo>
                  <a:pt x="276366" y="303631"/>
                  <a:pt x="214377" y="382324"/>
                  <a:pt x="227291" y="444247"/>
                </a:cubicBezTo>
                <a:cubicBezTo>
                  <a:pt x="227291" y="444247"/>
                  <a:pt x="202754" y="431346"/>
                  <a:pt x="166594" y="402965"/>
                </a:cubicBezTo>
                <a:cubicBezTo>
                  <a:pt x="165303" y="405545"/>
                  <a:pt x="164011" y="408125"/>
                  <a:pt x="161429" y="410706"/>
                </a:cubicBezTo>
                <a:cubicBezTo>
                  <a:pt x="147223" y="424896"/>
                  <a:pt x="125269" y="424896"/>
                  <a:pt x="111063" y="410706"/>
                </a:cubicBezTo>
                <a:cubicBezTo>
                  <a:pt x="96857" y="396515"/>
                  <a:pt x="96857" y="374584"/>
                  <a:pt x="111063" y="360393"/>
                </a:cubicBezTo>
                <a:cubicBezTo>
                  <a:pt x="112354" y="359103"/>
                  <a:pt x="113646" y="357813"/>
                  <a:pt x="114937" y="357813"/>
                </a:cubicBezTo>
                <a:cubicBezTo>
                  <a:pt x="109771" y="352653"/>
                  <a:pt x="105897" y="348783"/>
                  <a:pt x="100731" y="343623"/>
                </a:cubicBezTo>
                <a:cubicBezTo>
                  <a:pt x="33577" y="276540"/>
                  <a:pt x="0" y="218487"/>
                  <a:pt x="0" y="218487"/>
                </a:cubicBezTo>
                <a:cubicBezTo>
                  <a:pt x="63280" y="231388"/>
                  <a:pt x="140766" y="169465"/>
                  <a:pt x="176926" y="142374"/>
                </a:cubicBezTo>
                <a:cubicBezTo>
                  <a:pt x="204691" y="121733"/>
                  <a:pt x="230520" y="116573"/>
                  <a:pt x="252151" y="119314"/>
                </a:cubicBezTo>
                <a:close/>
                <a:moveTo>
                  <a:pt x="448713" y="23314"/>
                </a:moveTo>
                <a:cubicBezTo>
                  <a:pt x="442234" y="22428"/>
                  <a:pt x="434402" y="22428"/>
                  <a:pt x="425036" y="23717"/>
                </a:cubicBezTo>
                <a:cubicBezTo>
                  <a:pt x="400490" y="26295"/>
                  <a:pt x="364318" y="44340"/>
                  <a:pt x="338481" y="64963"/>
                </a:cubicBezTo>
                <a:lnTo>
                  <a:pt x="425036" y="64963"/>
                </a:lnTo>
                <a:cubicBezTo>
                  <a:pt x="462500" y="64963"/>
                  <a:pt x="475419" y="53363"/>
                  <a:pt x="475419" y="44340"/>
                </a:cubicBezTo>
                <a:cubicBezTo>
                  <a:pt x="475419" y="36606"/>
                  <a:pt x="468152" y="25972"/>
                  <a:pt x="448713" y="23314"/>
                </a:cubicBezTo>
                <a:close/>
                <a:moveTo>
                  <a:pt x="158487" y="23314"/>
                </a:moveTo>
                <a:cubicBezTo>
                  <a:pt x="139048" y="25972"/>
                  <a:pt x="131781" y="36606"/>
                  <a:pt x="131781" y="44340"/>
                </a:cubicBezTo>
                <a:cubicBezTo>
                  <a:pt x="131781" y="53363"/>
                  <a:pt x="144700" y="64963"/>
                  <a:pt x="182164" y="64963"/>
                </a:cubicBezTo>
                <a:lnTo>
                  <a:pt x="268720" y="64963"/>
                </a:lnTo>
                <a:cubicBezTo>
                  <a:pt x="242882" y="44340"/>
                  <a:pt x="206710" y="26295"/>
                  <a:pt x="182164" y="23717"/>
                </a:cubicBezTo>
                <a:cubicBezTo>
                  <a:pt x="172798" y="22428"/>
                  <a:pt x="164966" y="22428"/>
                  <a:pt x="158487" y="23314"/>
                </a:cubicBezTo>
                <a:close/>
                <a:moveTo>
                  <a:pt x="148576" y="1019"/>
                </a:moveTo>
                <a:cubicBezTo>
                  <a:pt x="157538" y="-451"/>
                  <a:pt x="168600" y="-451"/>
                  <a:pt x="182164" y="1805"/>
                </a:cubicBezTo>
                <a:cubicBezTo>
                  <a:pt x="233839" y="9538"/>
                  <a:pt x="303600" y="64963"/>
                  <a:pt x="303600" y="64963"/>
                </a:cubicBezTo>
                <a:cubicBezTo>
                  <a:pt x="303600" y="64963"/>
                  <a:pt x="372069" y="6960"/>
                  <a:pt x="425036" y="1805"/>
                </a:cubicBezTo>
                <a:cubicBezTo>
                  <a:pt x="476711" y="-4640"/>
                  <a:pt x="493505" y="19850"/>
                  <a:pt x="493505" y="32740"/>
                </a:cubicBezTo>
                <a:lnTo>
                  <a:pt x="475419" y="138434"/>
                </a:lnTo>
                <a:cubicBezTo>
                  <a:pt x="475419" y="143589"/>
                  <a:pt x="472835" y="148745"/>
                  <a:pt x="467668" y="153901"/>
                </a:cubicBezTo>
                <a:cubicBezTo>
                  <a:pt x="456041" y="146167"/>
                  <a:pt x="444414" y="137145"/>
                  <a:pt x="436663" y="130700"/>
                </a:cubicBezTo>
                <a:lnTo>
                  <a:pt x="432787" y="128122"/>
                </a:lnTo>
                <a:cubicBezTo>
                  <a:pt x="413409" y="113943"/>
                  <a:pt x="392739" y="106210"/>
                  <a:pt x="373361" y="106210"/>
                </a:cubicBezTo>
                <a:cubicBezTo>
                  <a:pt x="342356" y="106210"/>
                  <a:pt x="321686" y="122966"/>
                  <a:pt x="315227" y="130700"/>
                </a:cubicBezTo>
                <a:cubicBezTo>
                  <a:pt x="306184" y="121677"/>
                  <a:pt x="280346" y="101054"/>
                  <a:pt x="241590" y="101054"/>
                </a:cubicBezTo>
                <a:cubicBezTo>
                  <a:pt x="215753" y="101054"/>
                  <a:pt x="191207" y="110077"/>
                  <a:pt x="166662" y="128122"/>
                </a:cubicBezTo>
                <a:lnTo>
                  <a:pt x="161494" y="131989"/>
                </a:lnTo>
                <a:cubicBezTo>
                  <a:pt x="153743" y="137145"/>
                  <a:pt x="145992" y="143589"/>
                  <a:pt x="135657" y="150034"/>
                </a:cubicBezTo>
                <a:cubicBezTo>
                  <a:pt x="133073" y="146167"/>
                  <a:pt x="131781" y="142300"/>
                  <a:pt x="131781" y="138434"/>
                </a:cubicBezTo>
                <a:lnTo>
                  <a:pt x="113695" y="32740"/>
                </a:lnTo>
                <a:cubicBezTo>
                  <a:pt x="113695" y="23073"/>
                  <a:pt x="121689" y="5430"/>
                  <a:pt x="148576" y="1019"/>
                </a:cubicBezTo>
                <a:close/>
              </a:path>
            </a:pathLst>
          </a:custGeom>
          <a:solidFill>
            <a:srgbClr val="FFB6B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8" cstate="screen"/>
          <a:srcRect r="59575"/>
          <a:stretch>
            <a:fillRect/>
          </a:stretch>
        </p:blipFill>
        <p:spPr>
          <a:xfrm>
            <a:off x="9808120" y="946251"/>
            <a:ext cx="1186048" cy="42568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9" cstate="screen"/>
          <a:srcRect l="79894" t="-7176" r="-2213" b="34190"/>
          <a:stretch>
            <a:fillRect/>
          </a:stretch>
        </p:blipFill>
        <p:spPr>
          <a:xfrm>
            <a:off x="7770495" y="969614"/>
            <a:ext cx="854710" cy="40576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9" cstate="screen"/>
          <a:srcRect l="79894" t="-7176" r="-2213" b="34190"/>
          <a:stretch>
            <a:fillRect/>
          </a:stretch>
        </p:blipFill>
        <p:spPr>
          <a:xfrm>
            <a:off x="8102600" y="1047465"/>
            <a:ext cx="854710" cy="362524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9" cstate="screen"/>
          <a:srcRect l="79894" t="-7176" r="-2213" b="34190"/>
          <a:stretch>
            <a:fillRect/>
          </a:stretch>
        </p:blipFill>
        <p:spPr>
          <a:xfrm>
            <a:off x="9194800" y="1488122"/>
            <a:ext cx="854710" cy="40576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914400" y="777875"/>
            <a:ext cx="5814060" cy="954405"/>
            <a:chOff x="1648" y="1097"/>
            <a:chExt cx="9156" cy="1503"/>
          </a:xfrm>
        </p:grpSpPr>
        <p:sp>
          <p:nvSpPr>
            <p:cNvPr id="25" name="文本框 24"/>
            <p:cNvSpPr txBox="1"/>
            <p:nvPr/>
          </p:nvSpPr>
          <p:spPr>
            <a:xfrm>
              <a:off x="2330" y="1229"/>
              <a:ext cx="8474" cy="82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教学分析   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Analysis of teaching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1648" y="1149"/>
              <a:ext cx="1439" cy="1451"/>
              <a:chOff x="3542" y="3578"/>
              <a:chExt cx="2698" cy="3008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1" cstate="screen"/>
              <a:stretch>
                <a:fillRect/>
              </a:stretch>
            </p:blipFill>
            <p:spPr>
              <a:xfrm rot="21240000">
                <a:off x="3542" y="3578"/>
                <a:ext cx="1411" cy="1594"/>
              </a:xfrm>
              <a:prstGeom prst="rect">
                <a:avLst/>
              </a:prstGeom>
            </p:spPr>
          </p:pic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2" cstate="screen"/>
              <a:stretch>
                <a:fillRect/>
              </a:stretch>
            </p:blipFill>
            <p:spPr>
              <a:xfrm>
                <a:off x="4170" y="4973"/>
                <a:ext cx="1623" cy="1613"/>
              </a:xfrm>
              <a:prstGeom prst="rect">
                <a:avLst/>
              </a:prstGeom>
            </p:spPr>
          </p:pic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3" cstate="screen"/>
              <a:stretch>
                <a:fillRect/>
              </a:stretch>
            </p:blipFill>
            <p:spPr>
              <a:xfrm>
                <a:off x="5333" y="5408"/>
                <a:ext cx="907" cy="1044"/>
              </a:xfrm>
              <a:prstGeom prst="rect">
                <a:avLst/>
              </a:prstGeom>
            </p:spPr>
          </p:pic>
        </p:grpSp>
        <p:pic>
          <p:nvPicPr>
            <p:cNvPr id="145" name="图片 144"/>
            <p:cNvPicPr>
              <a:picLocks noChangeAspect="1"/>
            </p:cNvPicPr>
            <p:nvPr/>
          </p:nvPicPr>
          <p:blipFill>
            <a:blip r:embed="rId4" cstate="screen"/>
            <a:stretch>
              <a:fillRect/>
            </a:stretch>
          </p:blipFill>
          <p:spPr>
            <a:xfrm rot="840000">
              <a:off x="9489" y="1097"/>
              <a:ext cx="678" cy="787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5747385" y="2931160"/>
            <a:ext cx="98107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5400" b="1" dirty="0">
                <a:solidFill>
                  <a:srgbClr val="8273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VS</a:t>
            </a:r>
            <a:endParaRPr lang="en-US" altLang="zh-CN" sz="5400" b="1" dirty="0">
              <a:solidFill>
                <a:srgbClr val="8273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326390" y="1813560"/>
            <a:ext cx="5654040" cy="4906010"/>
            <a:chOff x="514" y="2856"/>
            <a:chExt cx="8904" cy="7726"/>
          </a:xfrm>
        </p:grpSpPr>
        <p:grpSp>
          <p:nvGrpSpPr>
            <p:cNvPr id="7" name="组合 6"/>
            <p:cNvGrpSpPr/>
            <p:nvPr/>
          </p:nvGrpSpPr>
          <p:grpSpPr>
            <a:xfrm>
              <a:off x="514" y="2856"/>
              <a:ext cx="8904" cy="7727"/>
              <a:chOff x="292" y="2684"/>
              <a:chExt cx="8904" cy="7727"/>
            </a:xfrm>
          </p:grpSpPr>
          <p:pic>
            <p:nvPicPr>
              <p:cNvPr id="2" name="图片 1" descr="图片包含 镜子, 汽车, 室内, 反射&#10;&#10;已生成高可信度的说明"/>
              <p:cNvPicPr>
                <a:picLocks noChangeAspect="1"/>
              </p:cNvPicPr>
              <p:nvPr/>
            </p:nvPicPr>
            <p:blipFill>
              <a:blip r:embed="rId5" cstate="print"/>
              <a:srcRect t="21542"/>
              <a:stretch>
                <a:fillRect/>
              </a:stretch>
            </p:blipFill>
            <p:spPr>
              <a:xfrm>
                <a:off x="292" y="3519"/>
                <a:ext cx="8904" cy="6892"/>
              </a:xfrm>
              <a:prstGeom prst="rect">
                <a:avLst/>
              </a:prstGeom>
            </p:spPr>
          </p:pic>
          <p:pic>
            <p:nvPicPr>
              <p:cNvPr id="4" name="图片 3" descr="1d28833ffe786f95cc25281202a15b48"/>
              <p:cNvPicPr>
                <a:picLocks noChangeAspect="1"/>
              </p:cNvPicPr>
              <p:nvPr/>
            </p:nvPicPr>
            <p:blipFill>
              <a:blip r:embed="rId6" cstate="screen"/>
              <a:stretch>
                <a:fillRect/>
              </a:stretch>
            </p:blipFill>
            <p:spPr>
              <a:xfrm>
                <a:off x="2173" y="2684"/>
                <a:ext cx="4223" cy="1886"/>
              </a:xfrm>
              <a:prstGeom prst="rect">
                <a:avLst/>
              </a:prstGeom>
            </p:spPr>
          </p:pic>
        </p:grpSp>
        <p:sp>
          <p:nvSpPr>
            <p:cNvPr id="11" name="文本框 10"/>
            <p:cNvSpPr txBox="1"/>
            <p:nvPr/>
          </p:nvSpPr>
          <p:spPr>
            <a:xfrm>
              <a:off x="2879" y="4036"/>
              <a:ext cx="316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点击此处添加文本</a:t>
              </a:r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2388" y="5305"/>
              <a:ext cx="5156" cy="2179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      </a:t>
              </a:r>
              <a:r>
                <a:rPr lang="zh-CN" altLang="en-US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点击此处添加文字描述，文字颜色、大小、字体可根据需求进行更改。</a:t>
              </a:r>
              <a:r>
                <a:rPr lang="en-US" altLang="zh-CN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  </a:t>
              </a:r>
              <a:r>
                <a:rPr lang="zh-CN" altLang="en-US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点击此处添加文字描述，文字颜色、大小、字体可根据需求进行更改</a:t>
              </a:r>
              <a:endPara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970905" y="1813560"/>
            <a:ext cx="5654040" cy="4906010"/>
            <a:chOff x="514" y="2856"/>
            <a:chExt cx="8904" cy="7726"/>
          </a:xfrm>
        </p:grpSpPr>
        <p:grpSp>
          <p:nvGrpSpPr>
            <p:cNvPr id="29" name="组合 28"/>
            <p:cNvGrpSpPr/>
            <p:nvPr/>
          </p:nvGrpSpPr>
          <p:grpSpPr>
            <a:xfrm>
              <a:off x="514" y="2856"/>
              <a:ext cx="8904" cy="7727"/>
              <a:chOff x="292" y="2684"/>
              <a:chExt cx="8904" cy="7727"/>
            </a:xfrm>
          </p:grpSpPr>
          <p:pic>
            <p:nvPicPr>
              <p:cNvPr id="30" name="图片 29" descr="图片包含 镜子, 汽车, 室内, 反射&#10;&#10;已生成高可信度的说明"/>
              <p:cNvPicPr>
                <a:picLocks noChangeAspect="1"/>
              </p:cNvPicPr>
              <p:nvPr/>
            </p:nvPicPr>
            <p:blipFill>
              <a:blip r:embed="rId5" cstate="print"/>
              <a:srcRect t="21542"/>
              <a:stretch>
                <a:fillRect/>
              </a:stretch>
            </p:blipFill>
            <p:spPr>
              <a:xfrm>
                <a:off x="292" y="3519"/>
                <a:ext cx="8904" cy="6892"/>
              </a:xfrm>
              <a:prstGeom prst="rect">
                <a:avLst/>
              </a:prstGeom>
            </p:spPr>
          </p:pic>
          <p:pic>
            <p:nvPicPr>
              <p:cNvPr id="31" name="图片 30" descr="1d28833ffe786f95cc25281202a15b48"/>
              <p:cNvPicPr>
                <a:picLocks noChangeAspect="1"/>
              </p:cNvPicPr>
              <p:nvPr/>
            </p:nvPicPr>
            <p:blipFill>
              <a:blip r:embed="rId6" cstate="screen"/>
              <a:stretch>
                <a:fillRect/>
              </a:stretch>
            </p:blipFill>
            <p:spPr>
              <a:xfrm>
                <a:off x="2173" y="2684"/>
                <a:ext cx="4223" cy="1886"/>
              </a:xfrm>
              <a:prstGeom prst="rect">
                <a:avLst/>
              </a:prstGeom>
            </p:spPr>
          </p:pic>
        </p:grpSp>
        <p:sp>
          <p:nvSpPr>
            <p:cNvPr id="32" name="文本框 31"/>
            <p:cNvSpPr txBox="1"/>
            <p:nvPr/>
          </p:nvSpPr>
          <p:spPr>
            <a:xfrm>
              <a:off x="2879" y="4036"/>
              <a:ext cx="316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rPr>
                <a:t>点击此处添加文本</a:t>
              </a:r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2388" y="5305"/>
              <a:ext cx="5156" cy="2179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      </a:t>
              </a:r>
              <a:r>
                <a:rPr lang="zh-CN" altLang="en-US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点击此处添加文字描述，文字颜色、大小、字体可根据需求进行更改。</a:t>
              </a:r>
              <a:r>
                <a:rPr lang="en-US" altLang="zh-CN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  </a:t>
              </a:r>
              <a:r>
                <a:rPr lang="zh-CN" altLang="en-US" sz="14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点击此处添加文字描述，文字颜色、大小、字体可根据需求进行更改</a:t>
              </a:r>
              <a:endPara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7" cstate="screen"/>
          <a:srcRect r="59575"/>
          <a:stretch>
            <a:fillRect/>
          </a:stretch>
        </p:blipFill>
        <p:spPr>
          <a:xfrm>
            <a:off x="9808120" y="946251"/>
            <a:ext cx="1186048" cy="42568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8" cstate="screen"/>
          <a:srcRect l="79894" t="-7176" r="-2213" b="34190"/>
          <a:stretch>
            <a:fillRect/>
          </a:stretch>
        </p:blipFill>
        <p:spPr>
          <a:xfrm>
            <a:off x="8137525" y="874077"/>
            <a:ext cx="854710" cy="40576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8" cstate="screen"/>
          <a:srcRect l="79894" t="-7176" r="-2213" b="34190"/>
          <a:stretch>
            <a:fillRect/>
          </a:stretch>
        </p:blipFill>
        <p:spPr>
          <a:xfrm>
            <a:off x="8992235" y="1389380"/>
            <a:ext cx="854710" cy="40576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1" cstate="screen"/>
          <a:srcRect l="79894" t="-7176" r="-2213" b="34190"/>
          <a:stretch>
            <a:fillRect/>
          </a:stretch>
        </p:blipFill>
        <p:spPr>
          <a:xfrm>
            <a:off x="1276350" y="946150"/>
            <a:ext cx="854710" cy="40576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2" cstate="screen"/>
          <a:srcRect r="59575"/>
          <a:stretch>
            <a:fillRect/>
          </a:stretch>
        </p:blipFill>
        <p:spPr>
          <a:xfrm>
            <a:off x="9808120" y="946251"/>
            <a:ext cx="1186048" cy="425685"/>
          </a:xfrm>
          <a:prstGeom prst="rect">
            <a:avLst/>
          </a:prstGeom>
        </p:spPr>
      </p:pic>
      <p:pic>
        <p:nvPicPr>
          <p:cNvPr id="22530" name="图片 9"/>
          <p:cNvPicPr>
            <a:picLocks noChangeAspect="1"/>
          </p:cNvPicPr>
          <p:nvPr/>
        </p:nvPicPr>
        <p:blipFill>
          <a:blip r:embed="rId3" cstate="screen"/>
          <a:srcRect l="11908" t="16713" b="14111"/>
          <a:stretch>
            <a:fillRect/>
          </a:stretch>
        </p:blipFill>
        <p:spPr>
          <a:xfrm>
            <a:off x="4039235" y="1919605"/>
            <a:ext cx="3996690" cy="26885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4" name="文本框 113"/>
          <p:cNvSpPr txBox="1"/>
          <p:nvPr/>
        </p:nvSpPr>
        <p:spPr>
          <a:xfrm>
            <a:off x="4404995" y="2712720"/>
            <a:ext cx="1163955" cy="89916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charset="-122"/>
                <a:cs typeface="+mj-lt"/>
              </a:rPr>
              <a:t>04</a:t>
            </a:r>
            <a:endParaRPr lang="en-US" altLang="zh-CN" sz="5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微软雅黑" panose="020B0503020204020204" charset="-122"/>
              <a:cs typeface="+mj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887595" y="2931160"/>
            <a:ext cx="2416175" cy="4375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板书设计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305935" y="3398520"/>
            <a:ext cx="3372485" cy="37592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Blackboard writing design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3798557" y="1620941"/>
            <a:ext cx="507536" cy="5303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" cstate="screen"/>
          <a:srcRect l="79894" t="-7176" r="-2213" b="34190"/>
          <a:stretch>
            <a:fillRect/>
          </a:stretch>
        </p:blipFill>
        <p:spPr>
          <a:xfrm>
            <a:off x="8452485" y="1621155"/>
            <a:ext cx="845185" cy="40576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 rotWithShape="1">
          <a:blip r:embed="rId1" cstate="screen"/>
          <a:srcRect l="79894" t="-7176" r="-2213" b="34190"/>
          <a:stretch>
            <a:fillRect/>
          </a:stretch>
        </p:blipFill>
        <p:spPr>
          <a:xfrm>
            <a:off x="1969770" y="1621155"/>
            <a:ext cx="854710" cy="40576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 rotWithShape="1">
          <a:blip r:embed="rId2" cstate="screen"/>
          <a:srcRect r="59575"/>
          <a:stretch>
            <a:fillRect/>
          </a:stretch>
        </p:blipFill>
        <p:spPr>
          <a:xfrm>
            <a:off x="5971450" y="946251"/>
            <a:ext cx="1186048" cy="425685"/>
          </a:xfrm>
          <a:prstGeom prst="rect">
            <a:avLst/>
          </a:prstGeom>
        </p:spPr>
      </p:pic>
      <p:pic>
        <p:nvPicPr>
          <p:cNvPr id="7173" name="图片 20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8865077" y="1036955"/>
            <a:ext cx="1222772" cy="111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" name="图片 31" descr="4bc571ee640efd02e16847e1633637e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1780" y="2712720"/>
            <a:ext cx="2764155" cy="40989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8515" y="5059276"/>
            <a:ext cx="1631633" cy="121504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 rot="4680000">
            <a:off x="8002905" y="3896360"/>
            <a:ext cx="654050" cy="64897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914400" y="693420"/>
            <a:ext cx="6048375" cy="1038225"/>
            <a:chOff x="1440" y="1092"/>
            <a:chExt cx="9525" cy="1635"/>
          </a:xfrm>
        </p:grpSpPr>
        <p:sp>
          <p:nvSpPr>
            <p:cNvPr id="25" name="文本框 24"/>
            <p:cNvSpPr txBox="1"/>
            <p:nvPr/>
          </p:nvSpPr>
          <p:spPr>
            <a:xfrm>
              <a:off x="2122" y="1357"/>
              <a:ext cx="8474" cy="82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板书设计   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Blackboard writing design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1440" y="1277"/>
              <a:ext cx="1439" cy="1451"/>
              <a:chOff x="3542" y="3578"/>
              <a:chExt cx="2698" cy="3008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1" cstate="screen"/>
              <a:stretch>
                <a:fillRect/>
              </a:stretch>
            </p:blipFill>
            <p:spPr>
              <a:xfrm rot="21240000">
                <a:off x="3542" y="3578"/>
                <a:ext cx="1411" cy="1594"/>
              </a:xfrm>
              <a:prstGeom prst="rect">
                <a:avLst/>
              </a:prstGeom>
            </p:spPr>
          </p:pic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2" cstate="screen"/>
              <a:stretch>
                <a:fillRect/>
              </a:stretch>
            </p:blipFill>
            <p:spPr>
              <a:xfrm>
                <a:off x="4170" y="4973"/>
                <a:ext cx="1623" cy="1613"/>
              </a:xfrm>
              <a:prstGeom prst="rect">
                <a:avLst/>
              </a:prstGeom>
            </p:spPr>
          </p:pic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3" cstate="screen"/>
              <a:stretch>
                <a:fillRect/>
              </a:stretch>
            </p:blipFill>
            <p:spPr>
              <a:xfrm>
                <a:off x="5333" y="5408"/>
                <a:ext cx="907" cy="1044"/>
              </a:xfrm>
              <a:prstGeom prst="rect">
                <a:avLst/>
              </a:prstGeom>
            </p:spPr>
          </p:pic>
        </p:grpSp>
        <p:pic>
          <p:nvPicPr>
            <p:cNvPr id="145" name="图片 144"/>
            <p:cNvPicPr>
              <a:picLocks noChangeAspect="1"/>
            </p:cNvPicPr>
            <p:nvPr/>
          </p:nvPicPr>
          <p:blipFill>
            <a:blip r:embed="rId4" cstate="screen"/>
            <a:stretch>
              <a:fillRect/>
            </a:stretch>
          </p:blipFill>
          <p:spPr>
            <a:xfrm rot="840000">
              <a:off x="10287" y="1092"/>
              <a:ext cx="678" cy="787"/>
            </a:xfrm>
            <a:prstGeom prst="rect">
              <a:avLst/>
            </a:prstGeom>
          </p:spPr>
        </p:pic>
      </p:grpSp>
      <p:pic>
        <p:nvPicPr>
          <p:cNvPr id="2" name="图片 1" descr="6592ff01956e369199f74e340fccf4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6685" y="2139950"/>
            <a:ext cx="2789555" cy="2891790"/>
          </a:xfrm>
          <a:prstGeom prst="rect">
            <a:avLst/>
          </a:prstGeom>
        </p:spPr>
      </p:pic>
      <p:pic>
        <p:nvPicPr>
          <p:cNvPr id="7" name="图片 6" descr="6592ff01956e369199f74e340fccf4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4365" y="2205990"/>
            <a:ext cx="2789555" cy="2891790"/>
          </a:xfrm>
          <a:prstGeom prst="rect">
            <a:avLst/>
          </a:prstGeom>
        </p:spPr>
      </p:pic>
      <p:pic>
        <p:nvPicPr>
          <p:cNvPr id="10" name="图片 9" descr="6592ff01956e369199f74e340fccf4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5525" y="2139950"/>
            <a:ext cx="2789555" cy="289179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1788160" y="3036570"/>
            <a:ext cx="2046605" cy="138366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    </a:t>
            </a:r>
            <a:r>
              <a: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点击此处添加文字描述，文字颜色、大小、字体可根据需求进行更改。</a:t>
            </a:r>
            <a:r>
              <a:rPr lang="en-US" altLang="zh-CN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</a:t>
            </a:r>
            <a:endParaRPr lang="zh-CN" altLang="en-US" sz="14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207000" y="2960370"/>
            <a:ext cx="2046605" cy="138366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    </a:t>
            </a:r>
            <a:r>
              <a: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点击此处添加文字描述，文字颜色、大小、字体可根据需求进行更改。</a:t>
            </a:r>
            <a:r>
              <a:rPr lang="en-US" altLang="zh-CN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</a:t>
            </a:r>
            <a:endParaRPr lang="zh-CN" altLang="en-US" sz="14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625840" y="3036570"/>
            <a:ext cx="2046605" cy="138366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    </a:t>
            </a:r>
            <a:r>
              <a: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点击此处添加文字描述，文字颜色、大小、字体可根据需求进行更改。</a:t>
            </a:r>
            <a:r>
              <a:rPr lang="en-US" altLang="zh-CN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</a:t>
            </a:r>
            <a:endParaRPr lang="zh-CN" altLang="en-US" sz="14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14" name="图片 13" descr="5694f3f37546459ec07984c178b6c48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8410" y="2960370"/>
            <a:ext cx="2646680" cy="377507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1677022" y="2205776"/>
            <a:ext cx="507536" cy="53039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1092" y="5217794"/>
            <a:ext cx="1731645" cy="948055"/>
          </a:xfrm>
          <a:prstGeom prst="rect">
            <a:avLst/>
          </a:prstGeom>
        </p:spPr>
      </p:pic>
      <p:sp>
        <p:nvSpPr>
          <p:cNvPr id="19" name="big-heart_77483"/>
          <p:cNvSpPr>
            <a:spLocks noChangeAspect="1"/>
          </p:cNvSpPr>
          <p:nvPr/>
        </p:nvSpPr>
        <p:spPr bwMode="auto">
          <a:xfrm rot="20187069">
            <a:off x="8287569" y="1525548"/>
            <a:ext cx="926365" cy="739633"/>
          </a:xfrm>
          <a:custGeom>
            <a:avLst/>
            <a:gdLst>
              <a:gd name="connsiteX0" fmla="*/ 186302 w 608697"/>
              <a:gd name="connsiteY0" fmla="*/ 63862 h 562124"/>
              <a:gd name="connsiteX1" fmla="*/ 204357 w 608697"/>
              <a:gd name="connsiteY1" fmla="*/ 81889 h 562124"/>
              <a:gd name="connsiteX2" fmla="*/ 186302 w 608697"/>
              <a:gd name="connsiteY2" fmla="*/ 99991 h 562124"/>
              <a:gd name="connsiteX3" fmla="*/ 99759 w 608697"/>
              <a:gd name="connsiteY3" fmla="*/ 186326 h 562124"/>
              <a:gd name="connsiteX4" fmla="*/ 81705 w 608697"/>
              <a:gd name="connsiteY4" fmla="*/ 204428 h 562124"/>
              <a:gd name="connsiteX5" fmla="*/ 63650 w 608697"/>
              <a:gd name="connsiteY5" fmla="*/ 186326 h 562124"/>
              <a:gd name="connsiteX6" fmla="*/ 186302 w 608697"/>
              <a:gd name="connsiteY6" fmla="*/ 63862 h 562124"/>
              <a:gd name="connsiteX7" fmla="*/ 175448 w 608697"/>
              <a:gd name="connsiteY7" fmla="*/ 36129 h 562124"/>
              <a:gd name="connsiteX8" fmla="*/ 36179 w 608697"/>
              <a:gd name="connsiteY8" fmla="*/ 175282 h 562124"/>
              <a:gd name="connsiteX9" fmla="*/ 276226 w 608697"/>
              <a:gd name="connsiteY9" fmla="*/ 490611 h 562124"/>
              <a:gd name="connsiteX10" fmla="*/ 276972 w 608697"/>
              <a:gd name="connsiteY10" fmla="*/ 491356 h 562124"/>
              <a:gd name="connsiteX11" fmla="*/ 304349 w 608697"/>
              <a:gd name="connsiteY11" fmla="*/ 518546 h 562124"/>
              <a:gd name="connsiteX12" fmla="*/ 331725 w 608697"/>
              <a:gd name="connsiteY12" fmla="*/ 491356 h 562124"/>
              <a:gd name="connsiteX13" fmla="*/ 332471 w 608697"/>
              <a:gd name="connsiteY13" fmla="*/ 490611 h 562124"/>
              <a:gd name="connsiteX14" fmla="*/ 572518 w 608697"/>
              <a:gd name="connsiteY14" fmla="*/ 175282 h 562124"/>
              <a:gd name="connsiteX15" fmla="*/ 433249 w 608697"/>
              <a:gd name="connsiteY15" fmla="*/ 36129 h 562124"/>
              <a:gd name="connsiteX16" fmla="*/ 318149 w 608697"/>
              <a:gd name="connsiteY16" fmla="*/ 89764 h 562124"/>
              <a:gd name="connsiteX17" fmla="*/ 304349 w 608697"/>
              <a:gd name="connsiteY17" fmla="*/ 96170 h 562124"/>
              <a:gd name="connsiteX18" fmla="*/ 290548 w 608697"/>
              <a:gd name="connsiteY18" fmla="*/ 89764 h 562124"/>
              <a:gd name="connsiteX19" fmla="*/ 175448 w 608697"/>
              <a:gd name="connsiteY19" fmla="*/ 36129 h 562124"/>
              <a:gd name="connsiteX20" fmla="*/ 175448 w 608697"/>
              <a:gd name="connsiteY20" fmla="*/ 0 h 562124"/>
              <a:gd name="connsiteX21" fmla="*/ 304349 w 608697"/>
              <a:gd name="connsiteY21" fmla="*/ 51847 h 562124"/>
              <a:gd name="connsiteX22" fmla="*/ 433249 w 608697"/>
              <a:gd name="connsiteY22" fmla="*/ 0 h 562124"/>
              <a:gd name="connsiteX23" fmla="*/ 608697 w 608697"/>
              <a:gd name="connsiteY23" fmla="*/ 175282 h 562124"/>
              <a:gd name="connsiteX24" fmla="*/ 537309 w 608697"/>
              <a:gd name="connsiteY24" fmla="*/ 342593 h 562124"/>
              <a:gd name="connsiteX25" fmla="*/ 356864 w 608697"/>
              <a:gd name="connsiteY25" fmla="*/ 517354 h 562124"/>
              <a:gd name="connsiteX26" fmla="*/ 317104 w 608697"/>
              <a:gd name="connsiteY26" fmla="*/ 556835 h 562124"/>
              <a:gd name="connsiteX27" fmla="*/ 304349 w 608697"/>
              <a:gd name="connsiteY27" fmla="*/ 562124 h 562124"/>
              <a:gd name="connsiteX28" fmla="*/ 291593 w 608697"/>
              <a:gd name="connsiteY28" fmla="*/ 556835 h 562124"/>
              <a:gd name="connsiteX29" fmla="*/ 251834 w 608697"/>
              <a:gd name="connsiteY29" fmla="*/ 517354 h 562124"/>
              <a:gd name="connsiteX30" fmla="*/ 71388 w 608697"/>
              <a:gd name="connsiteY30" fmla="*/ 342593 h 562124"/>
              <a:gd name="connsiteX31" fmla="*/ 0 w 608697"/>
              <a:gd name="connsiteY31" fmla="*/ 175282 h 562124"/>
              <a:gd name="connsiteX32" fmla="*/ 175448 w 608697"/>
              <a:gd name="connsiteY32" fmla="*/ 0 h 562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08697" h="562124">
                <a:moveTo>
                  <a:pt x="186302" y="63862"/>
                </a:moveTo>
                <a:cubicBezTo>
                  <a:pt x="196225" y="63862"/>
                  <a:pt x="204357" y="71907"/>
                  <a:pt x="204357" y="81889"/>
                </a:cubicBezTo>
                <a:cubicBezTo>
                  <a:pt x="204357" y="91871"/>
                  <a:pt x="196300" y="99991"/>
                  <a:pt x="186302" y="99991"/>
                </a:cubicBezTo>
                <a:cubicBezTo>
                  <a:pt x="137808" y="99991"/>
                  <a:pt x="99759" y="137907"/>
                  <a:pt x="99759" y="186326"/>
                </a:cubicBezTo>
                <a:cubicBezTo>
                  <a:pt x="99759" y="196308"/>
                  <a:pt x="91702" y="204428"/>
                  <a:pt x="81705" y="204428"/>
                </a:cubicBezTo>
                <a:cubicBezTo>
                  <a:pt x="71708" y="204428"/>
                  <a:pt x="63650" y="196308"/>
                  <a:pt x="63650" y="186326"/>
                </a:cubicBezTo>
                <a:cubicBezTo>
                  <a:pt x="63650" y="117645"/>
                  <a:pt x="117516" y="63862"/>
                  <a:pt x="186302" y="63862"/>
                </a:cubicBezTo>
                <a:close/>
                <a:moveTo>
                  <a:pt x="175448" y="36129"/>
                </a:moveTo>
                <a:cubicBezTo>
                  <a:pt x="97347" y="36129"/>
                  <a:pt x="36179" y="97213"/>
                  <a:pt x="36179" y="175282"/>
                </a:cubicBezTo>
                <a:cubicBezTo>
                  <a:pt x="36179" y="273687"/>
                  <a:pt x="122933" y="355182"/>
                  <a:pt x="276226" y="490611"/>
                </a:cubicBezTo>
                <a:cubicBezTo>
                  <a:pt x="276450" y="490834"/>
                  <a:pt x="276748" y="491132"/>
                  <a:pt x="276972" y="491356"/>
                </a:cubicBezTo>
                <a:lnTo>
                  <a:pt x="304349" y="518546"/>
                </a:lnTo>
                <a:lnTo>
                  <a:pt x="331725" y="491356"/>
                </a:lnTo>
                <a:cubicBezTo>
                  <a:pt x="331949" y="491132"/>
                  <a:pt x="332247" y="490834"/>
                  <a:pt x="332471" y="490611"/>
                </a:cubicBezTo>
                <a:cubicBezTo>
                  <a:pt x="485764" y="355182"/>
                  <a:pt x="572518" y="273762"/>
                  <a:pt x="572518" y="175282"/>
                </a:cubicBezTo>
                <a:cubicBezTo>
                  <a:pt x="572518" y="97213"/>
                  <a:pt x="511350" y="36129"/>
                  <a:pt x="433249" y="36129"/>
                </a:cubicBezTo>
                <a:cubicBezTo>
                  <a:pt x="390282" y="36129"/>
                  <a:pt x="346196" y="56689"/>
                  <a:pt x="318149" y="89764"/>
                </a:cubicBezTo>
                <a:cubicBezTo>
                  <a:pt x="314717" y="93861"/>
                  <a:pt x="309645" y="96170"/>
                  <a:pt x="304349" y="96170"/>
                </a:cubicBezTo>
                <a:cubicBezTo>
                  <a:pt x="299052" y="96170"/>
                  <a:pt x="293980" y="93861"/>
                  <a:pt x="290548" y="89764"/>
                </a:cubicBezTo>
                <a:cubicBezTo>
                  <a:pt x="262501" y="56689"/>
                  <a:pt x="218415" y="36129"/>
                  <a:pt x="175448" y="36129"/>
                </a:cubicBezTo>
                <a:close/>
                <a:moveTo>
                  <a:pt x="175448" y="0"/>
                </a:moveTo>
                <a:cubicBezTo>
                  <a:pt x="222891" y="0"/>
                  <a:pt x="269736" y="19145"/>
                  <a:pt x="304349" y="51847"/>
                </a:cubicBezTo>
                <a:cubicBezTo>
                  <a:pt x="338961" y="19145"/>
                  <a:pt x="385807" y="0"/>
                  <a:pt x="433249" y="0"/>
                </a:cubicBezTo>
                <a:cubicBezTo>
                  <a:pt x="531640" y="0"/>
                  <a:pt x="608697" y="77026"/>
                  <a:pt x="608697" y="175282"/>
                </a:cubicBezTo>
                <a:cubicBezTo>
                  <a:pt x="608697" y="230258"/>
                  <a:pt x="586020" y="283446"/>
                  <a:pt x="537309" y="342593"/>
                </a:cubicBezTo>
                <a:cubicBezTo>
                  <a:pt x="494865" y="394291"/>
                  <a:pt x="435711" y="447628"/>
                  <a:pt x="356864" y="517354"/>
                </a:cubicBezTo>
                <a:lnTo>
                  <a:pt x="317104" y="556835"/>
                </a:lnTo>
                <a:cubicBezTo>
                  <a:pt x="313598" y="560336"/>
                  <a:pt x="308973" y="562124"/>
                  <a:pt x="304349" y="562124"/>
                </a:cubicBezTo>
                <a:cubicBezTo>
                  <a:pt x="299724" y="562124"/>
                  <a:pt x="295099" y="560336"/>
                  <a:pt x="291593" y="556835"/>
                </a:cubicBezTo>
                <a:lnTo>
                  <a:pt x="251834" y="517354"/>
                </a:lnTo>
                <a:cubicBezTo>
                  <a:pt x="172986" y="447628"/>
                  <a:pt x="113832" y="394291"/>
                  <a:pt x="71388" y="342593"/>
                </a:cubicBezTo>
                <a:cubicBezTo>
                  <a:pt x="22677" y="283446"/>
                  <a:pt x="0" y="230258"/>
                  <a:pt x="0" y="175282"/>
                </a:cubicBezTo>
                <a:cubicBezTo>
                  <a:pt x="0" y="77026"/>
                  <a:pt x="77057" y="0"/>
                  <a:pt x="175448" y="0"/>
                </a:cubicBezTo>
                <a:close/>
              </a:path>
            </a:pathLst>
          </a:custGeom>
          <a:solidFill>
            <a:srgbClr val="FFB6B9">
              <a:alpha val="45000"/>
            </a:srgbClr>
          </a:solidFill>
          <a:ln>
            <a:noFill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9" cstate="screen"/>
          <a:srcRect r="59575"/>
          <a:stretch>
            <a:fillRect/>
          </a:stretch>
        </p:blipFill>
        <p:spPr>
          <a:xfrm>
            <a:off x="9808120" y="946251"/>
            <a:ext cx="1186048" cy="42568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10" cstate="screen"/>
          <a:srcRect l="79894" t="-7176" r="-2213" b="34190"/>
          <a:stretch>
            <a:fillRect/>
          </a:stretch>
        </p:blipFill>
        <p:spPr>
          <a:xfrm>
            <a:off x="8323396" y="648764"/>
            <a:ext cx="854710" cy="40576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1" cstate="screen"/>
          <a:stretch>
            <a:fillRect/>
          </a:stretch>
        </p:blipFill>
        <p:spPr>
          <a:xfrm rot="4680000">
            <a:off x="6392908" y="4212279"/>
            <a:ext cx="654050" cy="64897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1977" y="5217794"/>
            <a:ext cx="1731645" cy="94805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3743" y="5217794"/>
            <a:ext cx="1731645" cy="94805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5320" y="5164454"/>
            <a:ext cx="1731645" cy="94805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7561" y="5164454"/>
            <a:ext cx="1731645" cy="948055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914400" y="693420"/>
            <a:ext cx="6048375" cy="1038225"/>
            <a:chOff x="1440" y="1092"/>
            <a:chExt cx="9525" cy="1635"/>
          </a:xfrm>
        </p:grpSpPr>
        <p:sp>
          <p:nvSpPr>
            <p:cNvPr id="25" name="文本框 24"/>
            <p:cNvSpPr txBox="1"/>
            <p:nvPr/>
          </p:nvSpPr>
          <p:spPr>
            <a:xfrm>
              <a:off x="2122" y="1357"/>
              <a:ext cx="8474" cy="82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板书设计   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Blackboard writing design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1440" y="1277"/>
              <a:ext cx="1439" cy="1451"/>
              <a:chOff x="3542" y="3578"/>
              <a:chExt cx="2698" cy="3008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1" cstate="screen"/>
              <a:stretch>
                <a:fillRect/>
              </a:stretch>
            </p:blipFill>
            <p:spPr>
              <a:xfrm rot="21240000">
                <a:off x="3542" y="3578"/>
                <a:ext cx="1411" cy="1594"/>
              </a:xfrm>
              <a:prstGeom prst="rect">
                <a:avLst/>
              </a:prstGeom>
            </p:spPr>
          </p:pic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2" cstate="screen"/>
              <a:stretch>
                <a:fillRect/>
              </a:stretch>
            </p:blipFill>
            <p:spPr>
              <a:xfrm>
                <a:off x="4170" y="4973"/>
                <a:ext cx="1623" cy="1613"/>
              </a:xfrm>
              <a:prstGeom prst="rect">
                <a:avLst/>
              </a:prstGeom>
            </p:spPr>
          </p:pic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3" cstate="screen"/>
              <a:stretch>
                <a:fillRect/>
              </a:stretch>
            </p:blipFill>
            <p:spPr>
              <a:xfrm>
                <a:off x="5333" y="5408"/>
                <a:ext cx="907" cy="1044"/>
              </a:xfrm>
              <a:prstGeom prst="rect">
                <a:avLst/>
              </a:prstGeom>
            </p:spPr>
          </p:pic>
        </p:grpSp>
        <p:pic>
          <p:nvPicPr>
            <p:cNvPr id="145" name="图片 144"/>
            <p:cNvPicPr>
              <a:picLocks noChangeAspect="1"/>
            </p:cNvPicPr>
            <p:nvPr/>
          </p:nvPicPr>
          <p:blipFill>
            <a:blip r:embed="rId4" cstate="screen"/>
            <a:stretch>
              <a:fillRect/>
            </a:stretch>
          </p:blipFill>
          <p:spPr>
            <a:xfrm rot="840000">
              <a:off x="10287" y="1092"/>
              <a:ext cx="678" cy="787"/>
            </a:xfrm>
            <a:prstGeom prst="rect">
              <a:avLst/>
            </a:prstGeom>
          </p:spPr>
        </p:pic>
      </p:grpSp>
      <p:pic>
        <p:nvPicPr>
          <p:cNvPr id="14" name="图片 13" descr="bfb3ee49d51f619ac1ad7354b2e16fc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7455" y="1854835"/>
            <a:ext cx="3060065" cy="3148330"/>
          </a:xfrm>
          <a:prstGeom prst="rect">
            <a:avLst/>
          </a:prstGeom>
        </p:spPr>
      </p:pic>
      <p:pic>
        <p:nvPicPr>
          <p:cNvPr id="15" name="图片 14" descr="bfb3ee49d51f619ac1ad7354b2e16fc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8230" y="3072130"/>
            <a:ext cx="3060065" cy="3148330"/>
          </a:xfrm>
          <a:prstGeom prst="rect">
            <a:avLst/>
          </a:prstGeom>
        </p:spPr>
      </p:pic>
      <p:pic>
        <p:nvPicPr>
          <p:cNvPr id="16" name="图片 15" descr="bfb3ee49d51f619ac1ad7354b2e16fc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8295" y="861695"/>
            <a:ext cx="3060065" cy="3148330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1520825" y="3072130"/>
            <a:ext cx="2046605" cy="138366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    </a:t>
            </a:r>
            <a:r>
              <a: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点击此处添加文字描述，文字颜色、大小、字体可根据需求进行更改。</a:t>
            </a:r>
            <a:r>
              <a:rPr lang="en-US" altLang="zh-CN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</a:t>
            </a:r>
            <a:endParaRPr lang="zh-CN" altLang="en-US" sz="14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231709" y="4311332"/>
            <a:ext cx="2046605" cy="138366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    </a:t>
            </a:r>
            <a:r>
              <a: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点击此处添加文字描述，文字颜色、大小、字体可根据需求进行更改。</a:t>
            </a:r>
            <a:r>
              <a:rPr lang="en-US" altLang="zh-CN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</a:t>
            </a:r>
            <a:endParaRPr lang="zh-CN" altLang="en-US" sz="14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241665" y="1985010"/>
            <a:ext cx="2046605" cy="138366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    </a:t>
            </a:r>
            <a:r>
              <a:rPr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点击此处添加文字描述，文字颜色、大小、字体可根据需求进行更改。</a:t>
            </a:r>
            <a:r>
              <a:rPr lang="en-US" altLang="zh-CN" sz="14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</a:t>
            </a:r>
            <a:endParaRPr lang="zh-CN" altLang="en-US" sz="14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6" cstate="screen"/>
          <a:stretch>
            <a:fillRect/>
          </a:stretch>
        </p:blipFill>
        <p:spPr>
          <a:xfrm>
            <a:off x="9612574" y="5186605"/>
            <a:ext cx="1395508" cy="103385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7" cstate="screen"/>
          <a:srcRect l="79894" t="-7176" r="-2213" b="34190"/>
          <a:stretch>
            <a:fillRect/>
          </a:stretch>
        </p:blipFill>
        <p:spPr>
          <a:xfrm>
            <a:off x="7534275" y="1238250"/>
            <a:ext cx="854710" cy="40576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7" cstate="screen"/>
          <a:srcRect l="79894" t="-7176" r="-2213" b="34190"/>
          <a:stretch>
            <a:fillRect/>
          </a:stretch>
        </p:blipFill>
        <p:spPr>
          <a:xfrm>
            <a:off x="10288270" y="787400"/>
            <a:ext cx="854710" cy="405765"/>
          </a:xfrm>
          <a:prstGeom prst="rect">
            <a:avLst/>
          </a:prstGeom>
        </p:spPr>
      </p:pic>
      <p:sp>
        <p:nvSpPr>
          <p:cNvPr id="43" name="big-heart_77483"/>
          <p:cNvSpPr>
            <a:spLocks noChangeAspect="1"/>
          </p:cNvSpPr>
          <p:nvPr/>
        </p:nvSpPr>
        <p:spPr bwMode="auto">
          <a:xfrm rot="19528885">
            <a:off x="1209513" y="5616130"/>
            <a:ext cx="597516" cy="477071"/>
          </a:xfrm>
          <a:custGeom>
            <a:avLst/>
            <a:gdLst>
              <a:gd name="connsiteX0" fmla="*/ 186302 w 608697"/>
              <a:gd name="connsiteY0" fmla="*/ 63862 h 562124"/>
              <a:gd name="connsiteX1" fmla="*/ 204357 w 608697"/>
              <a:gd name="connsiteY1" fmla="*/ 81889 h 562124"/>
              <a:gd name="connsiteX2" fmla="*/ 186302 w 608697"/>
              <a:gd name="connsiteY2" fmla="*/ 99991 h 562124"/>
              <a:gd name="connsiteX3" fmla="*/ 99759 w 608697"/>
              <a:gd name="connsiteY3" fmla="*/ 186326 h 562124"/>
              <a:gd name="connsiteX4" fmla="*/ 81705 w 608697"/>
              <a:gd name="connsiteY4" fmla="*/ 204428 h 562124"/>
              <a:gd name="connsiteX5" fmla="*/ 63650 w 608697"/>
              <a:gd name="connsiteY5" fmla="*/ 186326 h 562124"/>
              <a:gd name="connsiteX6" fmla="*/ 186302 w 608697"/>
              <a:gd name="connsiteY6" fmla="*/ 63862 h 562124"/>
              <a:gd name="connsiteX7" fmla="*/ 175448 w 608697"/>
              <a:gd name="connsiteY7" fmla="*/ 36129 h 562124"/>
              <a:gd name="connsiteX8" fmla="*/ 36179 w 608697"/>
              <a:gd name="connsiteY8" fmla="*/ 175282 h 562124"/>
              <a:gd name="connsiteX9" fmla="*/ 276226 w 608697"/>
              <a:gd name="connsiteY9" fmla="*/ 490611 h 562124"/>
              <a:gd name="connsiteX10" fmla="*/ 276972 w 608697"/>
              <a:gd name="connsiteY10" fmla="*/ 491356 h 562124"/>
              <a:gd name="connsiteX11" fmla="*/ 304349 w 608697"/>
              <a:gd name="connsiteY11" fmla="*/ 518546 h 562124"/>
              <a:gd name="connsiteX12" fmla="*/ 331725 w 608697"/>
              <a:gd name="connsiteY12" fmla="*/ 491356 h 562124"/>
              <a:gd name="connsiteX13" fmla="*/ 332471 w 608697"/>
              <a:gd name="connsiteY13" fmla="*/ 490611 h 562124"/>
              <a:gd name="connsiteX14" fmla="*/ 572518 w 608697"/>
              <a:gd name="connsiteY14" fmla="*/ 175282 h 562124"/>
              <a:gd name="connsiteX15" fmla="*/ 433249 w 608697"/>
              <a:gd name="connsiteY15" fmla="*/ 36129 h 562124"/>
              <a:gd name="connsiteX16" fmla="*/ 318149 w 608697"/>
              <a:gd name="connsiteY16" fmla="*/ 89764 h 562124"/>
              <a:gd name="connsiteX17" fmla="*/ 304349 w 608697"/>
              <a:gd name="connsiteY17" fmla="*/ 96170 h 562124"/>
              <a:gd name="connsiteX18" fmla="*/ 290548 w 608697"/>
              <a:gd name="connsiteY18" fmla="*/ 89764 h 562124"/>
              <a:gd name="connsiteX19" fmla="*/ 175448 w 608697"/>
              <a:gd name="connsiteY19" fmla="*/ 36129 h 562124"/>
              <a:gd name="connsiteX20" fmla="*/ 175448 w 608697"/>
              <a:gd name="connsiteY20" fmla="*/ 0 h 562124"/>
              <a:gd name="connsiteX21" fmla="*/ 304349 w 608697"/>
              <a:gd name="connsiteY21" fmla="*/ 51847 h 562124"/>
              <a:gd name="connsiteX22" fmla="*/ 433249 w 608697"/>
              <a:gd name="connsiteY22" fmla="*/ 0 h 562124"/>
              <a:gd name="connsiteX23" fmla="*/ 608697 w 608697"/>
              <a:gd name="connsiteY23" fmla="*/ 175282 h 562124"/>
              <a:gd name="connsiteX24" fmla="*/ 537309 w 608697"/>
              <a:gd name="connsiteY24" fmla="*/ 342593 h 562124"/>
              <a:gd name="connsiteX25" fmla="*/ 356864 w 608697"/>
              <a:gd name="connsiteY25" fmla="*/ 517354 h 562124"/>
              <a:gd name="connsiteX26" fmla="*/ 317104 w 608697"/>
              <a:gd name="connsiteY26" fmla="*/ 556835 h 562124"/>
              <a:gd name="connsiteX27" fmla="*/ 304349 w 608697"/>
              <a:gd name="connsiteY27" fmla="*/ 562124 h 562124"/>
              <a:gd name="connsiteX28" fmla="*/ 291593 w 608697"/>
              <a:gd name="connsiteY28" fmla="*/ 556835 h 562124"/>
              <a:gd name="connsiteX29" fmla="*/ 251834 w 608697"/>
              <a:gd name="connsiteY29" fmla="*/ 517354 h 562124"/>
              <a:gd name="connsiteX30" fmla="*/ 71388 w 608697"/>
              <a:gd name="connsiteY30" fmla="*/ 342593 h 562124"/>
              <a:gd name="connsiteX31" fmla="*/ 0 w 608697"/>
              <a:gd name="connsiteY31" fmla="*/ 175282 h 562124"/>
              <a:gd name="connsiteX32" fmla="*/ 175448 w 608697"/>
              <a:gd name="connsiteY32" fmla="*/ 0 h 562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08697" h="562124">
                <a:moveTo>
                  <a:pt x="186302" y="63862"/>
                </a:moveTo>
                <a:cubicBezTo>
                  <a:pt x="196225" y="63862"/>
                  <a:pt x="204357" y="71907"/>
                  <a:pt x="204357" y="81889"/>
                </a:cubicBezTo>
                <a:cubicBezTo>
                  <a:pt x="204357" y="91871"/>
                  <a:pt x="196300" y="99991"/>
                  <a:pt x="186302" y="99991"/>
                </a:cubicBezTo>
                <a:cubicBezTo>
                  <a:pt x="137808" y="99991"/>
                  <a:pt x="99759" y="137907"/>
                  <a:pt x="99759" y="186326"/>
                </a:cubicBezTo>
                <a:cubicBezTo>
                  <a:pt x="99759" y="196308"/>
                  <a:pt x="91702" y="204428"/>
                  <a:pt x="81705" y="204428"/>
                </a:cubicBezTo>
                <a:cubicBezTo>
                  <a:pt x="71708" y="204428"/>
                  <a:pt x="63650" y="196308"/>
                  <a:pt x="63650" y="186326"/>
                </a:cubicBezTo>
                <a:cubicBezTo>
                  <a:pt x="63650" y="117645"/>
                  <a:pt x="117516" y="63862"/>
                  <a:pt x="186302" y="63862"/>
                </a:cubicBezTo>
                <a:close/>
                <a:moveTo>
                  <a:pt x="175448" y="36129"/>
                </a:moveTo>
                <a:cubicBezTo>
                  <a:pt x="97347" y="36129"/>
                  <a:pt x="36179" y="97213"/>
                  <a:pt x="36179" y="175282"/>
                </a:cubicBezTo>
                <a:cubicBezTo>
                  <a:pt x="36179" y="273687"/>
                  <a:pt x="122933" y="355182"/>
                  <a:pt x="276226" y="490611"/>
                </a:cubicBezTo>
                <a:cubicBezTo>
                  <a:pt x="276450" y="490834"/>
                  <a:pt x="276748" y="491132"/>
                  <a:pt x="276972" y="491356"/>
                </a:cubicBezTo>
                <a:lnTo>
                  <a:pt x="304349" y="518546"/>
                </a:lnTo>
                <a:lnTo>
                  <a:pt x="331725" y="491356"/>
                </a:lnTo>
                <a:cubicBezTo>
                  <a:pt x="331949" y="491132"/>
                  <a:pt x="332247" y="490834"/>
                  <a:pt x="332471" y="490611"/>
                </a:cubicBezTo>
                <a:cubicBezTo>
                  <a:pt x="485764" y="355182"/>
                  <a:pt x="572518" y="273762"/>
                  <a:pt x="572518" y="175282"/>
                </a:cubicBezTo>
                <a:cubicBezTo>
                  <a:pt x="572518" y="97213"/>
                  <a:pt x="511350" y="36129"/>
                  <a:pt x="433249" y="36129"/>
                </a:cubicBezTo>
                <a:cubicBezTo>
                  <a:pt x="390282" y="36129"/>
                  <a:pt x="346196" y="56689"/>
                  <a:pt x="318149" y="89764"/>
                </a:cubicBezTo>
                <a:cubicBezTo>
                  <a:pt x="314717" y="93861"/>
                  <a:pt x="309645" y="96170"/>
                  <a:pt x="304349" y="96170"/>
                </a:cubicBezTo>
                <a:cubicBezTo>
                  <a:pt x="299052" y="96170"/>
                  <a:pt x="293980" y="93861"/>
                  <a:pt x="290548" y="89764"/>
                </a:cubicBezTo>
                <a:cubicBezTo>
                  <a:pt x="262501" y="56689"/>
                  <a:pt x="218415" y="36129"/>
                  <a:pt x="175448" y="36129"/>
                </a:cubicBezTo>
                <a:close/>
                <a:moveTo>
                  <a:pt x="175448" y="0"/>
                </a:moveTo>
                <a:cubicBezTo>
                  <a:pt x="222891" y="0"/>
                  <a:pt x="269736" y="19145"/>
                  <a:pt x="304349" y="51847"/>
                </a:cubicBezTo>
                <a:cubicBezTo>
                  <a:pt x="338961" y="19145"/>
                  <a:pt x="385807" y="0"/>
                  <a:pt x="433249" y="0"/>
                </a:cubicBezTo>
                <a:cubicBezTo>
                  <a:pt x="531640" y="0"/>
                  <a:pt x="608697" y="77026"/>
                  <a:pt x="608697" y="175282"/>
                </a:cubicBezTo>
                <a:cubicBezTo>
                  <a:pt x="608697" y="230258"/>
                  <a:pt x="586020" y="283446"/>
                  <a:pt x="537309" y="342593"/>
                </a:cubicBezTo>
                <a:cubicBezTo>
                  <a:pt x="494865" y="394291"/>
                  <a:pt x="435711" y="447628"/>
                  <a:pt x="356864" y="517354"/>
                </a:cubicBezTo>
                <a:lnTo>
                  <a:pt x="317104" y="556835"/>
                </a:lnTo>
                <a:cubicBezTo>
                  <a:pt x="313598" y="560336"/>
                  <a:pt x="308973" y="562124"/>
                  <a:pt x="304349" y="562124"/>
                </a:cubicBezTo>
                <a:cubicBezTo>
                  <a:pt x="299724" y="562124"/>
                  <a:pt x="295099" y="560336"/>
                  <a:pt x="291593" y="556835"/>
                </a:cubicBezTo>
                <a:lnTo>
                  <a:pt x="251834" y="517354"/>
                </a:lnTo>
                <a:cubicBezTo>
                  <a:pt x="172986" y="447628"/>
                  <a:pt x="113832" y="394291"/>
                  <a:pt x="71388" y="342593"/>
                </a:cubicBezTo>
                <a:cubicBezTo>
                  <a:pt x="22677" y="283446"/>
                  <a:pt x="0" y="230258"/>
                  <a:pt x="0" y="175282"/>
                </a:cubicBezTo>
                <a:cubicBezTo>
                  <a:pt x="0" y="77026"/>
                  <a:pt x="77057" y="0"/>
                  <a:pt x="175448" y="0"/>
                </a:cubicBezTo>
                <a:close/>
              </a:path>
            </a:pathLst>
          </a:custGeom>
          <a:solidFill>
            <a:srgbClr val="FFB6B9">
              <a:alpha val="45000"/>
            </a:srgbClr>
          </a:solidFill>
          <a:ln>
            <a:noFill/>
          </a:ln>
        </p:spPr>
      </p:sp>
      <p:sp>
        <p:nvSpPr>
          <p:cNvPr id="44" name="virtual-cloud_74160"/>
          <p:cNvSpPr>
            <a:spLocks noChangeAspect="1"/>
          </p:cNvSpPr>
          <p:nvPr/>
        </p:nvSpPr>
        <p:spPr bwMode="auto">
          <a:xfrm rot="950411">
            <a:off x="1752444" y="5221089"/>
            <a:ext cx="918812" cy="698409"/>
          </a:xfrm>
          <a:custGeom>
            <a:avLst/>
            <a:gdLst>
              <a:gd name="T0" fmla="*/ 1914 w 2241"/>
              <a:gd name="T1" fmla="*/ 76 h 1858"/>
              <a:gd name="T2" fmla="*/ 1608 w 2241"/>
              <a:gd name="T3" fmla="*/ 0 h 1858"/>
              <a:gd name="T4" fmla="*/ 1121 w 2241"/>
              <a:gd name="T5" fmla="*/ 220 h 1858"/>
              <a:gd name="T6" fmla="*/ 633 w 2241"/>
              <a:gd name="T7" fmla="*/ 0 h 1858"/>
              <a:gd name="T8" fmla="*/ 327 w 2241"/>
              <a:gd name="T9" fmla="*/ 76 h 1858"/>
              <a:gd name="T10" fmla="*/ 0 w 2241"/>
              <a:gd name="T11" fmla="*/ 608 h 1858"/>
              <a:gd name="T12" fmla="*/ 31 w 2241"/>
              <a:gd name="T13" fmla="*/ 796 h 1858"/>
              <a:gd name="T14" fmla="*/ 1121 w 2241"/>
              <a:gd name="T15" fmla="*/ 1858 h 1858"/>
              <a:gd name="T16" fmla="*/ 2210 w 2241"/>
              <a:gd name="T17" fmla="*/ 796 h 1858"/>
              <a:gd name="T18" fmla="*/ 2241 w 2241"/>
              <a:gd name="T19" fmla="*/ 608 h 1858"/>
              <a:gd name="T20" fmla="*/ 1914 w 2241"/>
              <a:gd name="T21" fmla="*/ 76 h 1858"/>
              <a:gd name="T22" fmla="*/ 2037 w 2241"/>
              <a:gd name="T23" fmla="*/ 743 h 1858"/>
              <a:gd name="T24" fmla="*/ 1997 w 2241"/>
              <a:gd name="T25" fmla="*/ 771 h 1858"/>
              <a:gd name="T26" fmla="*/ 1983 w 2241"/>
              <a:gd name="T27" fmla="*/ 770 h 1858"/>
              <a:gd name="T28" fmla="*/ 1957 w 2241"/>
              <a:gd name="T29" fmla="*/ 715 h 1858"/>
              <a:gd name="T30" fmla="*/ 1975 w 2241"/>
              <a:gd name="T31" fmla="*/ 608 h 1858"/>
              <a:gd name="T32" fmla="*/ 1786 w 2241"/>
              <a:gd name="T33" fmla="*/ 302 h 1858"/>
              <a:gd name="T34" fmla="*/ 1608 w 2241"/>
              <a:gd name="T35" fmla="*/ 257 h 1858"/>
              <a:gd name="T36" fmla="*/ 1566 w 2241"/>
              <a:gd name="T37" fmla="*/ 215 h 1858"/>
              <a:gd name="T38" fmla="*/ 1608 w 2241"/>
              <a:gd name="T39" fmla="*/ 172 h 1858"/>
              <a:gd name="T40" fmla="*/ 1826 w 2241"/>
              <a:gd name="T41" fmla="*/ 227 h 1858"/>
              <a:gd name="T42" fmla="*/ 2060 w 2241"/>
              <a:gd name="T43" fmla="*/ 608 h 1858"/>
              <a:gd name="T44" fmla="*/ 2037 w 2241"/>
              <a:gd name="T45" fmla="*/ 743 h 18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241" h="1858">
                <a:moveTo>
                  <a:pt x="1914" y="76"/>
                </a:moveTo>
                <a:cubicBezTo>
                  <a:pt x="1823" y="27"/>
                  <a:pt x="1719" y="0"/>
                  <a:pt x="1608" y="0"/>
                </a:cubicBezTo>
                <a:cubicBezTo>
                  <a:pt x="1413" y="0"/>
                  <a:pt x="1237" y="86"/>
                  <a:pt x="1121" y="220"/>
                </a:cubicBezTo>
                <a:cubicBezTo>
                  <a:pt x="1004" y="86"/>
                  <a:pt x="829" y="0"/>
                  <a:pt x="633" y="0"/>
                </a:cubicBezTo>
                <a:cubicBezTo>
                  <a:pt x="522" y="0"/>
                  <a:pt x="418" y="27"/>
                  <a:pt x="327" y="76"/>
                </a:cubicBezTo>
                <a:cubicBezTo>
                  <a:pt x="132" y="179"/>
                  <a:pt x="0" y="378"/>
                  <a:pt x="0" y="608"/>
                </a:cubicBezTo>
                <a:cubicBezTo>
                  <a:pt x="0" y="674"/>
                  <a:pt x="11" y="737"/>
                  <a:pt x="31" y="796"/>
                </a:cubicBezTo>
                <a:cubicBezTo>
                  <a:pt x="140" y="1266"/>
                  <a:pt x="833" y="1858"/>
                  <a:pt x="1121" y="1858"/>
                </a:cubicBezTo>
                <a:cubicBezTo>
                  <a:pt x="1401" y="1858"/>
                  <a:pt x="2101" y="1266"/>
                  <a:pt x="2210" y="796"/>
                </a:cubicBezTo>
                <a:cubicBezTo>
                  <a:pt x="2230" y="737"/>
                  <a:pt x="2241" y="674"/>
                  <a:pt x="2241" y="608"/>
                </a:cubicBezTo>
                <a:cubicBezTo>
                  <a:pt x="2241" y="378"/>
                  <a:pt x="2109" y="179"/>
                  <a:pt x="1914" y="76"/>
                </a:cubicBezTo>
                <a:close/>
                <a:moveTo>
                  <a:pt x="2037" y="743"/>
                </a:moveTo>
                <a:cubicBezTo>
                  <a:pt x="2031" y="760"/>
                  <a:pt x="2015" y="771"/>
                  <a:pt x="1997" y="771"/>
                </a:cubicBezTo>
                <a:cubicBezTo>
                  <a:pt x="1992" y="771"/>
                  <a:pt x="1988" y="771"/>
                  <a:pt x="1983" y="770"/>
                </a:cubicBezTo>
                <a:cubicBezTo>
                  <a:pt x="1961" y="762"/>
                  <a:pt x="1949" y="738"/>
                  <a:pt x="1957" y="715"/>
                </a:cubicBezTo>
                <a:cubicBezTo>
                  <a:pt x="1969" y="679"/>
                  <a:pt x="1975" y="644"/>
                  <a:pt x="1975" y="608"/>
                </a:cubicBezTo>
                <a:cubicBezTo>
                  <a:pt x="1975" y="481"/>
                  <a:pt x="1902" y="363"/>
                  <a:pt x="1786" y="302"/>
                </a:cubicBezTo>
                <a:cubicBezTo>
                  <a:pt x="1731" y="272"/>
                  <a:pt x="1671" y="257"/>
                  <a:pt x="1608" y="257"/>
                </a:cubicBezTo>
                <a:cubicBezTo>
                  <a:pt x="1584" y="257"/>
                  <a:pt x="1566" y="239"/>
                  <a:pt x="1566" y="215"/>
                </a:cubicBezTo>
                <a:cubicBezTo>
                  <a:pt x="1566" y="191"/>
                  <a:pt x="1584" y="172"/>
                  <a:pt x="1608" y="172"/>
                </a:cubicBezTo>
                <a:cubicBezTo>
                  <a:pt x="1685" y="172"/>
                  <a:pt x="1758" y="191"/>
                  <a:pt x="1826" y="227"/>
                </a:cubicBezTo>
                <a:cubicBezTo>
                  <a:pt x="1970" y="303"/>
                  <a:pt x="2060" y="449"/>
                  <a:pt x="2060" y="608"/>
                </a:cubicBezTo>
                <a:cubicBezTo>
                  <a:pt x="2060" y="653"/>
                  <a:pt x="2053" y="699"/>
                  <a:pt x="2037" y="743"/>
                </a:cubicBezTo>
                <a:close/>
              </a:path>
            </a:pathLst>
          </a:custGeom>
          <a:solidFill>
            <a:srgbClr val="FFB6B9">
              <a:alpha val="45000"/>
            </a:srgbClr>
          </a:solidFill>
          <a:ln>
            <a:noFill/>
          </a:ln>
        </p:spPr>
        <p:txBody>
          <a:bodyPr lIns="68580" tIns="34290" rIns="68580" bIns="34290"/>
          <a:lstStyle/>
          <a:p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7" cstate="screen"/>
          <a:srcRect l="79894" t="-7176" r="-2213" b="34190"/>
          <a:stretch>
            <a:fillRect/>
          </a:stretch>
        </p:blipFill>
        <p:spPr>
          <a:xfrm>
            <a:off x="5786478" y="1418272"/>
            <a:ext cx="854710" cy="40576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8" cstate="screen"/>
          <a:srcRect r="59575"/>
          <a:stretch>
            <a:fillRect/>
          </a:stretch>
        </p:blipFill>
        <p:spPr>
          <a:xfrm>
            <a:off x="6615562" y="1928142"/>
            <a:ext cx="1186048" cy="42568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998039" y="2383727"/>
            <a:ext cx="6690587" cy="101473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谢谢大家观看</a:t>
            </a:r>
            <a:endParaRPr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7" name="图片 146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 rot="960000">
            <a:off x="4094240" y="1254570"/>
            <a:ext cx="969348" cy="1091279"/>
          </a:xfrm>
          <a:prstGeom prst="rect">
            <a:avLst/>
          </a:prstGeom>
        </p:spPr>
      </p:pic>
      <p:pic>
        <p:nvPicPr>
          <p:cNvPr id="145" name="图片 144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9189085" y="730250"/>
            <a:ext cx="768350" cy="89027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3" cstate="screen"/>
          <a:srcRect r="59575"/>
          <a:stretch>
            <a:fillRect/>
          </a:stretch>
        </p:blipFill>
        <p:spPr>
          <a:xfrm>
            <a:off x="10152925" y="1018641"/>
            <a:ext cx="1186048" cy="4256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4" cstate="screen"/>
          <a:srcRect l="79894" t="-7176" r="-2213" b="34190"/>
          <a:stretch>
            <a:fillRect/>
          </a:stretch>
        </p:blipFill>
        <p:spPr>
          <a:xfrm>
            <a:off x="1354081" y="821406"/>
            <a:ext cx="844493" cy="40067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screen"/>
          <a:srcRect l="79894" t="-7176" r="-2213" b="34190"/>
          <a:stretch>
            <a:fillRect/>
          </a:stretch>
        </p:blipFill>
        <p:spPr>
          <a:xfrm>
            <a:off x="2436756" y="1354171"/>
            <a:ext cx="844493" cy="40067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screen"/>
          <a:srcRect l="79894" t="-7176" r="-2213" b="34190"/>
          <a:stretch>
            <a:fillRect/>
          </a:stretch>
        </p:blipFill>
        <p:spPr>
          <a:xfrm>
            <a:off x="8101591" y="1443706"/>
            <a:ext cx="844493" cy="400670"/>
          </a:xfrm>
          <a:prstGeom prst="rect">
            <a:avLst/>
          </a:prstGeom>
        </p:spPr>
      </p:pic>
      <p:sp>
        <p:nvSpPr>
          <p:cNvPr id="128" name="文本框 127"/>
          <p:cNvSpPr txBox="1"/>
          <p:nvPr/>
        </p:nvSpPr>
        <p:spPr>
          <a:xfrm>
            <a:off x="4252008" y="3698248"/>
            <a:ext cx="3954687" cy="39878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授课教师：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XXX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4285805" y="4061433"/>
            <a:ext cx="3954687" cy="39878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20XX</a:t>
            </a:r>
            <a:r>
              <a:rPr lang="zh-CN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XX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XX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日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2249170" y="2272030"/>
            <a:ext cx="1712595" cy="1909445"/>
            <a:chOff x="3542" y="3578"/>
            <a:chExt cx="2697" cy="3007"/>
          </a:xfrm>
        </p:grpSpPr>
        <p:grpSp>
          <p:nvGrpSpPr>
            <p:cNvPr id="10" name="组合 9"/>
            <p:cNvGrpSpPr/>
            <p:nvPr/>
          </p:nvGrpSpPr>
          <p:grpSpPr>
            <a:xfrm rot="21240000">
              <a:off x="3542" y="3578"/>
              <a:ext cx="1411" cy="1594"/>
              <a:chOff x="4312426" y="962812"/>
              <a:chExt cx="896190" cy="1012024"/>
            </a:xfrm>
          </p:grpSpPr>
          <p:pic>
            <p:nvPicPr>
              <p:cNvPr id="144" name="图片 143"/>
              <p:cNvPicPr>
                <a:picLocks noChangeAspect="1"/>
              </p:cNvPicPr>
              <p:nvPr/>
            </p:nvPicPr>
            <p:blipFill>
              <a:blip r:embed="rId5" cstate="screen"/>
              <a:stretch>
                <a:fillRect/>
              </a:stretch>
            </p:blipFill>
            <p:spPr>
              <a:xfrm>
                <a:off x="4312426" y="962812"/>
                <a:ext cx="896190" cy="1012024"/>
              </a:xfrm>
              <a:prstGeom prst="rect">
                <a:avLst/>
              </a:prstGeom>
            </p:spPr>
          </p:pic>
          <p:sp>
            <p:nvSpPr>
              <p:cNvPr id="117" name="文本框 116"/>
              <p:cNvSpPr txBox="1"/>
              <p:nvPr/>
            </p:nvSpPr>
            <p:spPr>
              <a:xfrm>
                <a:off x="4541583" y="1059708"/>
                <a:ext cx="483436" cy="768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44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49" name="图片 148"/>
            <p:cNvPicPr>
              <a:picLocks noChangeAspect="1"/>
            </p:cNvPicPr>
            <p:nvPr/>
          </p:nvPicPr>
          <p:blipFill>
            <a:blip r:embed="rId6" cstate="screen"/>
            <a:stretch>
              <a:fillRect/>
            </a:stretch>
          </p:blipFill>
          <p:spPr>
            <a:xfrm>
              <a:off x="4170" y="4973"/>
              <a:ext cx="1623" cy="1613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7" cstate="screen"/>
            <a:stretch>
              <a:fillRect/>
            </a:stretch>
          </p:blipFill>
          <p:spPr>
            <a:xfrm>
              <a:off x="5333" y="5408"/>
              <a:ext cx="907" cy="1044"/>
            </a:xfrm>
            <a:prstGeom prst="rect">
              <a:avLst/>
            </a:prstGeom>
          </p:spPr>
        </p:pic>
      </p:grpSp>
      <p:pic>
        <p:nvPicPr>
          <p:cNvPr id="32" name="图片 31" descr="4bc571ee640efd02e16847e1633637e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9085" y="2458720"/>
            <a:ext cx="2997200" cy="4445000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9" cstate="screen"/>
          <a:stretch>
            <a:fillRect/>
          </a:stretch>
        </p:blipFill>
        <p:spPr>
          <a:xfrm rot="2520000">
            <a:off x="7666990" y="4232275"/>
            <a:ext cx="654050" cy="648970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3820" y="5293995"/>
            <a:ext cx="1731645" cy="94805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p:transition>
    <p:random/>
  </p:transition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4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7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1768</Words>
  <Application>WPS 演示</Application>
  <PresentationFormat>宽屏</PresentationFormat>
  <Paragraphs>138</Paragraphs>
  <Slides>15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FIND YOU</cp:lastModifiedBy>
  <cp:revision>31</cp:revision>
  <dcterms:created xsi:type="dcterms:W3CDTF">2019-06-19T02:08:00Z</dcterms:created>
  <dcterms:modified xsi:type="dcterms:W3CDTF">2026-10-25T06:07:06Z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KSOTemplateUUID">
    <vt:lpwstr>v1.0_mb_LgFkYuxHQpVVN+eyZ6pQXQ==</vt:lpwstr>
  </property>
  <property fmtid="{D5CDD505-2E9C-101B-9397-08002B2CF9AE}" pid="4" name="ICV">
    <vt:lpwstr>484342DD89D440C9A3B511C5201D7AC4_11</vt:lpwstr>
  </property>
</Properties>
</file>