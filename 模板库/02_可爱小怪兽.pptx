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7" r:id="rId3"/>
    <p:sldId id="256" r:id="rId4"/>
    <p:sldId id="258" r:id="rId5"/>
    <p:sldId id="262" r:id="rId6"/>
    <p:sldId id="261" r:id="rId7"/>
    <p:sldId id="263" r:id="rId8"/>
    <p:sldId id="259" r:id="rId9"/>
    <p:sldId id="264" r:id="rId10"/>
    <p:sldId id="265" r:id="rId11"/>
    <p:sldId id="266" r:id="rId12"/>
    <p:sldId id="260" r:id="rId13"/>
    <p:sldId id="267" r:id="rId14"/>
    <p:sldId id="268" r:id="rId15"/>
    <p:sldId id="269" r:id="rId16"/>
    <p:sldId id="270" r:id="rId17"/>
  </p:sldIdLst>
  <p:sldSz cx="12192000" cy="6858000"/>
  <p:notesSz cx="6858000" cy="9144000"/>
  <p:embeddedFontLst>
    <p:embeddedFont>
      <p:font typeface="字魂27号-布丁体" panose="00000500000000000000" charset="-122"/>
      <p:regular r:id="rId21"/>
    </p:embeddedFont>
    <p:embeddedFont>
      <p:font typeface="字魂73号-江南手书" panose="00000500000000000000" charset="-122"/>
      <p:regular r:id="rId22"/>
    </p:embeddedFont>
    <p:embeddedFont>
      <p:font typeface="Calibri Light" panose="020F0302020204030204" charset="0"/>
      <p:regular r:id="rId23"/>
      <p:italic r:id="rId24"/>
    </p:embeddedFont>
    <p:embeddedFont>
      <p:font typeface="Calibri" panose="020F0502020204030204" charset="0"/>
      <p:regular r:id="rId25"/>
      <p:bold r:id="rId26"/>
      <p:italic r:id="rId27"/>
      <p:boldItalic r:id="rId2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DFF"/>
    <a:srgbClr val="2E75B6"/>
    <a:srgbClr val="9DC3E6"/>
    <a:srgbClr val="F2F2F2"/>
    <a:srgbClr val="FFE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千库网_可爱儿童卡通风格白云多云边框矢量免抠_元素编号11840954"/>
          <p:cNvPicPr>
            <a:picLocks noChangeAspect="1"/>
          </p:cNvPicPr>
          <p:nvPr/>
        </p:nvPicPr>
        <p:blipFill>
          <a:blip r:embed="rId1"/>
          <a:stretch>
            <a:fillRect/>
          </a:stretch>
        </p:blipFill>
        <p:spPr>
          <a:xfrm rot="360000">
            <a:off x="4538345" y="-687070"/>
            <a:ext cx="7226935" cy="7226935"/>
          </a:xfrm>
          <a:prstGeom prst="rect">
            <a:avLst/>
          </a:prstGeom>
        </p:spPr>
      </p:pic>
      <p:pic>
        <p:nvPicPr>
          <p:cNvPr id="7" name="图片 6" descr="千库网_蓝色小怪兽_元素编号12879616"/>
          <p:cNvPicPr>
            <a:picLocks noChangeAspect="1"/>
          </p:cNvPicPr>
          <p:nvPr/>
        </p:nvPicPr>
        <p:blipFill>
          <a:blip r:embed="rId2"/>
          <a:stretch>
            <a:fillRect/>
          </a:stretch>
        </p:blipFill>
        <p:spPr>
          <a:xfrm>
            <a:off x="-723900" y="-133350"/>
            <a:ext cx="7581900" cy="7581900"/>
          </a:xfrm>
          <a:prstGeom prst="rect">
            <a:avLst/>
          </a:prstGeom>
        </p:spPr>
      </p:pic>
      <p:sp>
        <p:nvSpPr>
          <p:cNvPr id="4" name="文本框 3"/>
          <p:cNvSpPr txBox="1"/>
          <p:nvPr/>
        </p:nvSpPr>
        <p:spPr>
          <a:xfrm>
            <a:off x="5800725" y="2585720"/>
            <a:ext cx="5525770" cy="2306955"/>
          </a:xfrm>
          <a:prstGeom prst="rect">
            <a:avLst/>
          </a:prstGeom>
          <a:noFill/>
        </p:spPr>
        <p:txBody>
          <a:bodyPr wrap="square" rtlCol="0">
            <a:spAutoFit/>
          </a:bodyPr>
          <a:p>
            <a:r>
              <a:rPr lang="zh-CN" altLang="en-US" sz="7200">
                <a:solidFill>
                  <a:srgbClr val="F6FDFF"/>
                </a:solidFill>
                <a:latin typeface="字魂27号-布丁体" panose="00000500000000000000" charset="-122"/>
                <a:ea typeface="字魂27号-布丁体" panose="00000500000000000000" charset="-122"/>
              </a:rPr>
              <a:t>可爱小怪兽</a:t>
            </a:r>
            <a:endParaRPr lang="zh-CN" altLang="en-US" sz="7200">
              <a:solidFill>
                <a:srgbClr val="F6FDFF"/>
              </a:solidFill>
              <a:latin typeface="字魂27号-布丁体" panose="00000500000000000000" charset="-122"/>
              <a:ea typeface="字魂27号-布丁体" panose="00000500000000000000" charset="-122"/>
            </a:endParaRPr>
          </a:p>
          <a:p>
            <a:endParaRPr lang="zh-CN" altLang="en-US" sz="7200">
              <a:solidFill>
                <a:srgbClr val="F6FDFF"/>
              </a:solidFill>
              <a:latin typeface="字魂27号-布丁体" panose="00000500000000000000" charset="-122"/>
              <a:ea typeface="字魂27号-布丁体" panose="00000500000000000000" charset="-122"/>
            </a:endParaRPr>
          </a:p>
        </p:txBody>
      </p:sp>
      <p:sp>
        <p:nvSpPr>
          <p:cNvPr id="5" name="文本框 4"/>
          <p:cNvSpPr txBox="1"/>
          <p:nvPr/>
        </p:nvSpPr>
        <p:spPr>
          <a:xfrm>
            <a:off x="5388610" y="3741420"/>
            <a:ext cx="5525770" cy="521970"/>
          </a:xfrm>
          <a:prstGeom prst="rect">
            <a:avLst/>
          </a:prstGeom>
          <a:noFill/>
        </p:spPr>
        <p:txBody>
          <a:bodyPr wrap="square" rtlCol="0">
            <a:spAutoFit/>
          </a:bodyPr>
          <a:p>
            <a:pPr algn="ctr"/>
            <a:r>
              <a:rPr lang="zh-CN" altLang="en-US" sz="2800">
                <a:solidFill>
                  <a:srgbClr val="F6FDFF"/>
                </a:solidFill>
                <a:latin typeface="字魂27号-布丁体" panose="00000500000000000000" charset="-122"/>
                <a:ea typeface="字魂27号-布丁体" panose="00000500000000000000" charset="-122"/>
              </a:rPr>
              <a:t>可爱卡通教学教育</a:t>
            </a:r>
            <a:r>
              <a:rPr lang="en-US" altLang="zh-CN" sz="2800">
                <a:solidFill>
                  <a:srgbClr val="F6FDFF"/>
                </a:solidFill>
                <a:latin typeface="字魂27号-布丁体" panose="00000500000000000000" charset="-122"/>
                <a:ea typeface="字魂27号-布丁体" panose="00000500000000000000" charset="-122"/>
              </a:rPr>
              <a:t>ppt</a:t>
            </a:r>
            <a:r>
              <a:rPr lang="zh-CN" altLang="en-US" sz="2800">
                <a:solidFill>
                  <a:srgbClr val="F6FDFF"/>
                </a:solidFill>
                <a:latin typeface="字魂27号-布丁体" panose="00000500000000000000" charset="-122"/>
                <a:ea typeface="字魂27号-布丁体" panose="00000500000000000000" charset="-122"/>
              </a:rPr>
              <a:t>模板</a:t>
            </a:r>
            <a:endParaRPr lang="zh-CN" altLang="en-US" sz="2800">
              <a:solidFill>
                <a:srgbClr val="F6FDFF"/>
              </a:solidFill>
              <a:latin typeface="字魂27号-布丁体" panose="00000500000000000000" charset="-122"/>
              <a:ea typeface="字魂27号-布丁体" panose="00000500000000000000" charset="-122"/>
            </a:endParaRPr>
          </a:p>
        </p:txBody>
      </p:sp>
      <p:sp>
        <p:nvSpPr>
          <p:cNvPr id="10" name="文本框 9"/>
          <p:cNvSpPr txBox="1"/>
          <p:nvPr/>
        </p:nvSpPr>
        <p:spPr>
          <a:xfrm>
            <a:off x="5388610" y="4224020"/>
            <a:ext cx="5525770" cy="645160"/>
          </a:xfrm>
          <a:prstGeom prst="rect">
            <a:avLst/>
          </a:prstGeom>
          <a:noFill/>
        </p:spPr>
        <p:txBody>
          <a:bodyPr wrap="square" rtlCol="0">
            <a:spAutoFit/>
          </a:bodyPr>
          <a:p>
            <a:pPr algn="ctr"/>
            <a:r>
              <a:rPr>
                <a:solidFill>
                  <a:srgbClr val="F6FDFF"/>
                </a:solidFill>
                <a:latin typeface="字魂27号-布丁体" panose="00000500000000000000" charset="-122"/>
                <a:ea typeface="字魂27号-布丁体" panose="00000500000000000000" charset="-122"/>
              </a:rPr>
              <a:t>Lovely cartoon teaching and education template</a:t>
            </a:r>
            <a:endParaRPr>
              <a:solidFill>
                <a:srgbClr val="F6FDFF"/>
              </a:solidFill>
              <a:latin typeface="字魂27号-布丁体" panose="00000500000000000000" charset="-122"/>
              <a:ea typeface="字魂27号-布丁体" panose="000005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p:nvSpPr>
        <p:spPr>
          <a:xfrm>
            <a:off x="1022350" y="892175"/>
            <a:ext cx="8813800" cy="52832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千库网_和小怪兽合影_元素编号12880160"/>
          <p:cNvPicPr>
            <a:picLocks noChangeAspect="1"/>
          </p:cNvPicPr>
          <p:nvPr/>
        </p:nvPicPr>
        <p:blipFill>
          <a:blip r:embed="rId1"/>
          <a:srcRect b="14432"/>
          <a:stretch>
            <a:fillRect/>
          </a:stretch>
        </p:blipFill>
        <p:spPr>
          <a:xfrm>
            <a:off x="4418965" y="564515"/>
            <a:ext cx="7392035" cy="6325235"/>
          </a:xfrm>
          <a:prstGeom prst="rect">
            <a:avLst/>
          </a:prstGeom>
        </p:spPr>
      </p:pic>
      <p:sp>
        <p:nvSpPr>
          <p:cNvPr id="13" name="文本框 12"/>
          <p:cNvSpPr txBox="1"/>
          <p:nvPr/>
        </p:nvSpPr>
        <p:spPr>
          <a:xfrm>
            <a:off x="1292225" y="1182370"/>
            <a:ext cx="3029585" cy="1198880"/>
          </a:xfrm>
          <a:prstGeom prst="rect">
            <a:avLst/>
          </a:prstGeom>
          <a:noFill/>
        </p:spPr>
        <p:txBody>
          <a:bodyPr wrap="square" rtlCol="0">
            <a:spAutoFit/>
          </a:bodyPr>
          <a:p>
            <a:r>
              <a:rPr lang="zh-CN" altLang="en-US" sz="7200">
                <a:solidFill>
                  <a:srgbClr val="2E75B6"/>
                </a:solidFill>
                <a:latin typeface="字魂27号-布丁体" panose="00000500000000000000" charset="-122"/>
                <a:ea typeface="字魂27号-布丁体" panose="00000500000000000000" charset="-122"/>
                <a:cs typeface="字魂27号-布丁体" panose="00000500000000000000" charset="-122"/>
              </a:rPr>
              <a:t>目 录</a:t>
            </a:r>
            <a:endParaRPr lang="zh-CN" altLang="en-US" sz="7200">
              <a:solidFill>
                <a:srgbClr val="2E75B6"/>
              </a:solidFill>
              <a:latin typeface="字魂27号-布丁体" panose="00000500000000000000" charset="-122"/>
              <a:ea typeface="字魂27号-布丁体" panose="00000500000000000000" charset="-122"/>
              <a:cs typeface="字魂27号-布丁体" panose="00000500000000000000" charset="-122"/>
            </a:endParaRPr>
          </a:p>
        </p:txBody>
      </p:sp>
      <p:sp>
        <p:nvSpPr>
          <p:cNvPr id="30" name="矩形 29"/>
          <p:cNvSpPr/>
          <p:nvPr/>
        </p:nvSpPr>
        <p:spPr>
          <a:xfrm>
            <a:off x="1463675" y="2595245"/>
            <a:ext cx="651510" cy="651510"/>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3600">
                <a:solidFill>
                  <a:srgbClr val="F6FDFF"/>
                </a:solidFill>
                <a:latin typeface="字魂27号-布丁体" panose="00000500000000000000" charset="-122"/>
                <a:ea typeface="字魂27号-布丁体" panose="00000500000000000000" charset="-122"/>
              </a:rPr>
              <a:t>壹</a:t>
            </a:r>
            <a:endParaRPr lang="zh-CN" altLang="en-US" sz="3600">
              <a:solidFill>
                <a:srgbClr val="F6FDFF"/>
              </a:solidFill>
              <a:latin typeface="字魂27号-布丁体" panose="00000500000000000000" charset="-122"/>
              <a:ea typeface="字魂27号-布丁体" panose="00000500000000000000" charset="-122"/>
            </a:endParaRPr>
          </a:p>
        </p:txBody>
      </p:sp>
      <p:sp>
        <p:nvSpPr>
          <p:cNvPr id="31" name="矩形 30"/>
          <p:cNvSpPr/>
          <p:nvPr/>
        </p:nvSpPr>
        <p:spPr>
          <a:xfrm>
            <a:off x="1463675" y="3357245"/>
            <a:ext cx="651510" cy="651510"/>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3600">
                <a:solidFill>
                  <a:srgbClr val="F6FDFF"/>
                </a:solidFill>
                <a:latin typeface="字魂27号-布丁体" panose="00000500000000000000" charset="-122"/>
                <a:ea typeface="字魂27号-布丁体" panose="00000500000000000000" charset="-122"/>
              </a:rPr>
              <a:t>贰</a:t>
            </a:r>
            <a:endParaRPr lang="zh-CN" altLang="en-US" sz="3600">
              <a:solidFill>
                <a:srgbClr val="F6FDFF"/>
              </a:solidFill>
              <a:latin typeface="字魂27号-布丁体" panose="00000500000000000000" charset="-122"/>
              <a:ea typeface="字魂27号-布丁体" panose="00000500000000000000" charset="-122"/>
            </a:endParaRPr>
          </a:p>
        </p:txBody>
      </p:sp>
      <p:sp>
        <p:nvSpPr>
          <p:cNvPr id="32" name="矩形 31"/>
          <p:cNvSpPr/>
          <p:nvPr/>
        </p:nvSpPr>
        <p:spPr>
          <a:xfrm>
            <a:off x="2480945" y="4330065"/>
            <a:ext cx="651510" cy="651510"/>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3600">
                <a:solidFill>
                  <a:srgbClr val="F6FDFF"/>
                </a:solidFill>
                <a:latin typeface="字魂27号-布丁体" panose="00000500000000000000" charset="-122"/>
                <a:ea typeface="字魂27号-布丁体" panose="00000500000000000000" charset="-122"/>
              </a:rPr>
              <a:t>叁</a:t>
            </a:r>
            <a:endParaRPr lang="zh-CN" altLang="en-US" sz="3600">
              <a:solidFill>
                <a:srgbClr val="F6FDFF"/>
              </a:solidFill>
              <a:latin typeface="字魂27号-布丁体" panose="00000500000000000000" charset="-122"/>
              <a:ea typeface="字魂27号-布丁体" panose="00000500000000000000" charset="-122"/>
            </a:endParaRPr>
          </a:p>
        </p:txBody>
      </p:sp>
      <p:sp>
        <p:nvSpPr>
          <p:cNvPr id="33" name="矩形 32"/>
          <p:cNvSpPr/>
          <p:nvPr/>
        </p:nvSpPr>
        <p:spPr>
          <a:xfrm>
            <a:off x="2480945" y="5108575"/>
            <a:ext cx="651510" cy="651510"/>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3600">
                <a:solidFill>
                  <a:srgbClr val="F6FDFF"/>
                </a:solidFill>
                <a:latin typeface="字魂27号-布丁体" panose="00000500000000000000" charset="-122"/>
                <a:ea typeface="字魂27号-布丁体" panose="00000500000000000000" charset="-122"/>
              </a:rPr>
              <a:t>肆</a:t>
            </a:r>
            <a:endParaRPr lang="zh-CN" altLang="en-US" sz="3600">
              <a:solidFill>
                <a:srgbClr val="F6FDFF"/>
              </a:solidFill>
              <a:latin typeface="字魂27号-布丁体" panose="00000500000000000000" charset="-122"/>
              <a:ea typeface="字魂27号-布丁体" panose="00000500000000000000" charset="-122"/>
            </a:endParaRPr>
          </a:p>
        </p:txBody>
      </p:sp>
      <p:sp>
        <p:nvSpPr>
          <p:cNvPr id="34" name="文本框 33"/>
          <p:cNvSpPr txBox="1"/>
          <p:nvPr/>
        </p:nvSpPr>
        <p:spPr>
          <a:xfrm>
            <a:off x="2493010" y="2552065"/>
            <a:ext cx="2333625" cy="737235"/>
          </a:xfrm>
          <a:prstGeom prst="rect">
            <a:avLst/>
          </a:prstGeom>
          <a:noFill/>
        </p:spPr>
        <p:txBody>
          <a:bodyPr wrap="square" rtlCol="0">
            <a:spAutoFit/>
          </a:bodyPr>
          <a:p>
            <a:r>
              <a:rPr lang="zh-CN" altLang="en-US" sz="2400">
                <a:solidFill>
                  <a:srgbClr val="2E75B6"/>
                </a:solidFill>
                <a:latin typeface="字魂27号-布丁体" panose="00000500000000000000" charset="-122"/>
                <a:ea typeface="字魂27号-布丁体" panose="00000500000000000000" charset="-122"/>
                <a:cs typeface="字魂27号-布丁体" panose="00000500000000000000" charset="-122"/>
              </a:rPr>
              <a:t>在此输入标题</a:t>
            </a:r>
            <a:endParaRPr lang="zh-CN" altLang="en-US" sz="2400">
              <a:solidFill>
                <a:srgbClr val="2E75B6"/>
              </a:solidFill>
              <a:latin typeface="字魂27号-布丁体" panose="00000500000000000000" charset="-122"/>
              <a:ea typeface="字魂27号-布丁体" panose="00000500000000000000" charset="-122"/>
              <a:cs typeface="字魂27号-布丁体" panose="00000500000000000000" charset="-122"/>
            </a:endParaRPr>
          </a:p>
          <a:p>
            <a:r>
              <a:rPr lang="en-US" altLang="zh-CN" spc="300" dirty="0">
                <a:solidFill>
                  <a:srgbClr val="2E75B6"/>
                </a:solidFill>
                <a:latin typeface="字魂27号-布丁体" panose="00000500000000000000" charset="-122"/>
                <a:ea typeface="字魂27号-布丁体" panose="00000500000000000000" charset="-122"/>
                <a:cs typeface="字魂27号-布丁体" panose="00000500000000000000" charset="-122"/>
                <a:sym typeface="+mn-ea"/>
              </a:rPr>
              <a:t>TITLE HERE</a:t>
            </a:r>
            <a:endParaRPr lang="en-US" altLang="zh-CN" spc="300" dirty="0">
              <a:solidFill>
                <a:srgbClr val="2E75B6"/>
              </a:solidFill>
              <a:latin typeface="字魂27号-布丁体" panose="00000500000000000000" charset="-122"/>
              <a:ea typeface="字魂27号-布丁体" panose="00000500000000000000" charset="-122"/>
              <a:cs typeface="字魂27号-布丁体" panose="00000500000000000000" charset="-122"/>
              <a:sym typeface="+mn-ea"/>
            </a:endParaRPr>
          </a:p>
        </p:txBody>
      </p:sp>
      <p:sp>
        <p:nvSpPr>
          <p:cNvPr id="35" name="文本框 34"/>
          <p:cNvSpPr txBox="1"/>
          <p:nvPr/>
        </p:nvSpPr>
        <p:spPr>
          <a:xfrm>
            <a:off x="2493010" y="3314700"/>
            <a:ext cx="2333625" cy="737235"/>
          </a:xfrm>
          <a:prstGeom prst="rect">
            <a:avLst/>
          </a:prstGeom>
          <a:noFill/>
        </p:spPr>
        <p:txBody>
          <a:bodyPr wrap="square" rtlCol="0">
            <a:spAutoFit/>
          </a:bodyPr>
          <a:p>
            <a:r>
              <a:rPr lang="zh-CN" altLang="en-US" sz="2400">
                <a:solidFill>
                  <a:srgbClr val="2E75B6"/>
                </a:solidFill>
                <a:latin typeface="字魂27号-布丁体" panose="00000500000000000000" charset="-122"/>
                <a:ea typeface="字魂27号-布丁体" panose="00000500000000000000" charset="-122"/>
                <a:cs typeface="字魂27号-布丁体" panose="00000500000000000000" charset="-122"/>
              </a:rPr>
              <a:t>在此输入标题</a:t>
            </a:r>
            <a:endParaRPr lang="zh-CN" altLang="en-US" sz="2400">
              <a:solidFill>
                <a:srgbClr val="2E75B6"/>
              </a:solidFill>
              <a:latin typeface="字魂27号-布丁体" panose="00000500000000000000" charset="-122"/>
              <a:ea typeface="字魂27号-布丁体" panose="00000500000000000000" charset="-122"/>
              <a:cs typeface="字魂27号-布丁体" panose="00000500000000000000" charset="-122"/>
            </a:endParaRPr>
          </a:p>
          <a:p>
            <a:r>
              <a:rPr lang="en-US" altLang="zh-CN" spc="300" dirty="0">
                <a:solidFill>
                  <a:srgbClr val="2E75B6"/>
                </a:solidFill>
                <a:latin typeface="字魂27号-布丁体" panose="00000500000000000000" charset="-122"/>
                <a:ea typeface="字魂27号-布丁体" panose="00000500000000000000" charset="-122"/>
                <a:cs typeface="字魂27号-布丁体" panose="00000500000000000000" charset="-122"/>
                <a:sym typeface="+mn-ea"/>
              </a:rPr>
              <a:t>TITLE HERE</a:t>
            </a:r>
            <a:endParaRPr lang="en-US" altLang="zh-CN" spc="300" dirty="0">
              <a:solidFill>
                <a:srgbClr val="2E75B6"/>
              </a:solidFill>
              <a:latin typeface="字魂27号-布丁体" panose="00000500000000000000" charset="-122"/>
              <a:ea typeface="字魂27号-布丁体" panose="00000500000000000000" charset="-122"/>
              <a:cs typeface="字魂27号-布丁体" panose="00000500000000000000" charset="-122"/>
              <a:sym typeface="+mn-ea"/>
            </a:endParaRPr>
          </a:p>
        </p:txBody>
      </p:sp>
      <p:sp>
        <p:nvSpPr>
          <p:cNvPr id="36" name="文本框 35"/>
          <p:cNvSpPr txBox="1"/>
          <p:nvPr/>
        </p:nvSpPr>
        <p:spPr>
          <a:xfrm>
            <a:off x="3510280" y="4286885"/>
            <a:ext cx="2333625" cy="737235"/>
          </a:xfrm>
          <a:prstGeom prst="rect">
            <a:avLst/>
          </a:prstGeom>
          <a:noFill/>
        </p:spPr>
        <p:txBody>
          <a:bodyPr wrap="square" rtlCol="0">
            <a:spAutoFit/>
          </a:bodyPr>
          <a:p>
            <a:r>
              <a:rPr lang="zh-CN" altLang="en-US" sz="2400">
                <a:solidFill>
                  <a:srgbClr val="2E75B6"/>
                </a:solidFill>
                <a:latin typeface="字魂27号-布丁体" panose="00000500000000000000" charset="-122"/>
                <a:ea typeface="字魂27号-布丁体" panose="00000500000000000000" charset="-122"/>
                <a:cs typeface="字魂27号-布丁体" panose="00000500000000000000" charset="-122"/>
              </a:rPr>
              <a:t>在此输入标题</a:t>
            </a:r>
            <a:endParaRPr lang="zh-CN" altLang="en-US" sz="2400">
              <a:solidFill>
                <a:srgbClr val="2E75B6"/>
              </a:solidFill>
              <a:latin typeface="字魂27号-布丁体" panose="00000500000000000000" charset="-122"/>
              <a:ea typeface="字魂27号-布丁体" panose="00000500000000000000" charset="-122"/>
              <a:cs typeface="字魂27号-布丁体" panose="00000500000000000000" charset="-122"/>
            </a:endParaRPr>
          </a:p>
          <a:p>
            <a:r>
              <a:rPr lang="en-US" altLang="zh-CN" spc="300" dirty="0">
                <a:solidFill>
                  <a:srgbClr val="2E75B6"/>
                </a:solidFill>
                <a:latin typeface="字魂27号-布丁体" panose="00000500000000000000" charset="-122"/>
                <a:ea typeface="字魂27号-布丁体" panose="00000500000000000000" charset="-122"/>
                <a:cs typeface="字魂27号-布丁体" panose="00000500000000000000" charset="-122"/>
                <a:sym typeface="+mn-ea"/>
              </a:rPr>
              <a:t>TITLE HERE</a:t>
            </a:r>
            <a:endParaRPr lang="en-US" altLang="zh-CN" spc="300" dirty="0">
              <a:solidFill>
                <a:srgbClr val="2E75B6"/>
              </a:solidFill>
              <a:latin typeface="字魂27号-布丁体" panose="00000500000000000000" charset="-122"/>
              <a:ea typeface="字魂27号-布丁体" panose="00000500000000000000" charset="-122"/>
              <a:cs typeface="字魂27号-布丁体" panose="00000500000000000000" charset="-122"/>
              <a:sym typeface="+mn-ea"/>
            </a:endParaRPr>
          </a:p>
        </p:txBody>
      </p:sp>
      <p:sp>
        <p:nvSpPr>
          <p:cNvPr id="37" name="文本框 36"/>
          <p:cNvSpPr txBox="1"/>
          <p:nvPr/>
        </p:nvSpPr>
        <p:spPr>
          <a:xfrm>
            <a:off x="3510280" y="5065395"/>
            <a:ext cx="2333625" cy="737235"/>
          </a:xfrm>
          <a:prstGeom prst="rect">
            <a:avLst/>
          </a:prstGeom>
          <a:noFill/>
        </p:spPr>
        <p:txBody>
          <a:bodyPr wrap="square" rtlCol="0">
            <a:spAutoFit/>
          </a:bodyPr>
          <a:p>
            <a:r>
              <a:rPr lang="zh-CN" altLang="en-US" sz="2400">
                <a:solidFill>
                  <a:srgbClr val="2E75B6"/>
                </a:solidFill>
                <a:latin typeface="字魂27号-布丁体" panose="00000500000000000000" charset="-122"/>
                <a:ea typeface="字魂27号-布丁体" panose="00000500000000000000" charset="-122"/>
                <a:cs typeface="字魂27号-布丁体" panose="00000500000000000000" charset="-122"/>
              </a:rPr>
              <a:t>在此输入标题</a:t>
            </a:r>
            <a:endParaRPr lang="zh-CN" altLang="en-US" sz="2400">
              <a:solidFill>
                <a:srgbClr val="2E75B6"/>
              </a:solidFill>
              <a:latin typeface="字魂27号-布丁体" panose="00000500000000000000" charset="-122"/>
              <a:ea typeface="字魂27号-布丁体" panose="00000500000000000000" charset="-122"/>
              <a:cs typeface="字魂27号-布丁体" panose="00000500000000000000" charset="-122"/>
            </a:endParaRPr>
          </a:p>
          <a:p>
            <a:r>
              <a:rPr lang="en-US" altLang="zh-CN" spc="300" dirty="0">
                <a:solidFill>
                  <a:srgbClr val="2E75B6"/>
                </a:solidFill>
                <a:latin typeface="字魂27号-布丁体" panose="00000500000000000000" charset="-122"/>
                <a:ea typeface="字魂27号-布丁体" panose="00000500000000000000" charset="-122"/>
                <a:cs typeface="字魂27号-布丁体" panose="00000500000000000000" charset="-122"/>
                <a:sym typeface="+mn-ea"/>
              </a:rPr>
              <a:t>TITLE HERE</a:t>
            </a:r>
            <a:endParaRPr lang="en-US" altLang="zh-CN" spc="300" dirty="0">
              <a:solidFill>
                <a:srgbClr val="2E75B6"/>
              </a:solidFill>
              <a:latin typeface="字魂27号-布丁体" panose="00000500000000000000" charset="-122"/>
              <a:ea typeface="字魂27号-布丁体" panose="00000500000000000000" charset="-122"/>
              <a:cs typeface="字魂27号-布丁体" panose="00000500000000000000"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460500" y="704850"/>
            <a:ext cx="9956165" cy="54483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5" name="图片 4" descr="千库网_可爱毛绒合拍小怪兽_元素编号12882704"/>
          <p:cNvPicPr>
            <a:picLocks noChangeAspect="1"/>
          </p:cNvPicPr>
          <p:nvPr/>
        </p:nvPicPr>
        <p:blipFill>
          <a:blip r:embed="rId1"/>
          <a:stretch>
            <a:fillRect/>
          </a:stretch>
        </p:blipFill>
        <p:spPr>
          <a:xfrm>
            <a:off x="-12700" y="164465"/>
            <a:ext cx="6732270" cy="6732270"/>
          </a:xfrm>
          <a:prstGeom prst="rect">
            <a:avLst/>
          </a:prstGeom>
        </p:spPr>
      </p:pic>
      <p:grpSp>
        <p:nvGrpSpPr>
          <p:cNvPr id="4" name="组合 3"/>
          <p:cNvGrpSpPr/>
          <p:nvPr/>
        </p:nvGrpSpPr>
        <p:grpSpPr>
          <a:xfrm rot="0">
            <a:off x="9036050" y="2454910"/>
            <a:ext cx="1311275" cy="1325698"/>
            <a:chOff x="1963334" y="2190000"/>
            <a:chExt cx="1108879" cy="1120806"/>
          </a:xfrm>
        </p:grpSpPr>
        <p:sp>
          <p:nvSpPr>
            <p:cNvPr id="6" name="文本框 5"/>
            <p:cNvSpPr txBox="1"/>
            <p:nvPr/>
          </p:nvSpPr>
          <p:spPr>
            <a:xfrm>
              <a:off x="2040721" y="2193067"/>
              <a:ext cx="1021236" cy="1117739"/>
            </a:xfrm>
            <a:prstGeom prst="rect">
              <a:avLst/>
            </a:prstGeom>
            <a:noFill/>
            <a:ln>
              <a:noFill/>
            </a:ln>
          </p:spPr>
          <p:txBody>
            <a:bodyPr wrap="square" rtlCol="0">
              <a:spAutoFit/>
            </a:bodyPr>
            <a:p>
              <a:r>
                <a:rPr lang="zh-CN" altLang="en-US" sz="8000" dirty="0">
                  <a:solidFill>
                    <a:srgbClr val="2E75B6"/>
                  </a:solidFill>
                  <a:latin typeface="字魂27号-布丁体" panose="00000500000000000000" charset="-122"/>
                  <a:ea typeface="字魂27号-布丁体" panose="00000500000000000000" charset="-122"/>
                  <a:sym typeface="字魂36号-正文宋楷" panose="02000000000000000000" pitchFamily="2" charset="-122"/>
                </a:rPr>
                <a:t>壹</a:t>
              </a:r>
              <a:endParaRPr lang="zh-CN" altLang="en-US" sz="8000" dirty="0">
                <a:solidFill>
                  <a:srgbClr val="2E75B6"/>
                </a:solidFill>
                <a:latin typeface="字魂27号-布丁体" panose="00000500000000000000" charset="-122"/>
                <a:ea typeface="字魂27号-布丁体" panose="00000500000000000000" charset="-122"/>
                <a:sym typeface="字魂36号-正文宋楷" panose="02000000000000000000" pitchFamily="2" charset="-122"/>
              </a:endParaRPr>
            </a:p>
          </p:txBody>
        </p:sp>
        <p:sp>
          <p:nvSpPr>
            <p:cNvPr id="8" name="椭圆 7"/>
            <p:cNvSpPr/>
            <p:nvPr/>
          </p:nvSpPr>
          <p:spPr>
            <a:xfrm>
              <a:off x="1963334" y="2190000"/>
              <a:ext cx="1108879" cy="1108879"/>
            </a:xfrm>
            <a:prstGeom prst="ellipse">
              <a:avLst/>
            </a:prstGeom>
            <a:no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000">
                <a:solidFill>
                  <a:srgbClr val="2E75B6"/>
                </a:solidFill>
                <a:latin typeface="字魂27号-布丁体" panose="00000500000000000000" charset="-122"/>
                <a:ea typeface="字魂27号-布丁体" panose="00000500000000000000" charset="-122"/>
                <a:sym typeface="字魂36号-正文宋楷" panose="02000000000000000000" pitchFamily="2" charset="-122"/>
              </a:endParaRPr>
            </a:p>
          </p:txBody>
        </p:sp>
      </p:grpSp>
      <p:sp>
        <p:nvSpPr>
          <p:cNvPr id="12" name="文本框 11"/>
          <p:cNvSpPr txBox="1"/>
          <p:nvPr/>
        </p:nvSpPr>
        <p:spPr>
          <a:xfrm>
            <a:off x="4710430" y="2454910"/>
            <a:ext cx="4029710" cy="1393825"/>
          </a:xfrm>
          <a:prstGeom prst="rect">
            <a:avLst/>
          </a:prstGeom>
          <a:noFill/>
        </p:spPr>
        <p:txBody>
          <a:bodyPr vert="eaVert" wrap="square" rtlCol="0">
            <a:spAutoFit/>
          </a:bodyPr>
          <a:lstStyle>
            <a:defPPr>
              <a:defRPr lang="zh-CN"/>
            </a:defPPr>
            <a:lvl1pPr lvl="0">
              <a:lnSpc>
                <a:spcPts val="2000"/>
              </a:lnSpc>
              <a:defRPr sz="1400">
                <a:solidFill>
                  <a:schemeClr val="tx1">
                    <a:lumMod val="85000"/>
                    <a:lumOff val="15000"/>
                  </a:schemeClr>
                </a:solidFill>
                <a:latin typeface="仓耳明楷 W03" panose="00000500000000000000" pitchFamily="2" charset="-122"/>
                <a:ea typeface="仓耳明楷 W03" panose="00000500000000000000" pitchFamily="2" charset="-122"/>
              </a:defRPr>
            </a:lvl1pPr>
          </a:lstStyle>
          <a:p>
            <a:r>
              <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rPr>
              <a:t>请在此处添加具体内容，文字尽量言简意赅，简单描述即可。请在此处添加具体内容，文字尽量言简意赅，简单描述即可。</a:t>
            </a:r>
            <a:endPar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endParaRPr>
          </a:p>
          <a:p>
            <a:r>
              <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rPr>
              <a:t>请在此处添加具体内容，文字尽量言简意赅，简单描述即可。</a:t>
            </a:r>
            <a:endPar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endParaRPr>
          </a:p>
          <a:p>
            <a:endPar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 name="图片 20" descr="千库网_可爱毛绒合拍小怪兽_元素编号12882704"/>
          <p:cNvPicPr>
            <a:picLocks noChangeAspect="1"/>
          </p:cNvPicPr>
          <p:nvPr/>
        </p:nvPicPr>
        <p:blipFill>
          <a:blip r:embed="rId1"/>
          <a:stretch>
            <a:fillRect/>
          </a:stretch>
        </p:blipFill>
        <p:spPr>
          <a:xfrm flipH="1">
            <a:off x="5841365" y="506730"/>
            <a:ext cx="6390005" cy="6390005"/>
          </a:xfrm>
          <a:prstGeom prst="rect">
            <a:avLst/>
          </a:prstGeom>
        </p:spPr>
      </p:pic>
      <p:sp>
        <p:nvSpPr>
          <p:cNvPr id="22" name="菱形 21"/>
          <p:cNvSpPr/>
          <p:nvPr/>
        </p:nvSpPr>
        <p:spPr>
          <a:xfrm>
            <a:off x="2636520" y="1666875"/>
            <a:ext cx="1249680" cy="1249680"/>
          </a:xfrm>
          <a:prstGeom prst="diamond">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6600">
                <a:solidFill>
                  <a:schemeClr val="bg1"/>
                </a:solidFill>
                <a:latin typeface="字魂27号-布丁体" panose="00000500000000000000" charset="-122"/>
                <a:ea typeface="字魂27号-布丁体" panose="00000500000000000000" charset="-122"/>
              </a:rPr>
              <a:t>1</a:t>
            </a:r>
            <a:endParaRPr lang="en-US" altLang="zh-CN" sz="6600">
              <a:solidFill>
                <a:schemeClr val="bg1"/>
              </a:solidFill>
              <a:latin typeface="字魂27号-布丁体" panose="00000500000000000000" charset="-122"/>
              <a:ea typeface="字魂27号-布丁体" panose="00000500000000000000" charset="-122"/>
            </a:endParaRPr>
          </a:p>
        </p:txBody>
      </p:sp>
      <p:sp>
        <p:nvSpPr>
          <p:cNvPr id="23" name="菱形 22"/>
          <p:cNvSpPr/>
          <p:nvPr/>
        </p:nvSpPr>
        <p:spPr>
          <a:xfrm>
            <a:off x="2636520" y="3629660"/>
            <a:ext cx="1249680" cy="1249680"/>
          </a:xfrm>
          <a:prstGeom prst="diamond">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6600">
                <a:solidFill>
                  <a:schemeClr val="bg1"/>
                </a:solidFill>
                <a:latin typeface="字魂27号-布丁体" panose="00000500000000000000" charset="-122"/>
                <a:ea typeface="字魂27号-布丁体" panose="00000500000000000000" charset="-122"/>
              </a:rPr>
              <a:t>2</a:t>
            </a:r>
            <a:endParaRPr lang="en-US" altLang="zh-CN" sz="6600">
              <a:solidFill>
                <a:schemeClr val="bg1"/>
              </a:solidFill>
              <a:latin typeface="字魂27号-布丁体" panose="00000500000000000000" charset="-122"/>
              <a:ea typeface="字魂27号-布丁体" panose="00000500000000000000" charset="-122"/>
            </a:endParaRPr>
          </a:p>
        </p:txBody>
      </p:sp>
      <p:sp>
        <p:nvSpPr>
          <p:cNvPr id="24" name="文本框 23"/>
          <p:cNvSpPr txBox="1"/>
          <p:nvPr/>
        </p:nvSpPr>
        <p:spPr>
          <a:xfrm>
            <a:off x="3886200" y="1994535"/>
            <a:ext cx="3609975" cy="922020"/>
          </a:xfrm>
          <a:prstGeom prst="rect">
            <a:avLst/>
          </a:prstGeom>
          <a:noFill/>
        </p:spPr>
        <p:txBody>
          <a:bodyPr wrap="square" rtlCol="0" anchor="t">
            <a:spAutoFit/>
          </a:bodyPr>
          <a:p>
            <a:r>
              <a:rPr lang="en-US" altLang="zh-CN" dirty="0">
                <a:solidFill>
                  <a:schemeClr val="bg1"/>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dog.The quick brown fox jumps over the lazy dog..</a:t>
            </a:r>
            <a:endParaRPr lang="en-US" altLang="zh-CN" dirty="0">
              <a:solidFill>
                <a:schemeClr val="bg1"/>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25" name="文本框 24"/>
          <p:cNvSpPr txBox="1"/>
          <p:nvPr/>
        </p:nvSpPr>
        <p:spPr>
          <a:xfrm>
            <a:off x="3886200" y="3957320"/>
            <a:ext cx="3609975" cy="922020"/>
          </a:xfrm>
          <a:prstGeom prst="rect">
            <a:avLst/>
          </a:prstGeom>
          <a:noFill/>
        </p:spPr>
        <p:txBody>
          <a:bodyPr wrap="square" rtlCol="0" anchor="t">
            <a:spAutoFit/>
          </a:bodyPr>
          <a:p>
            <a:r>
              <a:rPr lang="en-US" altLang="zh-CN" dirty="0">
                <a:solidFill>
                  <a:schemeClr val="bg1"/>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dog.The quick brown fox jumps over the lazy dog..</a:t>
            </a:r>
            <a:endParaRPr lang="en-US" altLang="zh-CN" dirty="0">
              <a:solidFill>
                <a:schemeClr val="bg1"/>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26" name="文本框 25"/>
          <p:cNvSpPr txBox="1"/>
          <p:nvPr/>
        </p:nvSpPr>
        <p:spPr>
          <a:xfrm>
            <a:off x="784860" y="1329690"/>
            <a:ext cx="921385" cy="4026535"/>
          </a:xfrm>
          <a:prstGeom prst="rect">
            <a:avLst/>
          </a:prstGeom>
          <a:noFill/>
        </p:spPr>
        <p:txBody>
          <a:bodyPr vert="eaVert" wrap="square" rtlCol="0">
            <a:spAutoFit/>
          </a:bodyPr>
          <a:p>
            <a:r>
              <a:rPr lang="zh-CN" altLang="en-US" sz="4800">
                <a:solidFill>
                  <a:schemeClr val="bg1"/>
                </a:solidFill>
                <a:latin typeface="字魂27号-布丁体" panose="00000500000000000000" charset="-122"/>
                <a:ea typeface="字魂27号-布丁体" panose="00000500000000000000" charset="-122"/>
                <a:sym typeface="+mn-ea"/>
              </a:rPr>
              <a:t>在此输入内容</a:t>
            </a:r>
            <a:endParaRPr lang="zh-CN" altLang="en-US" sz="4800">
              <a:solidFill>
                <a:schemeClr val="bg1"/>
              </a:solidFill>
              <a:latin typeface="字魂27号-布丁体" panose="00000500000000000000" charset="-122"/>
              <a:ea typeface="字魂27号-布丁体" panose="00000500000000000000"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585470" y="542925"/>
            <a:ext cx="11021060" cy="54565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a:off x="1266825" y="795655"/>
            <a:ext cx="9657715" cy="4951730"/>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a:stCxn id="22" idx="6"/>
            <a:endCxn id="24" idx="6"/>
          </p:cNvCxnSpPr>
          <p:nvPr/>
        </p:nvCxnSpPr>
        <p:spPr>
          <a:xfrm>
            <a:off x="4253865" y="2083435"/>
            <a:ext cx="4372610"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a:off x="3309998" y="1611867"/>
            <a:ext cx="943406" cy="943406"/>
          </a:xfrm>
          <a:prstGeom prst="ellipse">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800">
                <a:solidFill>
                  <a:srgbClr val="F6FDFF"/>
                </a:solidFill>
                <a:latin typeface="字魂27号-布丁体" panose="00000500000000000000" charset="-122"/>
                <a:ea typeface="字魂27号-布丁体" panose="00000500000000000000" charset="-122"/>
                <a:sym typeface="字魂36号-正文宋楷" panose="02000000000000000000" pitchFamily="2" charset="-122"/>
              </a:rPr>
              <a:t>壹</a:t>
            </a:r>
            <a:endParaRPr lang="zh-CN" altLang="en-US" sz="2800">
              <a:solidFill>
                <a:srgbClr val="F6FDFF"/>
              </a:solidFill>
              <a:latin typeface="字魂27号-布丁体" panose="00000500000000000000" charset="-122"/>
              <a:ea typeface="字魂27号-布丁体" panose="00000500000000000000" charset="-122"/>
              <a:sym typeface="字魂36号-正文宋楷" panose="02000000000000000000" pitchFamily="2" charset="-122"/>
            </a:endParaRPr>
          </a:p>
        </p:txBody>
      </p:sp>
      <p:sp>
        <p:nvSpPr>
          <p:cNvPr id="23" name="椭圆 22"/>
          <p:cNvSpPr/>
          <p:nvPr/>
        </p:nvSpPr>
        <p:spPr>
          <a:xfrm>
            <a:off x="5487141" y="1611867"/>
            <a:ext cx="943406" cy="943406"/>
          </a:xfrm>
          <a:prstGeom prst="ellipse">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800">
                <a:solidFill>
                  <a:srgbClr val="F6FDFF"/>
                </a:solidFill>
                <a:latin typeface="字魂27号-布丁体" panose="00000500000000000000" charset="-122"/>
                <a:ea typeface="字魂27号-布丁体" panose="00000500000000000000" charset="-122"/>
                <a:sym typeface="字魂36号-正文宋楷" panose="02000000000000000000" pitchFamily="2" charset="-122"/>
              </a:rPr>
              <a:t>贰</a:t>
            </a:r>
            <a:endParaRPr lang="zh-CN" altLang="en-US" sz="2800">
              <a:solidFill>
                <a:srgbClr val="F6FDFF"/>
              </a:solidFill>
              <a:latin typeface="字魂27号-布丁体" panose="00000500000000000000" charset="-122"/>
              <a:ea typeface="字魂27号-布丁体" panose="00000500000000000000" charset="-122"/>
              <a:sym typeface="字魂36号-正文宋楷" panose="02000000000000000000" pitchFamily="2" charset="-122"/>
            </a:endParaRPr>
          </a:p>
        </p:txBody>
      </p:sp>
      <p:sp>
        <p:nvSpPr>
          <p:cNvPr id="24" name="椭圆 23"/>
          <p:cNvSpPr/>
          <p:nvPr/>
        </p:nvSpPr>
        <p:spPr>
          <a:xfrm>
            <a:off x="7682622" y="1611867"/>
            <a:ext cx="943406" cy="943406"/>
          </a:xfrm>
          <a:prstGeom prst="ellipse">
            <a:avLst/>
          </a:prstGeom>
          <a:noFill/>
          <a:ln>
            <a:solidFill>
              <a:schemeClr val="bg1">
                <a:lumMod val="95000"/>
              </a:schemeClr>
            </a:solidFill>
          </a:ln>
          <a:extLst>
            <a:ext uri="{909E8E84-426E-40DD-AFC4-6F175D3DCCD1}">
              <a14:hiddenFill xmlns:a14="http://schemas.microsoft.com/office/drawing/2010/main">
                <a:solidFill>
                  <a:srgbClr val="8FC5E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800">
                <a:solidFill>
                  <a:srgbClr val="F6FDFF"/>
                </a:solidFill>
                <a:latin typeface="字魂27号-布丁体" panose="00000500000000000000" charset="-122"/>
                <a:ea typeface="字魂27号-布丁体" panose="00000500000000000000" charset="-122"/>
                <a:sym typeface="字魂36号-正文宋楷" panose="02000000000000000000" pitchFamily="2" charset="-122"/>
              </a:rPr>
              <a:t>叁</a:t>
            </a:r>
            <a:endParaRPr lang="zh-CN" altLang="en-US" sz="2800">
              <a:solidFill>
                <a:srgbClr val="F6FDFF"/>
              </a:solidFill>
              <a:latin typeface="字魂27号-布丁体" panose="00000500000000000000" charset="-122"/>
              <a:ea typeface="字魂27号-布丁体" panose="00000500000000000000" charset="-122"/>
              <a:sym typeface="字魂36号-正文宋楷" panose="02000000000000000000" pitchFamily="2" charset="-122"/>
            </a:endParaRPr>
          </a:p>
        </p:txBody>
      </p:sp>
      <p:sp>
        <p:nvSpPr>
          <p:cNvPr id="25" name="文本框 24"/>
          <p:cNvSpPr txBox="1"/>
          <p:nvPr/>
        </p:nvSpPr>
        <p:spPr>
          <a:xfrm>
            <a:off x="3434715" y="2978150"/>
            <a:ext cx="695325" cy="2319020"/>
          </a:xfrm>
          <a:prstGeom prst="rect">
            <a:avLst/>
          </a:prstGeom>
          <a:noFill/>
        </p:spPr>
        <p:txBody>
          <a:bodyPr vert="eaVert" wrap="square" rtlCol="0">
            <a:spAutoFit/>
          </a:bodyPr>
          <a:lstStyle>
            <a:defPPr>
              <a:defRPr lang="zh-CN"/>
            </a:defPPr>
            <a:lvl1pPr lvl="0">
              <a:lnSpc>
                <a:spcPts val="2000"/>
              </a:lnSpc>
              <a:defRPr sz="1400">
                <a:solidFill>
                  <a:schemeClr val="tx1">
                    <a:lumMod val="85000"/>
                    <a:lumOff val="15000"/>
                  </a:schemeClr>
                </a:solidFill>
                <a:latin typeface="仓耳明楷 W03" panose="00000500000000000000" pitchFamily="2" charset="-122"/>
                <a:ea typeface="仓耳明楷 W03" panose="00000500000000000000" pitchFamily="2" charset="-122"/>
              </a:defRPr>
            </a:lvl1pPr>
          </a:lstStyle>
          <a:p>
            <a:r>
              <a:rPr lang="zh-CN" altLang="en-US" sz="1200" dirty="0">
                <a:solidFill>
                  <a:srgbClr val="F6FDFF"/>
                </a:solidFill>
                <a:latin typeface="字魂27号-布丁体" panose="00000500000000000000" charset="-122"/>
                <a:ea typeface="字魂27号-布丁体" panose="00000500000000000000" charset="-122"/>
                <a:sym typeface="字魂73号-江南手书" panose="00000500000000000000" charset="-122"/>
              </a:rPr>
              <a:t>请在此处添加具体内容，文字尽量言简意赅，简单描述即可。</a:t>
            </a:r>
            <a:endParaRPr lang="zh-CN" altLang="en-US" sz="1200" dirty="0">
              <a:solidFill>
                <a:srgbClr val="F6FDFF"/>
              </a:solidFill>
              <a:latin typeface="字魂27号-布丁体" panose="00000500000000000000" charset="-122"/>
              <a:ea typeface="字魂27号-布丁体" panose="00000500000000000000" charset="-122"/>
              <a:sym typeface="字魂73号-江南手书" panose="00000500000000000000" charset="-122"/>
            </a:endParaRPr>
          </a:p>
        </p:txBody>
      </p:sp>
      <p:sp>
        <p:nvSpPr>
          <p:cNvPr id="26" name="文本框 25"/>
          <p:cNvSpPr txBox="1"/>
          <p:nvPr/>
        </p:nvSpPr>
        <p:spPr>
          <a:xfrm>
            <a:off x="5611495" y="2978150"/>
            <a:ext cx="695325" cy="2319020"/>
          </a:xfrm>
          <a:prstGeom prst="rect">
            <a:avLst/>
          </a:prstGeom>
          <a:noFill/>
        </p:spPr>
        <p:txBody>
          <a:bodyPr vert="eaVert" wrap="square" rtlCol="0">
            <a:spAutoFit/>
          </a:bodyPr>
          <a:lstStyle>
            <a:defPPr>
              <a:defRPr lang="zh-CN"/>
            </a:defPPr>
            <a:lvl1pPr lvl="0">
              <a:lnSpc>
                <a:spcPts val="2000"/>
              </a:lnSpc>
              <a:defRPr sz="1400">
                <a:solidFill>
                  <a:schemeClr val="tx1">
                    <a:lumMod val="85000"/>
                    <a:lumOff val="15000"/>
                  </a:schemeClr>
                </a:solidFill>
                <a:latin typeface="仓耳明楷 W03" panose="00000500000000000000" pitchFamily="2" charset="-122"/>
                <a:ea typeface="仓耳明楷 W03" panose="00000500000000000000" pitchFamily="2" charset="-122"/>
              </a:defRPr>
            </a:lvl1pPr>
          </a:lstStyle>
          <a:p>
            <a:r>
              <a:rPr lang="zh-CN" altLang="en-US" sz="1200" dirty="0">
                <a:solidFill>
                  <a:srgbClr val="F6FDFF"/>
                </a:solidFill>
                <a:latin typeface="字魂27号-布丁体" panose="00000500000000000000" charset="-122"/>
                <a:ea typeface="字魂27号-布丁体" panose="00000500000000000000" charset="-122"/>
                <a:sym typeface="字魂73号-江南手书" panose="00000500000000000000" charset="-122"/>
              </a:rPr>
              <a:t>请在此处添加具体内容，文字尽量言简意赅，简单描述即可。</a:t>
            </a:r>
            <a:endParaRPr lang="zh-CN" altLang="en-US" sz="1200" dirty="0">
              <a:solidFill>
                <a:srgbClr val="F6FDFF"/>
              </a:solidFill>
              <a:latin typeface="字魂27号-布丁体" panose="00000500000000000000" charset="-122"/>
              <a:ea typeface="字魂27号-布丁体" panose="00000500000000000000" charset="-122"/>
              <a:sym typeface="字魂73号-江南手书" panose="00000500000000000000" charset="-122"/>
            </a:endParaRPr>
          </a:p>
        </p:txBody>
      </p:sp>
      <p:sp>
        <p:nvSpPr>
          <p:cNvPr id="27" name="文本框 26"/>
          <p:cNvSpPr txBox="1"/>
          <p:nvPr/>
        </p:nvSpPr>
        <p:spPr>
          <a:xfrm>
            <a:off x="7807325" y="2978150"/>
            <a:ext cx="695325" cy="2319020"/>
          </a:xfrm>
          <a:prstGeom prst="rect">
            <a:avLst/>
          </a:prstGeom>
          <a:noFill/>
        </p:spPr>
        <p:txBody>
          <a:bodyPr vert="eaVert" wrap="square" rtlCol="0">
            <a:spAutoFit/>
          </a:bodyPr>
          <a:lstStyle>
            <a:defPPr>
              <a:defRPr lang="zh-CN"/>
            </a:defPPr>
            <a:lvl1pPr lvl="0">
              <a:lnSpc>
                <a:spcPts val="2000"/>
              </a:lnSpc>
              <a:defRPr sz="1400">
                <a:solidFill>
                  <a:schemeClr val="tx1">
                    <a:lumMod val="85000"/>
                    <a:lumOff val="15000"/>
                  </a:schemeClr>
                </a:solidFill>
                <a:latin typeface="仓耳明楷 W03" panose="00000500000000000000" pitchFamily="2" charset="-122"/>
                <a:ea typeface="仓耳明楷 W03" panose="00000500000000000000" pitchFamily="2" charset="-122"/>
              </a:defRPr>
            </a:lvl1pPr>
          </a:lstStyle>
          <a:p>
            <a:r>
              <a:rPr lang="zh-CN" altLang="en-US" sz="1200" dirty="0">
                <a:solidFill>
                  <a:srgbClr val="F6FDFF"/>
                </a:solidFill>
                <a:latin typeface="字魂27号-布丁体" panose="00000500000000000000" charset="-122"/>
                <a:ea typeface="字魂27号-布丁体" panose="00000500000000000000" charset="-122"/>
                <a:sym typeface="字魂73号-江南手书" panose="00000500000000000000" charset="-122"/>
              </a:rPr>
              <a:t>请在此处添加具体内容，文字尽量言简意赅，简单描述即可。</a:t>
            </a:r>
            <a:endParaRPr lang="zh-CN" altLang="en-US" sz="1200" dirty="0">
              <a:solidFill>
                <a:srgbClr val="F6FDFF"/>
              </a:solidFill>
              <a:latin typeface="字魂27号-布丁体" panose="00000500000000000000" charset="-122"/>
              <a:ea typeface="字魂27号-布丁体" panose="00000500000000000000" charset="-122"/>
              <a:sym typeface="字魂73号-江南手书" panose="000005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 name="图片 20" descr="千库网_可爱毛绒合拍小怪兽_元素编号12882704"/>
          <p:cNvPicPr>
            <a:picLocks noChangeAspect="1"/>
          </p:cNvPicPr>
          <p:nvPr/>
        </p:nvPicPr>
        <p:blipFill>
          <a:blip r:embed="rId1"/>
          <a:stretch>
            <a:fillRect/>
          </a:stretch>
        </p:blipFill>
        <p:spPr>
          <a:xfrm>
            <a:off x="-26035" y="506730"/>
            <a:ext cx="6390005" cy="6390005"/>
          </a:xfrm>
          <a:prstGeom prst="rect">
            <a:avLst/>
          </a:prstGeom>
        </p:spPr>
      </p:pic>
      <p:sp>
        <p:nvSpPr>
          <p:cNvPr id="5" name="矩形 4"/>
          <p:cNvSpPr/>
          <p:nvPr/>
        </p:nvSpPr>
        <p:spPr>
          <a:xfrm>
            <a:off x="4935855" y="1169670"/>
            <a:ext cx="723900" cy="222885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6FDFF"/>
              </a:solidFill>
              <a:latin typeface="字魂27号-布丁体" panose="00000500000000000000" charset="-122"/>
              <a:ea typeface="字魂27号-布丁体" panose="00000500000000000000" charset="-122"/>
            </a:endParaRPr>
          </a:p>
        </p:txBody>
      </p:sp>
      <p:sp>
        <p:nvSpPr>
          <p:cNvPr id="7" name="文本框 6"/>
          <p:cNvSpPr txBox="1"/>
          <p:nvPr/>
        </p:nvSpPr>
        <p:spPr>
          <a:xfrm>
            <a:off x="5046345" y="1169670"/>
            <a:ext cx="613410" cy="3314700"/>
          </a:xfrm>
          <a:prstGeom prst="rect">
            <a:avLst/>
          </a:prstGeom>
          <a:noFill/>
        </p:spPr>
        <p:txBody>
          <a:bodyPr vert="eaVert" wrap="square" rtlCol="0">
            <a:spAutoFit/>
          </a:bodyPr>
          <a:p>
            <a:r>
              <a:rPr lang="zh-CN" altLang="en-US" sz="2800">
                <a:solidFill>
                  <a:srgbClr val="F6FDFF"/>
                </a:solidFill>
                <a:latin typeface="字魂27号-布丁体" panose="00000500000000000000" charset="-122"/>
                <a:ea typeface="字魂27号-布丁体" panose="00000500000000000000" charset="-122"/>
              </a:rPr>
              <a:t>在此输入内容</a:t>
            </a:r>
            <a:endParaRPr lang="zh-CN" altLang="en-US" sz="2800">
              <a:solidFill>
                <a:srgbClr val="F6FDFF"/>
              </a:solidFill>
              <a:latin typeface="字魂27号-布丁体" panose="00000500000000000000" charset="-122"/>
              <a:ea typeface="字魂27号-布丁体" panose="00000500000000000000" charset="-122"/>
            </a:endParaRPr>
          </a:p>
        </p:txBody>
      </p:sp>
      <p:sp>
        <p:nvSpPr>
          <p:cNvPr id="10" name="文本框 9"/>
          <p:cNvSpPr txBox="1"/>
          <p:nvPr/>
        </p:nvSpPr>
        <p:spPr>
          <a:xfrm>
            <a:off x="5659755" y="1169670"/>
            <a:ext cx="2152650" cy="2915285"/>
          </a:xfrm>
          <a:prstGeom prst="rect">
            <a:avLst/>
          </a:prstGeom>
          <a:noFill/>
        </p:spPr>
        <p:txBody>
          <a:bodyPr vert="eaVert" wrap="square" rtlCol="0">
            <a:spAutoFit/>
          </a:bodyPr>
          <a:p>
            <a:pPr algn="l"/>
            <a:r>
              <a:rPr lang="en-US" altLang="zh-CN" sz="3200"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 </a:t>
            </a:r>
            <a:endParaRPr lang="en-US" altLang="zh-CN" sz="3200"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11" name="矩形 10"/>
          <p:cNvSpPr/>
          <p:nvPr/>
        </p:nvSpPr>
        <p:spPr>
          <a:xfrm>
            <a:off x="8255000" y="1169670"/>
            <a:ext cx="723900" cy="222885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6FDFF"/>
              </a:solidFill>
              <a:latin typeface="字魂27号-布丁体" panose="00000500000000000000" charset="-122"/>
              <a:ea typeface="字魂27号-布丁体" panose="00000500000000000000" charset="-122"/>
            </a:endParaRPr>
          </a:p>
        </p:txBody>
      </p:sp>
      <p:sp>
        <p:nvSpPr>
          <p:cNvPr id="12" name="文本框 11"/>
          <p:cNvSpPr txBox="1"/>
          <p:nvPr/>
        </p:nvSpPr>
        <p:spPr>
          <a:xfrm>
            <a:off x="8365490" y="1169670"/>
            <a:ext cx="613410" cy="3314700"/>
          </a:xfrm>
          <a:prstGeom prst="rect">
            <a:avLst/>
          </a:prstGeom>
          <a:noFill/>
        </p:spPr>
        <p:txBody>
          <a:bodyPr vert="eaVert" wrap="square" rtlCol="0">
            <a:spAutoFit/>
          </a:bodyPr>
          <a:p>
            <a:r>
              <a:rPr lang="zh-CN" altLang="en-US" sz="2800">
                <a:solidFill>
                  <a:srgbClr val="F6FDFF"/>
                </a:solidFill>
                <a:latin typeface="字魂27号-布丁体" panose="00000500000000000000" charset="-122"/>
                <a:ea typeface="字魂27号-布丁体" panose="00000500000000000000" charset="-122"/>
              </a:rPr>
              <a:t>在此输入内容</a:t>
            </a:r>
            <a:endParaRPr lang="zh-CN" altLang="en-US" sz="2800">
              <a:solidFill>
                <a:srgbClr val="F6FDFF"/>
              </a:solidFill>
              <a:latin typeface="字魂27号-布丁体" panose="00000500000000000000" charset="-122"/>
              <a:ea typeface="字魂27号-布丁体" panose="00000500000000000000" charset="-122"/>
            </a:endParaRPr>
          </a:p>
        </p:txBody>
      </p:sp>
      <p:sp>
        <p:nvSpPr>
          <p:cNvPr id="13" name="文本框 12"/>
          <p:cNvSpPr txBox="1"/>
          <p:nvPr/>
        </p:nvSpPr>
        <p:spPr>
          <a:xfrm>
            <a:off x="8978900" y="1169670"/>
            <a:ext cx="2152650" cy="2915285"/>
          </a:xfrm>
          <a:prstGeom prst="rect">
            <a:avLst/>
          </a:prstGeom>
          <a:noFill/>
        </p:spPr>
        <p:txBody>
          <a:bodyPr vert="eaVert" wrap="square" rtlCol="0">
            <a:spAutoFit/>
          </a:bodyPr>
          <a:p>
            <a:pPr algn="l"/>
            <a:r>
              <a:rPr lang="en-US" altLang="zh-CN" sz="3200"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 </a:t>
            </a:r>
            <a:endParaRPr lang="en-US" altLang="zh-CN" sz="3200"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460500" y="704850"/>
            <a:ext cx="9956165" cy="544830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4" name="图片 3" descr="千库网_黄色小怪兽_元素编号12879615"/>
          <p:cNvPicPr>
            <a:picLocks noChangeAspect="1"/>
          </p:cNvPicPr>
          <p:nvPr/>
        </p:nvPicPr>
        <p:blipFill>
          <a:blip r:embed="rId1"/>
          <a:srcRect b="27030"/>
          <a:stretch>
            <a:fillRect/>
          </a:stretch>
        </p:blipFill>
        <p:spPr>
          <a:xfrm>
            <a:off x="-571500" y="1371600"/>
            <a:ext cx="7518400" cy="5486400"/>
          </a:xfrm>
          <a:prstGeom prst="rect">
            <a:avLst/>
          </a:prstGeom>
        </p:spPr>
      </p:pic>
      <p:grpSp>
        <p:nvGrpSpPr>
          <p:cNvPr id="5" name="组合 4"/>
          <p:cNvGrpSpPr/>
          <p:nvPr/>
        </p:nvGrpSpPr>
        <p:grpSpPr>
          <a:xfrm rot="0">
            <a:off x="9036050" y="2454910"/>
            <a:ext cx="1311275" cy="1325698"/>
            <a:chOff x="1963334" y="2190000"/>
            <a:chExt cx="1108879" cy="1120806"/>
          </a:xfrm>
        </p:grpSpPr>
        <p:sp>
          <p:nvSpPr>
            <p:cNvPr id="7" name="文本框 6"/>
            <p:cNvSpPr txBox="1"/>
            <p:nvPr/>
          </p:nvSpPr>
          <p:spPr>
            <a:xfrm>
              <a:off x="2040721" y="2193067"/>
              <a:ext cx="1021236" cy="1117739"/>
            </a:xfrm>
            <a:prstGeom prst="rect">
              <a:avLst/>
            </a:prstGeom>
            <a:noFill/>
            <a:ln>
              <a:noFill/>
            </a:ln>
          </p:spPr>
          <p:txBody>
            <a:bodyPr wrap="square" rtlCol="0">
              <a:spAutoFit/>
            </a:bodyPr>
            <a:p>
              <a:r>
                <a:rPr lang="zh-CN" altLang="en-US" sz="8000" dirty="0">
                  <a:solidFill>
                    <a:srgbClr val="2E75B6"/>
                  </a:solidFill>
                  <a:latin typeface="字魂27号-布丁体" panose="00000500000000000000" charset="-122"/>
                  <a:ea typeface="字魂27号-布丁体" panose="00000500000000000000" charset="-122"/>
                  <a:sym typeface="字魂36号-正文宋楷" panose="02000000000000000000" pitchFamily="2" charset="-122"/>
                </a:rPr>
                <a:t>贰</a:t>
              </a:r>
              <a:endParaRPr lang="zh-CN" altLang="en-US" sz="8000" dirty="0">
                <a:solidFill>
                  <a:srgbClr val="2E75B6"/>
                </a:solidFill>
                <a:latin typeface="字魂27号-布丁体" panose="00000500000000000000" charset="-122"/>
                <a:ea typeface="字魂27号-布丁体" panose="00000500000000000000" charset="-122"/>
                <a:sym typeface="字魂36号-正文宋楷" panose="02000000000000000000" pitchFamily="2" charset="-122"/>
              </a:endParaRPr>
            </a:p>
          </p:txBody>
        </p:sp>
        <p:sp>
          <p:nvSpPr>
            <p:cNvPr id="8" name="椭圆 7"/>
            <p:cNvSpPr/>
            <p:nvPr/>
          </p:nvSpPr>
          <p:spPr>
            <a:xfrm>
              <a:off x="1963334" y="2190000"/>
              <a:ext cx="1108879" cy="1108879"/>
            </a:xfrm>
            <a:prstGeom prst="ellipse">
              <a:avLst/>
            </a:prstGeom>
            <a:no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000">
                <a:solidFill>
                  <a:srgbClr val="2E75B6"/>
                </a:solidFill>
                <a:latin typeface="字魂27号-布丁体" panose="00000500000000000000" charset="-122"/>
                <a:ea typeface="字魂27号-布丁体" panose="00000500000000000000" charset="-122"/>
                <a:sym typeface="字魂36号-正文宋楷" panose="02000000000000000000" pitchFamily="2" charset="-122"/>
              </a:endParaRPr>
            </a:p>
          </p:txBody>
        </p:sp>
      </p:grpSp>
      <p:sp>
        <p:nvSpPr>
          <p:cNvPr id="12" name="文本框 11"/>
          <p:cNvSpPr txBox="1"/>
          <p:nvPr/>
        </p:nvSpPr>
        <p:spPr>
          <a:xfrm>
            <a:off x="4710430" y="2454910"/>
            <a:ext cx="4029710" cy="1393825"/>
          </a:xfrm>
          <a:prstGeom prst="rect">
            <a:avLst/>
          </a:prstGeom>
          <a:noFill/>
        </p:spPr>
        <p:txBody>
          <a:bodyPr vert="eaVert" wrap="square" rtlCol="0">
            <a:spAutoFit/>
          </a:bodyPr>
          <a:lstStyle>
            <a:defPPr>
              <a:defRPr lang="zh-CN"/>
            </a:defPPr>
            <a:lvl1pPr lvl="0">
              <a:lnSpc>
                <a:spcPts val="2000"/>
              </a:lnSpc>
              <a:defRPr sz="1400">
                <a:solidFill>
                  <a:schemeClr val="tx1">
                    <a:lumMod val="85000"/>
                    <a:lumOff val="15000"/>
                  </a:schemeClr>
                </a:solidFill>
                <a:latin typeface="仓耳明楷 W03" panose="00000500000000000000" pitchFamily="2" charset="-122"/>
                <a:ea typeface="仓耳明楷 W03" panose="00000500000000000000" pitchFamily="2" charset="-122"/>
              </a:defRPr>
            </a:lvl1pPr>
          </a:lstStyle>
          <a:p>
            <a:r>
              <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rPr>
              <a:t>请在此处添加具体内容，文字尽量言简意赅，简单描述即可。请在此处添加具体内容，文字尽量言简意赅，简单描述即可。</a:t>
            </a:r>
            <a:endPar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endParaRPr>
          </a:p>
          <a:p>
            <a:r>
              <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rPr>
              <a:t>请在此处添加具体内容，文字尽量言简意赅，简单描述即可。</a:t>
            </a:r>
            <a:endPar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endParaRPr>
          </a:p>
          <a:p>
            <a:endPar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千库网_黄色小怪兽_元素编号12879615"/>
          <p:cNvPicPr>
            <a:picLocks noChangeAspect="1"/>
          </p:cNvPicPr>
          <p:nvPr/>
        </p:nvPicPr>
        <p:blipFill>
          <a:blip r:embed="rId1"/>
          <a:srcRect b="27030"/>
          <a:stretch>
            <a:fillRect/>
          </a:stretch>
        </p:blipFill>
        <p:spPr>
          <a:xfrm flipH="1">
            <a:off x="5245100" y="1371600"/>
            <a:ext cx="7518400" cy="5486400"/>
          </a:xfrm>
          <a:prstGeom prst="rect">
            <a:avLst/>
          </a:prstGeom>
        </p:spPr>
      </p:pic>
      <p:sp>
        <p:nvSpPr>
          <p:cNvPr id="26" name="矩形 25"/>
          <p:cNvSpPr/>
          <p:nvPr/>
        </p:nvSpPr>
        <p:spPr>
          <a:xfrm>
            <a:off x="4575810" y="1283970"/>
            <a:ext cx="975360" cy="975360"/>
          </a:xfrm>
          <a:prstGeom prst="rect">
            <a:avLst/>
          </a:prstGeom>
          <a:solidFill>
            <a:srgbClr val="F6FDFF"/>
          </a:solidFill>
          <a:ln>
            <a:noFill/>
          </a:ln>
          <a:extLst>
            <a:ext uri="{909E8E84-426E-40DD-AFC4-6F175D3DCCD1}">
              <a14:hiddenFill xmlns:a14="http://schemas.microsoft.com/office/drawing/2010/main">
                <a:solidFill>
                  <a:srgbClr val="FCF9F8"/>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4400">
                <a:solidFill>
                  <a:srgbClr val="2E75B6"/>
                </a:solidFill>
                <a:latin typeface="字魂27号-布丁体" panose="00000500000000000000" charset="-122"/>
                <a:ea typeface="字魂27号-布丁体" panose="00000500000000000000" charset="-122"/>
              </a:rPr>
              <a:t>01</a:t>
            </a:r>
            <a:endParaRPr lang="en-US" altLang="zh-CN" sz="4400">
              <a:solidFill>
                <a:srgbClr val="2E75B6"/>
              </a:solidFill>
              <a:latin typeface="字魂27号-布丁体" panose="00000500000000000000" charset="-122"/>
              <a:ea typeface="字魂27号-布丁体" panose="00000500000000000000" charset="-122"/>
            </a:endParaRPr>
          </a:p>
        </p:txBody>
      </p:sp>
      <p:grpSp>
        <p:nvGrpSpPr>
          <p:cNvPr id="33" name="组合 32"/>
          <p:cNvGrpSpPr/>
          <p:nvPr/>
        </p:nvGrpSpPr>
        <p:grpSpPr>
          <a:xfrm>
            <a:off x="1164248" y="972820"/>
            <a:ext cx="3282657" cy="1875155"/>
            <a:chOff x="4153" y="3264"/>
            <a:chExt cx="3986" cy="2953"/>
          </a:xfrm>
        </p:grpSpPr>
        <p:sp>
          <p:nvSpPr>
            <p:cNvPr id="34" name="文本框 33"/>
            <p:cNvSpPr txBox="1"/>
            <p:nvPr/>
          </p:nvSpPr>
          <p:spPr>
            <a:xfrm>
              <a:off x="4153" y="3892"/>
              <a:ext cx="3986" cy="2325"/>
            </a:xfrm>
            <a:prstGeom prst="rect">
              <a:avLst/>
            </a:prstGeom>
            <a:noFill/>
          </p:spPr>
          <p:txBody>
            <a:bodyPr wrap="square" rtlCol="0" anchor="t">
              <a:spAutoFit/>
            </a:bodyPr>
            <a:p>
              <a:pPr algn="r"/>
              <a:r>
                <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dog.The quick brown fox jumps over the lazy dog.</a:t>
              </a:r>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a:p>
              <a:pPr algn="r"/>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35" name="文本框 34"/>
            <p:cNvSpPr txBox="1"/>
            <p:nvPr/>
          </p:nvSpPr>
          <p:spPr>
            <a:xfrm>
              <a:off x="5451" y="3264"/>
              <a:ext cx="2688" cy="628"/>
            </a:xfrm>
            <a:prstGeom prst="rect">
              <a:avLst/>
            </a:prstGeom>
            <a:noFill/>
          </p:spPr>
          <p:txBody>
            <a:bodyPr wrap="square" rtlCol="0" anchor="t">
              <a:spAutoFit/>
            </a:bodyPr>
            <a:p>
              <a:pPr algn="r"/>
              <a:r>
                <a:rPr lang="zh-CN" altLang="en-US" sz="2000">
                  <a:solidFill>
                    <a:srgbClr val="F6FDFF"/>
                  </a:solidFill>
                  <a:latin typeface="字魂27号-布丁体" panose="00000500000000000000" charset="-122"/>
                  <a:ea typeface="字魂27号-布丁体" panose="00000500000000000000" charset="-122"/>
                  <a:sym typeface="+mn-ea"/>
                </a:rPr>
                <a:t>在此输入内容</a:t>
              </a:r>
              <a:endParaRPr lang="zh-CN" altLang="en-US" sz="2000">
                <a:solidFill>
                  <a:srgbClr val="F6FDFF"/>
                </a:solidFill>
                <a:latin typeface="字魂27号-布丁体" panose="00000500000000000000" charset="-122"/>
                <a:ea typeface="字魂27号-布丁体" panose="00000500000000000000" charset="-122"/>
                <a:sym typeface="+mn-ea"/>
              </a:endParaRPr>
            </a:p>
          </p:txBody>
        </p:sp>
      </p:grpSp>
      <p:sp>
        <p:nvSpPr>
          <p:cNvPr id="2" name="矩形 1"/>
          <p:cNvSpPr/>
          <p:nvPr/>
        </p:nvSpPr>
        <p:spPr>
          <a:xfrm>
            <a:off x="5802630" y="3117215"/>
            <a:ext cx="975360" cy="975360"/>
          </a:xfrm>
          <a:prstGeom prst="rect">
            <a:avLst/>
          </a:prstGeom>
          <a:solidFill>
            <a:srgbClr val="F6FDFF"/>
          </a:solidFill>
          <a:ln>
            <a:noFill/>
          </a:ln>
          <a:extLst>
            <a:ext uri="{909E8E84-426E-40DD-AFC4-6F175D3DCCD1}">
              <a14:hiddenFill xmlns:a14="http://schemas.microsoft.com/office/drawing/2010/main">
                <a:solidFill>
                  <a:srgbClr val="FCF9F8"/>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4400">
                <a:solidFill>
                  <a:srgbClr val="2E75B6"/>
                </a:solidFill>
                <a:latin typeface="字魂27号-布丁体" panose="00000500000000000000" charset="-122"/>
                <a:ea typeface="字魂27号-布丁体" panose="00000500000000000000" charset="-122"/>
              </a:rPr>
              <a:t>02</a:t>
            </a:r>
            <a:endParaRPr lang="en-US" altLang="zh-CN" sz="4400">
              <a:solidFill>
                <a:srgbClr val="2E75B6"/>
              </a:solidFill>
              <a:latin typeface="字魂27号-布丁体" panose="00000500000000000000" charset="-122"/>
              <a:ea typeface="字魂27号-布丁体" panose="00000500000000000000" charset="-122"/>
            </a:endParaRPr>
          </a:p>
        </p:txBody>
      </p:sp>
      <p:grpSp>
        <p:nvGrpSpPr>
          <p:cNvPr id="3" name="组合 2"/>
          <p:cNvGrpSpPr/>
          <p:nvPr/>
        </p:nvGrpSpPr>
        <p:grpSpPr>
          <a:xfrm>
            <a:off x="2391068" y="2806065"/>
            <a:ext cx="3282657" cy="1875155"/>
            <a:chOff x="4153" y="3264"/>
            <a:chExt cx="3986" cy="2953"/>
          </a:xfrm>
        </p:grpSpPr>
        <p:sp>
          <p:nvSpPr>
            <p:cNvPr id="5" name="文本框 4"/>
            <p:cNvSpPr txBox="1"/>
            <p:nvPr/>
          </p:nvSpPr>
          <p:spPr>
            <a:xfrm>
              <a:off x="4153" y="3892"/>
              <a:ext cx="3986" cy="2325"/>
            </a:xfrm>
            <a:prstGeom prst="rect">
              <a:avLst/>
            </a:prstGeom>
            <a:noFill/>
          </p:spPr>
          <p:txBody>
            <a:bodyPr wrap="square" rtlCol="0" anchor="t">
              <a:spAutoFit/>
            </a:bodyPr>
            <a:p>
              <a:pPr algn="r"/>
              <a:r>
                <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dog.The quick brown fox jumps over the lazy dog.</a:t>
              </a:r>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a:p>
              <a:pPr algn="r"/>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6" name="文本框 5"/>
            <p:cNvSpPr txBox="1"/>
            <p:nvPr/>
          </p:nvSpPr>
          <p:spPr>
            <a:xfrm>
              <a:off x="5451" y="3264"/>
              <a:ext cx="2688" cy="628"/>
            </a:xfrm>
            <a:prstGeom prst="rect">
              <a:avLst/>
            </a:prstGeom>
            <a:noFill/>
          </p:spPr>
          <p:txBody>
            <a:bodyPr wrap="square" rtlCol="0" anchor="t">
              <a:spAutoFit/>
            </a:bodyPr>
            <a:p>
              <a:pPr algn="r"/>
              <a:r>
                <a:rPr lang="zh-CN" altLang="en-US" sz="2000">
                  <a:solidFill>
                    <a:srgbClr val="F6FDFF"/>
                  </a:solidFill>
                  <a:latin typeface="字魂27号-布丁体" panose="00000500000000000000" charset="-122"/>
                  <a:ea typeface="字魂27号-布丁体" panose="00000500000000000000" charset="-122"/>
                  <a:sym typeface="+mn-ea"/>
                </a:rPr>
                <a:t>在此输入内容</a:t>
              </a:r>
              <a:endParaRPr lang="zh-CN" altLang="en-US" sz="2000">
                <a:solidFill>
                  <a:srgbClr val="F6FDFF"/>
                </a:solidFill>
                <a:latin typeface="字魂27号-布丁体" panose="00000500000000000000" charset="-122"/>
                <a:ea typeface="字魂27号-布丁体" panose="00000500000000000000" charset="-122"/>
                <a:sym typeface="+mn-ea"/>
              </a:endParaRPr>
            </a:p>
          </p:txBody>
        </p:sp>
      </p:grpSp>
      <p:sp>
        <p:nvSpPr>
          <p:cNvPr id="7" name="矩形 6"/>
          <p:cNvSpPr/>
          <p:nvPr/>
        </p:nvSpPr>
        <p:spPr>
          <a:xfrm>
            <a:off x="4576445" y="4892675"/>
            <a:ext cx="975360" cy="975360"/>
          </a:xfrm>
          <a:prstGeom prst="rect">
            <a:avLst/>
          </a:prstGeom>
          <a:solidFill>
            <a:srgbClr val="F6FDFF"/>
          </a:solidFill>
          <a:ln>
            <a:noFill/>
          </a:ln>
          <a:extLst>
            <a:ext uri="{909E8E84-426E-40DD-AFC4-6F175D3DCCD1}">
              <a14:hiddenFill xmlns:a14="http://schemas.microsoft.com/office/drawing/2010/main">
                <a:solidFill>
                  <a:srgbClr val="FCF9F8"/>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4400">
                <a:solidFill>
                  <a:srgbClr val="2E75B6"/>
                </a:solidFill>
                <a:latin typeface="字魂27号-布丁体" panose="00000500000000000000" charset="-122"/>
                <a:ea typeface="字魂27号-布丁体" panose="00000500000000000000" charset="-122"/>
              </a:rPr>
              <a:t>03</a:t>
            </a:r>
            <a:endParaRPr lang="en-US" altLang="zh-CN" sz="4400">
              <a:solidFill>
                <a:srgbClr val="2E75B6"/>
              </a:solidFill>
              <a:latin typeface="字魂27号-布丁体" panose="00000500000000000000" charset="-122"/>
              <a:ea typeface="字魂27号-布丁体" panose="00000500000000000000" charset="-122"/>
            </a:endParaRPr>
          </a:p>
        </p:txBody>
      </p:sp>
      <p:grpSp>
        <p:nvGrpSpPr>
          <p:cNvPr id="8" name="组合 7"/>
          <p:cNvGrpSpPr/>
          <p:nvPr/>
        </p:nvGrpSpPr>
        <p:grpSpPr>
          <a:xfrm>
            <a:off x="1164883" y="4581525"/>
            <a:ext cx="3282657" cy="1875155"/>
            <a:chOff x="4153" y="3264"/>
            <a:chExt cx="3986" cy="2953"/>
          </a:xfrm>
        </p:grpSpPr>
        <p:sp>
          <p:nvSpPr>
            <p:cNvPr id="9" name="文本框 8"/>
            <p:cNvSpPr txBox="1"/>
            <p:nvPr/>
          </p:nvSpPr>
          <p:spPr>
            <a:xfrm>
              <a:off x="4153" y="3892"/>
              <a:ext cx="3986" cy="2325"/>
            </a:xfrm>
            <a:prstGeom prst="rect">
              <a:avLst/>
            </a:prstGeom>
            <a:noFill/>
          </p:spPr>
          <p:txBody>
            <a:bodyPr wrap="square" rtlCol="0" anchor="t">
              <a:spAutoFit/>
            </a:bodyPr>
            <a:p>
              <a:pPr algn="r"/>
              <a:r>
                <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dog.The quick brown fox jumps over the lazy dog.</a:t>
              </a:r>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a:p>
              <a:pPr algn="r"/>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10" name="文本框 9"/>
            <p:cNvSpPr txBox="1"/>
            <p:nvPr/>
          </p:nvSpPr>
          <p:spPr>
            <a:xfrm>
              <a:off x="5451" y="3264"/>
              <a:ext cx="2688" cy="628"/>
            </a:xfrm>
            <a:prstGeom prst="rect">
              <a:avLst/>
            </a:prstGeom>
            <a:noFill/>
          </p:spPr>
          <p:txBody>
            <a:bodyPr wrap="square" rtlCol="0" anchor="t">
              <a:spAutoFit/>
            </a:bodyPr>
            <a:p>
              <a:pPr algn="r"/>
              <a:r>
                <a:rPr lang="zh-CN" altLang="en-US" sz="2000">
                  <a:solidFill>
                    <a:srgbClr val="F6FDFF"/>
                  </a:solidFill>
                  <a:latin typeface="字魂27号-布丁体" panose="00000500000000000000" charset="-122"/>
                  <a:ea typeface="字魂27号-布丁体" panose="00000500000000000000" charset="-122"/>
                  <a:sym typeface="+mn-ea"/>
                </a:rPr>
                <a:t>在此输入内容</a:t>
              </a:r>
              <a:endParaRPr lang="zh-CN" altLang="en-US" sz="2000">
                <a:solidFill>
                  <a:srgbClr val="F6FDFF"/>
                </a:solidFill>
                <a:latin typeface="字魂27号-布丁体" panose="00000500000000000000" charset="-122"/>
                <a:ea typeface="字魂27号-布丁体" panose="00000500000000000000" charset="-122"/>
                <a:sym typeface="+mn-ea"/>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1508125" y="904240"/>
            <a:ext cx="9205595" cy="520192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nvSpPr>
        <p:spPr>
          <a:xfrm>
            <a:off x="1023620" y="1349375"/>
            <a:ext cx="10145395" cy="51257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矩形 30"/>
          <p:cNvSpPr/>
          <p:nvPr/>
        </p:nvSpPr>
        <p:spPr>
          <a:xfrm>
            <a:off x="1657350" y="1538605"/>
            <a:ext cx="2705100" cy="3949700"/>
          </a:xfrm>
          <a:prstGeom prst="rect">
            <a:avLst/>
          </a:prstGeom>
          <a:noFill/>
          <a:ln>
            <a:solidFill>
              <a:srgbClr val="2E75B6"/>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E75B6"/>
              </a:solidFill>
              <a:latin typeface="字魂27号-布丁体" panose="00000500000000000000" charset="-122"/>
              <a:ea typeface="字魂27号-布丁体" panose="00000500000000000000" charset="-122"/>
            </a:endParaRPr>
          </a:p>
        </p:txBody>
      </p:sp>
      <p:sp>
        <p:nvSpPr>
          <p:cNvPr id="32" name="矩形 31"/>
          <p:cNvSpPr/>
          <p:nvPr/>
        </p:nvSpPr>
        <p:spPr>
          <a:xfrm>
            <a:off x="1657350" y="2224405"/>
            <a:ext cx="8877300" cy="1282700"/>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E75B6"/>
              </a:solidFill>
              <a:latin typeface="字魂27号-布丁体" panose="00000500000000000000" charset="-122"/>
              <a:ea typeface="字魂27号-布丁体" panose="00000500000000000000" charset="-122"/>
            </a:endParaRPr>
          </a:p>
        </p:txBody>
      </p:sp>
      <p:sp>
        <p:nvSpPr>
          <p:cNvPr id="33" name="矩形 32"/>
          <p:cNvSpPr/>
          <p:nvPr/>
        </p:nvSpPr>
        <p:spPr>
          <a:xfrm>
            <a:off x="4743450" y="1538605"/>
            <a:ext cx="2705100" cy="3949700"/>
          </a:xfrm>
          <a:prstGeom prst="rect">
            <a:avLst/>
          </a:prstGeom>
          <a:noFill/>
          <a:ln>
            <a:solidFill>
              <a:srgbClr val="2E75B6"/>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E75B6"/>
              </a:solidFill>
              <a:latin typeface="字魂27号-布丁体" panose="00000500000000000000" charset="-122"/>
              <a:ea typeface="字魂27号-布丁体" panose="00000500000000000000" charset="-122"/>
            </a:endParaRPr>
          </a:p>
        </p:txBody>
      </p:sp>
      <p:sp>
        <p:nvSpPr>
          <p:cNvPr id="34" name="矩形 33"/>
          <p:cNvSpPr/>
          <p:nvPr/>
        </p:nvSpPr>
        <p:spPr>
          <a:xfrm>
            <a:off x="7829550" y="1538605"/>
            <a:ext cx="2705100" cy="3949700"/>
          </a:xfrm>
          <a:prstGeom prst="rect">
            <a:avLst/>
          </a:prstGeom>
          <a:noFill/>
          <a:ln>
            <a:solidFill>
              <a:srgbClr val="2E75B6"/>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2E75B6"/>
              </a:solidFill>
              <a:latin typeface="字魂27号-布丁体" panose="00000500000000000000" charset="-122"/>
              <a:ea typeface="字魂27号-布丁体" panose="00000500000000000000" charset="-122"/>
            </a:endParaRPr>
          </a:p>
        </p:txBody>
      </p:sp>
      <p:sp>
        <p:nvSpPr>
          <p:cNvPr id="62" name="文本框 61"/>
          <p:cNvSpPr txBox="1"/>
          <p:nvPr/>
        </p:nvSpPr>
        <p:spPr>
          <a:xfrm>
            <a:off x="4439285" y="2543175"/>
            <a:ext cx="3313430" cy="645160"/>
          </a:xfrm>
          <a:prstGeom prst="rect">
            <a:avLst/>
          </a:prstGeom>
          <a:noFill/>
        </p:spPr>
        <p:txBody>
          <a:bodyPr wrap="square" rtlCol="0">
            <a:spAutoFit/>
          </a:bodyPr>
          <a:p>
            <a:pPr algn="ctr"/>
            <a:r>
              <a:rPr lang="zh-CN" altLang="en-US" sz="3600">
                <a:solidFill>
                  <a:srgbClr val="F6FDFF"/>
                </a:solidFill>
                <a:latin typeface="字魂27号-布丁体" panose="00000500000000000000" charset="-122"/>
                <a:ea typeface="字魂27号-布丁体" panose="00000500000000000000" charset="-122"/>
              </a:rPr>
              <a:t>在此输入内容</a:t>
            </a:r>
            <a:endParaRPr lang="zh-CN" altLang="en-US" sz="3600">
              <a:solidFill>
                <a:srgbClr val="F6FDFF"/>
              </a:solidFill>
              <a:latin typeface="字魂27号-布丁体" panose="00000500000000000000" charset="-122"/>
              <a:ea typeface="字魂27号-布丁体" panose="00000500000000000000" charset="-122"/>
            </a:endParaRPr>
          </a:p>
        </p:txBody>
      </p:sp>
      <p:sp>
        <p:nvSpPr>
          <p:cNvPr id="63" name="文本框 62"/>
          <p:cNvSpPr txBox="1"/>
          <p:nvPr/>
        </p:nvSpPr>
        <p:spPr>
          <a:xfrm>
            <a:off x="1901825" y="3750310"/>
            <a:ext cx="2216150" cy="1476375"/>
          </a:xfrm>
          <a:prstGeom prst="rect">
            <a:avLst/>
          </a:prstGeom>
          <a:noFill/>
        </p:spPr>
        <p:txBody>
          <a:bodyPr wrap="square" rtlCol="0" anchor="t">
            <a:spAutoFit/>
          </a:bodyPr>
          <a:p>
            <a:pPr algn="ctr"/>
            <a:r>
              <a:rPr lang="en-US" altLang="zh-CN" dirty="0">
                <a:solidFill>
                  <a:srgbClr val="2E75B6"/>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dog.The quick brown fox jumps over the lazy dog..</a:t>
            </a:r>
            <a:endParaRPr lang="en-US" altLang="zh-CN" dirty="0">
              <a:solidFill>
                <a:srgbClr val="2E75B6"/>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64" name="文本框 63"/>
          <p:cNvSpPr txBox="1"/>
          <p:nvPr/>
        </p:nvSpPr>
        <p:spPr>
          <a:xfrm>
            <a:off x="4987925" y="3750310"/>
            <a:ext cx="2216150" cy="1476375"/>
          </a:xfrm>
          <a:prstGeom prst="rect">
            <a:avLst/>
          </a:prstGeom>
          <a:noFill/>
        </p:spPr>
        <p:txBody>
          <a:bodyPr wrap="square" rtlCol="0" anchor="t">
            <a:spAutoFit/>
          </a:bodyPr>
          <a:p>
            <a:pPr algn="ctr"/>
            <a:r>
              <a:rPr lang="en-US" altLang="zh-CN" dirty="0">
                <a:solidFill>
                  <a:srgbClr val="2E75B6"/>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dog.The quick brown fox jumps over the lazy dog..</a:t>
            </a:r>
            <a:endParaRPr lang="en-US" altLang="zh-CN" dirty="0">
              <a:solidFill>
                <a:srgbClr val="2E75B6"/>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65" name="文本框 64"/>
          <p:cNvSpPr txBox="1"/>
          <p:nvPr/>
        </p:nvSpPr>
        <p:spPr>
          <a:xfrm>
            <a:off x="8074025" y="3750310"/>
            <a:ext cx="2216150" cy="1476375"/>
          </a:xfrm>
          <a:prstGeom prst="rect">
            <a:avLst/>
          </a:prstGeom>
          <a:noFill/>
        </p:spPr>
        <p:txBody>
          <a:bodyPr wrap="square" rtlCol="0" anchor="t">
            <a:spAutoFit/>
          </a:bodyPr>
          <a:p>
            <a:pPr algn="ctr"/>
            <a:r>
              <a:rPr lang="en-US" altLang="zh-CN" dirty="0">
                <a:solidFill>
                  <a:srgbClr val="2E75B6"/>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dog.The quick brown fox jumps over the lazy dog..</a:t>
            </a:r>
            <a:endParaRPr lang="en-US" altLang="zh-CN" dirty="0">
              <a:solidFill>
                <a:srgbClr val="2E75B6"/>
              </a:solidFill>
              <a:latin typeface="字魂27号-布丁体" panose="00000500000000000000" charset="-122"/>
              <a:ea typeface="字魂27号-布丁体" panose="00000500000000000000" charset="-122"/>
              <a:cs typeface="Arial" panose="020B0604020202020204" pitchFamily="34" charset="0"/>
              <a:sym typeface="+mn-ea"/>
            </a:endParaRPr>
          </a:p>
        </p:txBody>
      </p:sp>
      <p:pic>
        <p:nvPicPr>
          <p:cNvPr id="7" name="图片 6" descr="千库网_蓝色小怪兽_元素编号12879616"/>
          <p:cNvPicPr>
            <a:picLocks noChangeAspect="1"/>
          </p:cNvPicPr>
          <p:nvPr/>
        </p:nvPicPr>
        <p:blipFill>
          <a:blip r:embed="rId1"/>
          <a:stretch>
            <a:fillRect/>
          </a:stretch>
        </p:blipFill>
        <p:spPr>
          <a:xfrm>
            <a:off x="-384810" y="2978150"/>
            <a:ext cx="4216400" cy="4216400"/>
          </a:xfrm>
          <a:prstGeom prst="rect">
            <a:avLst/>
          </a:prstGeom>
        </p:spPr>
      </p:pic>
      <p:pic>
        <p:nvPicPr>
          <p:cNvPr id="3" name="图片 2" descr="千库网_和小怪兽合影_元素编号12880160"/>
          <p:cNvPicPr>
            <a:picLocks noChangeAspect="1"/>
          </p:cNvPicPr>
          <p:nvPr/>
        </p:nvPicPr>
        <p:blipFill>
          <a:blip r:embed="rId2"/>
          <a:srcRect b="14432"/>
          <a:stretch>
            <a:fillRect/>
          </a:stretch>
        </p:blipFill>
        <p:spPr>
          <a:xfrm>
            <a:off x="8291830" y="3543300"/>
            <a:ext cx="3925570" cy="33591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descr="千库网_黄色小怪兽_元素编号12879615"/>
          <p:cNvPicPr>
            <a:picLocks noChangeAspect="1"/>
          </p:cNvPicPr>
          <p:nvPr/>
        </p:nvPicPr>
        <p:blipFill>
          <a:blip r:embed="rId1"/>
          <a:srcRect b="27030"/>
          <a:stretch>
            <a:fillRect/>
          </a:stretch>
        </p:blipFill>
        <p:spPr>
          <a:xfrm>
            <a:off x="-406400" y="2362200"/>
            <a:ext cx="6195060" cy="4521200"/>
          </a:xfrm>
          <a:prstGeom prst="rect">
            <a:avLst/>
          </a:prstGeom>
        </p:spPr>
      </p:pic>
      <p:sp>
        <p:nvSpPr>
          <p:cNvPr id="2" name="文本框 1"/>
          <p:cNvSpPr txBox="1"/>
          <p:nvPr/>
        </p:nvSpPr>
        <p:spPr>
          <a:xfrm>
            <a:off x="6991350" y="1901825"/>
            <a:ext cx="2011680" cy="460375"/>
          </a:xfrm>
          <a:prstGeom prst="rect">
            <a:avLst/>
          </a:prstGeom>
          <a:noFill/>
        </p:spPr>
        <p:txBody>
          <a:bodyPr wrap="none" rtlCol="0" anchor="t">
            <a:spAutoFit/>
          </a:bodyPr>
          <a:p>
            <a:pPr algn="l"/>
            <a:r>
              <a:rPr lang="zh-CN" altLang="en-US" sz="2400">
                <a:solidFill>
                  <a:srgbClr val="F6FDFF"/>
                </a:solidFill>
                <a:latin typeface="字魂27号-布丁体" panose="00000500000000000000" charset="-122"/>
                <a:ea typeface="字魂27号-布丁体" panose="00000500000000000000" charset="-122"/>
                <a:sym typeface="+mn-ea"/>
              </a:rPr>
              <a:t>在此输入标题</a:t>
            </a:r>
            <a:endParaRPr lang="zh-CN" altLang="en-US" sz="2400">
              <a:solidFill>
                <a:srgbClr val="F6FDFF"/>
              </a:solidFill>
              <a:latin typeface="字魂27号-布丁体" panose="00000500000000000000" charset="-122"/>
              <a:ea typeface="字魂27号-布丁体" panose="00000500000000000000" charset="-122"/>
              <a:sym typeface="+mn-ea"/>
            </a:endParaRPr>
          </a:p>
        </p:txBody>
      </p:sp>
      <p:sp>
        <p:nvSpPr>
          <p:cNvPr id="55" name="文本框 54"/>
          <p:cNvSpPr txBox="1"/>
          <p:nvPr/>
        </p:nvSpPr>
        <p:spPr>
          <a:xfrm>
            <a:off x="6586855" y="3015615"/>
            <a:ext cx="3783965" cy="1633855"/>
          </a:xfrm>
          <a:prstGeom prst="rect">
            <a:avLst/>
          </a:prstGeom>
          <a:noFill/>
        </p:spPr>
        <p:txBody>
          <a:bodyPr vert="eaVert" wrap="square" rtlCol="0">
            <a:spAutoFit/>
          </a:bodyPr>
          <a:p>
            <a:pPr algn="l"/>
            <a:r>
              <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rPr>
              <a:t>he quick brown fox jumps over the lazy dog.he quick brown fox jumps over the lazy dog.he quick brown fox jumps over the lazy dog.he quick brown fox jumps over the lazy dog.</a:t>
            </a:r>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a:p>
            <a:pPr algn="l"/>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cxnSp>
        <p:nvCxnSpPr>
          <p:cNvPr id="3" name="直接连接符 2"/>
          <p:cNvCxnSpPr/>
          <p:nvPr/>
        </p:nvCxnSpPr>
        <p:spPr>
          <a:xfrm>
            <a:off x="6677025" y="2618740"/>
            <a:ext cx="2640965" cy="0"/>
          </a:xfrm>
          <a:prstGeom prst="line">
            <a:avLst/>
          </a:prstGeom>
          <a:ln>
            <a:solidFill>
              <a:srgbClr val="FDE2D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1460500" y="704850"/>
            <a:ext cx="9956165" cy="54483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 name="图片 2" descr="千库网_粉色小怪兽_元素编号12879614"/>
          <p:cNvPicPr>
            <a:picLocks noChangeAspect="1"/>
          </p:cNvPicPr>
          <p:nvPr/>
        </p:nvPicPr>
        <p:blipFill>
          <a:blip r:embed="rId1"/>
          <a:stretch>
            <a:fillRect/>
          </a:stretch>
        </p:blipFill>
        <p:spPr>
          <a:xfrm>
            <a:off x="-660400" y="-13335"/>
            <a:ext cx="7442835" cy="7442835"/>
          </a:xfrm>
          <a:prstGeom prst="rect">
            <a:avLst/>
          </a:prstGeom>
        </p:spPr>
      </p:pic>
      <p:grpSp>
        <p:nvGrpSpPr>
          <p:cNvPr id="4" name="组合 3"/>
          <p:cNvGrpSpPr/>
          <p:nvPr/>
        </p:nvGrpSpPr>
        <p:grpSpPr>
          <a:xfrm rot="0">
            <a:off x="9036050" y="2454910"/>
            <a:ext cx="1311275" cy="1325698"/>
            <a:chOff x="1963334" y="2190000"/>
            <a:chExt cx="1108879" cy="1120806"/>
          </a:xfrm>
        </p:grpSpPr>
        <p:sp>
          <p:nvSpPr>
            <p:cNvPr id="6" name="文本框 5"/>
            <p:cNvSpPr txBox="1"/>
            <p:nvPr/>
          </p:nvSpPr>
          <p:spPr>
            <a:xfrm>
              <a:off x="2040721" y="2193067"/>
              <a:ext cx="1021236" cy="1117739"/>
            </a:xfrm>
            <a:prstGeom prst="rect">
              <a:avLst/>
            </a:prstGeom>
            <a:noFill/>
            <a:ln>
              <a:noFill/>
            </a:ln>
          </p:spPr>
          <p:txBody>
            <a:bodyPr wrap="square" rtlCol="0">
              <a:spAutoFit/>
            </a:bodyPr>
            <a:p>
              <a:r>
                <a:rPr lang="zh-CN" altLang="en-US" sz="8000" dirty="0">
                  <a:solidFill>
                    <a:srgbClr val="2E75B6"/>
                  </a:solidFill>
                  <a:latin typeface="字魂27号-布丁体" panose="00000500000000000000" charset="-122"/>
                  <a:ea typeface="字魂27号-布丁体" panose="00000500000000000000" charset="-122"/>
                  <a:sym typeface="字魂36号-正文宋楷" panose="02000000000000000000" pitchFamily="2" charset="-122"/>
                </a:rPr>
                <a:t>叁</a:t>
              </a:r>
              <a:endParaRPr lang="zh-CN" altLang="en-US" sz="8000" dirty="0">
                <a:solidFill>
                  <a:srgbClr val="2E75B6"/>
                </a:solidFill>
                <a:latin typeface="字魂27号-布丁体" panose="00000500000000000000" charset="-122"/>
                <a:ea typeface="字魂27号-布丁体" panose="00000500000000000000" charset="-122"/>
                <a:sym typeface="字魂36号-正文宋楷" panose="02000000000000000000" pitchFamily="2" charset="-122"/>
              </a:endParaRPr>
            </a:p>
          </p:txBody>
        </p:sp>
        <p:sp>
          <p:nvSpPr>
            <p:cNvPr id="8" name="椭圆 7"/>
            <p:cNvSpPr/>
            <p:nvPr/>
          </p:nvSpPr>
          <p:spPr>
            <a:xfrm>
              <a:off x="1963334" y="2190000"/>
              <a:ext cx="1108879" cy="1108879"/>
            </a:xfrm>
            <a:prstGeom prst="ellipse">
              <a:avLst/>
            </a:prstGeom>
            <a:no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000">
                <a:solidFill>
                  <a:srgbClr val="2E75B6"/>
                </a:solidFill>
                <a:latin typeface="字魂27号-布丁体" panose="00000500000000000000" charset="-122"/>
                <a:ea typeface="字魂27号-布丁体" panose="00000500000000000000" charset="-122"/>
                <a:sym typeface="字魂36号-正文宋楷" panose="02000000000000000000" pitchFamily="2" charset="-122"/>
              </a:endParaRPr>
            </a:p>
          </p:txBody>
        </p:sp>
      </p:grpSp>
      <p:sp>
        <p:nvSpPr>
          <p:cNvPr id="12" name="文本框 11"/>
          <p:cNvSpPr txBox="1"/>
          <p:nvPr/>
        </p:nvSpPr>
        <p:spPr>
          <a:xfrm>
            <a:off x="4710430" y="2454910"/>
            <a:ext cx="4029710" cy="1393825"/>
          </a:xfrm>
          <a:prstGeom prst="rect">
            <a:avLst/>
          </a:prstGeom>
          <a:noFill/>
        </p:spPr>
        <p:txBody>
          <a:bodyPr vert="eaVert" wrap="square" rtlCol="0">
            <a:spAutoFit/>
          </a:bodyPr>
          <a:lstStyle>
            <a:defPPr>
              <a:defRPr lang="zh-CN"/>
            </a:defPPr>
            <a:lvl1pPr lvl="0">
              <a:lnSpc>
                <a:spcPts val="2000"/>
              </a:lnSpc>
              <a:defRPr sz="1400">
                <a:solidFill>
                  <a:schemeClr val="tx1">
                    <a:lumMod val="85000"/>
                    <a:lumOff val="15000"/>
                  </a:schemeClr>
                </a:solidFill>
                <a:latin typeface="仓耳明楷 W03" panose="00000500000000000000" pitchFamily="2" charset="-122"/>
                <a:ea typeface="仓耳明楷 W03" panose="00000500000000000000" pitchFamily="2" charset="-122"/>
              </a:defRPr>
            </a:lvl1pPr>
          </a:lstStyle>
          <a:p>
            <a:r>
              <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rPr>
              <a:t>请在此处添加具体内容，文字尽量言简意赅，简单描述即可。请在此处添加具体内容，文字尽量言简意赅，简单描述即可。</a:t>
            </a:r>
            <a:endPar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endParaRPr>
          </a:p>
          <a:p>
            <a:r>
              <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rPr>
              <a:t>请在此处添加具体内容，文字尽量言简意赅，简单描述即可。</a:t>
            </a:r>
            <a:endPar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endParaRPr>
          </a:p>
          <a:p>
            <a:endParaRPr lang="zh-CN" altLang="en-US" sz="1600" dirty="0">
              <a:solidFill>
                <a:srgbClr val="2E75B6"/>
              </a:solidFill>
              <a:latin typeface="字魂27号-布丁体" panose="00000500000000000000" charset="-122"/>
              <a:ea typeface="字魂27号-布丁体" panose="00000500000000000000" charset="-122"/>
              <a:sym typeface="字魂73号-江南手书" panose="000005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千库网_粉色小怪兽_元素编号12879614"/>
          <p:cNvPicPr>
            <a:picLocks noChangeAspect="1"/>
          </p:cNvPicPr>
          <p:nvPr/>
        </p:nvPicPr>
        <p:blipFill>
          <a:blip r:embed="rId1"/>
          <a:stretch>
            <a:fillRect/>
          </a:stretch>
        </p:blipFill>
        <p:spPr>
          <a:xfrm flipH="1">
            <a:off x="6031230" y="633095"/>
            <a:ext cx="6745605" cy="6745605"/>
          </a:xfrm>
          <a:prstGeom prst="rect">
            <a:avLst/>
          </a:prstGeom>
        </p:spPr>
      </p:pic>
      <p:sp>
        <p:nvSpPr>
          <p:cNvPr id="4" name="文本框 3"/>
          <p:cNvSpPr txBox="1"/>
          <p:nvPr/>
        </p:nvSpPr>
        <p:spPr>
          <a:xfrm>
            <a:off x="904875" y="1898650"/>
            <a:ext cx="2121535" cy="2832100"/>
          </a:xfrm>
          <a:prstGeom prst="rect">
            <a:avLst/>
          </a:prstGeom>
          <a:noFill/>
        </p:spPr>
        <p:txBody>
          <a:bodyPr vert="eaVert" wrap="square" rtlCol="0">
            <a:spAutoFit/>
          </a:bodyPr>
          <a:p>
            <a:r>
              <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 The quick brown fox jumps over the lazy dog. The quick brown fox jumps over the lazy dog. </a:t>
            </a:r>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a:p>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5" name="文本框 4"/>
          <p:cNvSpPr txBox="1"/>
          <p:nvPr/>
        </p:nvSpPr>
        <p:spPr>
          <a:xfrm>
            <a:off x="3088640" y="1898650"/>
            <a:ext cx="459740" cy="1471295"/>
          </a:xfrm>
          <a:prstGeom prst="rect">
            <a:avLst/>
          </a:prstGeom>
          <a:noFill/>
        </p:spPr>
        <p:txBody>
          <a:bodyPr vert="eaVert" wrap="square" rtlCol="0">
            <a:spAutoFit/>
          </a:bodyPr>
          <a:p>
            <a:r>
              <a:rPr lang="zh-CN" altLang="en-US">
                <a:solidFill>
                  <a:srgbClr val="F6FDFF"/>
                </a:solidFill>
                <a:latin typeface="字魂27号-布丁体" panose="00000500000000000000" charset="-122"/>
                <a:ea typeface="字魂27号-布丁体" panose="00000500000000000000" charset="-122"/>
                <a:sym typeface="+mn-ea"/>
              </a:rPr>
              <a:t>在此输入内容</a:t>
            </a:r>
            <a:endParaRPr lang="zh-CN" altLang="en-US">
              <a:solidFill>
                <a:srgbClr val="F6FDFF"/>
              </a:solidFill>
              <a:latin typeface="字魂27号-布丁体" panose="00000500000000000000" charset="-122"/>
              <a:ea typeface="字魂27号-布丁体" panose="00000500000000000000" charset="-122"/>
              <a:sym typeface="+mn-ea"/>
            </a:endParaRPr>
          </a:p>
        </p:txBody>
      </p:sp>
      <p:sp>
        <p:nvSpPr>
          <p:cNvPr id="7" name="矩形 6"/>
          <p:cNvSpPr/>
          <p:nvPr/>
        </p:nvSpPr>
        <p:spPr>
          <a:xfrm>
            <a:off x="640715" y="1278255"/>
            <a:ext cx="3641725" cy="3691890"/>
          </a:xfrm>
          <a:prstGeom prst="rect">
            <a:avLst/>
          </a:prstGeom>
          <a:noFill/>
          <a:ln>
            <a:solidFill>
              <a:srgbClr val="FDE2DA"/>
            </a:solidFill>
          </a:ln>
          <a:extLst>
            <a:ext uri="{909E8E84-426E-40DD-AFC4-6F175D3DCCD1}">
              <a14:hiddenFill xmlns:a14="http://schemas.microsoft.com/office/drawing/2010/main">
                <a:solidFill>
                  <a:srgbClr val="90640F">
                    <a:alpha val="5400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6FDFF"/>
              </a:solidFill>
              <a:latin typeface="字魂27号-布丁体" panose="00000500000000000000" charset="-122"/>
              <a:ea typeface="字魂27号-布丁体" panose="00000500000000000000" charset="-122"/>
            </a:endParaRPr>
          </a:p>
        </p:txBody>
      </p:sp>
      <p:sp>
        <p:nvSpPr>
          <p:cNvPr id="69" name="文本框 68"/>
          <p:cNvSpPr txBox="1"/>
          <p:nvPr/>
        </p:nvSpPr>
        <p:spPr>
          <a:xfrm>
            <a:off x="4733925" y="2924810"/>
            <a:ext cx="2877185" cy="398780"/>
          </a:xfrm>
          <a:prstGeom prst="rect">
            <a:avLst/>
          </a:prstGeom>
          <a:noFill/>
        </p:spPr>
        <p:txBody>
          <a:bodyPr wrap="square" rtlCol="0">
            <a:spAutoFit/>
          </a:bodyPr>
          <a:p>
            <a:pPr algn="l"/>
            <a:r>
              <a:rPr lang="zh-CN" altLang="en-US" sz="2000">
                <a:solidFill>
                  <a:srgbClr val="F6FDFF"/>
                </a:solidFill>
                <a:latin typeface="字魂27号-布丁体" panose="00000500000000000000" charset="-122"/>
                <a:ea typeface="字魂27号-布丁体" panose="00000500000000000000" charset="-122"/>
              </a:rPr>
              <a:t>在此输入内容</a:t>
            </a:r>
            <a:endParaRPr lang="zh-CN" altLang="en-US" sz="2000">
              <a:solidFill>
                <a:srgbClr val="F6FDFF"/>
              </a:solidFill>
              <a:latin typeface="字魂27号-布丁体" panose="00000500000000000000" charset="-122"/>
              <a:ea typeface="字魂27号-布丁体" panose="00000500000000000000" charset="-122"/>
            </a:endParaRPr>
          </a:p>
        </p:txBody>
      </p:sp>
      <p:sp>
        <p:nvSpPr>
          <p:cNvPr id="8" name="文本框 7"/>
          <p:cNvSpPr txBox="1"/>
          <p:nvPr/>
        </p:nvSpPr>
        <p:spPr>
          <a:xfrm>
            <a:off x="4709160" y="3341370"/>
            <a:ext cx="3693160" cy="1198880"/>
          </a:xfrm>
          <a:prstGeom prst="rect">
            <a:avLst/>
          </a:prstGeom>
          <a:noFill/>
        </p:spPr>
        <p:txBody>
          <a:bodyPr wrap="square" rtlCol="0" anchor="t">
            <a:spAutoFit/>
          </a:bodyPr>
          <a:p>
            <a:pPr algn="l"/>
            <a:r>
              <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 The quick brown fox jumps over the lazy dog. The quick brown fox jumps over the lazy dog. </a:t>
            </a:r>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985520" y="1555115"/>
            <a:ext cx="5227955" cy="3747135"/>
          </a:xfrm>
          <a:prstGeom prst="rect">
            <a:avLst/>
          </a:prstGeom>
          <a:noFill/>
          <a:ln>
            <a:solidFill>
              <a:srgbClr val="FDE2DA"/>
            </a:solidFill>
          </a:ln>
          <a:extLst>
            <a:ext uri="{909E8E84-426E-40DD-AFC4-6F175D3DCCD1}">
              <a14:hiddenFill xmlns:a14="http://schemas.microsoft.com/office/drawing/2010/main">
                <a:solidFill>
                  <a:schemeClr val="bg1">
                    <a:lumMod val="8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6FDFF"/>
              </a:solidFill>
              <a:latin typeface="字魂27号-布丁体" panose="00000500000000000000" charset="-122"/>
              <a:ea typeface="字魂27号-布丁体" panose="00000500000000000000" charset="-122"/>
            </a:endParaRPr>
          </a:p>
        </p:txBody>
      </p:sp>
      <p:sp>
        <p:nvSpPr>
          <p:cNvPr id="26" name="矩形 25"/>
          <p:cNvSpPr/>
          <p:nvPr/>
        </p:nvSpPr>
        <p:spPr>
          <a:xfrm>
            <a:off x="4893310" y="2755265"/>
            <a:ext cx="975360" cy="975360"/>
          </a:xfrm>
          <a:prstGeom prst="rect">
            <a:avLst/>
          </a:prstGeom>
          <a:solidFill>
            <a:srgbClr val="F6FDFF"/>
          </a:solidFill>
          <a:ln>
            <a:noFill/>
          </a:ln>
          <a:extLst>
            <a:ext uri="{909E8E84-426E-40DD-AFC4-6F175D3DCCD1}">
              <a14:hiddenFill xmlns:a14="http://schemas.microsoft.com/office/drawing/2010/main">
                <a:solidFill>
                  <a:srgbClr val="FCF9F8"/>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4400">
                <a:solidFill>
                  <a:srgbClr val="2E75B6"/>
                </a:solidFill>
                <a:latin typeface="字魂27号-布丁体" panose="00000500000000000000" charset="-122"/>
                <a:ea typeface="字魂27号-布丁体" panose="00000500000000000000" charset="-122"/>
              </a:rPr>
              <a:t>01</a:t>
            </a:r>
            <a:endParaRPr lang="en-US" altLang="zh-CN" sz="4400">
              <a:solidFill>
                <a:srgbClr val="2E75B6"/>
              </a:solidFill>
              <a:latin typeface="字魂27号-布丁体" panose="00000500000000000000" charset="-122"/>
              <a:ea typeface="字魂27号-布丁体" panose="00000500000000000000" charset="-122"/>
            </a:endParaRPr>
          </a:p>
        </p:txBody>
      </p:sp>
      <p:grpSp>
        <p:nvGrpSpPr>
          <p:cNvPr id="33" name="组合 32"/>
          <p:cNvGrpSpPr/>
          <p:nvPr/>
        </p:nvGrpSpPr>
        <p:grpSpPr>
          <a:xfrm>
            <a:off x="1481748" y="2444115"/>
            <a:ext cx="3282657" cy="1875155"/>
            <a:chOff x="4153" y="3264"/>
            <a:chExt cx="3986" cy="2953"/>
          </a:xfrm>
        </p:grpSpPr>
        <p:sp>
          <p:nvSpPr>
            <p:cNvPr id="34" name="文本框 33"/>
            <p:cNvSpPr txBox="1"/>
            <p:nvPr/>
          </p:nvSpPr>
          <p:spPr>
            <a:xfrm>
              <a:off x="4153" y="3892"/>
              <a:ext cx="3986" cy="2325"/>
            </a:xfrm>
            <a:prstGeom prst="rect">
              <a:avLst/>
            </a:prstGeom>
            <a:noFill/>
          </p:spPr>
          <p:txBody>
            <a:bodyPr wrap="square" rtlCol="0" anchor="t">
              <a:spAutoFit/>
            </a:bodyPr>
            <a:p>
              <a:pPr algn="r"/>
              <a:r>
                <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dog.The quick brown fox jumps over the lazy dog.</a:t>
              </a:r>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a:p>
              <a:pPr algn="r"/>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35" name="文本框 34"/>
            <p:cNvSpPr txBox="1"/>
            <p:nvPr/>
          </p:nvSpPr>
          <p:spPr>
            <a:xfrm>
              <a:off x="5451" y="3264"/>
              <a:ext cx="2688" cy="628"/>
            </a:xfrm>
            <a:prstGeom prst="rect">
              <a:avLst/>
            </a:prstGeom>
            <a:noFill/>
          </p:spPr>
          <p:txBody>
            <a:bodyPr wrap="square" rtlCol="0" anchor="t">
              <a:spAutoFit/>
            </a:bodyPr>
            <a:p>
              <a:pPr algn="r"/>
              <a:r>
                <a:rPr lang="zh-CN" altLang="en-US" sz="2000">
                  <a:solidFill>
                    <a:srgbClr val="F6FDFF"/>
                  </a:solidFill>
                  <a:latin typeface="字魂27号-布丁体" panose="00000500000000000000" charset="-122"/>
                  <a:ea typeface="字魂27号-布丁体" panose="00000500000000000000" charset="-122"/>
                  <a:sym typeface="+mn-ea"/>
                </a:rPr>
                <a:t>在此输入内容</a:t>
              </a:r>
              <a:endParaRPr lang="zh-CN" altLang="en-US" sz="2000">
                <a:solidFill>
                  <a:srgbClr val="F6FDFF"/>
                </a:solidFill>
                <a:latin typeface="字魂27号-布丁体" panose="00000500000000000000" charset="-122"/>
                <a:ea typeface="字魂27号-布丁体" panose="00000500000000000000" charset="-122"/>
                <a:sym typeface="+mn-ea"/>
              </a:endParaRPr>
            </a:p>
          </p:txBody>
        </p:sp>
      </p:grpSp>
      <p:sp>
        <p:nvSpPr>
          <p:cNvPr id="5" name="矩形 4"/>
          <p:cNvSpPr/>
          <p:nvPr/>
        </p:nvSpPr>
        <p:spPr>
          <a:xfrm>
            <a:off x="6303010" y="3736975"/>
            <a:ext cx="975360" cy="975360"/>
          </a:xfrm>
          <a:prstGeom prst="rect">
            <a:avLst/>
          </a:prstGeom>
          <a:solidFill>
            <a:srgbClr val="F6FDFF"/>
          </a:solidFill>
          <a:ln>
            <a:noFill/>
          </a:ln>
          <a:extLst>
            <a:ext uri="{909E8E84-426E-40DD-AFC4-6F175D3DCCD1}">
              <a14:hiddenFill xmlns:a14="http://schemas.microsoft.com/office/drawing/2010/main">
                <a:solidFill>
                  <a:srgbClr val="FCF9F8"/>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r>
              <a:rPr lang="en-US" altLang="zh-CN" sz="4400">
                <a:solidFill>
                  <a:srgbClr val="2E75B6"/>
                </a:solidFill>
                <a:latin typeface="字魂27号-布丁体" panose="00000500000000000000" charset="-122"/>
                <a:ea typeface="字魂27号-布丁体" panose="00000500000000000000" charset="-122"/>
                <a:sym typeface="+mn-ea"/>
              </a:rPr>
              <a:t>02</a:t>
            </a:r>
            <a:endParaRPr lang="en-US" altLang="zh-CN" sz="4400">
              <a:solidFill>
                <a:srgbClr val="2E75B6"/>
              </a:solidFill>
              <a:latin typeface="字魂27号-布丁体" panose="00000500000000000000" charset="-122"/>
              <a:ea typeface="字魂27号-布丁体" panose="00000500000000000000" charset="-122"/>
              <a:sym typeface="+mn-ea"/>
            </a:endParaRPr>
          </a:p>
        </p:txBody>
      </p:sp>
      <p:grpSp>
        <p:nvGrpSpPr>
          <p:cNvPr id="36" name="组合 35"/>
          <p:cNvGrpSpPr/>
          <p:nvPr/>
        </p:nvGrpSpPr>
        <p:grpSpPr>
          <a:xfrm>
            <a:off x="7440930" y="3552190"/>
            <a:ext cx="3235960" cy="1567180"/>
            <a:chOff x="4303" y="3312"/>
            <a:chExt cx="5096" cy="2468"/>
          </a:xfrm>
        </p:grpSpPr>
        <p:sp>
          <p:nvSpPr>
            <p:cNvPr id="37" name="文本框 36"/>
            <p:cNvSpPr txBox="1"/>
            <p:nvPr/>
          </p:nvSpPr>
          <p:spPr>
            <a:xfrm>
              <a:off x="4303" y="3892"/>
              <a:ext cx="5096" cy="1888"/>
            </a:xfrm>
            <a:prstGeom prst="rect">
              <a:avLst/>
            </a:prstGeom>
            <a:noFill/>
          </p:spPr>
          <p:txBody>
            <a:bodyPr wrap="square" rtlCol="0" anchor="t">
              <a:spAutoFit/>
            </a:bodyPr>
            <a:p>
              <a:pPr algn="l"/>
              <a:r>
                <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dog.The quick brown fox jumps over the lazy dog.</a:t>
              </a:r>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a:p>
              <a:pPr algn="l"/>
              <a:endParaRPr lang="en-US" altLang="zh-CN"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38" name="文本框 37"/>
            <p:cNvSpPr txBox="1"/>
            <p:nvPr/>
          </p:nvSpPr>
          <p:spPr>
            <a:xfrm>
              <a:off x="4303" y="3312"/>
              <a:ext cx="2688" cy="628"/>
            </a:xfrm>
            <a:prstGeom prst="rect">
              <a:avLst/>
            </a:prstGeom>
            <a:noFill/>
          </p:spPr>
          <p:txBody>
            <a:bodyPr wrap="none" rtlCol="0" anchor="t">
              <a:spAutoFit/>
            </a:bodyPr>
            <a:p>
              <a:pPr algn="l"/>
              <a:r>
                <a:rPr lang="zh-CN" altLang="en-US" sz="2000">
                  <a:solidFill>
                    <a:srgbClr val="F6FDFF"/>
                  </a:solidFill>
                  <a:latin typeface="字魂27号-布丁体" panose="00000500000000000000" charset="-122"/>
                  <a:ea typeface="字魂27号-布丁体" panose="00000500000000000000" charset="-122"/>
                  <a:sym typeface="+mn-ea"/>
                </a:rPr>
                <a:t>在此输入内容</a:t>
              </a:r>
              <a:endParaRPr lang="zh-CN" altLang="en-US" sz="2000">
                <a:solidFill>
                  <a:srgbClr val="F6FDFF"/>
                </a:solidFill>
                <a:latin typeface="字魂27号-布丁体" panose="00000500000000000000" charset="-122"/>
                <a:ea typeface="字魂27号-布丁体" panose="00000500000000000000" charset="-122"/>
                <a:sym typeface="+mn-ea"/>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弧形 5"/>
          <p:cNvSpPr/>
          <p:nvPr/>
        </p:nvSpPr>
        <p:spPr>
          <a:xfrm rot="19440000">
            <a:off x="5604510" y="1489075"/>
            <a:ext cx="1170940" cy="1170940"/>
          </a:xfrm>
          <a:prstGeom prst="arc">
            <a:avLst>
              <a:gd name="adj1" fmla="val 7612193"/>
              <a:gd name="adj2" fmla="val 1663148"/>
            </a:avLst>
          </a:prstGeom>
          <a:ln w="28575">
            <a:solidFill>
              <a:srgbClr val="FDE2DA"/>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F6FDFF"/>
              </a:solidFill>
              <a:latin typeface="字魂27号-布丁体" panose="00000500000000000000" charset="-122"/>
              <a:ea typeface="字魂27号-布丁体" panose="00000500000000000000" charset="-122"/>
            </a:endParaRPr>
          </a:p>
        </p:txBody>
      </p:sp>
      <p:sp>
        <p:nvSpPr>
          <p:cNvPr id="7" name="文本框 6"/>
          <p:cNvSpPr txBox="1"/>
          <p:nvPr/>
        </p:nvSpPr>
        <p:spPr>
          <a:xfrm>
            <a:off x="5894705" y="1520825"/>
            <a:ext cx="822960" cy="1106805"/>
          </a:xfrm>
          <a:prstGeom prst="rect">
            <a:avLst/>
          </a:prstGeom>
          <a:noFill/>
        </p:spPr>
        <p:txBody>
          <a:bodyPr wrap="square" rtlCol="0">
            <a:spAutoFit/>
          </a:bodyPr>
          <a:p>
            <a:r>
              <a:rPr lang="en-US" altLang="zh-CN" sz="6600">
                <a:solidFill>
                  <a:srgbClr val="F6FDFF"/>
                </a:solidFill>
                <a:latin typeface="字魂27号-布丁体" panose="00000500000000000000" charset="-122"/>
                <a:ea typeface="字魂27号-布丁体" panose="00000500000000000000" charset="-122"/>
              </a:rPr>
              <a:t>1</a:t>
            </a:r>
            <a:endParaRPr lang="en-US" altLang="zh-CN" sz="6600">
              <a:solidFill>
                <a:srgbClr val="F6FDFF"/>
              </a:solidFill>
              <a:latin typeface="字魂27号-布丁体" panose="00000500000000000000" charset="-122"/>
              <a:ea typeface="字魂27号-布丁体" panose="00000500000000000000" charset="-122"/>
            </a:endParaRPr>
          </a:p>
        </p:txBody>
      </p:sp>
      <p:sp>
        <p:nvSpPr>
          <p:cNvPr id="10" name="文本框 9"/>
          <p:cNvSpPr txBox="1"/>
          <p:nvPr/>
        </p:nvSpPr>
        <p:spPr>
          <a:xfrm>
            <a:off x="6469380" y="2171065"/>
            <a:ext cx="2338070" cy="706755"/>
          </a:xfrm>
          <a:prstGeom prst="rect">
            <a:avLst/>
          </a:prstGeom>
          <a:noFill/>
        </p:spPr>
        <p:txBody>
          <a:bodyPr wrap="square" rtlCol="0">
            <a:spAutoFit/>
          </a:bodyPr>
          <a:p>
            <a:pPr algn="l"/>
            <a:r>
              <a:rPr lang="zh-CN" altLang="en-US" sz="2000">
                <a:solidFill>
                  <a:srgbClr val="F6FDFF"/>
                </a:solidFill>
                <a:latin typeface="字魂27号-布丁体" panose="00000500000000000000" charset="-122"/>
                <a:ea typeface="字魂27号-布丁体" panose="00000500000000000000" charset="-122"/>
              </a:rPr>
              <a:t>在此输入内容</a:t>
            </a:r>
            <a:endParaRPr lang="zh-CN" altLang="en-US" sz="2000">
              <a:solidFill>
                <a:srgbClr val="F6FDFF"/>
              </a:solidFill>
              <a:latin typeface="字魂27号-布丁体" panose="00000500000000000000" charset="-122"/>
              <a:ea typeface="字魂27号-布丁体" panose="00000500000000000000" charset="-122"/>
            </a:endParaRPr>
          </a:p>
          <a:p>
            <a:pPr algn="l"/>
            <a:endParaRPr lang="zh-CN" altLang="en-US" sz="2000"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11" name="文本框 10"/>
          <p:cNvSpPr txBox="1"/>
          <p:nvPr/>
        </p:nvSpPr>
        <p:spPr>
          <a:xfrm>
            <a:off x="6469380" y="2627630"/>
            <a:ext cx="3461385" cy="583565"/>
          </a:xfrm>
          <a:prstGeom prst="rect">
            <a:avLst/>
          </a:prstGeom>
          <a:noFill/>
        </p:spPr>
        <p:txBody>
          <a:bodyPr wrap="square" rtlCol="0">
            <a:spAutoFit/>
          </a:bodyPr>
          <a:p>
            <a:pPr algn="l"/>
            <a:r>
              <a:rPr lang="en-US" altLang="zh-CN" sz="1600"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 </a:t>
            </a:r>
            <a:endParaRPr lang="en-US" altLang="zh-CN" sz="1600"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8" name="弧形 7"/>
          <p:cNvSpPr/>
          <p:nvPr/>
        </p:nvSpPr>
        <p:spPr>
          <a:xfrm rot="19440000">
            <a:off x="7091045" y="3331210"/>
            <a:ext cx="1170940" cy="1170940"/>
          </a:xfrm>
          <a:prstGeom prst="arc">
            <a:avLst>
              <a:gd name="adj1" fmla="val 7612193"/>
              <a:gd name="adj2" fmla="val 1663148"/>
            </a:avLst>
          </a:prstGeom>
          <a:ln w="28575">
            <a:solidFill>
              <a:srgbClr val="FDE2DA"/>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F6FDFF"/>
              </a:solidFill>
              <a:latin typeface="字魂27号-布丁体" panose="00000500000000000000" charset="-122"/>
              <a:ea typeface="字魂27号-布丁体" panose="00000500000000000000" charset="-122"/>
            </a:endParaRPr>
          </a:p>
        </p:txBody>
      </p:sp>
      <p:sp>
        <p:nvSpPr>
          <p:cNvPr id="9" name="文本框 8"/>
          <p:cNvSpPr txBox="1"/>
          <p:nvPr/>
        </p:nvSpPr>
        <p:spPr>
          <a:xfrm>
            <a:off x="7381240" y="3362960"/>
            <a:ext cx="822960" cy="1106805"/>
          </a:xfrm>
          <a:prstGeom prst="rect">
            <a:avLst/>
          </a:prstGeom>
          <a:noFill/>
        </p:spPr>
        <p:txBody>
          <a:bodyPr wrap="square" rtlCol="0">
            <a:spAutoFit/>
          </a:bodyPr>
          <a:p>
            <a:r>
              <a:rPr lang="en-US" altLang="zh-CN" sz="6600">
                <a:solidFill>
                  <a:srgbClr val="F6FDFF"/>
                </a:solidFill>
                <a:latin typeface="字魂27号-布丁体" panose="00000500000000000000" charset="-122"/>
                <a:ea typeface="字魂27号-布丁体" panose="00000500000000000000" charset="-122"/>
              </a:rPr>
              <a:t>2</a:t>
            </a:r>
            <a:endParaRPr lang="en-US" altLang="zh-CN" sz="6600">
              <a:solidFill>
                <a:srgbClr val="F6FDFF"/>
              </a:solidFill>
              <a:latin typeface="字魂27号-布丁体" panose="00000500000000000000" charset="-122"/>
              <a:ea typeface="字魂27号-布丁体" panose="00000500000000000000" charset="-122"/>
            </a:endParaRPr>
          </a:p>
        </p:txBody>
      </p:sp>
      <p:sp>
        <p:nvSpPr>
          <p:cNvPr id="12" name="文本框 11"/>
          <p:cNvSpPr txBox="1"/>
          <p:nvPr/>
        </p:nvSpPr>
        <p:spPr>
          <a:xfrm>
            <a:off x="7955915" y="4013200"/>
            <a:ext cx="2338070" cy="706755"/>
          </a:xfrm>
          <a:prstGeom prst="rect">
            <a:avLst/>
          </a:prstGeom>
          <a:noFill/>
        </p:spPr>
        <p:txBody>
          <a:bodyPr wrap="square" rtlCol="0">
            <a:spAutoFit/>
          </a:bodyPr>
          <a:p>
            <a:pPr algn="l"/>
            <a:r>
              <a:rPr lang="zh-CN" altLang="en-US" sz="2000">
                <a:solidFill>
                  <a:srgbClr val="F6FDFF"/>
                </a:solidFill>
                <a:latin typeface="字魂27号-布丁体" panose="00000500000000000000" charset="-122"/>
                <a:ea typeface="字魂27号-布丁体" panose="00000500000000000000" charset="-122"/>
              </a:rPr>
              <a:t>在此输入内容</a:t>
            </a:r>
            <a:endParaRPr lang="zh-CN" altLang="en-US" sz="2000">
              <a:solidFill>
                <a:srgbClr val="F6FDFF"/>
              </a:solidFill>
              <a:latin typeface="字魂27号-布丁体" panose="00000500000000000000" charset="-122"/>
              <a:ea typeface="字魂27号-布丁体" panose="00000500000000000000" charset="-122"/>
            </a:endParaRPr>
          </a:p>
          <a:p>
            <a:pPr algn="l"/>
            <a:endParaRPr lang="zh-CN" altLang="en-US" sz="2000"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sp>
        <p:nvSpPr>
          <p:cNvPr id="13" name="文本框 12"/>
          <p:cNvSpPr txBox="1"/>
          <p:nvPr/>
        </p:nvSpPr>
        <p:spPr>
          <a:xfrm>
            <a:off x="7955915" y="4469765"/>
            <a:ext cx="3461385" cy="583565"/>
          </a:xfrm>
          <a:prstGeom prst="rect">
            <a:avLst/>
          </a:prstGeom>
          <a:noFill/>
        </p:spPr>
        <p:txBody>
          <a:bodyPr wrap="square" rtlCol="0">
            <a:spAutoFit/>
          </a:bodyPr>
          <a:p>
            <a:pPr algn="l"/>
            <a:r>
              <a:rPr lang="en-US" altLang="zh-CN" sz="1600"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rPr>
              <a:t>The quick brown fox jumps over the lazy dog. </a:t>
            </a:r>
            <a:endParaRPr lang="en-US" altLang="zh-CN" sz="1600" dirty="0">
              <a:solidFill>
                <a:srgbClr val="F6FDFF"/>
              </a:solidFill>
              <a:latin typeface="字魂27号-布丁体" panose="00000500000000000000" charset="-122"/>
              <a:ea typeface="字魂27号-布丁体" panose="00000500000000000000" charset="-122"/>
              <a:cs typeface="Arial" panose="020B0604020202020204" pitchFamily="34" charset="0"/>
              <a:sym typeface="+mn-ea"/>
            </a:endParaRPr>
          </a:p>
        </p:txBody>
      </p:sp>
      <p:pic>
        <p:nvPicPr>
          <p:cNvPr id="3" name="图片 2" descr="千库网_粉色小怪兽_元素编号12879614"/>
          <p:cNvPicPr>
            <a:picLocks noChangeAspect="1"/>
          </p:cNvPicPr>
          <p:nvPr/>
        </p:nvPicPr>
        <p:blipFill>
          <a:blip r:embed="rId1"/>
          <a:stretch>
            <a:fillRect/>
          </a:stretch>
        </p:blipFill>
        <p:spPr>
          <a:xfrm>
            <a:off x="-585470" y="633095"/>
            <a:ext cx="6745605" cy="67456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2"/>
          <p:cNvSpPr txBox="1"/>
          <p:nvPr/>
        </p:nvSpPr>
        <p:spPr>
          <a:xfrm>
            <a:off x="4037330" y="2064385"/>
            <a:ext cx="2419350" cy="521970"/>
          </a:xfrm>
          <a:prstGeom prst="rect">
            <a:avLst/>
          </a:prstGeom>
          <a:noFill/>
          <a:ln w="9525">
            <a:noFill/>
          </a:ln>
        </p:spPr>
        <p:txBody>
          <a:bodyPr wrap="square" anchor="t">
            <a:spAutoFit/>
          </a:bodyPr>
          <a:p>
            <a:pPr algn="l"/>
            <a:r>
              <a:rPr lang="zh-CN" altLang="en-US" sz="2800">
                <a:solidFill>
                  <a:schemeClr val="bg1"/>
                </a:solidFill>
                <a:latin typeface="字魂27号-布丁体" panose="00000500000000000000" charset="-122"/>
                <a:ea typeface="字魂27号-布丁体" panose="00000500000000000000" charset="-122"/>
                <a:cs typeface="字魂27号-布丁体" panose="00000500000000000000" charset="-122"/>
              </a:rPr>
              <a:t>大宝</a:t>
            </a:r>
            <a:r>
              <a:rPr lang="en-US" altLang="zh-CN" sz="2800">
                <a:solidFill>
                  <a:schemeClr val="bg1"/>
                </a:solidFill>
                <a:latin typeface="字魂27号-布丁体" panose="00000500000000000000" charset="-122"/>
                <a:ea typeface="字魂27号-布丁体" panose="00000500000000000000" charset="-122"/>
                <a:cs typeface="字魂27号-布丁体" panose="00000500000000000000" charset="-122"/>
              </a:rPr>
              <a:t>dabao</a:t>
            </a:r>
            <a:endParaRPr lang="en-US" altLang="zh-CN" sz="2800">
              <a:solidFill>
                <a:schemeClr val="bg1"/>
              </a:solidFill>
              <a:latin typeface="字魂27号-布丁体" panose="00000500000000000000" charset="-122"/>
              <a:ea typeface="字魂27号-布丁体" panose="00000500000000000000" charset="-122"/>
              <a:cs typeface="字魂27号-布丁体" panose="00000500000000000000" charset="-122"/>
            </a:endParaRPr>
          </a:p>
        </p:txBody>
      </p:sp>
      <p:pic>
        <p:nvPicPr>
          <p:cNvPr id="12" name="图片 11" descr="大宝logo"/>
          <p:cNvPicPr>
            <a:picLocks noChangeAspect="1"/>
          </p:cNvPicPr>
          <p:nvPr/>
        </p:nvPicPr>
        <p:blipFill>
          <a:blip r:embed="rId1" cstate="print"/>
          <a:srcRect l="24377" t="19324" r="23267" b="27380"/>
          <a:stretch>
            <a:fillRect/>
          </a:stretch>
        </p:blipFill>
        <p:spPr>
          <a:xfrm>
            <a:off x="10086975" y="299085"/>
            <a:ext cx="1835785" cy="1868805"/>
          </a:xfrm>
          <a:prstGeom prst="ellipse">
            <a:avLst/>
          </a:prstGeom>
        </p:spPr>
      </p:pic>
      <p:sp>
        <p:nvSpPr>
          <p:cNvPr id="13" name="文本框 12"/>
          <p:cNvSpPr txBox="1"/>
          <p:nvPr/>
        </p:nvSpPr>
        <p:spPr>
          <a:xfrm>
            <a:off x="400050" y="1399540"/>
            <a:ext cx="5505450" cy="768350"/>
          </a:xfrm>
          <a:prstGeom prst="rect">
            <a:avLst/>
          </a:prstGeom>
          <a:noFill/>
        </p:spPr>
        <p:txBody>
          <a:bodyPr wrap="square" rtlCol="0">
            <a:spAutoFit/>
          </a:bodyPr>
          <a:p>
            <a:r>
              <a:rPr lang="zh-CN" altLang="en-US" sz="4400">
                <a:solidFill>
                  <a:schemeClr val="bg1"/>
                </a:solidFill>
                <a:latin typeface="字魂27号-布丁体" panose="00000500000000000000" charset="-122"/>
                <a:ea typeface="字魂27号-布丁体" panose="00000500000000000000" charset="-122"/>
              </a:rPr>
              <a:t>关于此模板</a:t>
            </a:r>
            <a:endParaRPr lang="zh-CN" altLang="en-US" sz="4400">
              <a:solidFill>
                <a:schemeClr val="bg1"/>
              </a:solidFill>
              <a:latin typeface="字魂27号-布丁体" panose="00000500000000000000" charset="-122"/>
              <a:ea typeface="字魂27号-布丁体" panose="00000500000000000000" charset="-122"/>
            </a:endParaRPr>
          </a:p>
        </p:txBody>
      </p:sp>
      <p:cxnSp>
        <p:nvCxnSpPr>
          <p:cNvPr id="14" name="直接连接符 13"/>
          <p:cNvCxnSpPr/>
          <p:nvPr/>
        </p:nvCxnSpPr>
        <p:spPr>
          <a:xfrm>
            <a:off x="1643380" y="2325370"/>
            <a:ext cx="2118995" cy="0"/>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文本框 4"/>
          <p:cNvSpPr txBox="1"/>
          <p:nvPr/>
        </p:nvSpPr>
        <p:spPr>
          <a:xfrm>
            <a:off x="461010" y="5472430"/>
            <a:ext cx="5823585" cy="398780"/>
          </a:xfrm>
          <a:prstGeom prst="rect">
            <a:avLst/>
          </a:prstGeom>
          <a:noFill/>
          <a:ln w="9525">
            <a:noFill/>
          </a:ln>
        </p:spPr>
        <p:txBody>
          <a:bodyPr wrap="square" anchor="t">
            <a:spAutoFit/>
          </a:bodyPr>
          <a:p>
            <a:pPr algn="l"/>
            <a:r>
              <a:rPr lang="zh-CN" altLang="en-US" sz="2000">
                <a:solidFill>
                  <a:schemeClr val="bg1"/>
                </a:solidFill>
                <a:latin typeface="字魂27号-布丁体" panose="00000500000000000000" charset="-122"/>
                <a:ea typeface="字魂27号-布丁体" panose="00000500000000000000" charset="-122"/>
              </a:rPr>
              <a:t>http://chn.docer.com/works?userid=322660124</a:t>
            </a:r>
            <a:endParaRPr lang="zh-CN" altLang="en-US" sz="2000">
              <a:solidFill>
                <a:schemeClr val="bg1"/>
              </a:solidFill>
              <a:latin typeface="字魂27号-布丁体" panose="00000500000000000000" charset="-122"/>
              <a:ea typeface="字魂27号-布丁体" panose="00000500000000000000" charset="-122"/>
            </a:endParaRPr>
          </a:p>
        </p:txBody>
      </p:sp>
      <p:sp>
        <p:nvSpPr>
          <p:cNvPr id="16" name="文本框 15"/>
          <p:cNvSpPr txBox="1"/>
          <p:nvPr/>
        </p:nvSpPr>
        <p:spPr>
          <a:xfrm>
            <a:off x="400050" y="3411220"/>
            <a:ext cx="11391900" cy="2061210"/>
          </a:xfrm>
          <a:prstGeom prst="rect">
            <a:avLst/>
          </a:prstGeom>
          <a:noFill/>
        </p:spPr>
        <p:txBody>
          <a:bodyPr wrap="square" rtlCol="0">
            <a:spAutoFit/>
          </a:bodyPr>
          <a:p>
            <a:r>
              <a:rPr lang="zh-CN" altLang="en-US" sz="3200">
                <a:solidFill>
                  <a:schemeClr val="bg1"/>
                </a:solidFill>
                <a:latin typeface="字魂27号-布丁体" panose="00000500000000000000" charset="-122"/>
                <a:ea typeface="字魂27号-布丁体" panose="00000500000000000000" charset="-122"/>
              </a:rPr>
              <a:t>首先感谢您的购买。</a:t>
            </a:r>
            <a:endParaRPr lang="zh-CN" altLang="en-US" sz="3200">
              <a:solidFill>
                <a:schemeClr val="bg1"/>
              </a:solidFill>
              <a:latin typeface="字魂27号-布丁体" panose="00000500000000000000" charset="-122"/>
              <a:ea typeface="字魂27号-布丁体" panose="00000500000000000000" charset="-122"/>
            </a:endParaRPr>
          </a:p>
          <a:p>
            <a:r>
              <a:rPr lang="zh-CN" altLang="en-US" sz="3200">
                <a:solidFill>
                  <a:schemeClr val="bg1"/>
                </a:solidFill>
                <a:latin typeface="字魂27号-布丁体" panose="00000500000000000000" charset="-122"/>
                <a:ea typeface="字魂27号-布丁体" panose="00000500000000000000" charset="-122"/>
              </a:rPr>
              <a:t>本模板应用的字体是：方正幼线简体</a:t>
            </a:r>
            <a:endParaRPr lang="zh-CN" altLang="en-US" sz="3200">
              <a:solidFill>
                <a:schemeClr val="bg1"/>
              </a:solidFill>
              <a:latin typeface="字魂27号-布丁体" panose="00000500000000000000" charset="-122"/>
              <a:ea typeface="字魂27号-布丁体" panose="00000500000000000000" charset="-122"/>
            </a:endParaRPr>
          </a:p>
          <a:p>
            <a:r>
              <a:rPr lang="zh-CN" altLang="en-US" sz="3200">
                <a:solidFill>
                  <a:schemeClr val="bg1"/>
                </a:solidFill>
                <a:latin typeface="字魂27号-布丁体" panose="00000500000000000000" charset="-122"/>
                <a:ea typeface="字魂27号-布丁体" panose="00000500000000000000" charset="-122"/>
              </a:rPr>
              <a:t>希望此模板能够帮助到您</a:t>
            </a:r>
            <a:endParaRPr lang="zh-CN" altLang="en-US" sz="3200">
              <a:solidFill>
                <a:schemeClr val="bg1"/>
              </a:solidFill>
              <a:latin typeface="字魂27号-布丁体" panose="00000500000000000000" charset="-122"/>
              <a:ea typeface="字魂27号-布丁体" panose="00000500000000000000" charset="-122"/>
            </a:endParaRPr>
          </a:p>
          <a:p>
            <a:r>
              <a:rPr lang="zh-CN" altLang="en-US" sz="3200">
                <a:solidFill>
                  <a:schemeClr val="bg1"/>
                </a:solidFill>
                <a:latin typeface="字魂27号-布丁体" panose="00000500000000000000" charset="-122"/>
                <a:ea typeface="字魂27号-布丁体" panose="00000500000000000000" charset="-122"/>
              </a:rPr>
              <a:t>欢迎光临作者的店铺：大宝，更多作品请点击</a:t>
            </a:r>
            <a:endParaRPr lang="zh-CN" altLang="en-US" sz="3200">
              <a:solidFill>
                <a:schemeClr val="bg1"/>
              </a:solidFill>
              <a:latin typeface="字魂27号-布丁体" panose="00000500000000000000" charset="-122"/>
              <a:ea typeface="字魂27号-布丁体" panose="00000500000000000000"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2181</Words>
  <Application>WPS 演示</Application>
  <PresentationFormat>宽屏</PresentationFormat>
  <Paragraphs>159</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宋体</vt:lpstr>
      <vt:lpstr>Wingdings</vt:lpstr>
      <vt:lpstr>字魂27号-布丁体</vt:lpstr>
      <vt:lpstr>字魂36号-正文宋楷</vt:lpstr>
      <vt:lpstr>仓耳明楷 W03</vt:lpstr>
      <vt:lpstr>字魂73号-江南手书</vt:lpstr>
      <vt:lpstr>微软雅黑</vt:lpstr>
      <vt:lpstr>Arial Unicode MS</vt:lpstr>
      <vt:lpstr>Calibri Light</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FIND YOU</cp:lastModifiedBy>
  <cp:revision>48</cp:revision>
  <dcterms:created xsi:type="dcterms:W3CDTF">2020-08-04T02:16:00Z</dcterms:created>
  <dcterms:modified xsi:type="dcterms:W3CDTF">2026-10-25T06:00:40Z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BCE817D6623848CE8807C550101C8B33_11</vt:lpwstr>
  </property>
  <property fmtid="{D5CDD505-2E9C-101B-9397-08002B2CF9AE}" pid="4" name="KSOTemplateUUID">
    <vt:lpwstr>v1.0_mb_mInsWgbSsP2ewX9SVReG4A==</vt:lpwstr>
  </property>
</Properties>
</file>