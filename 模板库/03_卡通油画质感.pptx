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660" r:id="rId3"/>
  </p:sldMasterIdLst>
  <p:notesMasterIdLst>
    <p:notesMasterId r:id="rId20"/>
  </p:notesMasterIdLst>
  <p:sldIdLst>
    <p:sldId id="257" r:id="rId4"/>
    <p:sldId id="260" r:id="rId5"/>
    <p:sldId id="262" r:id="rId6"/>
    <p:sldId id="267" r:id="rId7"/>
    <p:sldId id="268" r:id="rId8"/>
    <p:sldId id="263" r:id="rId9"/>
    <p:sldId id="269" r:id="rId10"/>
    <p:sldId id="270" r:id="rId11"/>
    <p:sldId id="264" r:id="rId12"/>
    <p:sldId id="271" r:id="rId13"/>
    <p:sldId id="272" r:id="rId14"/>
    <p:sldId id="265" r:id="rId15"/>
    <p:sldId id="273" r:id="rId16"/>
    <p:sldId id="274" r:id="rId17"/>
    <p:sldId id="258" r:id="rId18"/>
    <p:sldId id="259" r:id="rId19"/>
  </p:sldIdLst>
  <p:sldSz cx="12192000" cy="6858000"/>
  <p:notesSz cx="6858000" cy="9144000"/>
  <p:embeddedFontLst>
    <p:embeddedFont>
      <p:font typeface="汉仪字研欢乐宋简" panose="00020600040101010101" charset="-122"/>
      <p:regular r:id="rId25"/>
    </p:embeddedFont>
    <p:embeddedFont>
      <p:font typeface="微软雅黑" panose="020B0503020204020204" charset="-122"/>
      <p:regular r:id="rId26"/>
      <p:bold r:id="rId27"/>
    </p:embeddedFont>
    <p:embeddedFont>
      <p:font typeface="MV Boli" panose="02000500030200090000" pitchFamily="2" charset="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等线" panose="02010600030101010101" charset="-122"/>
      <p:regular r:id="rId33"/>
      <p:bold r:id="rId34"/>
    </p:embeddedFont>
    <p:embeddedFont>
      <p:font typeface="汉仪粗简黑简" panose="00020600040101010101" charset="-122"/>
      <p:regular r:id="rId35"/>
    </p:embeddedFont>
    <p:embeddedFont>
      <p:font typeface="等线 Light" panose="02010600030101010101" charset="-122"/>
      <p:regular r:id="rId36"/>
    </p:embeddedFont>
    <p:embeddedFont>
      <p:font typeface="Calibri Light" panose="020F0302020204030204" charset="0"/>
      <p:regular r:id="rId37"/>
      <p:italic r:id="rId38"/>
    </p:embeddedFont>
  </p:embeddedFontLst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2" userDrawn="1">
          <p15:clr>
            <a:srgbClr val="A4A3A4"/>
          </p15:clr>
        </p15:guide>
        <p15:guide id="2" pos="387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静" initials="静" lastIdx="3" clrIdx="0"/>
  <p:cmAuthor id="2" name="chenjing" initials="c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80B9"/>
    <a:srgbClr val="D77B6F"/>
    <a:srgbClr val="7097C7"/>
    <a:srgbClr val="84AD6F"/>
    <a:srgbClr val="D47B6D"/>
    <a:srgbClr val="FEBABA"/>
    <a:srgbClr val="D0786B"/>
    <a:srgbClr val="7C8DD4"/>
    <a:srgbClr val="BF99CC"/>
    <a:srgbClr val="7C8D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2"/>
        <p:guide pos="387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9" Type="http://schemas.openxmlformats.org/officeDocument/2006/relationships/tags" Target="tags/tag6.xml"/><Relationship Id="rId38" Type="http://schemas.openxmlformats.org/officeDocument/2006/relationships/font" Target="fonts/font14.fntdata"/><Relationship Id="rId37" Type="http://schemas.openxmlformats.org/officeDocument/2006/relationships/font" Target="fonts/font13.fntdata"/><Relationship Id="rId36" Type="http://schemas.openxmlformats.org/officeDocument/2006/relationships/font" Target="fonts/font12.fntdata"/><Relationship Id="rId35" Type="http://schemas.openxmlformats.org/officeDocument/2006/relationships/font" Target="fonts/font11.fntdata"/><Relationship Id="rId34" Type="http://schemas.openxmlformats.org/officeDocument/2006/relationships/font" Target="fonts/font10.fntdata"/><Relationship Id="rId33" Type="http://schemas.openxmlformats.org/officeDocument/2006/relationships/font" Target="fonts/font9.fntdata"/><Relationship Id="rId32" Type="http://schemas.openxmlformats.org/officeDocument/2006/relationships/font" Target="fonts/font8.fntdata"/><Relationship Id="rId31" Type="http://schemas.openxmlformats.org/officeDocument/2006/relationships/font" Target="fonts/font7.fntdata"/><Relationship Id="rId30" Type="http://schemas.openxmlformats.org/officeDocument/2006/relationships/font" Target="fonts/font6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使用场景：模板中仅使用了字体，素材（图片，素材，音频）进行设计。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D92777-E204-4C5B-9D2F-0D8778B96E0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6C342-84F0-4F5B-9950-C1A842BBE44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4.xml"/><Relationship Id="rId7" Type="http://schemas.openxmlformats.org/officeDocument/2006/relationships/image" Target="../media/image28.svg"/><Relationship Id="rId6" Type="http://schemas.openxmlformats.org/officeDocument/2006/relationships/image" Target="../media/image27.png"/><Relationship Id="rId5" Type="http://schemas.openxmlformats.org/officeDocument/2006/relationships/tags" Target="../tags/tag3.xml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tags" Target="../tags/tag2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0.sv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1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2309532" y="1751330"/>
            <a:ext cx="7571701" cy="3355340"/>
            <a:chOff x="2444" y="2517"/>
            <a:chExt cx="12609" cy="5733"/>
          </a:xfrm>
        </p:grpSpPr>
        <p:sp>
          <p:nvSpPr>
            <p:cNvPr id="13" name="矩形 12"/>
            <p:cNvSpPr/>
            <p:nvPr/>
          </p:nvSpPr>
          <p:spPr>
            <a:xfrm>
              <a:off x="2444" y="3649"/>
              <a:ext cx="12609" cy="268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1" i="0" u="none" strike="noStrike" kern="1200" cap="none" spc="0" normalizeH="0" baseline="0" noProof="0" dirty="0">
                  <a:ln w="0"/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微软雅黑" panose="020B0503020204020204" charset="-122"/>
                  <a:sym typeface="汉仪字研欢乐宋简" panose="00020600040101010101" charset="-122"/>
                </a:rPr>
                <a:t>卡通油画质感</a:t>
              </a:r>
              <a:endParaRPr kumimoji="0" lang="zh-CN" altLang="en-US" sz="9600" b="1" i="0" u="none" strike="noStrike" kern="1200" cap="none" spc="0" normalizeH="0" baseline="0" noProof="0" dirty="0">
                <a:ln w="0"/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汉仪字研欢乐宋简" panose="00020600040101010101" charset="-122"/>
              </a:endParaRPr>
            </a:p>
          </p:txBody>
        </p:sp>
        <p:sp>
          <p:nvSpPr>
            <p:cNvPr id="14" name="文本框2"/>
            <p:cNvSpPr txBox="1"/>
            <p:nvPr>
              <p:custDataLst>
                <p:tags r:id="rId2"/>
              </p:custDataLst>
            </p:nvPr>
          </p:nvSpPr>
          <p:spPr>
            <a:xfrm>
              <a:off x="4021" y="6230"/>
              <a:ext cx="9455" cy="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教育通用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教育教学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021" y="2517"/>
              <a:ext cx="9335" cy="14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dist"/>
              <a:r>
                <a:rPr lang="en-US" sz="4800" b="1">
                  <a:solidFill>
                    <a:srgbClr val="4D80B9"/>
                  </a:solidFill>
                  <a:effectLst>
                    <a:outerShdw blurRad="38100" dist="19050" dir="2700000" algn="tl" rotWithShape="0">
                      <a:sysClr val="windowText" lastClr="000000">
                        <a:alpha val="40000"/>
                      </a:sysClr>
                    </a:outerShdw>
                  </a:effectLst>
                  <a:latin typeface="汉仪字研欢乐宋简" panose="00020600040101010101" charset="-122"/>
                  <a:ea typeface="汉仪字研欢乐宋简" panose="00020600040101010101" charset="-122"/>
                </a:rPr>
                <a:t>“</a:t>
              </a:r>
              <a:r>
                <a:rPr sz="4800" b="1">
                  <a:solidFill>
                    <a:srgbClr val="4D80B9"/>
                  </a:solidFill>
                  <a:effectLst>
                    <a:outerShdw blurRad="38100" dist="19050" dir="2700000" algn="tl" rotWithShape="0">
                      <a:sysClr val="windowText" lastClr="000000">
                        <a:alpha val="40000"/>
                      </a:sysClr>
                    </a:outerShdw>
                  </a:effectLst>
                  <a:latin typeface="汉仪字研欢乐宋简" panose="00020600040101010101" charset="-122"/>
                  <a:ea typeface="汉仪字研欢乐宋简" panose="00020600040101010101" charset="-122"/>
                </a:rPr>
                <a:t>EDUCATION</a:t>
              </a:r>
              <a:r>
                <a:rPr lang="en-US" sz="4800" b="1">
                  <a:solidFill>
                    <a:srgbClr val="4D80B9"/>
                  </a:solidFill>
                  <a:effectLst>
                    <a:outerShdw blurRad="38100" dist="19050" dir="2700000" algn="tl" rotWithShape="0">
                      <a:sysClr val="windowText" lastClr="000000">
                        <a:alpha val="40000"/>
                      </a:sysClr>
                    </a:outerShdw>
                  </a:effectLst>
                  <a:latin typeface="汉仪字研欢乐宋简" panose="00020600040101010101" charset="-122"/>
                  <a:ea typeface="汉仪字研欢乐宋简" panose="00020600040101010101" charset="-122"/>
                </a:rPr>
                <a:t>”</a:t>
              </a:r>
              <a:endParaRPr lang="en-US" sz="4800" b="1">
                <a:solidFill>
                  <a:srgbClr val="4D80B9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761" y="7410"/>
              <a:ext cx="6584" cy="840"/>
            </a:xfrm>
            <a:prstGeom prst="roundRect">
              <a:avLst>
                <a:gd name="adj" fmla="val 50000"/>
              </a:avLst>
            </a:prstGeom>
            <a:solidFill>
              <a:srgbClr val="4D7FB9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汉仪字研欢乐宋简" panose="00020600040101010101" charset="-122"/>
                  <a:ea typeface="汉仪字研欢乐宋简" panose="00020600040101010101" charset="-122"/>
                </a:rPr>
                <a:t>演讲人：稻小壳</a:t>
              </a:r>
              <a:endParaRPr lang="zh-CN" altLang="en-US" sz="2400">
                <a:solidFill>
                  <a:schemeClr val="bg1"/>
                </a:solidFill>
                <a:latin typeface="汉仪字研欢乐宋简" panose="00020600040101010101" charset="-122"/>
                <a:ea typeface="汉仪字研欢乐宋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599623" y="1268730"/>
            <a:ext cx="2992755" cy="15684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0" dirty="0">
                <a:ln w="0"/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MV Boli" panose="02000500030200090000" pitchFamily="2" charset="0"/>
              </a:rPr>
              <a:t>目录</a:t>
            </a:r>
            <a:endParaRPr kumimoji="0" lang="zh-CN" altLang="en-US" sz="9600" b="1" i="0" u="none" strike="noStrike" kern="1200" cap="none" spc="0" normalizeH="0" baseline="0" noProof="0" dirty="0">
              <a:ln w="0"/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MV Boli" panose="02000500030200090000" pitchFamily="2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22270" y="3052445"/>
            <a:ext cx="1899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教学目的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922270" y="3496310"/>
            <a:ext cx="253936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Add content hereAdd content 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+mn-ea"/>
              <a:sym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922270" y="4298315"/>
            <a:ext cx="18999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教学过程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922270" y="4787900"/>
            <a:ext cx="2647950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Add content hereAdd content 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+mn-ea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7821930" y="3052445"/>
            <a:ext cx="20358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教学设计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7852410" y="3496310"/>
            <a:ext cx="251904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Add content hereAdd content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+mn-ea"/>
              <a:sym typeface="+mn-ea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7821930" y="4377690"/>
            <a:ext cx="186055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教学反思</a:t>
            </a:r>
            <a:endParaRPr kumimoji="0" lang="zh-CN" altLang="en-US" sz="32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7852410" y="4787900"/>
            <a:ext cx="2437765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Add con</a:t>
            </a:r>
            <a:r>
              <a:rPr lang="en-US" altLang="zh-CN" sz="120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tent h</a:t>
            </a:r>
            <a:r>
              <a:rPr lang="en-US" altLang="zh-CN" sz="120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sym typeface="+mn-ea"/>
              </a:rPr>
              <a:t>ereAdd content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+mn-ea"/>
              <a:sym typeface="+mn-ea"/>
            </a:endParaRPr>
          </a:p>
        </p:txBody>
      </p:sp>
      <p:sp>
        <p:nvSpPr>
          <p:cNvPr id="11" name="文本框3"/>
          <p:cNvSpPr txBox="1"/>
          <p:nvPr/>
        </p:nvSpPr>
        <p:spPr>
          <a:xfrm>
            <a:off x="2012950" y="3052445"/>
            <a:ext cx="1066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01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12" name="文本框3"/>
          <p:cNvSpPr txBox="1"/>
          <p:nvPr/>
        </p:nvSpPr>
        <p:spPr>
          <a:xfrm>
            <a:off x="2012950" y="4298315"/>
            <a:ext cx="1066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03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" name="文本框3"/>
          <p:cNvSpPr txBox="1"/>
          <p:nvPr/>
        </p:nvSpPr>
        <p:spPr>
          <a:xfrm>
            <a:off x="6947535" y="4298315"/>
            <a:ext cx="1066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04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3" name="文本框3"/>
          <p:cNvSpPr txBox="1"/>
          <p:nvPr/>
        </p:nvSpPr>
        <p:spPr>
          <a:xfrm>
            <a:off x="6947535" y="2988310"/>
            <a:ext cx="10668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02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4161155" y="3352165"/>
            <a:ext cx="3869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教育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目的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05400" y="1884680"/>
            <a:ext cx="1945005" cy="1861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01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51025" y="4152265"/>
            <a:ext cx="8489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Add content hereAdd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燕尾形 3"/>
          <p:cNvSpPr/>
          <p:nvPr/>
        </p:nvSpPr>
        <p:spPr>
          <a:xfrm>
            <a:off x="1651635" y="2385695"/>
            <a:ext cx="2826385" cy="897890"/>
          </a:xfrm>
          <a:prstGeom prst="chevron">
            <a:avLst>
              <a:gd name="adj" fmla="val 37507"/>
            </a:avLst>
          </a:prstGeom>
          <a:solidFill>
            <a:srgbClr val="D77B6F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燕尾形 7"/>
          <p:cNvSpPr/>
          <p:nvPr/>
        </p:nvSpPr>
        <p:spPr>
          <a:xfrm>
            <a:off x="4684395" y="2362200"/>
            <a:ext cx="2826385" cy="897890"/>
          </a:xfrm>
          <a:prstGeom prst="chevron">
            <a:avLst>
              <a:gd name="adj" fmla="val 37507"/>
            </a:avLst>
          </a:prstGeom>
          <a:solidFill>
            <a:srgbClr val="7097C7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燕尾形 12"/>
          <p:cNvSpPr/>
          <p:nvPr/>
        </p:nvSpPr>
        <p:spPr>
          <a:xfrm>
            <a:off x="7717790" y="2376805"/>
            <a:ext cx="2826385" cy="897890"/>
          </a:xfrm>
          <a:prstGeom prst="chevron">
            <a:avLst>
              <a:gd name="adj" fmla="val 37507"/>
            </a:avLst>
          </a:prstGeom>
          <a:solidFill>
            <a:srgbClr val="BF99CC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31393935333436333b31393936333833373bcfdfd0d4cafdbeddcdbc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1930" y="2512060"/>
            <a:ext cx="645795" cy="645795"/>
          </a:xfrm>
          <a:prstGeom prst="rect">
            <a:avLst/>
          </a:prstGeom>
        </p:spPr>
      </p:pic>
      <p:pic>
        <p:nvPicPr>
          <p:cNvPr id="7" name="图片 6" descr="32303236373536383b32303238323134323bd1a7cfb0bcc6bba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8820" y="2512060"/>
            <a:ext cx="597535" cy="597535"/>
          </a:xfrm>
          <a:prstGeom prst="rect">
            <a:avLst/>
          </a:prstGeom>
        </p:spPr>
      </p:pic>
      <p:pic>
        <p:nvPicPr>
          <p:cNvPr id="12" name="图片 11" descr="32313534333539333b32313534333637373bb1eac7a9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07450" y="2567940"/>
            <a:ext cx="534035" cy="534035"/>
          </a:xfrm>
          <a:prstGeom prst="rect">
            <a:avLst/>
          </a:prstGeom>
        </p:spPr>
      </p:pic>
      <p:sp>
        <p:nvSpPr>
          <p:cNvPr id="2" name="文本框1"/>
          <p:cNvSpPr txBox="1"/>
          <p:nvPr/>
        </p:nvSpPr>
        <p:spPr>
          <a:xfrm>
            <a:off x="2130743" y="3459167"/>
            <a:ext cx="1710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" name="文本框2"/>
          <p:cNvSpPr/>
          <p:nvPr/>
        </p:nvSpPr>
        <p:spPr>
          <a:xfrm>
            <a:off x="1632607" y="3785593"/>
            <a:ext cx="2706326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单击此处输入你的正文，文字是您思想的提炼，为了最终演示发布的良好效果，请尽量言简意赅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6" name="文本框1"/>
          <p:cNvSpPr txBox="1"/>
          <p:nvPr/>
        </p:nvSpPr>
        <p:spPr>
          <a:xfrm>
            <a:off x="5240338" y="3459167"/>
            <a:ext cx="1710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9" name="文本框2"/>
          <p:cNvSpPr/>
          <p:nvPr/>
        </p:nvSpPr>
        <p:spPr>
          <a:xfrm>
            <a:off x="4742202" y="3785593"/>
            <a:ext cx="2706326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单击此处输入你的正文，文字是您思想的提炼，为了最终演示发布的良好效果，请尽量言简意赅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10" name="文本框1"/>
          <p:cNvSpPr txBox="1"/>
          <p:nvPr/>
        </p:nvSpPr>
        <p:spPr>
          <a:xfrm>
            <a:off x="8219123" y="3459167"/>
            <a:ext cx="17100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11" name="文本框2"/>
          <p:cNvSpPr/>
          <p:nvPr/>
        </p:nvSpPr>
        <p:spPr>
          <a:xfrm>
            <a:off x="7720987" y="3785593"/>
            <a:ext cx="2706326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单击此处输入你的正文，文字是您思想的提炼，为了最终演示发布的良好效果，请尽量言简意赅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6" name="燕尾形 5"/>
          <p:cNvSpPr/>
          <p:nvPr/>
        </p:nvSpPr>
        <p:spPr>
          <a:xfrm flipH="1">
            <a:off x="1560830" y="1767840"/>
            <a:ext cx="5541645" cy="1029335"/>
          </a:xfrm>
          <a:prstGeom prst="chevron">
            <a:avLst>
              <a:gd name="adj" fmla="val 37279"/>
            </a:avLst>
          </a:prstGeom>
          <a:solidFill>
            <a:srgbClr val="BF99CC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8" name="文本框2"/>
          <p:cNvSpPr/>
          <p:nvPr/>
        </p:nvSpPr>
        <p:spPr>
          <a:xfrm>
            <a:off x="2345055" y="2192020"/>
            <a:ext cx="369062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9" name="文本框1"/>
          <p:cNvSpPr txBox="1"/>
          <p:nvPr/>
        </p:nvSpPr>
        <p:spPr>
          <a:xfrm>
            <a:off x="2460625" y="1866265"/>
            <a:ext cx="2038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5" name="燕尾形 4"/>
          <p:cNvSpPr/>
          <p:nvPr/>
        </p:nvSpPr>
        <p:spPr>
          <a:xfrm flipH="1">
            <a:off x="1560830" y="3813810"/>
            <a:ext cx="5541645" cy="1029335"/>
          </a:xfrm>
          <a:prstGeom prst="chevron">
            <a:avLst>
              <a:gd name="adj" fmla="val 37279"/>
            </a:avLst>
          </a:prstGeom>
          <a:solidFill>
            <a:srgbClr val="84AD6F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10" name="文本框2"/>
          <p:cNvSpPr/>
          <p:nvPr/>
        </p:nvSpPr>
        <p:spPr>
          <a:xfrm>
            <a:off x="2345055" y="4233545"/>
            <a:ext cx="369062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文本框1"/>
          <p:cNvSpPr txBox="1"/>
          <p:nvPr/>
        </p:nvSpPr>
        <p:spPr>
          <a:xfrm>
            <a:off x="2460625" y="3907790"/>
            <a:ext cx="20389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4846320" y="4826000"/>
            <a:ext cx="5401310" cy="1029335"/>
          </a:xfrm>
          <a:prstGeom prst="chevron">
            <a:avLst>
              <a:gd name="adj" fmla="val 37279"/>
            </a:avLst>
          </a:prstGeom>
          <a:solidFill>
            <a:srgbClr val="7097C7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12" name="文本框2"/>
          <p:cNvSpPr/>
          <p:nvPr/>
        </p:nvSpPr>
        <p:spPr>
          <a:xfrm>
            <a:off x="6043295" y="5236210"/>
            <a:ext cx="369062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1"/>
          <p:cNvSpPr txBox="1"/>
          <p:nvPr/>
        </p:nvSpPr>
        <p:spPr>
          <a:xfrm>
            <a:off x="7841615" y="4922520"/>
            <a:ext cx="1445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4959350" y="2794000"/>
            <a:ext cx="5288280" cy="1029335"/>
          </a:xfrm>
          <a:prstGeom prst="chevron">
            <a:avLst>
              <a:gd name="adj" fmla="val 37279"/>
            </a:avLst>
          </a:prstGeom>
          <a:solidFill>
            <a:srgbClr val="D47B6D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14" name="文本框2"/>
          <p:cNvSpPr/>
          <p:nvPr/>
        </p:nvSpPr>
        <p:spPr>
          <a:xfrm>
            <a:off x="6043295" y="3206115"/>
            <a:ext cx="369062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1"/>
          <p:cNvSpPr txBox="1"/>
          <p:nvPr/>
        </p:nvSpPr>
        <p:spPr>
          <a:xfrm>
            <a:off x="7841615" y="2892425"/>
            <a:ext cx="14458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830570" y="1878330"/>
            <a:ext cx="86233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solidFill>
                  <a:sysClr val="window" lastClr="FFFFFF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01</a:t>
            </a:r>
            <a:endParaRPr lang="en-US" altLang="zh-CN" sz="4800" b="1">
              <a:solidFill>
                <a:sysClr val="window" lastClr="FFFFFF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47970" y="2988310"/>
            <a:ext cx="86233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solidFill>
                  <a:sysClr val="window" lastClr="FFFFFF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02</a:t>
            </a:r>
            <a:endParaRPr lang="en-US" altLang="zh-CN" sz="4800" b="1">
              <a:solidFill>
                <a:sysClr val="window" lastClr="FFFFFF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830570" y="3958590"/>
            <a:ext cx="86233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solidFill>
                  <a:sysClr val="window" lastClr="FFFFFF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03</a:t>
            </a:r>
            <a:endParaRPr lang="en-US" altLang="zh-CN" sz="4800" b="1">
              <a:solidFill>
                <a:sysClr val="window" lastClr="FFFFFF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259070" y="4936490"/>
            <a:ext cx="862330" cy="82994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800" b="1">
                <a:solidFill>
                  <a:sysClr val="window" lastClr="FFFFFF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04</a:t>
            </a:r>
            <a:endParaRPr lang="en-US" altLang="zh-CN" sz="4800" b="1">
              <a:solidFill>
                <a:sysClr val="window" lastClr="FFFFFF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4161155" y="3352165"/>
            <a:ext cx="3869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教学设计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05400" y="1884680"/>
            <a:ext cx="1945005" cy="1861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02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51025" y="4152265"/>
            <a:ext cx="8489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Add content hereAdd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08125" y="2916555"/>
            <a:ext cx="9424670" cy="284480"/>
            <a:chOff x="2305" y="4271"/>
            <a:chExt cx="14842" cy="448"/>
          </a:xfrm>
          <a:solidFill>
            <a:srgbClr val="D57B6D"/>
          </a:solidFill>
        </p:grpSpPr>
        <p:cxnSp>
          <p:nvCxnSpPr>
            <p:cNvPr id="4" name="直接连接符 3"/>
            <p:cNvCxnSpPr/>
            <p:nvPr/>
          </p:nvCxnSpPr>
          <p:spPr>
            <a:xfrm>
              <a:off x="2305" y="4495"/>
              <a:ext cx="14843" cy="0"/>
            </a:xfrm>
            <a:prstGeom prst="line">
              <a:avLst/>
            </a:prstGeom>
            <a:grpFill/>
            <a:ln w="57150">
              <a:solidFill>
                <a:srgbClr val="D57B6D"/>
              </a:solidFill>
            </a:ln>
          </p:spPr>
          <p:style>
            <a:lnRef idx="1">
              <a:srgbClr val="5B9BD5"/>
            </a:lnRef>
            <a:fillRef idx="0">
              <a:srgbClr val="5B9BD5"/>
            </a:fillRef>
            <a:effectRef idx="0">
              <a:srgbClr val="5B9BD5"/>
            </a:effectRef>
            <a:fontRef idx="minor">
              <a:sysClr val="windowText" lastClr="000000"/>
            </a:fontRef>
          </p:style>
        </p:cxnSp>
        <p:sp>
          <p:nvSpPr>
            <p:cNvPr id="5" name="椭圆 4"/>
            <p:cNvSpPr/>
            <p:nvPr/>
          </p:nvSpPr>
          <p:spPr>
            <a:xfrm>
              <a:off x="3290" y="4271"/>
              <a:ext cx="449" cy="4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椭圆 5"/>
            <p:cNvSpPr/>
            <p:nvPr/>
          </p:nvSpPr>
          <p:spPr>
            <a:xfrm>
              <a:off x="6483" y="4271"/>
              <a:ext cx="449" cy="4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椭圆 6"/>
            <p:cNvSpPr/>
            <p:nvPr/>
          </p:nvSpPr>
          <p:spPr>
            <a:xfrm>
              <a:off x="9412" y="4271"/>
              <a:ext cx="449" cy="4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椭圆 7"/>
            <p:cNvSpPr/>
            <p:nvPr/>
          </p:nvSpPr>
          <p:spPr>
            <a:xfrm>
              <a:off x="12605" y="4271"/>
              <a:ext cx="449" cy="4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15534" y="4271"/>
              <a:ext cx="449" cy="44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29" name="图片 28" descr="343435383135323b333636313332323bcec4b5b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9620" y="2273935"/>
            <a:ext cx="473710" cy="473710"/>
          </a:xfrm>
          <a:prstGeom prst="rect">
            <a:avLst/>
          </a:prstGeom>
        </p:spPr>
      </p:pic>
      <p:pic>
        <p:nvPicPr>
          <p:cNvPr id="30" name="图片 29" descr="343435383135323b333636313332323bcec4b5b5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67175" y="2309495"/>
            <a:ext cx="473710" cy="473710"/>
          </a:xfrm>
          <a:prstGeom prst="rect">
            <a:avLst/>
          </a:prstGeom>
        </p:spPr>
      </p:pic>
      <p:pic>
        <p:nvPicPr>
          <p:cNvPr id="31" name="图片 30" descr="343435383135323b333636313332323bcec4b5b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3595" y="2273935"/>
            <a:ext cx="473710" cy="473710"/>
          </a:xfrm>
          <a:prstGeom prst="rect">
            <a:avLst/>
          </a:prstGeom>
        </p:spPr>
      </p:pic>
      <p:pic>
        <p:nvPicPr>
          <p:cNvPr id="32" name="图片 31" descr="343435383135323b333636313332323bcec4b5b5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4010" y="2309495"/>
            <a:ext cx="473710" cy="473710"/>
          </a:xfrm>
          <a:prstGeom prst="rect">
            <a:avLst/>
          </a:prstGeom>
        </p:spPr>
      </p:pic>
      <p:pic>
        <p:nvPicPr>
          <p:cNvPr id="33" name="图片 32" descr="343435383135323b333636313332323bcec4b5b5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767570" y="2309495"/>
            <a:ext cx="473710" cy="473710"/>
          </a:xfrm>
          <a:prstGeom prst="rect">
            <a:avLst/>
          </a:prstGeom>
        </p:spPr>
      </p:pic>
      <p:sp>
        <p:nvSpPr>
          <p:cNvPr id="2" name="文本框1"/>
          <p:cNvSpPr txBox="1"/>
          <p:nvPr/>
        </p:nvSpPr>
        <p:spPr>
          <a:xfrm>
            <a:off x="1547813" y="3325817"/>
            <a:ext cx="1456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" name="文本框2"/>
          <p:cNvSpPr/>
          <p:nvPr/>
        </p:nvSpPr>
        <p:spPr>
          <a:xfrm>
            <a:off x="1381125" y="3649345"/>
            <a:ext cx="1783080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12" name="文本框1"/>
          <p:cNvSpPr txBox="1"/>
          <p:nvPr/>
        </p:nvSpPr>
        <p:spPr>
          <a:xfrm>
            <a:off x="3575368" y="3401382"/>
            <a:ext cx="1456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4" name="文本框2"/>
          <p:cNvSpPr/>
          <p:nvPr/>
        </p:nvSpPr>
        <p:spPr>
          <a:xfrm>
            <a:off x="3408680" y="3724910"/>
            <a:ext cx="1700530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35" name="文本框1"/>
          <p:cNvSpPr txBox="1"/>
          <p:nvPr/>
        </p:nvSpPr>
        <p:spPr>
          <a:xfrm>
            <a:off x="5435283" y="3401382"/>
            <a:ext cx="1456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6" name="文本框2"/>
          <p:cNvSpPr/>
          <p:nvPr/>
        </p:nvSpPr>
        <p:spPr>
          <a:xfrm>
            <a:off x="5268595" y="3724910"/>
            <a:ext cx="1673860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37" name="文本框1"/>
          <p:cNvSpPr txBox="1"/>
          <p:nvPr/>
        </p:nvSpPr>
        <p:spPr>
          <a:xfrm>
            <a:off x="7462203" y="3401382"/>
            <a:ext cx="1456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8" name="文本框2"/>
          <p:cNvSpPr/>
          <p:nvPr/>
        </p:nvSpPr>
        <p:spPr>
          <a:xfrm>
            <a:off x="7295515" y="3724910"/>
            <a:ext cx="1771650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  <p:sp>
        <p:nvSpPr>
          <p:cNvPr id="39" name="文本框1"/>
          <p:cNvSpPr txBox="1"/>
          <p:nvPr/>
        </p:nvSpPr>
        <p:spPr>
          <a:xfrm>
            <a:off x="9322753" y="3401382"/>
            <a:ext cx="14560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</a:rPr>
              <a:t>添加小标题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40" name="文本框2"/>
          <p:cNvSpPr/>
          <p:nvPr/>
        </p:nvSpPr>
        <p:spPr>
          <a:xfrm>
            <a:off x="9156065" y="3724910"/>
            <a:ext cx="1727200" cy="1568450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sz="1600" b="0" i="0" u="none" strike="noStrike" cap="none" spc="0" normalizeH="0" baseline="0" dirty="0">
              <a:latin typeface="汉仪字研欢乐宋简" panose="00020600040101010101" charset="-122"/>
              <a:ea typeface="汉仪字研欢乐宋简" panose="00020600040101010101" charset="-122"/>
              <a:cs typeface="汉仪字研欢乐宋简" panose="00020600040101010101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466215" y="1740535"/>
            <a:ext cx="1004570" cy="1004570"/>
            <a:chOff x="3049" y="2968"/>
            <a:chExt cx="1582" cy="1582"/>
          </a:xfrm>
        </p:grpSpPr>
        <p:pic>
          <p:nvPicPr>
            <p:cNvPr id="4" name="图片 3" descr="32303038313137363b32303131373338313bc8abc7f2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300" y="3219"/>
              <a:ext cx="1080" cy="1080"/>
            </a:xfrm>
            <a:prstGeom prst="rect">
              <a:avLst/>
            </a:prstGeom>
          </p:spPr>
        </p:pic>
        <p:sp>
          <p:nvSpPr>
            <p:cNvPr id="6" name="椭圆 5"/>
            <p:cNvSpPr/>
            <p:nvPr/>
          </p:nvSpPr>
          <p:spPr>
            <a:xfrm>
              <a:off x="3049" y="2968"/>
              <a:ext cx="1582" cy="1582"/>
            </a:xfrm>
            <a:prstGeom prst="ellipse">
              <a:avLst/>
            </a:prstGeom>
            <a:noFill/>
            <a:ln>
              <a:solidFill>
                <a:srgbClr val="BF99CC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01775" y="3185160"/>
            <a:ext cx="1004570" cy="1004570"/>
            <a:chOff x="3214" y="5178"/>
            <a:chExt cx="1582" cy="1582"/>
          </a:xfrm>
        </p:grpSpPr>
        <p:pic>
          <p:nvPicPr>
            <p:cNvPr id="5" name="图片 4" descr="32303038313137363b32303131373338333bbfa7b7c8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440" y="5370"/>
              <a:ext cx="1131" cy="1131"/>
            </a:xfrm>
            <a:prstGeom prst="rect">
              <a:avLst/>
            </a:prstGeom>
          </p:spPr>
        </p:pic>
        <p:sp>
          <p:nvSpPr>
            <p:cNvPr id="7" name="椭圆 6"/>
            <p:cNvSpPr/>
            <p:nvPr/>
          </p:nvSpPr>
          <p:spPr>
            <a:xfrm>
              <a:off x="3214" y="5178"/>
              <a:ext cx="1582" cy="1582"/>
            </a:xfrm>
            <a:prstGeom prst="ellipse">
              <a:avLst/>
            </a:prstGeom>
            <a:noFill/>
            <a:ln>
              <a:solidFill>
                <a:srgbClr val="D0786B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466215" y="4746625"/>
            <a:ext cx="1004570" cy="1004570"/>
            <a:chOff x="3049" y="7264"/>
            <a:chExt cx="1582" cy="1582"/>
          </a:xfrm>
        </p:grpSpPr>
        <p:pic>
          <p:nvPicPr>
            <p:cNvPr id="8" name="图片 7" descr="32303038313137363b32303131373432313bbbf5b3b5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00" y="7521"/>
              <a:ext cx="1080" cy="1080"/>
            </a:xfrm>
            <a:prstGeom prst="rect">
              <a:avLst/>
            </a:prstGeom>
          </p:spPr>
        </p:pic>
        <p:sp>
          <p:nvSpPr>
            <p:cNvPr id="12" name="椭圆 11"/>
            <p:cNvSpPr/>
            <p:nvPr/>
          </p:nvSpPr>
          <p:spPr>
            <a:xfrm>
              <a:off x="3049" y="7264"/>
              <a:ext cx="1582" cy="1582"/>
            </a:xfrm>
            <a:prstGeom prst="ellipse">
              <a:avLst/>
            </a:prstGeom>
            <a:noFill/>
            <a:ln>
              <a:solidFill>
                <a:srgbClr val="FEBABA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5B9BD5"/>
                  </a:solidFill>
                </a14:hiddenFill>
              </a:ext>
            </a:extLst>
          </p:spPr>
          <p:style>
            <a:lnRef idx="2">
              <a:srgbClr val="5B9BD5">
                <a:shade val="50000"/>
              </a:srgbClr>
            </a:lnRef>
            <a:fillRef idx="1">
              <a:srgbClr val="5B9BD5"/>
            </a:fillRef>
            <a:effectRef idx="0">
              <a:srgbClr val="5B9BD5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3" name="文本框1"/>
          <p:cNvSpPr txBox="1"/>
          <p:nvPr/>
        </p:nvSpPr>
        <p:spPr>
          <a:xfrm>
            <a:off x="2649855" y="1688465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请添加小标题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14" name="文本框2"/>
          <p:cNvSpPr/>
          <p:nvPr/>
        </p:nvSpPr>
        <p:spPr>
          <a:xfrm>
            <a:off x="2649855" y="2070100"/>
            <a:ext cx="795464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等线" panose="02010600030101010101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单击此处输入你的正文，文字是您思想的提炼，为了最终演示发布的良好效果，请尽量言简意赅的阐述观点,单击此处输入你的正文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8" name="文本框1"/>
          <p:cNvSpPr txBox="1"/>
          <p:nvPr/>
        </p:nvSpPr>
        <p:spPr>
          <a:xfrm>
            <a:off x="2649855" y="311150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+mn-ea"/>
              </a:rPr>
              <a:t>请添加小标题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19" name="文本框2"/>
          <p:cNvSpPr/>
          <p:nvPr/>
        </p:nvSpPr>
        <p:spPr>
          <a:xfrm>
            <a:off x="2649855" y="3493135"/>
            <a:ext cx="795464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等线" panose="02010600030101010101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单击此处输入你的正文，文字是您思想的提炼，为了最终演示发布的良好效果，请尽量言简意赅的阐述观点,单击此处输入你的正文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1" name="文本框1"/>
          <p:cNvSpPr txBox="1"/>
          <p:nvPr/>
        </p:nvSpPr>
        <p:spPr>
          <a:xfrm>
            <a:off x="2649855" y="4597400"/>
            <a:ext cx="20154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kern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+mn-ea"/>
              </a:rPr>
              <a:t>请添加小标题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2" name="文本框2"/>
          <p:cNvSpPr/>
          <p:nvPr/>
        </p:nvSpPr>
        <p:spPr>
          <a:xfrm>
            <a:off x="2649855" y="4979035"/>
            <a:ext cx="7954645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等线" panose="02010600030101010101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单击此处输入你的正文，文字是您思想的提炼，为了最终演示发布的良好效果，请尽量言简意赅的阐述观点,单击此处输入你的正文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 flipH="1">
            <a:off x="1930400" y="2737485"/>
            <a:ext cx="12700" cy="398780"/>
          </a:xfrm>
          <a:prstGeom prst="straightConnector1">
            <a:avLst/>
          </a:prstGeom>
          <a:ln w="38100">
            <a:solidFill>
              <a:srgbClr val="BF99CC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1943100" y="4238625"/>
            <a:ext cx="12700" cy="398780"/>
          </a:xfrm>
          <a:prstGeom prst="straightConnector1">
            <a:avLst/>
          </a:prstGeom>
          <a:ln w="38100">
            <a:solidFill>
              <a:srgbClr val="D0786B"/>
            </a:solidFill>
            <a:tailEnd type="arrow"/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4161155" y="3352165"/>
            <a:ext cx="3869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教学过程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05400" y="1884680"/>
            <a:ext cx="1945005" cy="1861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03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51025" y="4152265"/>
            <a:ext cx="8489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Add content hereAdd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6063615" y="1863090"/>
            <a:ext cx="0" cy="38195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917565" y="2043430"/>
            <a:ext cx="292100" cy="292100"/>
          </a:xfrm>
          <a:prstGeom prst="ellipse">
            <a:avLst/>
          </a:prstGeom>
          <a:solidFill>
            <a:srgbClr val="7C8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916930" y="3625850"/>
            <a:ext cx="292100" cy="292100"/>
          </a:xfrm>
          <a:prstGeom prst="ellipse">
            <a:avLst/>
          </a:prstGeom>
          <a:solidFill>
            <a:srgbClr val="D57B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916930" y="5208270"/>
            <a:ext cx="292100" cy="292100"/>
          </a:xfrm>
          <a:prstGeom prst="ellipse">
            <a:avLst/>
          </a:prstGeom>
          <a:solidFill>
            <a:srgbClr val="7FA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 rot="0">
            <a:off x="6367145" y="1494155"/>
            <a:ext cx="4581525" cy="1390650"/>
            <a:chOff x="10545" y="2656"/>
            <a:chExt cx="7794" cy="2366"/>
          </a:xfrm>
          <a:solidFill>
            <a:srgbClr val="7C8DD4"/>
          </a:solidFill>
        </p:grpSpPr>
        <p:sp>
          <p:nvSpPr>
            <p:cNvPr id="7" name="矩形 6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8" name="直角三角形 7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6367145" y="4659630"/>
            <a:ext cx="4581525" cy="1390650"/>
            <a:chOff x="10545" y="2656"/>
            <a:chExt cx="7794" cy="2366"/>
          </a:xfrm>
          <a:solidFill>
            <a:srgbClr val="7FA66A"/>
          </a:solidFill>
        </p:grpSpPr>
        <p:sp>
          <p:nvSpPr>
            <p:cNvPr id="11" name="矩形 10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 rot="0" flipH="1">
            <a:off x="1178560" y="3075940"/>
            <a:ext cx="4581525" cy="1390650"/>
            <a:chOff x="10545" y="2656"/>
            <a:chExt cx="7794" cy="2366"/>
          </a:xfrm>
          <a:solidFill>
            <a:srgbClr val="D57B6D"/>
          </a:solidFill>
        </p:grpSpPr>
        <p:sp>
          <p:nvSpPr>
            <p:cNvPr id="20" name="矩形 19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3" name="文本框2"/>
          <p:cNvSpPr/>
          <p:nvPr/>
        </p:nvSpPr>
        <p:spPr>
          <a:xfrm>
            <a:off x="6606540" y="1929130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4" name="文本框1"/>
          <p:cNvSpPr txBox="1"/>
          <p:nvPr/>
        </p:nvSpPr>
        <p:spPr>
          <a:xfrm>
            <a:off x="6628130" y="1638300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26" name="文本框2"/>
          <p:cNvSpPr/>
          <p:nvPr/>
        </p:nvSpPr>
        <p:spPr>
          <a:xfrm>
            <a:off x="6606540" y="5038725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9" name="文本框1"/>
          <p:cNvSpPr txBox="1"/>
          <p:nvPr/>
        </p:nvSpPr>
        <p:spPr>
          <a:xfrm>
            <a:off x="6628130" y="4747895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32" name="文本框2"/>
          <p:cNvSpPr/>
          <p:nvPr/>
        </p:nvSpPr>
        <p:spPr>
          <a:xfrm>
            <a:off x="1533525" y="3449320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1"/>
          <p:cNvSpPr txBox="1"/>
          <p:nvPr/>
        </p:nvSpPr>
        <p:spPr>
          <a:xfrm>
            <a:off x="3529330" y="3119120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847590" y="1655445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7C8DD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01</a:t>
            </a:r>
            <a:endParaRPr lang="en-US" altLang="zh-CN" sz="5400" b="1">
              <a:solidFill>
                <a:srgbClr val="7C8DD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463665" y="3310890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D57B6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02</a:t>
            </a:r>
            <a:endParaRPr lang="en-US" altLang="zh-CN" sz="5400" b="1">
              <a:solidFill>
                <a:srgbClr val="D57B6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703445" y="4965065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7FA66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03</a:t>
            </a:r>
            <a:endParaRPr lang="en-US" altLang="zh-CN" sz="5400" b="1">
              <a:solidFill>
                <a:srgbClr val="7FA66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cxnSp>
        <p:nvCxnSpPr>
          <p:cNvPr id="2" name="直接连接符 1"/>
          <p:cNvCxnSpPr/>
          <p:nvPr/>
        </p:nvCxnSpPr>
        <p:spPr>
          <a:xfrm>
            <a:off x="6063615" y="1863090"/>
            <a:ext cx="0" cy="38195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椭圆 2"/>
          <p:cNvSpPr/>
          <p:nvPr/>
        </p:nvSpPr>
        <p:spPr>
          <a:xfrm>
            <a:off x="5917565" y="2043430"/>
            <a:ext cx="292100" cy="292100"/>
          </a:xfrm>
          <a:prstGeom prst="ellipse">
            <a:avLst/>
          </a:prstGeom>
          <a:solidFill>
            <a:srgbClr val="7FA6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椭圆 3"/>
          <p:cNvSpPr/>
          <p:nvPr/>
        </p:nvSpPr>
        <p:spPr>
          <a:xfrm>
            <a:off x="5916930" y="3625850"/>
            <a:ext cx="292100" cy="292100"/>
          </a:xfrm>
          <a:prstGeom prst="ellipse">
            <a:avLst/>
          </a:prstGeom>
          <a:solidFill>
            <a:srgbClr val="D57B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/>
        </p:nvSpPr>
        <p:spPr>
          <a:xfrm>
            <a:off x="5916930" y="5208270"/>
            <a:ext cx="292100" cy="292100"/>
          </a:xfrm>
          <a:prstGeom prst="ellipse">
            <a:avLst/>
          </a:prstGeom>
          <a:solidFill>
            <a:srgbClr val="7C8D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 rot="0" flipH="1">
            <a:off x="1200150" y="1494155"/>
            <a:ext cx="4581525" cy="1390650"/>
            <a:chOff x="10545" y="2656"/>
            <a:chExt cx="7794" cy="2366"/>
          </a:xfrm>
          <a:solidFill>
            <a:srgbClr val="7FA66A"/>
          </a:solidFill>
        </p:grpSpPr>
        <p:sp>
          <p:nvSpPr>
            <p:cNvPr id="20" name="矩形 19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1" name="直角三角形 20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2"/>
          <p:cNvSpPr/>
          <p:nvPr/>
        </p:nvSpPr>
        <p:spPr>
          <a:xfrm>
            <a:off x="1555115" y="1867535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1"/>
          <p:cNvSpPr txBox="1"/>
          <p:nvPr/>
        </p:nvSpPr>
        <p:spPr>
          <a:xfrm>
            <a:off x="3550920" y="1537335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 rot="0" flipH="1">
            <a:off x="1113155" y="4658995"/>
            <a:ext cx="4581525" cy="1390650"/>
            <a:chOff x="10545" y="2656"/>
            <a:chExt cx="7794" cy="2366"/>
          </a:xfrm>
          <a:solidFill>
            <a:srgbClr val="7C8DD4"/>
          </a:solidFill>
        </p:grpSpPr>
        <p:sp>
          <p:nvSpPr>
            <p:cNvPr id="13" name="矩形 12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2"/>
          <p:cNvSpPr/>
          <p:nvPr/>
        </p:nvSpPr>
        <p:spPr>
          <a:xfrm>
            <a:off x="1468120" y="5032375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3463925" y="4702175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 rot="0">
            <a:off x="6387465" y="3076575"/>
            <a:ext cx="4581525" cy="1390650"/>
            <a:chOff x="10545" y="2656"/>
            <a:chExt cx="7794" cy="2366"/>
          </a:xfrm>
          <a:solidFill>
            <a:srgbClr val="7FA66A"/>
          </a:solidFill>
        </p:grpSpPr>
        <p:sp>
          <p:nvSpPr>
            <p:cNvPr id="18" name="矩形 17"/>
            <p:cNvSpPr/>
            <p:nvPr/>
          </p:nvSpPr>
          <p:spPr>
            <a:xfrm>
              <a:off x="10711" y="2656"/>
              <a:ext cx="7629" cy="2366"/>
            </a:xfrm>
            <a:prstGeom prst="rect">
              <a:avLst/>
            </a:prstGeom>
            <a:solidFill>
              <a:srgbClr val="D57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2" name="直角三角形 21"/>
            <p:cNvSpPr/>
            <p:nvPr/>
          </p:nvSpPr>
          <p:spPr>
            <a:xfrm rot="2700000">
              <a:off x="10545" y="3655"/>
              <a:ext cx="368" cy="368"/>
            </a:xfrm>
            <a:prstGeom prst="rtTriangle">
              <a:avLst/>
            </a:prstGeom>
            <a:solidFill>
              <a:srgbClr val="D57B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6" name="文本框2"/>
          <p:cNvSpPr/>
          <p:nvPr/>
        </p:nvSpPr>
        <p:spPr>
          <a:xfrm>
            <a:off x="6626860" y="3455670"/>
            <a:ext cx="373824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9" name="文本框1"/>
          <p:cNvSpPr txBox="1"/>
          <p:nvPr/>
        </p:nvSpPr>
        <p:spPr>
          <a:xfrm>
            <a:off x="6648450" y="3164840"/>
            <a:ext cx="174244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宋体" panose="02010600030101010101" pitchFamily="2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443345" y="1720850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7FA66A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01</a:t>
            </a:r>
            <a:endParaRPr lang="en-US" altLang="zh-CN" sz="5400" b="1">
              <a:solidFill>
                <a:srgbClr val="7FA66A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26000" y="3263265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D57B6D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02</a:t>
            </a:r>
            <a:endParaRPr lang="en-US" altLang="zh-CN" sz="5400" b="1">
              <a:solidFill>
                <a:srgbClr val="D57B6D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387465" y="4900930"/>
            <a:ext cx="957580" cy="92202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5400" b="1">
                <a:solidFill>
                  <a:srgbClr val="7C8DD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rPr>
              <a:t>03</a:t>
            </a:r>
            <a:endParaRPr lang="en-US" altLang="zh-CN" sz="5400" b="1">
              <a:solidFill>
                <a:srgbClr val="7C8DD4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汉仪字研欢乐宋简" panose="00020600040101010101" charset="-122"/>
              <a:ea typeface="汉仪字研欢乐宋简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/>
        </p:nvSpPr>
        <p:spPr>
          <a:xfrm>
            <a:off x="4161155" y="3352165"/>
            <a:ext cx="38696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教学反思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105400" y="1884680"/>
            <a:ext cx="1945005" cy="1861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04</a:t>
            </a:r>
            <a:endParaRPr kumimoji="0" lang="en-US" altLang="zh-CN" sz="11500" b="1" i="0" u="none" strike="noStrike" kern="120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51025" y="4152265"/>
            <a:ext cx="8489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Add content hereAdd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7" name="文本框2"/>
          <p:cNvSpPr/>
          <p:nvPr/>
        </p:nvSpPr>
        <p:spPr>
          <a:xfrm>
            <a:off x="1693545" y="3477895"/>
            <a:ext cx="26276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1"/>
          <p:cNvSpPr txBox="1"/>
          <p:nvPr/>
        </p:nvSpPr>
        <p:spPr>
          <a:xfrm>
            <a:off x="2014220" y="3105150"/>
            <a:ext cx="2011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8DD4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8DD4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pic>
        <p:nvPicPr>
          <p:cNvPr id="22" name="图片 21" descr="2028214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0955" y="2149475"/>
            <a:ext cx="914400" cy="914400"/>
          </a:xfrm>
          <a:prstGeom prst="rect">
            <a:avLst/>
          </a:prstGeom>
        </p:spPr>
      </p:pic>
      <p:pic>
        <p:nvPicPr>
          <p:cNvPr id="24" name="图片 23" descr="2027759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600" y="2149475"/>
            <a:ext cx="914400" cy="914400"/>
          </a:xfrm>
          <a:prstGeom prst="rect">
            <a:avLst/>
          </a:prstGeom>
        </p:spPr>
      </p:pic>
      <p:pic>
        <p:nvPicPr>
          <p:cNvPr id="26" name="图片 25" descr="2027758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716645" y="2149475"/>
            <a:ext cx="914400" cy="914400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</p:pic>
      <p:sp>
        <p:nvSpPr>
          <p:cNvPr id="3" name="文本框2"/>
          <p:cNvSpPr/>
          <p:nvPr/>
        </p:nvSpPr>
        <p:spPr>
          <a:xfrm>
            <a:off x="4959985" y="3436620"/>
            <a:ext cx="26276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" name="文本框1"/>
          <p:cNvSpPr txBox="1"/>
          <p:nvPr/>
        </p:nvSpPr>
        <p:spPr>
          <a:xfrm>
            <a:off x="5280660" y="3063875"/>
            <a:ext cx="2011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8DD4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8DD4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6" name="文本框2"/>
          <p:cNvSpPr/>
          <p:nvPr/>
        </p:nvSpPr>
        <p:spPr>
          <a:xfrm>
            <a:off x="8226425" y="3477895"/>
            <a:ext cx="2627630" cy="175323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单击此处输入你的正文，文字是您思想的提炼，为了最终演示发布的良好效果，请尽量言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文本框1"/>
          <p:cNvSpPr txBox="1"/>
          <p:nvPr/>
        </p:nvSpPr>
        <p:spPr>
          <a:xfrm>
            <a:off x="8547100" y="3105150"/>
            <a:ext cx="20110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8DD4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8DD4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76038" y="524855"/>
            <a:ext cx="4349750" cy="631190"/>
            <a:chOff x="4105780" y="540129"/>
            <a:chExt cx="4349750" cy="631190"/>
          </a:xfrm>
        </p:grpSpPr>
        <p:sp>
          <p:nvSpPr>
            <p:cNvPr id="27" name="文本框 26"/>
            <p:cNvSpPr txBox="1"/>
            <p:nvPr/>
          </p:nvSpPr>
          <p:spPr>
            <a:xfrm>
              <a:off x="4813821" y="540129"/>
              <a:ext cx="2931795" cy="4603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pic>
        <p:nvPicPr>
          <p:cNvPr id="5" name="图片 4" descr="oli-dale-xjSkI_seiZY-unsplas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30" y="2212340"/>
            <a:ext cx="4902200" cy="3268980"/>
          </a:xfrm>
          <a:prstGeom prst="rect">
            <a:avLst/>
          </a:prstGeom>
        </p:spPr>
      </p:pic>
      <p:sp>
        <p:nvSpPr>
          <p:cNvPr id="13" name="文本框1"/>
          <p:cNvSpPr txBox="1"/>
          <p:nvPr/>
        </p:nvSpPr>
        <p:spPr>
          <a:xfrm>
            <a:off x="6536055" y="2209165"/>
            <a:ext cx="2320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请添加小标题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14" name="文本框2"/>
          <p:cNvSpPr/>
          <p:nvPr/>
        </p:nvSpPr>
        <p:spPr>
          <a:xfrm>
            <a:off x="6536055" y="2590800"/>
            <a:ext cx="522541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等线" panose="02010600030101010101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单击此处输入你的正文，文字是您思想的提炼，为了最终演示发布的良好效果，请尽量言简意赅的阐述观点,单击此处输入你的正文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" name="文本框1"/>
          <p:cNvSpPr txBox="1"/>
          <p:nvPr/>
        </p:nvSpPr>
        <p:spPr>
          <a:xfrm>
            <a:off x="6574155" y="4000500"/>
            <a:ext cx="23202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</a:rPr>
              <a:t>请添加小标题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4D80B9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微软雅黑" panose="020B0503020204020204" charset="-122"/>
            </a:endParaRPr>
          </a:p>
        </p:txBody>
      </p:sp>
      <p:sp>
        <p:nvSpPr>
          <p:cNvPr id="3" name="文本框2"/>
          <p:cNvSpPr/>
          <p:nvPr/>
        </p:nvSpPr>
        <p:spPr>
          <a:xfrm>
            <a:off x="6574155" y="4382135"/>
            <a:ext cx="5225415" cy="119888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等线" panose="02010600030101010101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单击此处输入你的正文，文字是您思想的提炼，为了最终演示发布的良好效果，请尽量言简意赅的阐述观点,单击此处输入你的正文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简" panose="00020600040101010101" charset="-122"/>
              <a:ea typeface="汉仪字研欢乐宋简" panose="0002060004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17" name="组合 16"/>
          <p:cNvGrpSpPr/>
          <p:nvPr/>
        </p:nvGrpSpPr>
        <p:grpSpPr>
          <a:xfrm>
            <a:off x="2309532" y="1751330"/>
            <a:ext cx="7571701" cy="3355340"/>
            <a:chOff x="2444" y="2517"/>
            <a:chExt cx="12609" cy="5733"/>
          </a:xfrm>
        </p:grpSpPr>
        <p:sp>
          <p:nvSpPr>
            <p:cNvPr id="13" name="矩形 12"/>
            <p:cNvSpPr/>
            <p:nvPr/>
          </p:nvSpPr>
          <p:spPr>
            <a:xfrm>
              <a:off x="2444" y="3649"/>
              <a:ext cx="12609" cy="268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9600" b="1" i="0" u="none" strike="noStrike" kern="1200" cap="none" spc="0" normalizeH="0" baseline="0" noProof="0" dirty="0">
                  <a:ln w="0"/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微软雅黑" panose="020B0503020204020204" charset="-122"/>
                  <a:sym typeface="汉仪字研欢乐宋简" panose="00020600040101010101" charset="-122"/>
                </a:rPr>
                <a:t>感谢您的</a:t>
              </a:r>
              <a:r>
                <a:rPr kumimoji="0" lang="zh-CN" altLang="en-US" sz="9600" b="1" i="0" u="none" strike="noStrike" kern="1200" cap="none" spc="0" normalizeH="0" baseline="0" noProof="0" dirty="0">
                  <a:ln w="0"/>
                  <a:solidFill>
                    <a:srgbClr val="4D80B9"/>
                  </a:solidFill>
                  <a:effectLst/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微软雅黑" panose="020B0503020204020204" charset="-122"/>
                  <a:sym typeface="汉仪字研欢乐宋简" panose="00020600040101010101" charset="-122"/>
                </a:rPr>
                <a:t>观看</a:t>
              </a:r>
              <a:endParaRPr kumimoji="0" lang="zh-CN" altLang="en-US" sz="9600" b="1" i="0" u="none" strike="noStrike" kern="1200" cap="none" spc="0" normalizeH="0" baseline="0" noProof="0" dirty="0">
                <a:ln w="0"/>
                <a:solidFill>
                  <a:srgbClr val="4D80B9"/>
                </a:solidFill>
                <a:effectLst/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微软雅黑" panose="020B0503020204020204" charset="-122"/>
                <a:sym typeface="汉仪字研欢乐宋简" panose="00020600040101010101" charset="-122"/>
              </a:endParaRPr>
            </a:p>
          </p:txBody>
        </p:sp>
        <p:sp>
          <p:nvSpPr>
            <p:cNvPr id="14" name="文本框2"/>
            <p:cNvSpPr txBox="1"/>
            <p:nvPr>
              <p:custDataLst>
                <p:tags r:id="rId2"/>
              </p:custDataLst>
            </p:nvPr>
          </p:nvSpPr>
          <p:spPr>
            <a:xfrm>
              <a:off x="4021" y="6230"/>
              <a:ext cx="9455" cy="7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教育通用 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/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4D80B9"/>
                  </a:solidFill>
                  <a:effectLst>
                    <a:outerShdw blurRad="254000" dist="101600" dir="5400000" algn="ctr" rotWithShape="0">
                      <a:srgbClr val="000000">
                        <a:alpha val="15000"/>
                      </a:srgbClr>
                    </a:outerShdw>
                  </a:effectLst>
                  <a:uLnTx/>
                  <a:uFillTx/>
                  <a:latin typeface="汉仪字研欢乐宋简" panose="00020600040101010101" charset="-122"/>
                  <a:ea typeface="汉仪字研欢乐宋简" panose="00020600040101010101" charset="-122"/>
                  <a:cs typeface="汉仪字研欢乐宋简" panose="00020600040101010101" charset="-122"/>
                </a:rPr>
                <a:t>教育教学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D80B9"/>
                </a:solidFill>
                <a:effectLst>
                  <a:outerShdw blurRad="254000" dist="101600" dir="5400000" algn="ctr" rotWithShape="0">
                    <a:srgbClr val="000000">
                      <a:alpha val="15000"/>
                    </a:srgbClr>
                  </a:outerShdw>
                </a:effectLst>
                <a:uLnTx/>
                <a:uFillTx/>
                <a:latin typeface="汉仪字研欢乐宋简" panose="00020600040101010101" charset="-122"/>
                <a:ea typeface="汉仪字研欢乐宋简" panose="00020600040101010101" charset="-122"/>
                <a:cs typeface="汉仪字研欢乐宋简" panose="00020600040101010101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021" y="2517"/>
              <a:ext cx="9335" cy="14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spAutoFit/>
            </a:bodyPr>
            <a:p>
              <a:pPr algn="dist"/>
              <a:r>
                <a:rPr lang="en-US" sz="4800" b="1">
                  <a:solidFill>
                    <a:srgbClr val="4D80B9"/>
                  </a:solidFill>
                  <a:effectLst>
                    <a:outerShdw blurRad="38100" dist="19050" dir="2700000" algn="tl" rotWithShape="0">
                      <a:sysClr val="windowText" lastClr="000000">
                        <a:alpha val="40000"/>
                      </a:sysClr>
                    </a:outerShdw>
                  </a:effectLst>
                  <a:latin typeface="汉仪字研欢乐宋简" panose="00020600040101010101" charset="-122"/>
                  <a:ea typeface="汉仪字研欢乐宋简" panose="00020600040101010101" charset="-122"/>
                </a:rPr>
                <a:t>“THANKS”</a:t>
              </a:r>
              <a:endParaRPr lang="en-US" sz="4800" b="1">
                <a:solidFill>
                  <a:srgbClr val="4D80B9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简" panose="00020600040101010101" charset="-122"/>
                <a:ea typeface="汉仪字研欢乐宋简" panose="00020600040101010101" charset="-122"/>
              </a:endParaRPr>
            </a:p>
          </p:txBody>
        </p:sp>
        <p:sp>
          <p:nvSpPr>
            <p:cNvPr id="15" name="圆角矩形 14"/>
            <p:cNvSpPr/>
            <p:nvPr/>
          </p:nvSpPr>
          <p:spPr>
            <a:xfrm>
              <a:off x="5761" y="7410"/>
              <a:ext cx="6584" cy="840"/>
            </a:xfrm>
            <a:prstGeom prst="roundRect">
              <a:avLst>
                <a:gd name="adj" fmla="val 50000"/>
              </a:avLst>
            </a:prstGeom>
            <a:solidFill>
              <a:srgbClr val="4D7FB9"/>
            </a:solidFill>
            <a:ln>
              <a:noFill/>
            </a:ln>
          </p:spPr>
          <p:style>
            <a:lnRef idx="2">
              <a:srgbClr val="4472C4">
                <a:shade val="50000"/>
              </a:srgbClr>
            </a:lnRef>
            <a:fillRef idx="1">
              <a:srgbClr val="4472C4"/>
            </a:fillRef>
            <a:effectRef idx="0">
              <a:srgbClr val="4472C4"/>
            </a:effectRef>
            <a:fontRef idx="minor">
              <a:sysClr val="window" lastClr="FFFFFF"/>
            </a:fontRef>
          </p:style>
          <p:txBody>
            <a:bodyPr rtlCol="0" anchor="ctr"/>
            <a:p>
              <a:pPr algn="ctr"/>
              <a:r>
                <a:rPr lang="zh-CN" altLang="en-US" sz="2400">
                  <a:solidFill>
                    <a:schemeClr val="bg1"/>
                  </a:solidFill>
                  <a:latin typeface="汉仪字研欢乐宋简" panose="00020600040101010101" charset="-122"/>
                  <a:ea typeface="汉仪字研欢乐宋简" panose="00020600040101010101" charset="-122"/>
                </a:rPr>
                <a:t>演讲人：稻小壳</a:t>
              </a:r>
              <a:endParaRPr lang="zh-CN" altLang="en-US" sz="2400">
                <a:solidFill>
                  <a:schemeClr val="bg1"/>
                </a:solidFill>
                <a:latin typeface="汉仪字研欢乐宋简" panose="00020600040101010101" charset="-122"/>
                <a:ea typeface="汉仪字研欢乐宋简" panose="00020600040101010101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263650" y="2287270"/>
            <a:ext cx="4060825" cy="640080"/>
            <a:chOff x="1022" y="3613"/>
            <a:chExt cx="6395" cy="1008"/>
          </a:xfrm>
        </p:grpSpPr>
        <p:sp>
          <p:nvSpPr>
            <p:cNvPr id="18" name="文本框 17"/>
            <p:cNvSpPr txBox="1"/>
            <p:nvPr/>
          </p:nvSpPr>
          <p:spPr>
            <a:xfrm>
              <a:off x="1051" y="3613"/>
              <a:ext cx="1702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中文｜字体名称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2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  <a:sym typeface="+mn-ea"/>
                </a:rPr>
                <a:t>汉仪字研欢乐宋简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  <a:sym typeface="+mn-ea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182" y="4621"/>
              <a:ext cx="6235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1263650" y="3149600"/>
            <a:ext cx="4069715" cy="638810"/>
            <a:chOff x="1163" y="3615"/>
            <a:chExt cx="6409" cy="1006"/>
          </a:xfrm>
        </p:grpSpPr>
        <p:sp>
          <p:nvSpPr>
            <p:cNvPr id="31" name="文本框 30"/>
            <p:cNvSpPr txBox="1"/>
            <p:nvPr/>
          </p:nvSpPr>
          <p:spPr>
            <a:xfrm>
              <a:off x="1193" y="3615"/>
              <a:ext cx="2288" cy="3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中文｜字体名称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163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  <a:sym typeface="+mn-ea"/>
                </a:rPr>
                <a:t>汉仪青云简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  <a:sym typeface="+mn-ea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1323" y="4621"/>
              <a:ext cx="6249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539750"/>
            <a:ext cx="7230745" cy="467995"/>
            <a:chOff x="0" y="861"/>
            <a:chExt cx="11387" cy="737"/>
          </a:xfrm>
        </p:grpSpPr>
        <p:sp>
          <p:nvSpPr>
            <p:cNvPr id="12" name="矩形 11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" y="869"/>
              <a:ext cx="6175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稻壳儿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PPT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模板使用说明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74" y="1013"/>
              <a:ext cx="59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（本页为说明页，用户使用模板时可删除本页内容）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265555" y="1397000"/>
            <a:ext cx="2066925" cy="645160"/>
            <a:chOff x="1166" y="2210"/>
            <a:chExt cx="3255" cy="1016"/>
          </a:xfrm>
        </p:grpSpPr>
        <p:sp>
          <p:nvSpPr>
            <p:cNvPr id="17" name="文本框 16"/>
            <p:cNvSpPr txBox="1"/>
            <p:nvPr/>
          </p:nvSpPr>
          <p:spPr>
            <a:xfrm>
              <a:off x="116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思源黑体 CN Bold" panose="020B0800000000000000" pitchFamily="34" charset="-122"/>
                </a:rPr>
                <a:t>01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35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</a:rPr>
                <a:t>字体说明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</a:endParaRPr>
            </a:p>
          </p:txBody>
        </p:sp>
      </p:grpSp>
      <p:cxnSp>
        <p:nvCxnSpPr>
          <p:cNvPr id="57" name="直接连接符 56"/>
          <p:cNvCxnSpPr/>
          <p:nvPr/>
        </p:nvCxnSpPr>
        <p:spPr>
          <a:xfrm>
            <a:off x="6096000" y="2048510"/>
            <a:ext cx="0" cy="432000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727190" y="1419860"/>
            <a:ext cx="2101215" cy="645160"/>
            <a:chOff x="1213" y="2210"/>
            <a:chExt cx="3309" cy="1016"/>
          </a:xfrm>
        </p:grpSpPr>
        <p:sp>
          <p:nvSpPr>
            <p:cNvPr id="63" name="文本框 62"/>
            <p:cNvSpPr txBox="1"/>
            <p:nvPr/>
          </p:nvSpPr>
          <p:spPr>
            <a:xfrm>
              <a:off x="1213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思源黑体 CN Bold" panose="020B0800000000000000" pitchFamily="34" charset="-122"/>
                </a:rPr>
                <a:t>02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236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</a:rPr>
                <a:t>素材说明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727190" y="2266950"/>
            <a:ext cx="3959860" cy="732155"/>
            <a:chOff x="7197" y="3533"/>
            <a:chExt cx="6236" cy="1153"/>
          </a:xfrm>
        </p:grpSpPr>
        <p:sp>
          <p:nvSpPr>
            <p:cNvPr id="68" name="文本框 67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图片：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7197" y="3977"/>
              <a:ext cx="6236" cy="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模板中使用的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图片来源于【</a:t>
              </a:r>
              <a:r>
                <a:rPr kumimoji="0" lang="en-US" altLang="zh-CN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Unsplash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】，该素材具有CC0共享协议，您可在遵循CC0共享协议的情况下使用。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+mn-ea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54760" y="5792470"/>
            <a:ext cx="4069715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微软雅黑" panose="020B0503020204020204" charset="-122"/>
              </a:rPr>
              <a:t>【说明】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模板中使用的字体为【汉仪</a:t>
            </a: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字体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】，仅限于个人学习、研究或欣赏目的使用</a:t>
            </a: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，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如需商用请您自行向版权方购买、获取商用版权。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727190" y="3149600"/>
            <a:ext cx="3959860" cy="515620"/>
            <a:chOff x="7197" y="3533"/>
            <a:chExt cx="6236" cy="812"/>
          </a:xfrm>
        </p:grpSpPr>
        <p:sp>
          <p:nvSpPr>
            <p:cNvPr id="6" name="文本框 5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素材：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197" y="3919"/>
              <a:ext cx="6236" cy="4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模板中使用的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素材为本人原创设计，版权归设计师本人所有。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+mn-ea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727190" y="5118100"/>
            <a:ext cx="3959860" cy="695325"/>
            <a:chOff x="7197" y="3533"/>
            <a:chExt cx="6236" cy="1095"/>
          </a:xfrm>
        </p:grpSpPr>
        <p:sp>
          <p:nvSpPr>
            <p:cNvPr id="10" name="文本框 9"/>
            <p:cNvSpPr txBox="1"/>
            <p:nvPr/>
          </p:nvSpPr>
          <p:spPr>
            <a:xfrm>
              <a:off x="7197" y="3533"/>
              <a:ext cx="1287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素材：</a:t>
              </a:r>
              <a:endPara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197" y="3919"/>
              <a:ext cx="6236" cy="7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marL="0" marR="0" lvl="0" indent="0" algn="l" defTabSz="914400" rtl="0" eaLnBrk="1" fontAlgn="auto" latinLnBrk="0" hangingPunct="1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模板中使用的</a:t>
              </a: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  <a:sym typeface="+mn-ea"/>
                </a:rPr>
                <a:t>图标来源于【稻壳素材】，仅限于个人学习、研究或欣赏目的使用，如需商用请您自行向版权方购买、获取商用版权。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+mn-ea"/>
              </a:endParaRPr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7190" y="3836035"/>
            <a:ext cx="1976120" cy="1111885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PA" val="v5.2.9"/>
  <p:tag name="RESOURCELIBID_ANIM" val="460"/>
</p:tagLst>
</file>

<file path=ppt/tags/tag2.xml><?xml version="1.0" encoding="utf-8"?>
<p:tagLst xmlns:p="http://schemas.openxmlformats.org/presentationml/2006/main">
  <p:tag name="KSO_WM_UNIT_PLACING_PICTURE_USER_VIEWPORT" val="{&quot;height&quot;:1440,&quot;width&quot;:1440}"/>
</p:tagLst>
</file>

<file path=ppt/tags/tag3.xml><?xml version="1.0" encoding="utf-8"?>
<p:tagLst xmlns:p="http://schemas.openxmlformats.org/presentationml/2006/main">
  <p:tag name="KSO_WM_UNIT_PLACING_PICTURE_USER_VIEWPORT" val="{&quot;height&quot;:1440,&quot;width&quot;:1440}"/>
</p:tagLst>
</file>

<file path=ppt/tags/tag4.xml><?xml version="1.0" encoding="utf-8"?>
<p:tagLst xmlns:p="http://schemas.openxmlformats.org/presentationml/2006/main">
  <p:tag name="KSO_WM_UNIT_PLACING_PICTURE_USER_VIEWPORT" val="{&quot;height&quot;:1440,&quot;width&quot;:1440}"/>
</p:tagLst>
</file>

<file path=ppt/tags/tag5.xml><?xml version="1.0" encoding="utf-8"?>
<p:tagLst xmlns:p="http://schemas.openxmlformats.org/presentationml/2006/main">
  <p:tag name="PA" val="v5.2.9"/>
  <p:tag name="RESOURCELIBID_ANIM" val="460"/>
</p:tagLst>
</file>

<file path=ppt/tags/tag6.xml><?xml version="1.0" encoding="utf-8"?>
<p:tagLst xmlns:p="http://schemas.openxmlformats.org/presentationml/2006/main">
  <p:tag name="COMMONDATA" val="eyJoZGlkIjoiZTkxMTU1ODQxOGIzMDZiM2EzYTRiNTA1ZTFlOTZiNzY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2703</Words>
  <Application>WPS 演示</Application>
  <PresentationFormat>宽屏</PresentationFormat>
  <Paragraphs>257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汉仪字研欢乐宋简</vt:lpstr>
      <vt:lpstr>微软雅黑</vt:lpstr>
      <vt:lpstr>MV Boli</vt:lpstr>
      <vt:lpstr>Calibri</vt:lpstr>
      <vt:lpstr>等线</vt:lpstr>
      <vt:lpstr>汉仪粗简黑简</vt:lpstr>
      <vt:lpstr>Microsoft YaHei Bold</vt:lpstr>
      <vt:lpstr>思源黑体 CN Bold</vt:lpstr>
      <vt:lpstr>Arial Unicode MS</vt:lpstr>
      <vt:lpstr>等线 Light</vt:lpstr>
      <vt:lpstr>Calibri Light</vt:lpstr>
      <vt:lpstr>黑体</vt:lpstr>
      <vt:lpstr>1_Office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FIND YOU</cp:lastModifiedBy>
  <cp:revision>153</cp:revision>
  <dcterms:created xsi:type="dcterms:W3CDTF">2019-06-19T02:08:00Z</dcterms:created>
  <dcterms:modified xsi:type="dcterms:W3CDTF">2026-10-25T06:05:46Z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244FB9EB6D4B415B805545B8A3BA8BE8_11</vt:lpwstr>
  </property>
  <property fmtid="{D5CDD505-2E9C-101B-9397-08002B2CF9AE}" pid="4" name="KSOTemplateUUID">
    <vt:lpwstr>v1.0_mb_GKjyw0Czj06YwlGodEdWjQ==</vt:lpwstr>
  </property>
</Properties>
</file>